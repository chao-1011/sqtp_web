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3" r:id="rId6"/>
    <p:sldId id="264" r:id="rId7"/>
    <p:sldId id="259" r:id="rId8"/>
    <p:sldId id="267" r:id="rId9"/>
    <p:sldId id="265" r:id="rId10"/>
    <p:sldId id="261" r:id="rId11"/>
    <p:sldId id="270" r:id="rId12"/>
    <p:sldId id="268" r:id="rId13"/>
    <p:sldId id="27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9564"/>
    <a:srgbClr val="8CC1C6"/>
    <a:srgbClr val="D2E0FB"/>
    <a:srgbClr val="DAC6C0"/>
    <a:srgbClr val="D4DFFB"/>
    <a:srgbClr val="63798B"/>
    <a:srgbClr val="D1C6B1"/>
    <a:srgbClr val="CDD39F"/>
    <a:srgbClr val="D4A71A"/>
    <a:srgbClr val="999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image" Target="../media/image18.jpe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image" Target="../media/image2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A1F94A-8B4F-4CE8-A737-7A193272CB3C}" type="doc">
      <dgm:prSet loTypeId="urn:microsoft.com/office/officeart/2008/layout/LinedList" loCatId="list" qsTypeId="urn:microsoft.com/office/officeart/2005/8/quickstyle/simple5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EFC80A95-D163-4736-850A-07416E3D2342}">
      <dgm:prSet phldrT="[文本]"/>
      <dgm:spPr/>
      <dgm:t>
        <a:bodyPr/>
        <a:lstStyle/>
        <a:p>
          <a:r>
            <a:rPr lang="zh-CN" altLang="en-US" b="1" dirty="0">
              <a:solidFill>
                <a:srgbClr val="5F6E70"/>
              </a:solidFill>
            </a:rPr>
            <a:t>目录</a:t>
          </a:r>
        </a:p>
      </dgm:t>
    </dgm:pt>
    <dgm:pt modelId="{FAB344F3-22C0-411D-A5F7-BCE5A021ACC3}" type="parTrans" cxnId="{9B787B0B-F23B-4EFA-8CB5-5227A37D183F}">
      <dgm:prSet/>
      <dgm:spPr/>
      <dgm:t>
        <a:bodyPr/>
        <a:lstStyle/>
        <a:p>
          <a:endParaRPr lang="zh-CN" altLang="en-US"/>
        </a:p>
      </dgm:t>
    </dgm:pt>
    <dgm:pt modelId="{6F608859-1418-44E2-9632-8631D920527A}" type="sibTrans" cxnId="{9B787B0B-F23B-4EFA-8CB5-5227A37D183F}">
      <dgm:prSet/>
      <dgm:spPr/>
      <dgm:t>
        <a:bodyPr/>
        <a:lstStyle/>
        <a:p>
          <a:endParaRPr lang="zh-CN" altLang="en-US"/>
        </a:p>
      </dgm:t>
    </dgm:pt>
    <dgm:pt modelId="{B3D96C34-A29B-4239-A845-4E7932A39A25}">
      <dgm:prSet phldrT="[文本]" custT="1"/>
      <dgm:spPr/>
      <dgm:t>
        <a:bodyPr/>
        <a:lstStyle/>
        <a:p>
          <a:r>
            <a:rPr lang="en-US" altLang="zh-CN" sz="3200" dirty="0">
              <a:solidFill>
                <a:srgbClr val="5F6E70"/>
              </a:solidFill>
            </a:rPr>
            <a:t>1.</a:t>
          </a:r>
          <a:r>
            <a:rPr lang="zh-CN" altLang="en-US" sz="3200" dirty="0"/>
            <a:t>请替换文字内容请替换文字内容</a:t>
          </a:r>
        </a:p>
      </dgm:t>
    </dgm:pt>
    <dgm:pt modelId="{164214FF-47A8-4461-9159-E3BF9EEE4020}" type="parTrans" cxnId="{D4089DDF-14A0-48C6-83F8-70587A87916A}">
      <dgm:prSet/>
      <dgm:spPr/>
      <dgm:t>
        <a:bodyPr/>
        <a:lstStyle/>
        <a:p>
          <a:endParaRPr lang="zh-CN" altLang="en-US"/>
        </a:p>
      </dgm:t>
    </dgm:pt>
    <dgm:pt modelId="{8523E8F5-932D-4567-BE7C-C7A16C9B7219}" type="sibTrans" cxnId="{D4089DDF-14A0-48C6-83F8-70587A87916A}">
      <dgm:prSet/>
      <dgm:spPr/>
      <dgm:t>
        <a:bodyPr/>
        <a:lstStyle/>
        <a:p>
          <a:endParaRPr lang="zh-CN" altLang="en-US"/>
        </a:p>
      </dgm:t>
    </dgm:pt>
    <dgm:pt modelId="{F9B167A1-6FE8-4068-955B-DEC6AC79F8A7}">
      <dgm:prSet phldrT="[文本]" custT="1"/>
      <dgm:spPr/>
      <dgm:t>
        <a:bodyPr/>
        <a:lstStyle/>
        <a:p>
          <a:r>
            <a:rPr lang="en-US" altLang="zh-CN" sz="3200" dirty="0">
              <a:solidFill>
                <a:srgbClr val="5F6E70"/>
              </a:solidFill>
            </a:rPr>
            <a:t>2.</a:t>
          </a:r>
          <a:r>
            <a:rPr lang="zh-CN" altLang="en-US" sz="3200" dirty="0"/>
            <a:t>请替换文字内容请替换文字内容</a:t>
          </a:r>
          <a:endParaRPr lang="zh-CN" altLang="en-US" sz="3200" dirty="0">
            <a:solidFill>
              <a:srgbClr val="5F6E70"/>
            </a:solidFill>
          </a:endParaRPr>
        </a:p>
      </dgm:t>
    </dgm:pt>
    <dgm:pt modelId="{8088946D-1BD2-4B00-8CF6-F9333E6052BD}" type="parTrans" cxnId="{2EF2D9E0-D102-484E-8683-7F22B77D1BD2}">
      <dgm:prSet/>
      <dgm:spPr/>
      <dgm:t>
        <a:bodyPr/>
        <a:lstStyle/>
        <a:p>
          <a:endParaRPr lang="zh-CN" altLang="en-US"/>
        </a:p>
      </dgm:t>
    </dgm:pt>
    <dgm:pt modelId="{A4C71591-F62F-4883-BBB7-D99BECEEC933}" type="sibTrans" cxnId="{2EF2D9E0-D102-484E-8683-7F22B77D1BD2}">
      <dgm:prSet/>
      <dgm:spPr/>
      <dgm:t>
        <a:bodyPr/>
        <a:lstStyle/>
        <a:p>
          <a:endParaRPr lang="zh-CN" altLang="en-US"/>
        </a:p>
      </dgm:t>
    </dgm:pt>
    <dgm:pt modelId="{5B6CDCC5-4D35-41DC-A17E-A04753ABC8ED}">
      <dgm:prSet phldrT="[文本]" custT="1"/>
      <dgm:spPr/>
      <dgm:t>
        <a:bodyPr/>
        <a:lstStyle/>
        <a:p>
          <a:r>
            <a:rPr lang="en-US" altLang="zh-CN" sz="3200" dirty="0">
              <a:solidFill>
                <a:srgbClr val="5F6E70"/>
              </a:solidFill>
            </a:rPr>
            <a:t>3</a:t>
          </a:r>
          <a:r>
            <a:rPr lang="en-US" altLang="zh-CN" sz="3200" dirty="0"/>
            <a:t>.</a:t>
          </a:r>
          <a:r>
            <a:rPr lang="zh-CN" altLang="en-US" sz="3200" dirty="0"/>
            <a:t>请替换文字内容请替换文字内容</a:t>
          </a:r>
          <a:endParaRPr lang="zh-CN" altLang="en-US" sz="3200" dirty="0">
            <a:solidFill>
              <a:srgbClr val="5F6E70"/>
            </a:solidFill>
          </a:endParaRPr>
        </a:p>
      </dgm:t>
    </dgm:pt>
    <dgm:pt modelId="{5BD5D938-2CF8-4D09-A9E7-0016C7B354A9}" type="parTrans" cxnId="{9256E5B3-52F6-41E6-866D-39893A0512AD}">
      <dgm:prSet/>
      <dgm:spPr/>
      <dgm:t>
        <a:bodyPr/>
        <a:lstStyle/>
        <a:p>
          <a:endParaRPr lang="zh-CN" altLang="en-US"/>
        </a:p>
      </dgm:t>
    </dgm:pt>
    <dgm:pt modelId="{5EB6D8DA-BA7C-4DCA-8EEC-444FE80050E0}" type="sibTrans" cxnId="{9256E5B3-52F6-41E6-866D-39893A0512AD}">
      <dgm:prSet/>
      <dgm:spPr/>
      <dgm:t>
        <a:bodyPr/>
        <a:lstStyle/>
        <a:p>
          <a:endParaRPr lang="zh-CN" altLang="en-US"/>
        </a:p>
      </dgm:t>
    </dgm:pt>
    <dgm:pt modelId="{241DA182-BDC7-4BF3-955B-D2DF09D2A07B}">
      <dgm:prSet phldrT="[文本]" custT="1"/>
      <dgm:spPr/>
      <dgm:t>
        <a:bodyPr/>
        <a:lstStyle/>
        <a:p>
          <a:r>
            <a:rPr lang="en-US" altLang="zh-CN" sz="3200" dirty="0">
              <a:solidFill>
                <a:srgbClr val="5F6E70"/>
              </a:solidFill>
            </a:rPr>
            <a:t>4.</a:t>
          </a:r>
          <a:r>
            <a:rPr lang="zh-CN" altLang="en-US" sz="3200" dirty="0"/>
            <a:t>请替换文字内容请替换文字内容</a:t>
          </a:r>
          <a:endParaRPr lang="zh-CN" altLang="en-US" sz="3200" dirty="0">
            <a:solidFill>
              <a:srgbClr val="5F6E70"/>
            </a:solidFill>
          </a:endParaRPr>
        </a:p>
      </dgm:t>
    </dgm:pt>
    <dgm:pt modelId="{1A0EF46B-0804-4EA0-AD2D-559B5EC5ED92}" type="parTrans" cxnId="{8A8C2F32-9C44-4C2A-822A-BC9A40554A8C}">
      <dgm:prSet/>
      <dgm:spPr/>
      <dgm:t>
        <a:bodyPr/>
        <a:lstStyle/>
        <a:p>
          <a:endParaRPr lang="zh-CN" altLang="en-US"/>
        </a:p>
      </dgm:t>
    </dgm:pt>
    <dgm:pt modelId="{EBCC8C84-F852-478C-AA91-22541D709311}" type="sibTrans" cxnId="{8A8C2F32-9C44-4C2A-822A-BC9A40554A8C}">
      <dgm:prSet/>
      <dgm:spPr/>
      <dgm:t>
        <a:bodyPr/>
        <a:lstStyle/>
        <a:p>
          <a:endParaRPr lang="zh-CN" altLang="en-US"/>
        </a:p>
      </dgm:t>
    </dgm:pt>
    <dgm:pt modelId="{B4C5D2A9-2414-4F94-8D0B-0DA3040C40F9}" type="pres">
      <dgm:prSet presAssocID="{FBA1F94A-8B4F-4CE8-A737-7A193272CB3C}" presName="vert0" presStyleCnt="0">
        <dgm:presLayoutVars>
          <dgm:dir/>
          <dgm:animOne val="branch"/>
          <dgm:animLvl val="lvl"/>
        </dgm:presLayoutVars>
      </dgm:prSet>
      <dgm:spPr/>
    </dgm:pt>
    <dgm:pt modelId="{4D65B8DA-6DE1-4D08-A0CC-2E929CE50142}" type="pres">
      <dgm:prSet presAssocID="{EFC80A95-D163-4736-850A-07416E3D2342}" presName="thickLine" presStyleLbl="alignNode1" presStyleIdx="0" presStyleCnt="1"/>
      <dgm:spPr/>
    </dgm:pt>
    <dgm:pt modelId="{AC9F180E-2DBD-497C-92B6-0EFE2736F144}" type="pres">
      <dgm:prSet presAssocID="{EFC80A95-D163-4736-850A-07416E3D2342}" presName="horz1" presStyleCnt="0"/>
      <dgm:spPr/>
    </dgm:pt>
    <dgm:pt modelId="{74D7E666-4D39-4DD1-88EE-565A00071546}" type="pres">
      <dgm:prSet presAssocID="{EFC80A95-D163-4736-850A-07416E3D2342}" presName="tx1" presStyleLbl="revTx" presStyleIdx="0" presStyleCnt="5"/>
      <dgm:spPr/>
    </dgm:pt>
    <dgm:pt modelId="{4D7EC65B-4A19-4FFC-A961-EA849810B0BA}" type="pres">
      <dgm:prSet presAssocID="{EFC80A95-D163-4736-850A-07416E3D2342}" presName="vert1" presStyleCnt="0"/>
      <dgm:spPr/>
    </dgm:pt>
    <dgm:pt modelId="{C22DCCCB-64BC-45CD-A860-E27CA8F54361}" type="pres">
      <dgm:prSet presAssocID="{B3D96C34-A29B-4239-A845-4E7932A39A25}" presName="vertSpace2a" presStyleCnt="0"/>
      <dgm:spPr/>
    </dgm:pt>
    <dgm:pt modelId="{509CB394-2A1A-405B-A59A-B3C5DB2EB388}" type="pres">
      <dgm:prSet presAssocID="{B3D96C34-A29B-4239-A845-4E7932A39A25}" presName="horz2" presStyleCnt="0"/>
      <dgm:spPr/>
    </dgm:pt>
    <dgm:pt modelId="{105EAEE8-C554-424E-9C96-B1747D24E3CA}" type="pres">
      <dgm:prSet presAssocID="{B3D96C34-A29B-4239-A845-4E7932A39A25}" presName="horzSpace2" presStyleCnt="0"/>
      <dgm:spPr/>
    </dgm:pt>
    <dgm:pt modelId="{DB091B52-F080-4751-9AFA-34A10AECF31E}" type="pres">
      <dgm:prSet presAssocID="{B3D96C34-A29B-4239-A845-4E7932A39A25}" presName="tx2" presStyleLbl="revTx" presStyleIdx="1" presStyleCnt="5"/>
      <dgm:spPr/>
    </dgm:pt>
    <dgm:pt modelId="{E9002107-0583-475C-B8EB-502D4076A5B0}" type="pres">
      <dgm:prSet presAssocID="{B3D96C34-A29B-4239-A845-4E7932A39A25}" presName="vert2" presStyleCnt="0"/>
      <dgm:spPr/>
    </dgm:pt>
    <dgm:pt modelId="{A5A285E8-95FC-4245-A511-8B804077CB55}" type="pres">
      <dgm:prSet presAssocID="{B3D96C34-A29B-4239-A845-4E7932A39A25}" presName="thinLine2b" presStyleLbl="callout" presStyleIdx="0" presStyleCnt="4"/>
      <dgm:spPr/>
    </dgm:pt>
    <dgm:pt modelId="{4103DD8F-9CF4-4176-B1D5-860D2FA669F1}" type="pres">
      <dgm:prSet presAssocID="{B3D96C34-A29B-4239-A845-4E7932A39A25}" presName="vertSpace2b" presStyleCnt="0"/>
      <dgm:spPr/>
    </dgm:pt>
    <dgm:pt modelId="{2D361EDC-A14F-4EFE-A720-4A4B0F7B617D}" type="pres">
      <dgm:prSet presAssocID="{F9B167A1-6FE8-4068-955B-DEC6AC79F8A7}" presName="horz2" presStyleCnt="0"/>
      <dgm:spPr/>
    </dgm:pt>
    <dgm:pt modelId="{7E6CABD0-6DE3-4484-9325-5B27E5B8DE7A}" type="pres">
      <dgm:prSet presAssocID="{F9B167A1-6FE8-4068-955B-DEC6AC79F8A7}" presName="horzSpace2" presStyleCnt="0"/>
      <dgm:spPr/>
    </dgm:pt>
    <dgm:pt modelId="{96B8765F-2A0D-4364-B2D5-D544AACCDC47}" type="pres">
      <dgm:prSet presAssocID="{F9B167A1-6FE8-4068-955B-DEC6AC79F8A7}" presName="tx2" presStyleLbl="revTx" presStyleIdx="2" presStyleCnt="5"/>
      <dgm:spPr/>
    </dgm:pt>
    <dgm:pt modelId="{AAD76FB1-DF74-4214-9566-91321739F676}" type="pres">
      <dgm:prSet presAssocID="{F9B167A1-6FE8-4068-955B-DEC6AC79F8A7}" presName="vert2" presStyleCnt="0"/>
      <dgm:spPr/>
    </dgm:pt>
    <dgm:pt modelId="{CC72ECE2-0DBB-4209-AC5C-A0C97A38E503}" type="pres">
      <dgm:prSet presAssocID="{F9B167A1-6FE8-4068-955B-DEC6AC79F8A7}" presName="thinLine2b" presStyleLbl="callout" presStyleIdx="1" presStyleCnt="4"/>
      <dgm:spPr/>
    </dgm:pt>
    <dgm:pt modelId="{5375A11C-8749-4538-8767-A7D03774EE85}" type="pres">
      <dgm:prSet presAssocID="{F9B167A1-6FE8-4068-955B-DEC6AC79F8A7}" presName="vertSpace2b" presStyleCnt="0"/>
      <dgm:spPr/>
    </dgm:pt>
    <dgm:pt modelId="{F93F24FE-633E-4F70-8ED9-7E4E0C9B18C8}" type="pres">
      <dgm:prSet presAssocID="{5B6CDCC5-4D35-41DC-A17E-A04753ABC8ED}" presName="horz2" presStyleCnt="0"/>
      <dgm:spPr/>
    </dgm:pt>
    <dgm:pt modelId="{FDC8CF91-C01F-4ECE-AAB2-A177959C0D4C}" type="pres">
      <dgm:prSet presAssocID="{5B6CDCC5-4D35-41DC-A17E-A04753ABC8ED}" presName="horzSpace2" presStyleCnt="0"/>
      <dgm:spPr/>
    </dgm:pt>
    <dgm:pt modelId="{C0F74247-D5BF-45DE-8118-DB1AB8202A46}" type="pres">
      <dgm:prSet presAssocID="{5B6CDCC5-4D35-41DC-A17E-A04753ABC8ED}" presName="tx2" presStyleLbl="revTx" presStyleIdx="3" presStyleCnt="5"/>
      <dgm:spPr/>
    </dgm:pt>
    <dgm:pt modelId="{CF831197-A422-4408-82AE-C31709D8F21A}" type="pres">
      <dgm:prSet presAssocID="{5B6CDCC5-4D35-41DC-A17E-A04753ABC8ED}" presName="vert2" presStyleCnt="0"/>
      <dgm:spPr/>
    </dgm:pt>
    <dgm:pt modelId="{20D68284-BDF7-4AF8-ACA3-11E022CF80E2}" type="pres">
      <dgm:prSet presAssocID="{5B6CDCC5-4D35-41DC-A17E-A04753ABC8ED}" presName="thinLine2b" presStyleLbl="callout" presStyleIdx="2" presStyleCnt="4"/>
      <dgm:spPr/>
    </dgm:pt>
    <dgm:pt modelId="{EC4A6953-FB87-4949-882D-A0FA07046AF6}" type="pres">
      <dgm:prSet presAssocID="{5B6CDCC5-4D35-41DC-A17E-A04753ABC8ED}" presName="vertSpace2b" presStyleCnt="0"/>
      <dgm:spPr/>
    </dgm:pt>
    <dgm:pt modelId="{DBBA0A3F-26A2-45C2-94C5-E70FF5FD3D2F}" type="pres">
      <dgm:prSet presAssocID="{241DA182-BDC7-4BF3-955B-D2DF09D2A07B}" presName="horz2" presStyleCnt="0"/>
      <dgm:spPr/>
    </dgm:pt>
    <dgm:pt modelId="{419F7645-A735-49F7-A1D0-126203FC5798}" type="pres">
      <dgm:prSet presAssocID="{241DA182-BDC7-4BF3-955B-D2DF09D2A07B}" presName="horzSpace2" presStyleCnt="0"/>
      <dgm:spPr/>
    </dgm:pt>
    <dgm:pt modelId="{6D546299-3B99-4720-ABCC-A2F894F42E19}" type="pres">
      <dgm:prSet presAssocID="{241DA182-BDC7-4BF3-955B-D2DF09D2A07B}" presName="tx2" presStyleLbl="revTx" presStyleIdx="4" presStyleCnt="5"/>
      <dgm:spPr/>
    </dgm:pt>
    <dgm:pt modelId="{ED6B4796-31F3-4F72-81AD-466F265444B7}" type="pres">
      <dgm:prSet presAssocID="{241DA182-BDC7-4BF3-955B-D2DF09D2A07B}" presName="vert2" presStyleCnt="0"/>
      <dgm:spPr/>
    </dgm:pt>
    <dgm:pt modelId="{806A39C2-AB94-4DFC-B03E-8CEA9CDAA677}" type="pres">
      <dgm:prSet presAssocID="{241DA182-BDC7-4BF3-955B-D2DF09D2A07B}" presName="thinLine2b" presStyleLbl="callout" presStyleIdx="3" presStyleCnt="4"/>
      <dgm:spPr/>
    </dgm:pt>
    <dgm:pt modelId="{506EF2B0-E90C-4B8C-8A9C-8A9D805D42D8}" type="pres">
      <dgm:prSet presAssocID="{241DA182-BDC7-4BF3-955B-D2DF09D2A07B}" presName="vertSpace2b" presStyleCnt="0"/>
      <dgm:spPr/>
    </dgm:pt>
  </dgm:ptLst>
  <dgm:cxnLst>
    <dgm:cxn modelId="{9B787B0B-F23B-4EFA-8CB5-5227A37D183F}" srcId="{FBA1F94A-8B4F-4CE8-A737-7A193272CB3C}" destId="{EFC80A95-D163-4736-850A-07416E3D2342}" srcOrd="0" destOrd="0" parTransId="{FAB344F3-22C0-411D-A5F7-BCE5A021ACC3}" sibTransId="{6F608859-1418-44E2-9632-8631D920527A}"/>
    <dgm:cxn modelId="{8A8C2F32-9C44-4C2A-822A-BC9A40554A8C}" srcId="{EFC80A95-D163-4736-850A-07416E3D2342}" destId="{241DA182-BDC7-4BF3-955B-D2DF09D2A07B}" srcOrd="3" destOrd="0" parTransId="{1A0EF46B-0804-4EA0-AD2D-559B5EC5ED92}" sibTransId="{EBCC8C84-F852-478C-AA91-22541D709311}"/>
    <dgm:cxn modelId="{7CBDD843-74CF-4B9C-A884-A41EA6E487F0}" type="presOf" srcId="{EFC80A95-D163-4736-850A-07416E3D2342}" destId="{74D7E666-4D39-4DD1-88EE-565A00071546}" srcOrd="0" destOrd="0" presId="urn:microsoft.com/office/officeart/2008/layout/LinedList"/>
    <dgm:cxn modelId="{DBA0D267-7E10-4407-8503-09A1D9189279}" type="presOf" srcId="{FBA1F94A-8B4F-4CE8-A737-7A193272CB3C}" destId="{B4C5D2A9-2414-4F94-8D0B-0DA3040C40F9}" srcOrd="0" destOrd="0" presId="urn:microsoft.com/office/officeart/2008/layout/LinedList"/>
    <dgm:cxn modelId="{02E78769-014E-4B68-8CF7-F64B6C7EBB31}" type="presOf" srcId="{B3D96C34-A29B-4239-A845-4E7932A39A25}" destId="{DB091B52-F080-4751-9AFA-34A10AECF31E}" srcOrd="0" destOrd="0" presId="urn:microsoft.com/office/officeart/2008/layout/LinedList"/>
    <dgm:cxn modelId="{EB9FB678-6A03-4089-A163-4671F3B099ED}" type="presOf" srcId="{5B6CDCC5-4D35-41DC-A17E-A04753ABC8ED}" destId="{C0F74247-D5BF-45DE-8118-DB1AB8202A46}" srcOrd="0" destOrd="0" presId="urn:microsoft.com/office/officeart/2008/layout/LinedList"/>
    <dgm:cxn modelId="{98FBF9A8-50ED-4135-BF40-F42FED67CE17}" type="presOf" srcId="{F9B167A1-6FE8-4068-955B-DEC6AC79F8A7}" destId="{96B8765F-2A0D-4364-B2D5-D544AACCDC47}" srcOrd="0" destOrd="0" presId="urn:microsoft.com/office/officeart/2008/layout/LinedList"/>
    <dgm:cxn modelId="{9256E5B3-52F6-41E6-866D-39893A0512AD}" srcId="{EFC80A95-D163-4736-850A-07416E3D2342}" destId="{5B6CDCC5-4D35-41DC-A17E-A04753ABC8ED}" srcOrd="2" destOrd="0" parTransId="{5BD5D938-2CF8-4D09-A9E7-0016C7B354A9}" sibTransId="{5EB6D8DA-BA7C-4DCA-8EEC-444FE80050E0}"/>
    <dgm:cxn modelId="{D4089DDF-14A0-48C6-83F8-70587A87916A}" srcId="{EFC80A95-D163-4736-850A-07416E3D2342}" destId="{B3D96C34-A29B-4239-A845-4E7932A39A25}" srcOrd="0" destOrd="0" parTransId="{164214FF-47A8-4461-9159-E3BF9EEE4020}" sibTransId="{8523E8F5-932D-4567-BE7C-C7A16C9B7219}"/>
    <dgm:cxn modelId="{2EF2D9E0-D102-484E-8683-7F22B77D1BD2}" srcId="{EFC80A95-D163-4736-850A-07416E3D2342}" destId="{F9B167A1-6FE8-4068-955B-DEC6AC79F8A7}" srcOrd="1" destOrd="0" parTransId="{8088946D-1BD2-4B00-8CF6-F9333E6052BD}" sibTransId="{A4C71591-F62F-4883-BBB7-D99BECEEC933}"/>
    <dgm:cxn modelId="{743066F5-F5EC-456E-A925-AD7894FAEE91}" type="presOf" srcId="{241DA182-BDC7-4BF3-955B-D2DF09D2A07B}" destId="{6D546299-3B99-4720-ABCC-A2F894F42E19}" srcOrd="0" destOrd="0" presId="urn:microsoft.com/office/officeart/2008/layout/LinedList"/>
    <dgm:cxn modelId="{425027E4-41AD-4F85-B963-1C893C6F6BCA}" type="presParOf" srcId="{B4C5D2A9-2414-4F94-8D0B-0DA3040C40F9}" destId="{4D65B8DA-6DE1-4D08-A0CC-2E929CE50142}" srcOrd="0" destOrd="0" presId="urn:microsoft.com/office/officeart/2008/layout/LinedList"/>
    <dgm:cxn modelId="{E572C03E-FC96-4E12-8B72-BE841FB5B4D5}" type="presParOf" srcId="{B4C5D2A9-2414-4F94-8D0B-0DA3040C40F9}" destId="{AC9F180E-2DBD-497C-92B6-0EFE2736F144}" srcOrd="1" destOrd="0" presId="urn:microsoft.com/office/officeart/2008/layout/LinedList"/>
    <dgm:cxn modelId="{33823EB9-8FAB-4014-8541-4AC226CAB954}" type="presParOf" srcId="{AC9F180E-2DBD-497C-92B6-0EFE2736F144}" destId="{74D7E666-4D39-4DD1-88EE-565A00071546}" srcOrd="0" destOrd="0" presId="urn:microsoft.com/office/officeart/2008/layout/LinedList"/>
    <dgm:cxn modelId="{838D3FA3-E198-442A-9536-67E242891BB4}" type="presParOf" srcId="{AC9F180E-2DBD-497C-92B6-0EFE2736F144}" destId="{4D7EC65B-4A19-4FFC-A961-EA849810B0BA}" srcOrd="1" destOrd="0" presId="urn:microsoft.com/office/officeart/2008/layout/LinedList"/>
    <dgm:cxn modelId="{1C3F0F6D-DA8C-4725-93E2-31B46793B226}" type="presParOf" srcId="{4D7EC65B-4A19-4FFC-A961-EA849810B0BA}" destId="{C22DCCCB-64BC-45CD-A860-E27CA8F54361}" srcOrd="0" destOrd="0" presId="urn:microsoft.com/office/officeart/2008/layout/LinedList"/>
    <dgm:cxn modelId="{DEE4FF21-37A0-4764-B118-DE933B7AC76B}" type="presParOf" srcId="{4D7EC65B-4A19-4FFC-A961-EA849810B0BA}" destId="{509CB394-2A1A-405B-A59A-B3C5DB2EB388}" srcOrd="1" destOrd="0" presId="urn:microsoft.com/office/officeart/2008/layout/LinedList"/>
    <dgm:cxn modelId="{AEDB2581-3A27-4946-A40C-156870967461}" type="presParOf" srcId="{509CB394-2A1A-405B-A59A-B3C5DB2EB388}" destId="{105EAEE8-C554-424E-9C96-B1747D24E3CA}" srcOrd="0" destOrd="0" presId="urn:microsoft.com/office/officeart/2008/layout/LinedList"/>
    <dgm:cxn modelId="{EC6ED8A7-9925-48C4-BD82-FAA97E147C7C}" type="presParOf" srcId="{509CB394-2A1A-405B-A59A-B3C5DB2EB388}" destId="{DB091B52-F080-4751-9AFA-34A10AECF31E}" srcOrd="1" destOrd="0" presId="urn:microsoft.com/office/officeart/2008/layout/LinedList"/>
    <dgm:cxn modelId="{ABF8F701-D61D-4619-9AD5-791EAABB82C3}" type="presParOf" srcId="{509CB394-2A1A-405B-A59A-B3C5DB2EB388}" destId="{E9002107-0583-475C-B8EB-502D4076A5B0}" srcOrd="2" destOrd="0" presId="urn:microsoft.com/office/officeart/2008/layout/LinedList"/>
    <dgm:cxn modelId="{126A92C0-E57E-405C-BF6F-A850A79CE0EB}" type="presParOf" srcId="{4D7EC65B-4A19-4FFC-A961-EA849810B0BA}" destId="{A5A285E8-95FC-4245-A511-8B804077CB55}" srcOrd="2" destOrd="0" presId="urn:microsoft.com/office/officeart/2008/layout/LinedList"/>
    <dgm:cxn modelId="{2E6A1849-A71F-45C3-B6CC-4BFD040278EB}" type="presParOf" srcId="{4D7EC65B-4A19-4FFC-A961-EA849810B0BA}" destId="{4103DD8F-9CF4-4176-B1D5-860D2FA669F1}" srcOrd="3" destOrd="0" presId="urn:microsoft.com/office/officeart/2008/layout/LinedList"/>
    <dgm:cxn modelId="{B82917C5-AD5C-46F2-B231-94F22B17ADBD}" type="presParOf" srcId="{4D7EC65B-4A19-4FFC-A961-EA849810B0BA}" destId="{2D361EDC-A14F-4EFE-A720-4A4B0F7B617D}" srcOrd="4" destOrd="0" presId="urn:microsoft.com/office/officeart/2008/layout/LinedList"/>
    <dgm:cxn modelId="{BF5AD951-3EA2-4375-86E1-937E3D564E60}" type="presParOf" srcId="{2D361EDC-A14F-4EFE-A720-4A4B0F7B617D}" destId="{7E6CABD0-6DE3-4484-9325-5B27E5B8DE7A}" srcOrd="0" destOrd="0" presId="urn:microsoft.com/office/officeart/2008/layout/LinedList"/>
    <dgm:cxn modelId="{F06B9B72-66BE-4DA3-8B12-5BD4A6311A91}" type="presParOf" srcId="{2D361EDC-A14F-4EFE-A720-4A4B0F7B617D}" destId="{96B8765F-2A0D-4364-B2D5-D544AACCDC47}" srcOrd="1" destOrd="0" presId="urn:microsoft.com/office/officeart/2008/layout/LinedList"/>
    <dgm:cxn modelId="{67526FF0-AE78-4D74-964E-3F2BE6A9B69D}" type="presParOf" srcId="{2D361EDC-A14F-4EFE-A720-4A4B0F7B617D}" destId="{AAD76FB1-DF74-4214-9566-91321739F676}" srcOrd="2" destOrd="0" presId="urn:microsoft.com/office/officeart/2008/layout/LinedList"/>
    <dgm:cxn modelId="{9D432AA7-6B38-4C28-8D66-9E5112E68E5A}" type="presParOf" srcId="{4D7EC65B-4A19-4FFC-A961-EA849810B0BA}" destId="{CC72ECE2-0DBB-4209-AC5C-A0C97A38E503}" srcOrd="5" destOrd="0" presId="urn:microsoft.com/office/officeart/2008/layout/LinedList"/>
    <dgm:cxn modelId="{E0FB5C84-CD9D-4A30-924E-699169D701AC}" type="presParOf" srcId="{4D7EC65B-4A19-4FFC-A961-EA849810B0BA}" destId="{5375A11C-8749-4538-8767-A7D03774EE85}" srcOrd="6" destOrd="0" presId="urn:microsoft.com/office/officeart/2008/layout/LinedList"/>
    <dgm:cxn modelId="{61A606B3-BA88-46C5-9416-C081D7CB4FFB}" type="presParOf" srcId="{4D7EC65B-4A19-4FFC-A961-EA849810B0BA}" destId="{F93F24FE-633E-4F70-8ED9-7E4E0C9B18C8}" srcOrd="7" destOrd="0" presId="urn:microsoft.com/office/officeart/2008/layout/LinedList"/>
    <dgm:cxn modelId="{9B5DC82D-AC50-4F81-849C-7CEF93E8EA28}" type="presParOf" srcId="{F93F24FE-633E-4F70-8ED9-7E4E0C9B18C8}" destId="{FDC8CF91-C01F-4ECE-AAB2-A177959C0D4C}" srcOrd="0" destOrd="0" presId="urn:microsoft.com/office/officeart/2008/layout/LinedList"/>
    <dgm:cxn modelId="{7EEBCD64-EDF0-404B-BCD5-EB0C3ADC5800}" type="presParOf" srcId="{F93F24FE-633E-4F70-8ED9-7E4E0C9B18C8}" destId="{C0F74247-D5BF-45DE-8118-DB1AB8202A46}" srcOrd="1" destOrd="0" presId="urn:microsoft.com/office/officeart/2008/layout/LinedList"/>
    <dgm:cxn modelId="{41B0DE37-1487-41DF-85F6-E389A8AC51CE}" type="presParOf" srcId="{F93F24FE-633E-4F70-8ED9-7E4E0C9B18C8}" destId="{CF831197-A422-4408-82AE-C31709D8F21A}" srcOrd="2" destOrd="0" presId="urn:microsoft.com/office/officeart/2008/layout/LinedList"/>
    <dgm:cxn modelId="{5CBE4D97-B040-46E9-B4F2-0D387546E58D}" type="presParOf" srcId="{4D7EC65B-4A19-4FFC-A961-EA849810B0BA}" destId="{20D68284-BDF7-4AF8-ACA3-11E022CF80E2}" srcOrd="8" destOrd="0" presId="urn:microsoft.com/office/officeart/2008/layout/LinedList"/>
    <dgm:cxn modelId="{E0068C51-A6D7-48E4-8831-6DFDA7455373}" type="presParOf" srcId="{4D7EC65B-4A19-4FFC-A961-EA849810B0BA}" destId="{EC4A6953-FB87-4949-882D-A0FA07046AF6}" srcOrd="9" destOrd="0" presId="urn:microsoft.com/office/officeart/2008/layout/LinedList"/>
    <dgm:cxn modelId="{CAEC3A15-760E-4C4B-9D52-7120EFF917DE}" type="presParOf" srcId="{4D7EC65B-4A19-4FFC-A961-EA849810B0BA}" destId="{DBBA0A3F-26A2-45C2-94C5-E70FF5FD3D2F}" srcOrd="10" destOrd="0" presId="urn:microsoft.com/office/officeart/2008/layout/LinedList"/>
    <dgm:cxn modelId="{8C8C202F-8AEB-4CB7-9D0B-0C9E17A07E9E}" type="presParOf" srcId="{DBBA0A3F-26A2-45C2-94C5-E70FF5FD3D2F}" destId="{419F7645-A735-49F7-A1D0-126203FC5798}" srcOrd="0" destOrd="0" presId="urn:microsoft.com/office/officeart/2008/layout/LinedList"/>
    <dgm:cxn modelId="{2D851E85-9370-4240-821B-4BA9C918EC08}" type="presParOf" srcId="{DBBA0A3F-26A2-45C2-94C5-E70FF5FD3D2F}" destId="{6D546299-3B99-4720-ABCC-A2F894F42E19}" srcOrd="1" destOrd="0" presId="urn:microsoft.com/office/officeart/2008/layout/LinedList"/>
    <dgm:cxn modelId="{11EE48B9-33AC-49FA-88CE-D96F48B7F271}" type="presParOf" srcId="{DBBA0A3F-26A2-45C2-94C5-E70FF5FD3D2F}" destId="{ED6B4796-31F3-4F72-81AD-466F265444B7}" srcOrd="2" destOrd="0" presId="urn:microsoft.com/office/officeart/2008/layout/LinedList"/>
    <dgm:cxn modelId="{EF18C0A2-BED2-44A2-AE46-4F6E34F648C0}" type="presParOf" srcId="{4D7EC65B-4A19-4FFC-A961-EA849810B0BA}" destId="{806A39C2-AB94-4DFC-B03E-8CEA9CDAA677}" srcOrd="11" destOrd="0" presId="urn:microsoft.com/office/officeart/2008/layout/LinedList"/>
    <dgm:cxn modelId="{CEEB46D8-7DC4-4116-A7EE-64716AB76C2F}" type="presParOf" srcId="{4D7EC65B-4A19-4FFC-A961-EA849810B0BA}" destId="{506EF2B0-E90C-4B8C-8A9C-8A9D805D42D8}" srcOrd="12" destOrd="0" presId="urn:microsoft.com/office/officeart/2008/layout/LinedList"/>
  </dgm:cxnLst>
  <dgm:bg>
    <a:noFill/>
  </dgm:bg>
  <dgm:whole>
    <a:ln>
      <a:solidFill>
        <a:schemeClr val="accent6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6342BE-9967-4C38-A29E-562DE1F91631}" type="doc">
      <dgm:prSet loTypeId="urn:microsoft.com/office/officeart/2005/8/layout/vList3" loCatId="list" qsTypeId="urn:microsoft.com/office/officeart/2005/8/quickstyle/simple1" qsCatId="simple" csTypeId="urn:microsoft.com/office/officeart/2005/8/colors/accent6_4" csCatId="accent6" phldr="1"/>
      <dgm:spPr/>
    </dgm:pt>
    <dgm:pt modelId="{D9593734-0F7A-4672-86C0-1D9E733A094A}">
      <dgm:prSet phldrT="[文本]"/>
      <dgm:spPr>
        <a:noFill/>
        <a:ln>
          <a:solidFill>
            <a:srgbClr val="8CC1C6"/>
          </a:solidFill>
        </a:ln>
      </dgm:spPr>
      <dgm:t>
        <a:bodyPr/>
        <a:lstStyle/>
        <a:p>
          <a:r>
            <a:rPr lang="zh-CN" altLang="en-US" dirty="0">
              <a:solidFill>
                <a:schemeClr val="tx1"/>
              </a:solidFill>
            </a:rPr>
            <a:t>请替换文字内容</a:t>
          </a:r>
        </a:p>
      </dgm:t>
    </dgm:pt>
    <dgm:pt modelId="{61A3AF30-797F-4104-8B8B-4DDA8FBC5375}" type="parTrans" cxnId="{3942DADB-0A51-4E83-BA2A-1A66B4B3FE4E}">
      <dgm:prSet/>
      <dgm:spPr/>
      <dgm:t>
        <a:bodyPr/>
        <a:lstStyle/>
        <a:p>
          <a:endParaRPr lang="zh-CN" altLang="en-US"/>
        </a:p>
      </dgm:t>
    </dgm:pt>
    <dgm:pt modelId="{C714C9B0-2087-4515-9588-A56D53A4D55D}" type="sibTrans" cxnId="{3942DADB-0A51-4E83-BA2A-1A66B4B3FE4E}">
      <dgm:prSet/>
      <dgm:spPr/>
      <dgm:t>
        <a:bodyPr/>
        <a:lstStyle/>
        <a:p>
          <a:endParaRPr lang="zh-CN" altLang="en-US"/>
        </a:p>
      </dgm:t>
    </dgm:pt>
    <dgm:pt modelId="{D6716275-BE36-4FCC-8A21-5DA6FD1580E3}">
      <dgm:prSet phldrT="[文本]"/>
      <dgm:spPr>
        <a:noFill/>
        <a:ln>
          <a:solidFill>
            <a:srgbClr val="8CC1C6"/>
          </a:solidFill>
        </a:ln>
      </dgm:spPr>
      <dgm:t>
        <a:bodyPr/>
        <a:lstStyle/>
        <a:p>
          <a:r>
            <a:rPr lang="zh-CN" altLang="en-US" dirty="0">
              <a:solidFill>
                <a:schemeClr val="tx1"/>
              </a:solidFill>
            </a:rPr>
            <a:t>请替换文字内容</a:t>
          </a:r>
        </a:p>
      </dgm:t>
    </dgm:pt>
    <dgm:pt modelId="{73263CD8-9603-4F18-BA99-A85EA47F6C66}" type="parTrans" cxnId="{438E361F-F4F9-49BF-B58D-517B5AD94C87}">
      <dgm:prSet/>
      <dgm:spPr/>
      <dgm:t>
        <a:bodyPr/>
        <a:lstStyle/>
        <a:p>
          <a:endParaRPr lang="zh-CN" altLang="en-US"/>
        </a:p>
      </dgm:t>
    </dgm:pt>
    <dgm:pt modelId="{DBA1666E-4850-4750-8D4F-0422389FCD80}" type="sibTrans" cxnId="{438E361F-F4F9-49BF-B58D-517B5AD94C87}">
      <dgm:prSet/>
      <dgm:spPr/>
      <dgm:t>
        <a:bodyPr/>
        <a:lstStyle/>
        <a:p>
          <a:endParaRPr lang="zh-CN" altLang="en-US"/>
        </a:p>
      </dgm:t>
    </dgm:pt>
    <dgm:pt modelId="{44BAE659-B002-4828-A444-8E26967152B7}">
      <dgm:prSet phldrT="[文本]"/>
      <dgm:spPr>
        <a:noFill/>
        <a:ln>
          <a:solidFill>
            <a:srgbClr val="8CC1C6"/>
          </a:solidFill>
        </a:ln>
      </dgm:spPr>
      <dgm:t>
        <a:bodyPr/>
        <a:lstStyle/>
        <a:p>
          <a:r>
            <a:rPr lang="zh-CN" altLang="en-US" dirty="0">
              <a:solidFill>
                <a:schemeClr val="tx1"/>
              </a:solidFill>
            </a:rPr>
            <a:t>请替换文字内容</a:t>
          </a:r>
        </a:p>
      </dgm:t>
    </dgm:pt>
    <dgm:pt modelId="{98F67193-2893-4C55-8D6D-DC5D5167515C}" type="parTrans" cxnId="{CD8695D6-90C5-4C07-9B2D-389009660031}">
      <dgm:prSet/>
      <dgm:spPr/>
      <dgm:t>
        <a:bodyPr/>
        <a:lstStyle/>
        <a:p>
          <a:endParaRPr lang="zh-CN" altLang="en-US"/>
        </a:p>
      </dgm:t>
    </dgm:pt>
    <dgm:pt modelId="{23EA7962-BCF2-427E-BCB8-AC0A0F1FF1C7}" type="sibTrans" cxnId="{CD8695D6-90C5-4C07-9B2D-389009660031}">
      <dgm:prSet/>
      <dgm:spPr/>
      <dgm:t>
        <a:bodyPr/>
        <a:lstStyle/>
        <a:p>
          <a:endParaRPr lang="zh-CN" altLang="en-US"/>
        </a:p>
      </dgm:t>
    </dgm:pt>
    <dgm:pt modelId="{5BA0D0F6-08A0-4F6B-BE74-D6E58D94DCD2}" type="pres">
      <dgm:prSet presAssocID="{746342BE-9967-4C38-A29E-562DE1F91631}" presName="linearFlow" presStyleCnt="0">
        <dgm:presLayoutVars>
          <dgm:dir/>
          <dgm:resizeHandles val="exact"/>
        </dgm:presLayoutVars>
      </dgm:prSet>
      <dgm:spPr/>
    </dgm:pt>
    <dgm:pt modelId="{CE452C75-4B46-4356-8068-F79463A99E3B}" type="pres">
      <dgm:prSet presAssocID="{D9593734-0F7A-4672-86C0-1D9E733A094A}" presName="composite" presStyleCnt="0"/>
      <dgm:spPr/>
    </dgm:pt>
    <dgm:pt modelId="{83B61182-0A64-4FEF-A982-8721E121E13A}" type="pres">
      <dgm:prSet presAssocID="{D9593734-0F7A-4672-86C0-1D9E733A094A}" presName="imgShp" presStyleLbl="f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solidFill>
            <a:srgbClr val="8CC1C6"/>
          </a:solidFill>
        </a:ln>
      </dgm:spPr>
    </dgm:pt>
    <dgm:pt modelId="{F9FC649E-1E66-4C09-8387-6C39518BE269}" type="pres">
      <dgm:prSet presAssocID="{D9593734-0F7A-4672-86C0-1D9E733A094A}" presName="txShp" presStyleLbl="node1" presStyleIdx="0" presStyleCnt="3">
        <dgm:presLayoutVars>
          <dgm:bulletEnabled val="1"/>
        </dgm:presLayoutVars>
      </dgm:prSet>
      <dgm:spPr/>
    </dgm:pt>
    <dgm:pt modelId="{42FC05D4-A5C1-45EC-A1B6-71C53587422B}" type="pres">
      <dgm:prSet presAssocID="{C714C9B0-2087-4515-9588-A56D53A4D55D}" presName="spacing" presStyleCnt="0"/>
      <dgm:spPr/>
    </dgm:pt>
    <dgm:pt modelId="{6B02A895-2844-42AA-B5DE-7EAB907A464A}" type="pres">
      <dgm:prSet presAssocID="{D6716275-BE36-4FCC-8A21-5DA6FD1580E3}" presName="composite" presStyleCnt="0"/>
      <dgm:spPr/>
    </dgm:pt>
    <dgm:pt modelId="{3F87249F-1296-4EBC-A1EF-73E27DC6A3C4}" type="pres">
      <dgm:prSet presAssocID="{D6716275-BE36-4FCC-8A21-5DA6FD1580E3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solidFill>
            <a:srgbClr val="8CC1C6"/>
          </a:solidFill>
        </a:ln>
      </dgm:spPr>
      <dgm:extLst>
        <a:ext uri="{E40237B7-FDA0-4F09-8148-C483321AD2D9}">
          <dgm14:cNvPr xmlns:dgm14="http://schemas.microsoft.com/office/drawing/2010/diagram" id="0" name="" descr="银行"/>
        </a:ext>
      </dgm:extLst>
    </dgm:pt>
    <dgm:pt modelId="{D892118E-A280-4023-860D-9E44E4ECE57D}" type="pres">
      <dgm:prSet presAssocID="{D6716275-BE36-4FCC-8A21-5DA6FD1580E3}" presName="txShp" presStyleLbl="node1" presStyleIdx="1" presStyleCnt="3">
        <dgm:presLayoutVars>
          <dgm:bulletEnabled val="1"/>
        </dgm:presLayoutVars>
      </dgm:prSet>
      <dgm:spPr/>
    </dgm:pt>
    <dgm:pt modelId="{84F72649-1542-4534-949D-5CFFC79FFD8C}" type="pres">
      <dgm:prSet presAssocID="{DBA1666E-4850-4750-8D4F-0422389FCD80}" presName="spacing" presStyleCnt="0"/>
      <dgm:spPr/>
    </dgm:pt>
    <dgm:pt modelId="{182FBF09-3293-4689-AFD7-7E8DD531C9A4}" type="pres">
      <dgm:prSet presAssocID="{44BAE659-B002-4828-A444-8E26967152B7}" presName="composite" presStyleCnt="0"/>
      <dgm:spPr/>
    </dgm:pt>
    <dgm:pt modelId="{7F926362-ABA0-479D-9DAB-4C9056ED3BB2}" type="pres">
      <dgm:prSet presAssocID="{44BAE659-B002-4828-A444-8E26967152B7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solidFill>
            <a:srgbClr val="8CC1C6"/>
          </a:solidFill>
        </a:ln>
      </dgm:spPr>
      <dgm:extLst>
        <a:ext uri="{E40237B7-FDA0-4F09-8148-C483321AD2D9}">
          <dgm14:cNvPr xmlns:dgm14="http://schemas.microsoft.com/office/drawing/2010/diagram" id="0" name="" descr="银行"/>
        </a:ext>
      </dgm:extLst>
    </dgm:pt>
    <dgm:pt modelId="{53B5A441-D6FA-4B68-8BCE-9D300C40D52B}" type="pres">
      <dgm:prSet presAssocID="{44BAE659-B002-4828-A444-8E26967152B7}" presName="txShp" presStyleLbl="node1" presStyleIdx="2" presStyleCnt="3">
        <dgm:presLayoutVars>
          <dgm:bulletEnabled val="1"/>
        </dgm:presLayoutVars>
      </dgm:prSet>
      <dgm:spPr/>
    </dgm:pt>
  </dgm:ptLst>
  <dgm:cxnLst>
    <dgm:cxn modelId="{D7DD3812-D6FA-4900-949A-E7F6ED610F19}" type="presOf" srcId="{D9593734-0F7A-4672-86C0-1D9E733A094A}" destId="{F9FC649E-1E66-4C09-8387-6C39518BE269}" srcOrd="0" destOrd="0" presId="urn:microsoft.com/office/officeart/2005/8/layout/vList3"/>
    <dgm:cxn modelId="{438E361F-F4F9-49BF-B58D-517B5AD94C87}" srcId="{746342BE-9967-4C38-A29E-562DE1F91631}" destId="{D6716275-BE36-4FCC-8A21-5DA6FD1580E3}" srcOrd="1" destOrd="0" parTransId="{73263CD8-9603-4F18-BA99-A85EA47F6C66}" sibTransId="{DBA1666E-4850-4750-8D4F-0422389FCD80}"/>
    <dgm:cxn modelId="{EADB128C-8675-4D91-8363-1431C22CDB57}" type="presOf" srcId="{D6716275-BE36-4FCC-8A21-5DA6FD1580E3}" destId="{D892118E-A280-4023-860D-9E44E4ECE57D}" srcOrd="0" destOrd="0" presId="urn:microsoft.com/office/officeart/2005/8/layout/vList3"/>
    <dgm:cxn modelId="{777D84D5-A52A-4FE7-8019-1C54B7C926E2}" type="presOf" srcId="{746342BE-9967-4C38-A29E-562DE1F91631}" destId="{5BA0D0F6-08A0-4F6B-BE74-D6E58D94DCD2}" srcOrd="0" destOrd="0" presId="urn:microsoft.com/office/officeart/2005/8/layout/vList3"/>
    <dgm:cxn modelId="{CD8695D6-90C5-4C07-9B2D-389009660031}" srcId="{746342BE-9967-4C38-A29E-562DE1F91631}" destId="{44BAE659-B002-4828-A444-8E26967152B7}" srcOrd="2" destOrd="0" parTransId="{98F67193-2893-4C55-8D6D-DC5D5167515C}" sibTransId="{23EA7962-BCF2-427E-BCB8-AC0A0F1FF1C7}"/>
    <dgm:cxn modelId="{3942DADB-0A51-4E83-BA2A-1A66B4B3FE4E}" srcId="{746342BE-9967-4C38-A29E-562DE1F91631}" destId="{D9593734-0F7A-4672-86C0-1D9E733A094A}" srcOrd="0" destOrd="0" parTransId="{61A3AF30-797F-4104-8B8B-4DDA8FBC5375}" sibTransId="{C714C9B0-2087-4515-9588-A56D53A4D55D}"/>
    <dgm:cxn modelId="{A5345FF6-6F85-43CF-B0DD-9872037A22D8}" type="presOf" srcId="{44BAE659-B002-4828-A444-8E26967152B7}" destId="{53B5A441-D6FA-4B68-8BCE-9D300C40D52B}" srcOrd="0" destOrd="0" presId="urn:microsoft.com/office/officeart/2005/8/layout/vList3"/>
    <dgm:cxn modelId="{C0963BDF-C639-4255-94DC-A77506862CE3}" type="presParOf" srcId="{5BA0D0F6-08A0-4F6B-BE74-D6E58D94DCD2}" destId="{CE452C75-4B46-4356-8068-F79463A99E3B}" srcOrd="0" destOrd="0" presId="urn:microsoft.com/office/officeart/2005/8/layout/vList3"/>
    <dgm:cxn modelId="{C814A55E-7826-4D37-BF18-ED86BDF354EF}" type="presParOf" srcId="{CE452C75-4B46-4356-8068-F79463A99E3B}" destId="{83B61182-0A64-4FEF-A982-8721E121E13A}" srcOrd="0" destOrd="0" presId="urn:microsoft.com/office/officeart/2005/8/layout/vList3"/>
    <dgm:cxn modelId="{37AB4EF2-E22D-48E3-BDD9-9EBC1B7F462E}" type="presParOf" srcId="{CE452C75-4B46-4356-8068-F79463A99E3B}" destId="{F9FC649E-1E66-4C09-8387-6C39518BE269}" srcOrd="1" destOrd="0" presId="urn:microsoft.com/office/officeart/2005/8/layout/vList3"/>
    <dgm:cxn modelId="{86ED2E7E-6FE7-4A48-827A-FBFFDE9C754F}" type="presParOf" srcId="{5BA0D0F6-08A0-4F6B-BE74-D6E58D94DCD2}" destId="{42FC05D4-A5C1-45EC-A1B6-71C53587422B}" srcOrd="1" destOrd="0" presId="urn:microsoft.com/office/officeart/2005/8/layout/vList3"/>
    <dgm:cxn modelId="{2097A124-C530-4A2A-AABB-7E8E19E28A80}" type="presParOf" srcId="{5BA0D0F6-08A0-4F6B-BE74-D6E58D94DCD2}" destId="{6B02A895-2844-42AA-B5DE-7EAB907A464A}" srcOrd="2" destOrd="0" presId="urn:microsoft.com/office/officeart/2005/8/layout/vList3"/>
    <dgm:cxn modelId="{F263DAF6-AF71-4345-B6EF-DB9ADD4DA6F8}" type="presParOf" srcId="{6B02A895-2844-42AA-B5DE-7EAB907A464A}" destId="{3F87249F-1296-4EBC-A1EF-73E27DC6A3C4}" srcOrd="0" destOrd="0" presId="urn:microsoft.com/office/officeart/2005/8/layout/vList3"/>
    <dgm:cxn modelId="{F716C45A-2194-4CEC-84DF-398B70932019}" type="presParOf" srcId="{6B02A895-2844-42AA-B5DE-7EAB907A464A}" destId="{D892118E-A280-4023-860D-9E44E4ECE57D}" srcOrd="1" destOrd="0" presId="urn:microsoft.com/office/officeart/2005/8/layout/vList3"/>
    <dgm:cxn modelId="{DA376B32-FF2A-4775-8435-BE6BA2F0DAD0}" type="presParOf" srcId="{5BA0D0F6-08A0-4F6B-BE74-D6E58D94DCD2}" destId="{84F72649-1542-4534-949D-5CFFC79FFD8C}" srcOrd="3" destOrd="0" presId="urn:microsoft.com/office/officeart/2005/8/layout/vList3"/>
    <dgm:cxn modelId="{88C56634-EBC9-4671-9AC1-7A0F9EFA7282}" type="presParOf" srcId="{5BA0D0F6-08A0-4F6B-BE74-D6E58D94DCD2}" destId="{182FBF09-3293-4689-AFD7-7E8DD531C9A4}" srcOrd="4" destOrd="0" presId="urn:microsoft.com/office/officeart/2005/8/layout/vList3"/>
    <dgm:cxn modelId="{6CF483A1-AC94-4A9B-AEA8-5EA72F3E0A87}" type="presParOf" srcId="{182FBF09-3293-4689-AFD7-7E8DD531C9A4}" destId="{7F926362-ABA0-479D-9DAB-4C9056ED3BB2}" srcOrd="0" destOrd="0" presId="urn:microsoft.com/office/officeart/2005/8/layout/vList3"/>
    <dgm:cxn modelId="{F4CA2DA7-5245-467E-B16F-26D77163929E}" type="presParOf" srcId="{182FBF09-3293-4689-AFD7-7E8DD531C9A4}" destId="{53B5A441-D6FA-4B68-8BCE-9D300C40D52B}" srcOrd="1" destOrd="0" presId="urn:microsoft.com/office/officeart/2005/8/layout/vList3"/>
  </dgm:cxnLst>
  <dgm:bg/>
  <dgm:whole>
    <a:ln>
      <a:solidFill>
        <a:srgbClr val="8CC1C6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ABF001-606D-41C9-9C6A-BD4E7E6494A1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7C6019F-2A85-42C3-8A2E-A9A2CC577566}">
      <dgm:prSet phldrT="[文本]"/>
      <dgm:spPr>
        <a:blipFill rotWithShape="0">
          <a:blip xmlns:r="http://schemas.openxmlformats.org/officeDocument/2006/relationships" r:embed="rId1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 dirty="0">
            <a:noFill/>
          </a:endParaRPr>
        </a:p>
      </dgm:t>
    </dgm:pt>
    <dgm:pt modelId="{56CCA823-CA5C-4CB2-BF2A-687C98C98EAF}" type="parTrans" cxnId="{D84BB2A3-08DF-4C2C-A9C5-7FABBF9D2C5A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CEE24F27-E526-4A97-A1E5-3342FED4479A}" type="sibTrans" cxnId="{D84BB2A3-08DF-4C2C-A9C5-7FABBF9D2C5A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2949369A-D1B5-468E-92B0-2DBAAEA96409}">
      <dgm:prSet phldrT="[文本]" phldr="1"/>
      <dgm:spPr>
        <a:noFill/>
        <a:ln>
          <a:solidFill>
            <a:srgbClr val="C07144">
              <a:alpha val="90000"/>
            </a:srgbClr>
          </a:solidFill>
        </a:ln>
      </dgm:spPr>
      <dgm:t>
        <a:bodyPr/>
        <a:lstStyle/>
        <a:p>
          <a:endParaRPr lang="zh-CN" altLang="en-US" dirty="0">
            <a:noFill/>
          </a:endParaRPr>
        </a:p>
      </dgm:t>
    </dgm:pt>
    <dgm:pt modelId="{78637151-14D0-43CB-BD64-2CCF150C322F}" type="parTrans" cxnId="{9FF700A0-F99E-4EF1-A6EF-4C3EE125F125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BF3B45E8-36C4-408D-BC24-6B532E30EF81}" type="sibTrans" cxnId="{9FF700A0-F99E-4EF1-A6EF-4C3EE125F125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0516AA80-575D-40CE-8E85-788A7BE6C390}">
      <dgm:prSet/>
      <dgm:spPr>
        <a:blipFill rotWithShape="0">
          <a:blip xmlns:r="http://schemas.openxmlformats.org/officeDocument/2006/relationships" r:embed="rId2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 dirty="0">
            <a:noFill/>
          </a:endParaRPr>
        </a:p>
      </dgm:t>
    </dgm:pt>
    <dgm:pt modelId="{14BC90D2-8123-4CAA-881E-DDA8BE531C00}" type="parTrans" cxnId="{A25D10E9-CA82-4A8D-A3B0-5543A37F0B09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29775A2C-B35F-42FB-A67E-1573835FA289}" type="sibTrans" cxnId="{A25D10E9-CA82-4A8D-A3B0-5543A37F0B09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38FA14BD-0E6F-4A2B-92BA-2957068C101B}">
      <dgm:prSet/>
      <dgm:spPr>
        <a:noFill/>
        <a:ln>
          <a:solidFill>
            <a:srgbClr val="F6B57A">
              <a:alpha val="90000"/>
            </a:srgbClr>
          </a:solidFill>
        </a:ln>
      </dgm:spPr>
      <dgm:t>
        <a:bodyPr/>
        <a:lstStyle/>
        <a:p>
          <a:endParaRPr lang="zh-CN" altLang="en-US" dirty="0">
            <a:noFill/>
          </a:endParaRPr>
        </a:p>
      </dgm:t>
    </dgm:pt>
    <dgm:pt modelId="{FE5D0A54-218F-46FD-BAEF-44B6938D7431}" type="parTrans" cxnId="{CDDE64DB-27A5-4096-B733-5477D5E57EE2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F2352EFC-E14F-4A68-BC82-118CEF6AAB29}" type="sibTrans" cxnId="{CDDE64DB-27A5-4096-B733-5477D5E57EE2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8F436533-3F5E-4DF0-AF02-376D5660AE20}">
      <dgm:prSet phldrT="[文本]" phldr="1"/>
      <dgm:spPr>
        <a:blipFill rotWithShape="0">
          <a:blip xmlns:r="http://schemas.openxmlformats.org/officeDocument/2006/relationships" r:embed="rId3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 dirty="0">
            <a:noFill/>
          </a:endParaRPr>
        </a:p>
      </dgm:t>
    </dgm:pt>
    <dgm:pt modelId="{7824ADC5-602E-4010-919B-84E46AA88AD4}" type="sibTrans" cxnId="{D4F65C7E-703E-4BD4-9F0D-4576097B47F3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879BE4C0-41D0-4B0A-9407-4D9F6E9B0E3F}" type="parTrans" cxnId="{D4F65C7E-703E-4BD4-9F0D-4576097B47F3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889A81E1-3BE2-4EC7-877A-D0AAC2029B06}">
      <dgm:prSet phldrT="[文本]"/>
      <dgm:spPr>
        <a:noFill/>
        <a:ln>
          <a:solidFill>
            <a:srgbClr val="E3783A">
              <a:alpha val="90000"/>
            </a:srgbClr>
          </a:solidFill>
        </a:ln>
      </dgm:spPr>
      <dgm:t>
        <a:bodyPr/>
        <a:lstStyle/>
        <a:p>
          <a:endParaRPr lang="zh-CN" altLang="en-US" dirty="0">
            <a:noFill/>
          </a:endParaRPr>
        </a:p>
      </dgm:t>
    </dgm:pt>
    <dgm:pt modelId="{A582886E-F825-4CA5-8F65-76AB5B857493}" type="sibTrans" cxnId="{05C1D97D-4192-4FBA-B3F1-B9AEDA532666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64867CE8-D72A-476D-95B0-9CE2C9E40401}" type="parTrans" cxnId="{05C1D97D-4192-4FBA-B3F1-B9AEDA532666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2E5D99DE-2FA8-4CC8-9B53-263708C54565}" type="pres">
      <dgm:prSet presAssocID="{DBABF001-606D-41C9-9C6A-BD4E7E6494A1}" presName="list" presStyleCnt="0">
        <dgm:presLayoutVars>
          <dgm:dir/>
          <dgm:animLvl val="lvl"/>
        </dgm:presLayoutVars>
      </dgm:prSet>
      <dgm:spPr/>
    </dgm:pt>
    <dgm:pt modelId="{D57ECA11-D33E-439E-A4DF-849B24DC1B28}" type="pres">
      <dgm:prSet presAssocID="{57C6019F-2A85-42C3-8A2E-A9A2CC577566}" presName="posSpace" presStyleCnt="0"/>
      <dgm:spPr/>
    </dgm:pt>
    <dgm:pt modelId="{543ABB0B-484F-473E-B0A4-B9D85CF6A99C}" type="pres">
      <dgm:prSet presAssocID="{57C6019F-2A85-42C3-8A2E-A9A2CC577566}" presName="vertFlow" presStyleCnt="0"/>
      <dgm:spPr/>
    </dgm:pt>
    <dgm:pt modelId="{94727EE7-A533-475B-88D6-9FBC9EAC144A}" type="pres">
      <dgm:prSet presAssocID="{57C6019F-2A85-42C3-8A2E-A9A2CC577566}" presName="topSpace" presStyleCnt="0"/>
      <dgm:spPr/>
    </dgm:pt>
    <dgm:pt modelId="{531EA7E4-BECB-4E9F-846A-8615446FF34B}" type="pres">
      <dgm:prSet presAssocID="{57C6019F-2A85-42C3-8A2E-A9A2CC577566}" presName="firstComp" presStyleCnt="0"/>
      <dgm:spPr/>
    </dgm:pt>
    <dgm:pt modelId="{FBCF313C-CB06-41E7-8308-8FDAC13BA10C}" type="pres">
      <dgm:prSet presAssocID="{57C6019F-2A85-42C3-8A2E-A9A2CC577566}" presName="firstChild" presStyleLbl="bgAccFollowNode1" presStyleIdx="0" presStyleCnt="3" custScaleX="119149" custScaleY="335187" custLinFactNeighborX="-3859" custLinFactNeighborY="28502"/>
      <dgm:spPr/>
    </dgm:pt>
    <dgm:pt modelId="{16B86381-FE18-4C0D-9853-70041BCA8CEF}" type="pres">
      <dgm:prSet presAssocID="{57C6019F-2A85-42C3-8A2E-A9A2CC577566}" presName="firstChildTx" presStyleLbl="bgAccFollowNode1" presStyleIdx="0" presStyleCnt="3">
        <dgm:presLayoutVars>
          <dgm:bulletEnabled val="1"/>
        </dgm:presLayoutVars>
      </dgm:prSet>
      <dgm:spPr/>
    </dgm:pt>
    <dgm:pt modelId="{4CA1BF4C-708D-400E-A0D9-9E8C8C856120}" type="pres">
      <dgm:prSet presAssocID="{57C6019F-2A85-42C3-8A2E-A9A2CC577566}" presName="negSpace" presStyleCnt="0"/>
      <dgm:spPr/>
    </dgm:pt>
    <dgm:pt modelId="{477126FD-DDD0-4C50-B008-4B636D39F10D}" type="pres">
      <dgm:prSet presAssocID="{57C6019F-2A85-42C3-8A2E-A9A2CC577566}" presName="circle" presStyleLbl="node1" presStyleIdx="0" presStyleCnt="3" custScaleX="116264" custScaleY="116264" custLinFactNeighborX="39650" custLinFactNeighborY="-1108"/>
      <dgm:spPr/>
    </dgm:pt>
    <dgm:pt modelId="{6DE0F1AC-EBAF-4385-A283-5D0E81BCB31D}" type="pres">
      <dgm:prSet presAssocID="{CEE24F27-E526-4A97-A1E5-3342FED4479A}" presName="transSpace" presStyleCnt="0"/>
      <dgm:spPr/>
    </dgm:pt>
    <dgm:pt modelId="{A9C8CC7D-CD8B-4075-ACC8-4A4E1851FAE9}" type="pres">
      <dgm:prSet presAssocID="{8F436533-3F5E-4DF0-AF02-376D5660AE20}" presName="posSpace" presStyleCnt="0"/>
      <dgm:spPr/>
    </dgm:pt>
    <dgm:pt modelId="{2D75A794-EE3C-4E98-A9A5-E5482C7184DE}" type="pres">
      <dgm:prSet presAssocID="{8F436533-3F5E-4DF0-AF02-376D5660AE20}" presName="vertFlow" presStyleCnt="0"/>
      <dgm:spPr/>
    </dgm:pt>
    <dgm:pt modelId="{8DF5CC32-CCCA-4F03-B230-0972C89EFE71}" type="pres">
      <dgm:prSet presAssocID="{8F436533-3F5E-4DF0-AF02-376D5660AE20}" presName="topSpace" presStyleCnt="0"/>
      <dgm:spPr/>
    </dgm:pt>
    <dgm:pt modelId="{53997B16-E991-40B3-BBEA-1530860EB8D6}" type="pres">
      <dgm:prSet presAssocID="{8F436533-3F5E-4DF0-AF02-376D5660AE20}" presName="firstComp" presStyleCnt="0"/>
      <dgm:spPr/>
    </dgm:pt>
    <dgm:pt modelId="{8381EC95-15F5-4D8D-8DE9-57B9E7CFD440}" type="pres">
      <dgm:prSet presAssocID="{8F436533-3F5E-4DF0-AF02-376D5660AE20}" presName="firstChild" presStyleLbl="bgAccFollowNode1" presStyleIdx="1" presStyleCnt="3" custScaleX="118247" custScaleY="332968" custLinFactNeighborX="-35407" custLinFactNeighborY="30147"/>
      <dgm:spPr/>
    </dgm:pt>
    <dgm:pt modelId="{F5BFED95-CAB1-471D-AA58-13EA0F107CDC}" type="pres">
      <dgm:prSet presAssocID="{8F436533-3F5E-4DF0-AF02-376D5660AE20}" presName="firstChildTx" presStyleLbl="bgAccFollowNode1" presStyleIdx="1" presStyleCnt="3">
        <dgm:presLayoutVars>
          <dgm:bulletEnabled val="1"/>
        </dgm:presLayoutVars>
      </dgm:prSet>
      <dgm:spPr/>
    </dgm:pt>
    <dgm:pt modelId="{828A48E4-C27C-47D5-8277-9F55ED741CFC}" type="pres">
      <dgm:prSet presAssocID="{8F436533-3F5E-4DF0-AF02-376D5660AE20}" presName="negSpace" presStyleCnt="0"/>
      <dgm:spPr/>
    </dgm:pt>
    <dgm:pt modelId="{D8612283-117F-4AF0-97AC-D80DDFC598C2}" type="pres">
      <dgm:prSet presAssocID="{8F436533-3F5E-4DF0-AF02-376D5660AE20}" presName="circle" presStyleLbl="node1" presStyleIdx="1" presStyleCnt="3" custScaleX="115089" custScaleY="115089" custLinFactNeighborX="4182" custLinFactNeighborY="2362"/>
      <dgm:spPr/>
    </dgm:pt>
    <dgm:pt modelId="{23F6A5E2-BBCA-4F6E-9170-144B71080A1D}" type="pres">
      <dgm:prSet presAssocID="{7824ADC5-602E-4010-919B-84E46AA88AD4}" presName="transSpace" presStyleCnt="0"/>
      <dgm:spPr/>
    </dgm:pt>
    <dgm:pt modelId="{BF8AD182-948D-4A38-A1E0-DF35C22A6805}" type="pres">
      <dgm:prSet presAssocID="{0516AA80-575D-40CE-8E85-788A7BE6C390}" presName="posSpace" presStyleCnt="0"/>
      <dgm:spPr/>
    </dgm:pt>
    <dgm:pt modelId="{CFD4382D-1690-47AC-BD9E-2A0EC339E099}" type="pres">
      <dgm:prSet presAssocID="{0516AA80-575D-40CE-8E85-788A7BE6C390}" presName="vertFlow" presStyleCnt="0"/>
      <dgm:spPr/>
    </dgm:pt>
    <dgm:pt modelId="{BC7BFA5C-D7ED-47AE-8095-EF8DC641118F}" type="pres">
      <dgm:prSet presAssocID="{0516AA80-575D-40CE-8E85-788A7BE6C390}" presName="topSpace" presStyleCnt="0"/>
      <dgm:spPr/>
    </dgm:pt>
    <dgm:pt modelId="{E4F95B01-39D9-48FB-A960-A91E4CBCE907}" type="pres">
      <dgm:prSet presAssocID="{0516AA80-575D-40CE-8E85-788A7BE6C390}" presName="firstComp" presStyleCnt="0"/>
      <dgm:spPr/>
    </dgm:pt>
    <dgm:pt modelId="{B8C788BD-F0CE-4BA8-86A6-921B4BBCD6E0}" type="pres">
      <dgm:prSet presAssocID="{0516AA80-575D-40CE-8E85-788A7BE6C390}" presName="firstChild" presStyleLbl="bgAccFollowNode1" presStyleIdx="2" presStyleCnt="3" custScaleX="118139" custScaleY="332226" custLinFactNeighborX="-62763" custLinFactNeighborY="33335"/>
      <dgm:spPr/>
    </dgm:pt>
    <dgm:pt modelId="{733BE69E-534A-4709-B91C-7697A4F7F475}" type="pres">
      <dgm:prSet presAssocID="{0516AA80-575D-40CE-8E85-788A7BE6C390}" presName="firstChildTx" presStyleLbl="bgAccFollowNode1" presStyleIdx="2" presStyleCnt="3">
        <dgm:presLayoutVars>
          <dgm:bulletEnabled val="1"/>
        </dgm:presLayoutVars>
      </dgm:prSet>
      <dgm:spPr/>
    </dgm:pt>
    <dgm:pt modelId="{599ED256-0F09-47D9-9379-0214E537BB13}" type="pres">
      <dgm:prSet presAssocID="{0516AA80-575D-40CE-8E85-788A7BE6C390}" presName="negSpace" presStyleCnt="0"/>
      <dgm:spPr/>
    </dgm:pt>
    <dgm:pt modelId="{0E6FFDAE-5F48-4D22-908B-712789B970F4}" type="pres">
      <dgm:prSet presAssocID="{0516AA80-575D-40CE-8E85-788A7BE6C390}" presName="circle" presStyleLbl="node1" presStyleIdx="2" presStyleCnt="3" custScaleX="114947" custScaleY="114947" custLinFactNeighborX="-16065" custLinFactNeighborY="-540"/>
      <dgm:spPr/>
    </dgm:pt>
  </dgm:ptLst>
  <dgm:cxnLst>
    <dgm:cxn modelId="{C2AE131C-14A9-4809-A9C0-385C902E7429}" type="presOf" srcId="{38FA14BD-0E6F-4A2B-92BA-2957068C101B}" destId="{733BE69E-534A-4709-B91C-7697A4F7F475}" srcOrd="1" destOrd="0" presId="urn:microsoft.com/office/officeart/2005/8/layout/hList9"/>
    <dgm:cxn modelId="{25138E44-A2A2-4E7A-A2D6-4854012059CD}" type="presOf" srcId="{2949369A-D1B5-468E-92B0-2DBAAEA96409}" destId="{FBCF313C-CB06-41E7-8308-8FDAC13BA10C}" srcOrd="0" destOrd="0" presId="urn:microsoft.com/office/officeart/2005/8/layout/hList9"/>
    <dgm:cxn modelId="{F0C85E52-E8C5-439A-B3EC-571F03A60668}" type="presOf" srcId="{57C6019F-2A85-42C3-8A2E-A9A2CC577566}" destId="{477126FD-DDD0-4C50-B008-4B636D39F10D}" srcOrd="0" destOrd="0" presId="urn:microsoft.com/office/officeart/2005/8/layout/hList9"/>
    <dgm:cxn modelId="{3E7B5D73-47D0-4501-A15F-C3D939B61F26}" type="presOf" srcId="{DBABF001-606D-41C9-9C6A-BD4E7E6494A1}" destId="{2E5D99DE-2FA8-4CC8-9B53-263708C54565}" srcOrd="0" destOrd="0" presId="urn:microsoft.com/office/officeart/2005/8/layout/hList9"/>
    <dgm:cxn modelId="{05C1D97D-4192-4FBA-B3F1-B9AEDA532666}" srcId="{8F436533-3F5E-4DF0-AF02-376D5660AE20}" destId="{889A81E1-3BE2-4EC7-877A-D0AAC2029B06}" srcOrd="0" destOrd="0" parTransId="{64867CE8-D72A-476D-95B0-9CE2C9E40401}" sibTransId="{A582886E-F825-4CA5-8F65-76AB5B857493}"/>
    <dgm:cxn modelId="{D4F65C7E-703E-4BD4-9F0D-4576097B47F3}" srcId="{DBABF001-606D-41C9-9C6A-BD4E7E6494A1}" destId="{8F436533-3F5E-4DF0-AF02-376D5660AE20}" srcOrd="1" destOrd="0" parTransId="{879BE4C0-41D0-4B0A-9407-4D9F6E9B0E3F}" sibTransId="{7824ADC5-602E-4010-919B-84E46AA88AD4}"/>
    <dgm:cxn modelId="{B8976D92-E68F-4B6A-9167-550722542D3D}" type="presOf" srcId="{0516AA80-575D-40CE-8E85-788A7BE6C390}" destId="{0E6FFDAE-5F48-4D22-908B-712789B970F4}" srcOrd="0" destOrd="0" presId="urn:microsoft.com/office/officeart/2005/8/layout/hList9"/>
    <dgm:cxn modelId="{9FF700A0-F99E-4EF1-A6EF-4C3EE125F125}" srcId="{57C6019F-2A85-42C3-8A2E-A9A2CC577566}" destId="{2949369A-D1B5-468E-92B0-2DBAAEA96409}" srcOrd="0" destOrd="0" parTransId="{78637151-14D0-43CB-BD64-2CCF150C322F}" sibTransId="{BF3B45E8-36C4-408D-BC24-6B532E30EF81}"/>
    <dgm:cxn modelId="{D84BB2A3-08DF-4C2C-A9C5-7FABBF9D2C5A}" srcId="{DBABF001-606D-41C9-9C6A-BD4E7E6494A1}" destId="{57C6019F-2A85-42C3-8A2E-A9A2CC577566}" srcOrd="0" destOrd="0" parTransId="{56CCA823-CA5C-4CB2-BF2A-687C98C98EAF}" sibTransId="{CEE24F27-E526-4A97-A1E5-3342FED4479A}"/>
    <dgm:cxn modelId="{69D4D2AD-C7EC-40BC-897A-69C7D6927F42}" type="presOf" srcId="{889A81E1-3BE2-4EC7-877A-D0AAC2029B06}" destId="{F5BFED95-CAB1-471D-AA58-13EA0F107CDC}" srcOrd="1" destOrd="0" presId="urn:microsoft.com/office/officeart/2005/8/layout/hList9"/>
    <dgm:cxn modelId="{92ADD2B9-DAC3-4F2E-8FCE-9D480018A173}" type="presOf" srcId="{2949369A-D1B5-468E-92B0-2DBAAEA96409}" destId="{16B86381-FE18-4C0D-9853-70041BCA8CEF}" srcOrd="1" destOrd="0" presId="urn:microsoft.com/office/officeart/2005/8/layout/hList9"/>
    <dgm:cxn modelId="{2FAD8CBC-9BF8-4DF8-A658-992999450667}" type="presOf" srcId="{8F436533-3F5E-4DF0-AF02-376D5660AE20}" destId="{D8612283-117F-4AF0-97AC-D80DDFC598C2}" srcOrd="0" destOrd="0" presId="urn:microsoft.com/office/officeart/2005/8/layout/hList9"/>
    <dgm:cxn modelId="{CDDE64DB-27A5-4096-B733-5477D5E57EE2}" srcId="{0516AA80-575D-40CE-8E85-788A7BE6C390}" destId="{38FA14BD-0E6F-4A2B-92BA-2957068C101B}" srcOrd="0" destOrd="0" parTransId="{FE5D0A54-218F-46FD-BAEF-44B6938D7431}" sibTransId="{F2352EFC-E14F-4A68-BC82-118CEF6AAB29}"/>
    <dgm:cxn modelId="{5413D1DD-5A54-4307-A899-E2C177295E27}" type="presOf" srcId="{889A81E1-3BE2-4EC7-877A-D0AAC2029B06}" destId="{8381EC95-15F5-4D8D-8DE9-57B9E7CFD440}" srcOrd="0" destOrd="0" presId="urn:microsoft.com/office/officeart/2005/8/layout/hList9"/>
    <dgm:cxn modelId="{A25D10E9-CA82-4A8D-A3B0-5543A37F0B09}" srcId="{DBABF001-606D-41C9-9C6A-BD4E7E6494A1}" destId="{0516AA80-575D-40CE-8E85-788A7BE6C390}" srcOrd="2" destOrd="0" parTransId="{14BC90D2-8123-4CAA-881E-DDA8BE531C00}" sibTransId="{29775A2C-B35F-42FB-A67E-1573835FA289}"/>
    <dgm:cxn modelId="{55EBE0FC-1DA7-4D26-9A9B-728F36E15097}" type="presOf" srcId="{38FA14BD-0E6F-4A2B-92BA-2957068C101B}" destId="{B8C788BD-F0CE-4BA8-86A6-921B4BBCD6E0}" srcOrd="0" destOrd="0" presId="urn:microsoft.com/office/officeart/2005/8/layout/hList9"/>
    <dgm:cxn modelId="{F244DF4E-158D-4FC0-9FB7-57A803DC6A75}" type="presParOf" srcId="{2E5D99DE-2FA8-4CC8-9B53-263708C54565}" destId="{D57ECA11-D33E-439E-A4DF-849B24DC1B28}" srcOrd="0" destOrd="0" presId="urn:microsoft.com/office/officeart/2005/8/layout/hList9"/>
    <dgm:cxn modelId="{EEA99B69-2F48-47A5-81D7-E09AE1E8299B}" type="presParOf" srcId="{2E5D99DE-2FA8-4CC8-9B53-263708C54565}" destId="{543ABB0B-484F-473E-B0A4-B9D85CF6A99C}" srcOrd="1" destOrd="0" presId="urn:microsoft.com/office/officeart/2005/8/layout/hList9"/>
    <dgm:cxn modelId="{7587FF8F-0850-4870-B851-31DA0DD28F18}" type="presParOf" srcId="{543ABB0B-484F-473E-B0A4-B9D85CF6A99C}" destId="{94727EE7-A533-475B-88D6-9FBC9EAC144A}" srcOrd="0" destOrd="0" presId="urn:microsoft.com/office/officeart/2005/8/layout/hList9"/>
    <dgm:cxn modelId="{8E3698FC-36CB-45B4-8139-22D0EAFCBD5A}" type="presParOf" srcId="{543ABB0B-484F-473E-B0A4-B9D85CF6A99C}" destId="{531EA7E4-BECB-4E9F-846A-8615446FF34B}" srcOrd="1" destOrd="0" presId="urn:microsoft.com/office/officeart/2005/8/layout/hList9"/>
    <dgm:cxn modelId="{796F9072-8B5F-4A58-B75C-4CF9D410BB90}" type="presParOf" srcId="{531EA7E4-BECB-4E9F-846A-8615446FF34B}" destId="{FBCF313C-CB06-41E7-8308-8FDAC13BA10C}" srcOrd="0" destOrd="0" presId="urn:microsoft.com/office/officeart/2005/8/layout/hList9"/>
    <dgm:cxn modelId="{FB7617A6-9D47-44A2-8A67-AEC44D838778}" type="presParOf" srcId="{531EA7E4-BECB-4E9F-846A-8615446FF34B}" destId="{16B86381-FE18-4C0D-9853-70041BCA8CEF}" srcOrd="1" destOrd="0" presId="urn:microsoft.com/office/officeart/2005/8/layout/hList9"/>
    <dgm:cxn modelId="{424AE85E-5E96-4062-8A43-B1486ECB5859}" type="presParOf" srcId="{2E5D99DE-2FA8-4CC8-9B53-263708C54565}" destId="{4CA1BF4C-708D-400E-A0D9-9E8C8C856120}" srcOrd="2" destOrd="0" presId="urn:microsoft.com/office/officeart/2005/8/layout/hList9"/>
    <dgm:cxn modelId="{B0046DB9-9341-4D0E-82C1-0A623B51DD82}" type="presParOf" srcId="{2E5D99DE-2FA8-4CC8-9B53-263708C54565}" destId="{477126FD-DDD0-4C50-B008-4B636D39F10D}" srcOrd="3" destOrd="0" presId="urn:microsoft.com/office/officeart/2005/8/layout/hList9"/>
    <dgm:cxn modelId="{64E17329-7A91-4BD7-9B61-26BAD391C660}" type="presParOf" srcId="{2E5D99DE-2FA8-4CC8-9B53-263708C54565}" destId="{6DE0F1AC-EBAF-4385-A283-5D0E81BCB31D}" srcOrd="4" destOrd="0" presId="urn:microsoft.com/office/officeart/2005/8/layout/hList9"/>
    <dgm:cxn modelId="{06DC4826-1C9C-4523-BA01-837997D17D6D}" type="presParOf" srcId="{2E5D99DE-2FA8-4CC8-9B53-263708C54565}" destId="{A9C8CC7D-CD8B-4075-ACC8-4A4E1851FAE9}" srcOrd="5" destOrd="0" presId="urn:microsoft.com/office/officeart/2005/8/layout/hList9"/>
    <dgm:cxn modelId="{714D8F62-0CBB-4AE6-AAEC-5E8BEB11F25B}" type="presParOf" srcId="{2E5D99DE-2FA8-4CC8-9B53-263708C54565}" destId="{2D75A794-EE3C-4E98-A9A5-E5482C7184DE}" srcOrd="6" destOrd="0" presId="urn:microsoft.com/office/officeart/2005/8/layout/hList9"/>
    <dgm:cxn modelId="{32589E7C-C71A-4F7F-9D83-2CB3D2DBB6BF}" type="presParOf" srcId="{2D75A794-EE3C-4E98-A9A5-E5482C7184DE}" destId="{8DF5CC32-CCCA-4F03-B230-0972C89EFE71}" srcOrd="0" destOrd="0" presId="urn:microsoft.com/office/officeart/2005/8/layout/hList9"/>
    <dgm:cxn modelId="{68EBBED6-BA0D-4DFF-AD8C-2FD296B4062F}" type="presParOf" srcId="{2D75A794-EE3C-4E98-A9A5-E5482C7184DE}" destId="{53997B16-E991-40B3-BBEA-1530860EB8D6}" srcOrd="1" destOrd="0" presId="urn:microsoft.com/office/officeart/2005/8/layout/hList9"/>
    <dgm:cxn modelId="{09A1D9F7-44E2-44C2-A3FF-5ACE1232F337}" type="presParOf" srcId="{53997B16-E991-40B3-BBEA-1530860EB8D6}" destId="{8381EC95-15F5-4D8D-8DE9-57B9E7CFD440}" srcOrd="0" destOrd="0" presId="urn:microsoft.com/office/officeart/2005/8/layout/hList9"/>
    <dgm:cxn modelId="{246F7ACF-6F18-4192-8B3C-7F68ED3E81EE}" type="presParOf" srcId="{53997B16-E991-40B3-BBEA-1530860EB8D6}" destId="{F5BFED95-CAB1-471D-AA58-13EA0F107CDC}" srcOrd="1" destOrd="0" presId="urn:microsoft.com/office/officeart/2005/8/layout/hList9"/>
    <dgm:cxn modelId="{F38D6286-9C5A-4DF9-9893-A70639115084}" type="presParOf" srcId="{2E5D99DE-2FA8-4CC8-9B53-263708C54565}" destId="{828A48E4-C27C-47D5-8277-9F55ED741CFC}" srcOrd="7" destOrd="0" presId="urn:microsoft.com/office/officeart/2005/8/layout/hList9"/>
    <dgm:cxn modelId="{76791954-C508-4B37-BD83-0657A44D4687}" type="presParOf" srcId="{2E5D99DE-2FA8-4CC8-9B53-263708C54565}" destId="{D8612283-117F-4AF0-97AC-D80DDFC598C2}" srcOrd="8" destOrd="0" presId="urn:microsoft.com/office/officeart/2005/8/layout/hList9"/>
    <dgm:cxn modelId="{70B84811-4C58-4682-B2BD-BE427D298CC1}" type="presParOf" srcId="{2E5D99DE-2FA8-4CC8-9B53-263708C54565}" destId="{23F6A5E2-BBCA-4F6E-9170-144B71080A1D}" srcOrd="9" destOrd="0" presId="urn:microsoft.com/office/officeart/2005/8/layout/hList9"/>
    <dgm:cxn modelId="{7487B61E-73B3-42D7-AAAD-2338D0C1C763}" type="presParOf" srcId="{2E5D99DE-2FA8-4CC8-9B53-263708C54565}" destId="{BF8AD182-948D-4A38-A1E0-DF35C22A6805}" srcOrd="10" destOrd="0" presId="urn:microsoft.com/office/officeart/2005/8/layout/hList9"/>
    <dgm:cxn modelId="{2A2DD41F-A328-4F03-BE88-3285A4F29340}" type="presParOf" srcId="{2E5D99DE-2FA8-4CC8-9B53-263708C54565}" destId="{CFD4382D-1690-47AC-BD9E-2A0EC339E099}" srcOrd="11" destOrd="0" presId="urn:microsoft.com/office/officeart/2005/8/layout/hList9"/>
    <dgm:cxn modelId="{5CA77211-9DBE-48FA-8618-6E8B5C28D3E2}" type="presParOf" srcId="{CFD4382D-1690-47AC-BD9E-2A0EC339E099}" destId="{BC7BFA5C-D7ED-47AE-8095-EF8DC641118F}" srcOrd="0" destOrd="0" presId="urn:microsoft.com/office/officeart/2005/8/layout/hList9"/>
    <dgm:cxn modelId="{3A39D47E-3B8A-4270-8292-71C547C2082D}" type="presParOf" srcId="{CFD4382D-1690-47AC-BD9E-2A0EC339E099}" destId="{E4F95B01-39D9-48FB-A960-A91E4CBCE907}" srcOrd="1" destOrd="0" presId="urn:microsoft.com/office/officeart/2005/8/layout/hList9"/>
    <dgm:cxn modelId="{51C9B0D4-5894-461A-96A5-B68C22C813CF}" type="presParOf" srcId="{E4F95B01-39D9-48FB-A960-A91E4CBCE907}" destId="{B8C788BD-F0CE-4BA8-86A6-921B4BBCD6E0}" srcOrd="0" destOrd="0" presId="urn:microsoft.com/office/officeart/2005/8/layout/hList9"/>
    <dgm:cxn modelId="{A8748EBC-CB11-47F0-BFA5-F52DB59F83B5}" type="presParOf" srcId="{E4F95B01-39D9-48FB-A960-A91E4CBCE907}" destId="{733BE69E-534A-4709-B91C-7697A4F7F475}" srcOrd="1" destOrd="0" presId="urn:microsoft.com/office/officeart/2005/8/layout/hList9"/>
    <dgm:cxn modelId="{FAB24286-F1E8-407E-A8E1-F5543E23519B}" type="presParOf" srcId="{2E5D99DE-2FA8-4CC8-9B53-263708C54565}" destId="{599ED256-0F09-47D9-9379-0214E537BB13}" srcOrd="12" destOrd="0" presId="urn:microsoft.com/office/officeart/2005/8/layout/hList9"/>
    <dgm:cxn modelId="{500C5287-B12E-43AB-9239-02172E0EC40F}" type="presParOf" srcId="{2E5D99DE-2FA8-4CC8-9B53-263708C54565}" destId="{0E6FFDAE-5F48-4D22-908B-712789B970F4}" srcOrd="1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612012A-A082-43BC-A1D4-0F4EAADC4AD3}" type="doc">
      <dgm:prSet loTypeId="urn:microsoft.com/office/officeart/2009/3/layout/Spiral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8123017-E8DD-420B-8F1F-E9FB03DAE9B9}" type="pres">
      <dgm:prSet presAssocID="{D612012A-A082-43BC-A1D4-0F4EAADC4AD3}" presName="Name0" presStyleCnt="0">
        <dgm:presLayoutVars>
          <dgm:chMax val="5"/>
          <dgm:dir/>
        </dgm:presLayoutVars>
      </dgm:prSet>
      <dgm:spPr/>
    </dgm:pt>
    <dgm:pt modelId="{10799E44-8E2C-4E36-9B2F-F8DB1399A8FD}" type="pres">
      <dgm:prSet presAssocID="{D612012A-A082-43BC-A1D4-0F4EAADC4AD3}" presName="picts" presStyleCnt="0"/>
      <dgm:spPr/>
    </dgm:pt>
    <dgm:pt modelId="{E1CE2EF6-C966-4D1E-87B6-83B8F1601710}" type="pres">
      <dgm:prSet presAssocID="{D612012A-A082-43BC-A1D4-0F4EAADC4AD3}" presName="space1" presStyleCnt="0"/>
      <dgm:spPr/>
    </dgm:pt>
    <dgm:pt modelId="{F12075C4-B54E-43A1-A71D-2C551FAE64BA}" type="pres">
      <dgm:prSet presAssocID="{D612012A-A082-43BC-A1D4-0F4EAADC4AD3}" presName="space2" presStyleCnt="0"/>
      <dgm:spPr/>
    </dgm:pt>
    <dgm:pt modelId="{B95FB6D2-8CBB-4232-AD56-13CF6D7A7E14}" type="pres">
      <dgm:prSet presAssocID="{D612012A-A082-43BC-A1D4-0F4EAADC4AD3}" presName="pictB1" presStyleLbl="alignNode1" presStyleIdx="0" presStyleCnt="5" custScaleX="104183" custScaleY="104183" custLinFactNeighborX="-8665" custLinFactNeighborY="0"/>
      <dgm:spPr>
        <a:blipFill rotWithShape="0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</dgm:spPr>
    </dgm:pt>
    <dgm:pt modelId="{86709C0F-3900-412B-8726-EA11C1DC1007}" type="pres">
      <dgm:prSet presAssocID="{D612012A-A082-43BC-A1D4-0F4EAADC4AD3}" presName="pictB2" presStyleLbl="alignNode1" presStyleIdx="1" presStyleCnt="5" custScaleY="101346" custLinFactNeighborX="-12536" custLinFactNeighborY="-2688"/>
      <dgm:spPr>
        <a:solidFill>
          <a:srgbClr val="8E6330"/>
        </a:solidFill>
        <a:ln>
          <a:noFill/>
        </a:ln>
      </dgm:spPr>
    </dgm:pt>
    <dgm:pt modelId="{2C6E98DA-D569-4EE0-A421-910E38C3D13E}" type="pres">
      <dgm:prSet presAssocID="{D612012A-A082-43BC-A1D4-0F4EAADC4AD3}" presName="pictB3" presStyleLbl="alignNode1" presStyleIdx="2" presStyleCnt="5" custScaleY="103226" custLinFactNeighborX="-20416" custLinFactNeighborY="1323"/>
      <dgm:spPr>
        <a:blipFill rotWithShape="0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>
          <a:noFill/>
        </a:ln>
      </dgm:spPr>
    </dgm:pt>
    <dgm:pt modelId="{08408287-D316-421A-81EC-D0020E0BF64A}" type="pres">
      <dgm:prSet presAssocID="{D612012A-A082-43BC-A1D4-0F4EAADC4AD3}" presName="pictB4" presStyleLbl="alignNode1" presStyleIdx="3" presStyleCnt="5" custScaleY="112016" custLinFactNeighborX="-36164" custLinFactNeighborY="2574"/>
      <dgm:spPr>
        <a:solidFill>
          <a:srgbClr val="BFD9FF"/>
        </a:solidFill>
        <a:ln>
          <a:noFill/>
        </a:ln>
      </dgm:spPr>
    </dgm:pt>
    <dgm:pt modelId="{2FFA7686-F41D-4EF6-9D4D-C0E1E768EBC2}" type="pres">
      <dgm:prSet presAssocID="{D612012A-A082-43BC-A1D4-0F4EAADC4AD3}" presName="pictB5" presStyleLbl="alignNode1" presStyleIdx="4" presStyleCnt="5" custLinFactNeighborX="-36164" custLinFactNeighborY="-1230"/>
      <dgm:spPr>
        <a:solidFill>
          <a:srgbClr val="9E786B"/>
        </a:solidFill>
        <a:ln>
          <a:noFill/>
        </a:ln>
      </dgm:spPr>
    </dgm:pt>
    <dgm:pt modelId="{A4A08DB5-87C0-4A62-97A9-D2AA2E787B0F}" type="pres">
      <dgm:prSet presAssocID="{D612012A-A082-43BC-A1D4-0F4EAADC4AD3}" presName="txLine" presStyleCnt="0"/>
      <dgm:spPr/>
    </dgm:pt>
  </dgm:ptLst>
  <dgm:cxnLst>
    <dgm:cxn modelId="{D5392859-D508-496D-9DF9-8DD153E09F2C}" type="presOf" srcId="{D612012A-A082-43BC-A1D4-0F4EAADC4AD3}" destId="{C8123017-E8DD-420B-8F1F-E9FB03DAE9B9}" srcOrd="0" destOrd="0" presId="urn:microsoft.com/office/officeart/2009/3/layout/SpiralPicture"/>
    <dgm:cxn modelId="{5A92F586-5459-4DD8-A8BD-6825987FD1A0}" type="presParOf" srcId="{C8123017-E8DD-420B-8F1F-E9FB03DAE9B9}" destId="{10799E44-8E2C-4E36-9B2F-F8DB1399A8FD}" srcOrd="0" destOrd="0" presId="urn:microsoft.com/office/officeart/2009/3/layout/SpiralPicture"/>
    <dgm:cxn modelId="{6623E4C4-6EAC-494B-BF23-F4E5BBDB8021}" type="presParOf" srcId="{10799E44-8E2C-4E36-9B2F-F8DB1399A8FD}" destId="{E1CE2EF6-C966-4D1E-87B6-83B8F1601710}" srcOrd="0" destOrd="0" presId="urn:microsoft.com/office/officeart/2009/3/layout/SpiralPicture"/>
    <dgm:cxn modelId="{A8533294-F9CE-4EBE-8F53-B19563ABABA3}" type="presParOf" srcId="{10799E44-8E2C-4E36-9B2F-F8DB1399A8FD}" destId="{F12075C4-B54E-43A1-A71D-2C551FAE64BA}" srcOrd="1" destOrd="0" presId="urn:microsoft.com/office/officeart/2009/3/layout/SpiralPicture"/>
    <dgm:cxn modelId="{3606365A-2BE3-4BD4-BC95-DD8C768D631E}" type="presParOf" srcId="{10799E44-8E2C-4E36-9B2F-F8DB1399A8FD}" destId="{B95FB6D2-8CBB-4232-AD56-13CF6D7A7E14}" srcOrd="2" destOrd="0" presId="urn:microsoft.com/office/officeart/2009/3/layout/SpiralPicture"/>
    <dgm:cxn modelId="{C1A3D87D-8E0A-48DE-8E66-644A0E117E95}" type="presParOf" srcId="{10799E44-8E2C-4E36-9B2F-F8DB1399A8FD}" destId="{86709C0F-3900-412B-8726-EA11C1DC1007}" srcOrd="3" destOrd="0" presId="urn:microsoft.com/office/officeart/2009/3/layout/SpiralPicture"/>
    <dgm:cxn modelId="{3C800B77-7B5D-4768-BD85-4F522008AD3A}" type="presParOf" srcId="{10799E44-8E2C-4E36-9B2F-F8DB1399A8FD}" destId="{2C6E98DA-D569-4EE0-A421-910E38C3D13E}" srcOrd="4" destOrd="0" presId="urn:microsoft.com/office/officeart/2009/3/layout/SpiralPicture"/>
    <dgm:cxn modelId="{165C4FEA-3D23-4494-AA94-0287570D0BCA}" type="presParOf" srcId="{10799E44-8E2C-4E36-9B2F-F8DB1399A8FD}" destId="{08408287-D316-421A-81EC-D0020E0BF64A}" srcOrd="5" destOrd="0" presId="urn:microsoft.com/office/officeart/2009/3/layout/SpiralPicture"/>
    <dgm:cxn modelId="{4D891900-72D1-41C1-893B-171AE41272CA}" type="presParOf" srcId="{10799E44-8E2C-4E36-9B2F-F8DB1399A8FD}" destId="{2FFA7686-F41D-4EF6-9D4D-C0E1E768EBC2}" srcOrd="6" destOrd="0" presId="urn:microsoft.com/office/officeart/2009/3/layout/SpiralPicture"/>
    <dgm:cxn modelId="{2BEF40D7-CDD4-476C-8F9A-9CD3A3DD07F1}" type="presParOf" srcId="{C8123017-E8DD-420B-8F1F-E9FB03DAE9B9}" destId="{A4A08DB5-87C0-4A62-97A9-D2AA2E787B0F}" srcOrd="1" destOrd="0" presId="urn:microsoft.com/office/officeart/2009/3/layout/SpiralPicture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5B8DA-6DE1-4D08-A0CC-2E929CE50142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4D7E666-4D39-4DD1-88EE-565A00071546}">
      <dsp:nvSpPr>
        <dsp:cNvPr id="0" name=""/>
        <dsp:cNvSpPr/>
      </dsp:nvSpPr>
      <dsp:spPr>
        <a:xfrm>
          <a:off x="0" y="0"/>
          <a:ext cx="2103120" cy="569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6500" b="1" kern="1200" dirty="0">
              <a:solidFill>
                <a:srgbClr val="5F6E70"/>
              </a:solidFill>
            </a:rPr>
            <a:t>目录</a:t>
          </a:r>
        </a:p>
      </dsp:txBody>
      <dsp:txXfrm>
        <a:off x="0" y="0"/>
        <a:ext cx="2103120" cy="5695700"/>
      </dsp:txXfrm>
    </dsp:sp>
    <dsp:sp modelId="{DB091B52-F080-4751-9AFA-34A10AECF31E}">
      <dsp:nvSpPr>
        <dsp:cNvPr id="0" name=""/>
        <dsp:cNvSpPr/>
      </dsp:nvSpPr>
      <dsp:spPr>
        <a:xfrm>
          <a:off x="2260854" y="66955"/>
          <a:ext cx="8254746" cy="1339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>
              <a:solidFill>
                <a:srgbClr val="5F6E70"/>
              </a:solidFill>
            </a:rPr>
            <a:t>1.</a:t>
          </a:r>
          <a:r>
            <a:rPr lang="zh-CN" altLang="en-US" sz="3200" kern="1200" dirty="0"/>
            <a:t>请替换文字内容请替换文字内容</a:t>
          </a:r>
        </a:p>
      </dsp:txBody>
      <dsp:txXfrm>
        <a:off x="2260854" y="66955"/>
        <a:ext cx="8254746" cy="1339101"/>
      </dsp:txXfrm>
    </dsp:sp>
    <dsp:sp modelId="{A5A285E8-95FC-4245-A511-8B804077CB55}">
      <dsp:nvSpPr>
        <dsp:cNvPr id="0" name=""/>
        <dsp:cNvSpPr/>
      </dsp:nvSpPr>
      <dsp:spPr>
        <a:xfrm>
          <a:off x="2103120" y="1406056"/>
          <a:ext cx="8412480" cy="0"/>
        </a:xfrm>
        <a:prstGeom prst="line">
          <a:avLst/>
        </a:pr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96B8765F-2A0D-4364-B2D5-D544AACCDC47}">
      <dsp:nvSpPr>
        <dsp:cNvPr id="0" name=""/>
        <dsp:cNvSpPr/>
      </dsp:nvSpPr>
      <dsp:spPr>
        <a:xfrm>
          <a:off x="2260854" y="1473011"/>
          <a:ext cx="8254746" cy="1339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>
              <a:solidFill>
                <a:srgbClr val="5F6E70"/>
              </a:solidFill>
            </a:rPr>
            <a:t>2.</a:t>
          </a:r>
          <a:r>
            <a:rPr lang="zh-CN" altLang="en-US" sz="3200" kern="1200" dirty="0"/>
            <a:t>请替换文字内容请替换文字内容</a:t>
          </a:r>
          <a:endParaRPr lang="zh-CN" altLang="en-US" sz="3200" kern="1200" dirty="0">
            <a:solidFill>
              <a:srgbClr val="5F6E70"/>
            </a:solidFill>
          </a:endParaRPr>
        </a:p>
      </dsp:txBody>
      <dsp:txXfrm>
        <a:off x="2260854" y="1473011"/>
        <a:ext cx="8254746" cy="1339101"/>
      </dsp:txXfrm>
    </dsp:sp>
    <dsp:sp modelId="{CC72ECE2-0DBB-4209-AC5C-A0C97A38E503}">
      <dsp:nvSpPr>
        <dsp:cNvPr id="0" name=""/>
        <dsp:cNvSpPr/>
      </dsp:nvSpPr>
      <dsp:spPr>
        <a:xfrm>
          <a:off x="2103120" y="2812112"/>
          <a:ext cx="8412480" cy="0"/>
        </a:xfrm>
        <a:prstGeom prst="line">
          <a:avLst/>
        </a:pr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0F74247-D5BF-45DE-8118-DB1AB8202A46}">
      <dsp:nvSpPr>
        <dsp:cNvPr id="0" name=""/>
        <dsp:cNvSpPr/>
      </dsp:nvSpPr>
      <dsp:spPr>
        <a:xfrm>
          <a:off x="2260854" y="2879067"/>
          <a:ext cx="8254746" cy="1339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>
              <a:solidFill>
                <a:srgbClr val="5F6E70"/>
              </a:solidFill>
            </a:rPr>
            <a:t>3</a:t>
          </a:r>
          <a:r>
            <a:rPr lang="en-US" altLang="zh-CN" sz="3200" kern="1200" dirty="0"/>
            <a:t>.</a:t>
          </a:r>
          <a:r>
            <a:rPr lang="zh-CN" altLang="en-US" sz="3200" kern="1200" dirty="0"/>
            <a:t>请替换文字内容请替换文字内容</a:t>
          </a:r>
          <a:endParaRPr lang="zh-CN" altLang="en-US" sz="3200" kern="1200" dirty="0">
            <a:solidFill>
              <a:srgbClr val="5F6E70"/>
            </a:solidFill>
          </a:endParaRPr>
        </a:p>
      </dsp:txBody>
      <dsp:txXfrm>
        <a:off x="2260854" y="2879067"/>
        <a:ext cx="8254746" cy="1339101"/>
      </dsp:txXfrm>
    </dsp:sp>
    <dsp:sp modelId="{20D68284-BDF7-4AF8-ACA3-11E022CF80E2}">
      <dsp:nvSpPr>
        <dsp:cNvPr id="0" name=""/>
        <dsp:cNvSpPr/>
      </dsp:nvSpPr>
      <dsp:spPr>
        <a:xfrm>
          <a:off x="2103120" y="4218169"/>
          <a:ext cx="8412480" cy="0"/>
        </a:xfrm>
        <a:prstGeom prst="line">
          <a:avLst/>
        </a:pr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6D546299-3B99-4720-ABCC-A2F894F42E19}">
      <dsp:nvSpPr>
        <dsp:cNvPr id="0" name=""/>
        <dsp:cNvSpPr/>
      </dsp:nvSpPr>
      <dsp:spPr>
        <a:xfrm>
          <a:off x="2260854" y="4285124"/>
          <a:ext cx="8254746" cy="1339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kern="1200" dirty="0">
              <a:solidFill>
                <a:srgbClr val="5F6E70"/>
              </a:solidFill>
            </a:rPr>
            <a:t>4.</a:t>
          </a:r>
          <a:r>
            <a:rPr lang="zh-CN" altLang="en-US" sz="3200" kern="1200" dirty="0"/>
            <a:t>请替换文字内容请替换文字内容</a:t>
          </a:r>
          <a:endParaRPr lang="zh-CN" altLang="en-US" sz="3200" kern="1200" dirty="0">
            <a:solidFill>
              <a:srgbClr val="5F6E70"/>
            </a:solidFill>
          </a:endParaRPr>
        </a:p>
      </dsp:txBody>
      <dsp:txXfrm>
        <a:off x="2260854" y="4285124"/>
        <a:ext cx="8254746" cy="1339101"/>
      </dsp:txXfrm>
    </dsp:sp>
    <dsp:sp modelId="{806A39C2-AB94-4DFC-B03E-8CEA9CDAA677}">
      <dsp:nvSpPr>
        <dsp:cNvPr id="0" name=""/>
        <dsp:cNvSpPr/>
      </dsp:nvSpPr>
      <dsp:spPr>
        <a:xfrm>
          <a:off x="2103120" y="5624225"/>
          <a:ext cx="8412480" cy="0"/>
        </a:xfrm>
        <a:prstGeom prst="line">
          <a:avLst/>
        </a:pr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C649E-1E66-4C09-8387-6C39518BE269}">
      <dsp:nvSpPr>
        <dsp:cNvPr id="0" name=""/>
        <dsp:cNvSpPr/>
      </dsp:nvSpPr>
      <dsp:spPr>
        <a:xfrm rot="10800000">
          <a:off x="1073922" y="1561"/>
          <a:ext cx="3340443" cy="930130"/>
        </a:xfrm>
        <a:prstGeom prst="homePlate">
          <a:avLst/>
        </a:prstGeom>
        <a:noFill/>
        <a:ln w="12700" cap="flat" cmpd="sng" algn="ctr">
          <a:solidFill>
            <a:srgbClr val="8CC1C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tx1"/>
              </a:solidFill>
            </a:rPr>
            <a:t>请替换文字内容</a:t>
          </a:r>
        </a:p>
      </dsp:txBody>
      <dsp:txXfrm rot="10800000">
        <a:off x="1306454" y="1561"/>
        <a:ext cx="3107911" cy="930130"/>
      </dsp:txXfrm>
    </dsp:sp>
    <dsp:sp modelId="{83B61182-0A64-4FEF-A982-8721E121E13A}">
      <dsp:nvSpPr>
        <dsp:cNvPr id="0" name=""/>
        <dsp:cNvSpPr/>
      </dsp:nvSpPr>
      <dsp:spPr>
        <a:xfrm>
          <a:off x="608857" y="1561"/>
          <a:ext cx="930130" cy="930130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rgbClr val="8CC1C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2118E-A280-4023-860D-9E44E4ECE57D}">
      <dsp:nvSpPr>
        <dsp:cNvPr id="0" name=""/>
        <dsp:cNvSpPr/>
      </dsp:nvSpPr>
      <dsp:spPr>
        <a:xfrm rot="10800000">
          <a:off x="1073922" y="1209342"/>
          <a:ext cx="3340443" cy="930130"/>
        </a:xfrm>
        <a:prstGeom prst="homePlate">
          <a:avLst/>
        </a:prstGeom>
        <a:noFill/>
        <a:ln w="12700" cap="flat" cmpd="sng" algn="ctr">
          <a:solidFill>
            <a:srgbClr val="8CC1C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tx1"/>
              </a:solidFill>
            </a:rPr>
            <a:t>请替换文字内容</a:t>
          </a:r>
        </a:p>
      </dsp:txBody>
      <dsp:txXfrm rot="10800000">
        <a:off x="1306454" y="1209342"/>
        <a:ext cx="3107911" cy="930130"/>
      </dsp:txXfrm>
    </dsp:sp>
    <dsp:sp modelId="{3F87249F-1296-4EBC-A1EF-73E27DC6A3C4}">
      <dsp:nvSpPr>
        <dsp:cNvPr id="0" name=""/>
        <dsp:cNvSpPr/>
      </dsp:nvSpPr>
      <dsp:spPr>
        <a:xfrm>
          <a:off x="608857" y="1209342"/>
          <a:ext cx="930130" cy="93013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rgbClr val="8CC1C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5A441-D6FA-4B68-8BCE-9D300C40D52B}">
      <dsp:nvSpPr>
        <dsp:cNvPr id="0" name=""/>
        <dsp:cNvSpPr/>
      </dsp:nvSpPr>
      <dsp:spPr>
        <a:xfrm rot="10800000">
          <a:off x="1073922" y="2417124"/>
          <a:ext cx="3340443" cy="930130"/>
        </a:xfrm>
        <a:prstGeom prst="homePlate">
          <a:avLst/>
        </a:prstGeom>
        <a:noFill/>
        <a:ln w="12700" cap="flat" cmpd="sng" algn="ctr">
          <a:solidFill>
            <a:srgbClr val="8CC1C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62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tx1"/>
              </a:solidFill>
            </a:rPr>
            <a:t>请替换文字内容</a:t>
          </a:r>
        </a:p>
      </dsp:txBody>
      <dsp:txXfrm rot="10800000">
        <a:off x="1306454" y="2417124"/>
        <a:ext cx="3107911" cy="930130"/>
      </dsp:txXfrm>
    </dsp:sp>
    <dsp:sp modelId="{7F926362-ABA0-479D-9DAB-4C9056ED3BB2}">
      <dsp:nvSpPr>
        <dsp:cNvPr id="0" name=""/>
        <dsp:cNvSpPr/>
      </dsp:nvSpPr>
      <dsp:spPr>
        <a:xfrm>
          <a:off x="608857" y="2417124"/>
          <a:ext cx="930130" cy="93013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rgbClr val="8CC1C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CF313C-CB06-41E7-8308-8FDAC13BA10C}">
      <dsp:nvSpPr>
        <dsp:cNvPr id="0" name=""/>
        <dsp:cNvSpPr/>
      </dsp:nvSpPr>
      <dsp:spPr>
        <a:xfrm>
          <a:off x="214612" y="2117419"/>
          <a:ext cx="1895293" cy="2984754"/>
        </a:xfrm>
        <a:prstGeom prst="rect">
          <a:avLst/>
        </a:prstGeom>
        <a:noFill/>
        <a:ln w="12700" cap="flat" cmpd="sng" algn="ctr">
          <a:solidFill>
            <a:srgbClr val="C07144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05816" rIns="305816" bIns="305816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4300" kern="1200" dirty="0">
            <a:noFill/>
          </a:endParaRPr>
        </a:p>
      </dsp:txBody>
      <dsp:txXfrm>
        <a:off x="517859" y="2117419"/>
        <a:ext cx="1592046" cy="2984754"/>
      </dsp:txXfrm>
    </dsp:sp>
    <dsp:sp modelId="{477126FD-DDD0-4C50-B008-4B636D39F10D}">
      <dsp:nvSpPr>
        <dsp:cNvPr id="0" name=""/>
        <dsp:cNvSpPr/>
      </dsp:nvSpPr>
      <dsp:spPr>
        <a:xfrm>
          <a:off x="653567" y="1497742"/>
          <a:ext cx="1034783" cy="1034783"/>
        </a:xfrm>
        <a:prstGeom prst="ellipse">
          <a:avLst/>
        </a:prstGeom>
        <a:blipFill rotWithShape="0">
          <a:blip xmlns:r="http://schemas.openxmlformats.org/officeDocument/2006/relationships" r:embed="rId1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200" kern="1200" dirty="0">
            <a:noFill/>
          </a:endParaRPr>
        </a:p>
      </dsp:txBody>
      <dsp:txXfrm>
        <a:off x="805107" y="1649282"/>
        <a:ext cx="731703" cy="731703"/>
      </dsp:txXfrm>
    </dsp:sp>
    <dsp:sp modelId="{8381EC95-15F5-4D8D-8DE9-57B9E7CFD440}">
      <dsp:nvSpPr>
        <dsp:cNvPr id="0" name=""/>
        <dsp:cNvSpPr/>
      </dsp:nvSpPr>
      <dsp:spPr>
        <a:xfrm>
          <a:off x="2647121" y="2132067"/>
          <a:ext cx="1866705" cy="2964995"/>
        </a:xfrm>
        <a:prstGeom prst="rect">
          <a:avLst/>
        </a:prstGeom>
        <a:noFill/>
        <a:ln w="12700" cap="flat" cmpd="sng" algn="ctr">
          <a:solidFill>
            <a:srgbClr val="E3783A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5168" rIns="455168" bIns="455168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400" kern="1200" dirty="0">
            <a:noFill/>
          </a:endParaRPr>
        </a:p>
      </dsp:txBody>
      <dsp:txXfrm>
        <a:off x="2945794" y="2132067"/>
        <a:ext cx="1568032" cy="2964995"/>
      </dsp:txXfrm>
    </dsp:sp>
    <dsp:sp modelId="{D8612283-117F-4AF0-97AC-D80DDFC598C2}">
      <dsp:nvSpPr>
        <dsp:cNvPr id="0" name=""/>
        <dsp:cNvSpPr/>
      </dsp:nvSpPr>
      <dsp:spPr>
        <a:xfrm>
          <a:off x="3081543" y="1528626"/>
          <a:ext cx="1024326" cy="1024326"/>
        </a:xfrm>
        <a:prstGeom prst="ellipse">
          <a:avLst/>
        </a:prstGeom>
        <a:blipFill rotWithShape="0">
          <a:blip xmlns:r="http://schemas.openxmlformats.org/officeDocument/2006/relationships" r:embed="rId2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 dirty="0">
            <a:noFill/>
          </a:endParaRPr>
        </a:p>
      </dsp:txBody>
      <dsp:txXfrm>
        <a:off x="3231552" y="1678635"/>
        <a:ext cx="724308" cy="724308"/>
      </dsp:txXfrm>
    </dsp:sp>
    <dsp:sp modelId="{B8C788BD-F0CE-4BA8-86A6-921B4BBCD6E0}">
      <dsp:nvSpPr>
        <dsp:cNvPr id="0" name=""/>
        <dsp:cNvSpPr/>
      </dsp:nvSpPr>
      <dsp:spPr>
        <a:xfrm>
          <a:off x="5107203" y="2160455"/>
          <a:ext cx="1863297" cy="2958387"/>
        </a:xfrm>
        <a:prstGeom prst="rect">
          <a:avLst/>
        </a:prstGeom>
        <a:noFill/>
        <a:ln w="12700" cap="flat" cmpd="sng" algn="ctr">
          <a:solidFill>
            <a:srgbClr val="F6B57A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5168" rIns="455168" bIns="455168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400" kern="1200" dirty="0">
            <a:noFill/>
          </a:endParaRPr>
        </a:p>
      </dsp:txBody>
      <dsp:txXfrm>
        <a:off x="5405330" y="2160455"/>
        <a:ext cx="1565169" cy="2958387"/>
      </dsp:txXfrm>
    </dsp:sp>
    <dsp:sp modelId="{0E6FFDAE-5F48-4D22-908B-712789B970F4}">
      <dsp:nvSpPr>
        <dsp:cNvPr id="0" name=""/>
        <dsp:cNvSpPr/>
      </dsp:nvSpPr>
      <dsp:spPr>
        <a:xfrm>
          <a:off x="5584474" y="1502798"/>
          <a:ext cx="1023062" cy="1023062"/>
        </a:xfrm>
        <a:prstGeom prst="ellipse">
          <a:avLst/>
        </a:prstGeom>
        <a:blipFill rotWithShape="0">
          <a:blip xmlns:r="http://schemas.openxmlformats.org/officeDocument/2006/relationships" r:embed="rId3" cstate="email">
            <a:alphaModFix amt="7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100" kern="1200" dirty="0">
            <a:noFill/>
          </a:endParaRPr>
        </a:p>
      </dsp:txBody>
      <dsp:txXfrm>
        <a:off x="5734298" y="1652622"/>
        <a:ext cx="723414" cy="7234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FB6D2-8CBB-4232-AD56-13CF6D7A7E14}">
      <dsp:nvSpPr>
        <dsp:cNvPr id="0" name=""/>
        <dsp:cNvSpPr/>
      </dsp:nvSpPr>
      <dsp:spPr>
        <a:xfrm>
          <a:off x="103294" y="91681"/>
          <a:ext cx="5712923" cy="5712923"/>
        </a:xfrm>
        <a:prstGeom prst="rect">
          <a:avLst/>
        </a:prstGeom>
        <a:blipFill rotWithShape="0">
          <a:blip xmlns:r="http://schemas.openxmlformats.org/officeDocument/2006/relationships" r:embed="rId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709C0F-3900-412B-8726-EA11C1DC1007}">
      <dsp:nvSpPr>
        <dsp:cNvPr id="0" name=""/>
        <dsp:cNvSpPr/>
      </dsp:nvSpPr>
      <dsp:spPr>
        <a:xfrm>
          <a:off x="5874060" y="94314"/>
          <a:ext cx="3333996" cy="3378872"/>
        </a:xfrm>
        <a:prstGeom prst="rect">
          <a:avLst/>
        </a:prstGeom>
        <a:solidFill>
          <a:srgbClr val="8E6330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E98DA-D569-4EE0-A421-910E38C3D13E}">
      <dsp:nvSpPr>
        <dsp:cNvPr id="0" name=""/>
        <dsp:cNvSpPr/>
      </dsp:nvSpPr>
      <dsp:spPr>
        <a:xfrm>
          <a:off x="7176268" y="3649621"/>
          <a:ext cx="2034395" cy="2100025"/>
        </a:xfrm>
        <a:prstGeom prst="rect">
          <a:avLst/>
        </a:prstGeom>
        <a:blipFill rotWithShape="0">
          <a:blip xmlns:r="http://schemas.openxmlformats.org/officeDocument/2006/relationships"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08287-D316-421A-81EC-D0020E0BF64A}">
      <dsp:nvSpPr>
        <dsp:cNvPr id="0" name=""/>
        <dsp:cNvSpPr/>
      </dsp:nvSpPr>
      <dsp:spPr>
        <a:xfrm>
          <a:off x="5863666" y="4464796"/>
          <a:ext cx="1184446" cy="1326769"/>
        </a:xfrm>
        <a:prstGeom prst="rect">
          <a:avLst/>
        </a:prstGeom>
        <a:solidFill>
          <a:srgbClr val="BFD9FF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A7686-F41D-4EF6-9D4D-C0E1E768EBC2}">
      <dsp:nvSpPr>
        <dsp:cNvPr id="0" name=""/>
        <dsp:cNvSpPr/>
      </dsp:nvSpPr>
      <dsp:spPr>
        <a:xfrm>
          <a:off x="5863666" y="3646550"/>
          <a:ext cx="1184446" cy="729311"/>
        </a:xfrm>
        <a:prstGeom prst="rect">
          <a:avLst/>
        </a:prstGeom>
        <a:solidFill>
          <a:srgbClr val="9E786B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SpiralPicture">
  <dgm:title val=""/>
  <dgm:desc val=""/>
  <dgm:catLst>
    <dgm:cat type="picture" pri="4000"/>
    <dgm:cat type="pictureconvert" pri="4000"/>
  </dgm:catLst>
  <dgm:samp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11" srcId="0" destId="1" srcOrd="0" destOrd="0"/>
        <dgm:cxn modelId="12" srcId="0" destId="2" srcOrd="0" destOrd="0"/>
        <dgm:cxn modelId="13" srcId="0" destId="3" srcOrd="0" destOrd="0"/>
        <dgm:cxn modelId="14" srcId="0" destId="4" srcOrd="0" destOrd="0"/>
        <dgm:cxn modelId="15" srcId="0" destId="5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5"/>
      <dgm:dir/>
    </dgm:varLst>
    <dgm:alg type="composite">
      <dgm:param type="ar" val="1.515"/>
    </dgm:alg>
    <dgm:shape xmlns:r="http://schemas.openxmlformats.org/officeDocument/2006/relationships" r:blip="">
      <dgm:adjLst/>
    </dgm:shape>
    <dgm:constrLst>
      <dgm:constr type="w" for="ch" forName="picts" refType="w"/>
      <dgm:constr type="h" for="ch" forName="picts" refType="h" fact="0.93"/>
      <dgm:constr type="b" for="ch" forName="txLine" refType="h"/>
      <dgm:constr type="w" for="ch" forName="txLine" refType="w"/>
      <dgm:constr type="h" for="ch" forName="txLine" refType="h" fact="0.07"/>
      <dgm:constr type="userD" for="des" refType="h" fact="0.016"/>
    </dgm:constrLst>
    <dgm:forEach name="Name1" axis="self" ptType="parTrans">
      <dgm:forEach name="Name2" axis="self" ptType="sibTrans" st="2">
        <dgm:forEach name="imageRepeat" axis="self">
          <dgm:layoutNode name="imageRepeatNode" styleLbl="alignNode1">
            <dgm:alg type="sp"/>
            <dgm:shape xmlns:r="http://schemas.openxmlformats.org/officeDocument/2006/relationships" type="rect" r:blip="" blipPhldr="1">
              <dgm:adjLst/>
            </dgm:shape>
            <dgm:presOf axis="self"/>
          </dgm:layoutNode>
        </dgm:forEach>
      </dgm:forEach>
    </dgm:forEach>
    <dgm:layoutNode name="picts">
      <dgm:alg type="composite"/>
      <dgm:shape xmlns:r="http://schemas.openxmlformats.org/officeDocument/2006/relationships" r:blip="">
        <dgm:adjLst/>
      </dgm:shape>
      <dgm:choose name="Name3">
        <dgm:if name="Name4" func="var" arg="dir" op="equ" val="norm">
          <dgm:constrLst>
            <dgm:constr type="userD"/>
            <dgm:constr type="w" for="ch" forName="space1" refType="h"/>
            <dgm:constr type="h" for="ch" forName="space1" refType="h"/>
            <dgm:constr type="r" for="ch" forName="space2" refType="w"/>
            <dgm:constr type="w" for="ch" forName="space2" refType="h" fact="0.608"/>
            <dgm:constr type="l" for="ch" forName="pictA1"/>
            <dgm:constr type="t" for="ch" forName="pictA1"/>
            <dgm:constr type="w" for="ch" forName="pictA1" refType="h"/>
            <dgm:constr type="h" for="ch" forName="pictA1" refType="h"/>
            <dgm:constr type="l" for="ch" forName="pictB1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r" for="ch" forName="pictA2" refType="w"/>
            <dgm:constr type="t" for="ch" forName="pictA2"/>
            <dgm:constr type="w" for="ch" forName="pictA2" refType="h" fact="0.608"/>
            <dgm:constr type="h" for="ch" forName="pictA2" refType="h" fact="0.608"/>
            <dgm:constr type="r" for="ch" forName="pictB2" refType="w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r" for="ch" forName="pictA3" refType="w"/>
            <dgm:constr type="b" for="ch" forName="pictA3" refType="h"/>
            <dgm:constr type="w" for="ch" forName="pictA3" refType="h" fact="0.371"/>
            <dgm:constr type="h" for="ch" forName="pictA3" refType="h" fact="0.371"/>
            <dgm:constr type="r" for="ch" forName="pictB3" refType="w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l" for="ch" forName="pictA4" refType="l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l" for="ch" forName="pictB4" refType="l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l" for="ch" forName="pictA5" refType="l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l" for="ch" forName="pictB5" refType="l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if>
        <dgm:else name="Name5">
          <dgm:constrLst>
            <dgm:constr type="userD"/>
            <dgm:constr type="w" for="ch" forName="space1" refType="h"/>
            <dgm:constr type="h" for="ch" forName="space1" refType="h"/>
            <dgm:constr type="l" for="ch" forName="space2"/>
            <dgm:constr type="w" for="ch" forName="space2" refType="h" fact="0.608"/>
            <dgm:constr type="r" for="ch" forName="pictA1" refType="w"/>
            <dgm:constr type="t" for="ch" forName="pictA1"/>
            <dgm:constr type="w" for="ch" forName="pictA1" refType="h"/>
            <dgm:constr type="h" for="ch" forName="pictA1" refType="h"/>
            <dgm:constr type="r" for="ch" forName="pictB1" refType="w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l" for="ch" forName="pictA2"/>
            <dgm:constr type="t" for="ch" forName="pictA2"/>
            <dgm:constr type="w" for="ch" forName="pictA2" refType="h" fact="0.608"/>
            <dgm:constr type="h" for="ch" forName="pictA2" refType="h" fact="0.608"/>
            <dgm:constr type="l" for="ch" forName="pictB2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l" for="ch" forName="pictA3"/>
            <dgm:constr type="b" for="ch" forName="pictA3" refType="h"/>
            <dgm:constr type="w" for="ch" forName="pictA3" refType="h" fact="0.371"/>
            <dgm:constr type="h" for="ch" forName="pictA3" refType="h" fact="0.371"/>
            <dgm:constr type="l" for="ch" forName="pictB3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r" for="ch" forName="pictA4" refType="r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r" for="ch" forName="pictB4" refType="r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r" for="ch" forName="pictA5" refType="r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r" for="ch" forName="pictB5" refType="r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else>
      </dgm:choose>
      <dgm:layoutNode name="space1">
        <dgm:alg type="sp"/>
        <dgm:shape xmlns:r="http://schemas.openxmlformats.org/officeDocument/2006/relationships" r:blip="">
          <dgm:adjLst/>
        </dgm:shape>
      </dgm:layoutNode>
      <dgm:layoutNode name="space2">
        <dgm:alg type="sp"/>
        <dgm:shape xmlns:r="http://schemas.openxmlformats.org/officeDocument/2006/relationships" r:blip="">
          <dgm:adjLst/>
        </dgm:shape>
      </dgm:layoutNode>
      <dgm:choose name="Name6">
        <dgm:if name="Name7" axis="ch" ptType="node" func="cnt" op="gte" val="1">
          <dgm:forEach name="Name8" axis="ch" ptType="sibTrans" hideLastTrans="0" cnt="1">
            <dgm:layoutNode name="pictA1">
              <dgm:alg type="sp"/>
              <dgm:shape xmlns:r="http://schemas.openxmlformats.org/officeDocument/2006/relationships" r:blip="">
                <dgm:adjLst/>
              </dgm:shape>
              <dgm:presOf/>
              <dgm:forEach name="Name9" ref="imageRepeat"/>
            </dgm:layoutNode>
            <dgm:layoutNode name="oneDot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11" refType="userD"/>
                <dgm:constr type="h" for="ch" forName="dotPict_11" refType="userD"/>
              </dgm:constrLst>
              <dgm:layoutNode name="dotPict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0">
          <dgm:layoutNode name="pictB1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1">
        <dgm:if name="Name12" axis="ch" ptType="node" func="cnt" op="gte" val="2">
          <dgm:forEach name="Name13" axis="ch" ptType="sibTrans" hideLastTrans="0" st="2" cnt="1">
            <dgm:layoutNode name="pictA2">
              <dgm:alg type="sp"/>
              <dgm:shape xmlns:r="http://schemas.openxmlformats.org/officeDocument/2006/relationships" r:blip="">
                <dgm:adjLst/>
              </dgm:shape>
              <dgm:presOf/>
              <dgm:forEach name="Name14" ref="imageRepeat"/>
            </dgm:layoutNode>
            <dgm:layoutNode name="two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21" refType="userD"/>
                <dgm:constr type="h" for="ch" forName="dotPict_21" refType="userD"/>
                <dgm:constr type="l" for="ch" forName="dotPict_22" refType="userD" fact="1.5"/>
                <dgm:constr type="w" for="ch" forName="dotPict_22" refType="userD"/>
                <dgm:constr type="h" for="ch" forName="dotPict_22" refType="userD"/>
              </dgm:constrLst>
              <dgm:layoutNode name="dotPict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5">
          <dgm:layoutNode name="pictB2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6">
        <dgm:if name="Name17" axis="ch" ptType="node" func="cnt" op="gte" val="3">
          <dgm:forEach name="Name18" axis="ch" ptType="sibTrans" hideLastTrans="0" st="3" cnt="1">
            <dgm:layoutNode name="pictA3">
              <dgm:alg type="sp"/>
              <dgm:shape xmlns:r="http://schemas.openxmlformats.org/officeDocument/2006/relationships" r:blip="">
                <dgm:adjLst/>
              </dgm:shape>
              <dgm:presOf/>
              <dgm:forEach name="Name19" ref="imageRepeat"/>
            </dgm:layoutNode>
            <dgm:layoutNode name="thre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31"/>
                <dgm:constr type="t" for="ch" forName="dotPict_31" refType="userD" fact="2.25"/>
                <dgm:constr type="w" for="ch" forName="dotPict_31" refType="userD"/>
                <dgm:constr type="h" for="ch" forName="dotPict_31" refType="userD"/>
                <dgm:constr type="l" for="ch" forName="dotPict_32" refType="userD" fact="1.125"/>
                <dgm:constr type="t" for="ch" forName="dotPict_32" refType="userD" fact="1.125"/>
                <dgm:constr type="w" for="ch" forName="dotPict_32" refType="userD"/>
                <dgm:constr type="h" for="ch" forName="dotPict_32" refType="userD"/>
                <dgm:constr type="l" for="ch" forName="dotPict_33" refType="userD" fact="2.25"/>
                <dgm:constr type="t" for="ch" forName="dotPict_33"/>
                <dgm:constr type="w" for="ch" forName="dotPict_33" refType="userD"/>
                <dgm:constr type="h" for="ch" forName="dotPict_33" refType="userD"/>
              </dgm:constrLst>
              <dgm:layoutNode name="dotPict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0">
          <dgm:layoutNode name="pictB3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1">
        <dgm:if name="Name22" axis="ch" ptType="node" func="cnt" op="gte" val="4">
          <dgm:forEach name="Name23" axis="ch" ptType="sibTrans" hideLastTrans="0" st="4" cnt="1">
            <dgm:layoutNode name="pictA4">
              <dgm:alg type="sp"/>
              <dgm:shape xmlns:r="http://schemas.openxmlformats.org/officeDocument/2006/relationships" r:blip="">
                <dgm:adjLst/>
              </dgm:shape>
              <dgm:presOf/>
              <dgm:forEach name="Name24" ref="imageRepeat"/>
            </dgm:layoutNode>
            <dgm:layoutNode name="four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41" refType="userD"/>
                <dgm:constr type="h" for="ch" forName="dotPict_41" refType="userD"/>
                <dgm:constr type="l" for="ch" forName="dotPict_42" refType="userD" fact="1.5"/>
                <dgm:constr type="w" for="ch" forName="dotPict_42" refType="userD"/>
                <dgm:constr type="h" for="ch" forName="dotPict_42" refType="userD"/>
                <dgm:constr type="t" for="ch" forName="dotPict_43" refType="userD" fact="1.5"/>
                <dgm:constr type="w" for="ch" forName="dotPict_43" refType="userD"/>
                <dgm:constr type="h" for="ch" forName="dotPict_43" refType="userD"/>
                <dgm:constr type="l" for="ch" forName="dotPict_44" refType="userD" fact="1.5"/>
                <dgm:constr type="t" for="ch" forName="dotPict_44" refType="userD" fact="1.5"/>
                <dgm:constr type="w" for="ch" forName="dotPict_44" refType="userD"/>
                <dgm:constr type="h" for="ch" forName="dotPict_44" refType="userD"/>
              </dgm:constrLst>
              <dgm:layoutNode name="dotPict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5">
          <dgm:layoutNode name="pictB4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6">
        <dgm:if name="Name27" axis="ch" ptType="node" func="cnt" op="gte" val="5">
          <dgm:forEach name="Name28" axis="ch" ptType="sibTrans" hideLastTrans="0" st="5" cnt="1">
            <dgm:layoutNode name="pictA5">
              <dgm:alg type="sp"/>
              <dgm:shape xmlns:r="http://schemas.openxmlformats.org/officeDocument/2006/relationships" r:blip="">
                <dgm:adjLst/>
              </dgm:shape>
              <dgm:presOf/>
              <dgm:forEach name="Name29" ref="imageRepeat"/>
            </dgm:layoutNode>
            <dgm:layoutNode name="fiv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51"/>
                <dgm:constr type="t" for="ch" forName="dotPict_51" refType="userD" fact="2.25"/>
                <dgm:constr type="w" for="ch" forName="dotPict_51" refType="userD"/>
                <dgm:constr type="h" for="ch" forName="dotPict_51" refType="userD"/>
                <dgm:constr type="l" for="ch" forName="dotPict_52" refType="userD" fact="1.125"/>
                <dgm:constr type="t" for="ch" forName="dotPict_52" refType="userD" fact="1.125"/>
                <dgm:constr type="w" for="ch" forName="dotPict_52" refType="userD"/>
                <dgm:constr type="h" for="ch" forName="dotPict_52" refType="userD"/>
                <dgm:constr type="l" for="ch" forName="dotPict_53" refType="userD" fact="2.25"/>
                <dgm:constr type="t" for="ch" forName="dotPict_53"/>
                <dgm:constr type="w" for="ch" forName="dotPict_53" refType="userD"/>
                <dgm:constr type="h" for="ch" forName="dotPict_53" refType="userD"/>
                <dgm:constr type="l" for="ch" forName="dotPict_54"/>
                <dgm:constr type="t" for="ch" forName="dotPict_54"/>
                <dgm:constr type="w" for="ch" forName="dotPict_54" refType="userD"/>
                <dgm:constr type="h" for="ch" forName="dotPict_54" refType="userD"/>
                <dgm:constr type="l" for="ch" forName="dotPict_55" refType="userD" fact="2.25"/>
                <dgm:constr type="t" for="ch" forName="dotPict_55" refType="userD" fact="2.25"/>
                <dgm:constr type="w" for="ch" forName="dotPict_55" refType="userD"/>
                <dgm:constr type="h" for="ch" forName="dotPict_55" refType="userD"/>
              </dgm:constrLst>
              <dgm:layoutNode name="dotPict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30">
          <dgm:layoutNode name="pictB5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</dgm:layoutNode>
    <dgm:layoutNode name="txLine">
      <dgm:choose name="Name31">
        <dgm:if name="Name32" func="var" arg="dir" op="equ" val="norm">
          <dgm:alg type="lin">
            <dgm:param type="horzAlign" val="r"/>
          </dgm:alg>
        </dgm:if>
        <dgm:else name="Name33">
          <dgm:alg type="lin">
            <dgm:param type="horzAlign" val="l"/>
            <dgm:param type="linDir" val="fromR"/>
          </dgm:alg>
        </dgm:else>
      </dgm:choose>
      <dgm:constrLst>
        <dgm:constr type="primFontSz" for="ch" ptType="node" op="equ" val="65"/>
        <dgm:constr type="w" for="ch" ptType="node" refType="primFontSz" refFor="ch" refPtType="node" fact="0.5"/>
        <dgm:constr type="h" for="ch" ptType="node" refType="h"/>
      </dgm:constrLst>
      <dgm:ruleLst>
        <dgm:rule type="primFontSz" for="ch" ptType="node" val="5" fact="NaN" max="NaN"/>
      </dgm:ruleLst>
      <dgm:forEach name="Name34" axis="ch" ptType="node">
        <dgm:choose name="Name35">
          <dgm:if name="Name36" axis="self" ptType="node" func="pos" op="equ" val="1">
            <dgm:layoutNode name="oneDot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11" refType="userD"/>
                <dgm:constr type="h" for="ch" forName="dotTx_11" refType="userD"/>
              </dgm:constrLst>
              <dgm:layoutNode name="dotTx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7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38" axis="self" ptType="node" func="pos" op="equ" val="2">
            <dgm:layoutNode name="two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21" refType="userD"/>
                <dgm:constr type="h" for="ch" forName="dotTx_21" refType="userD"/>
                <dgm:constr type="l" for="ch" forName="dotTx_22" refType="userD" fact="1.5"/>
                <dgm:constr type="w" for="ch" forName="dotTx_22" refType="userD"/>
                <dgm:constr type="h" for="ch" forName="dotTx_22" refType="userD"/>
              </dgm:constrLst>
              <dgm:layoutNode name="dotTx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9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0" axis="self" ptType="node" func="pos" op="equ" val="3">
            <dgm:layoutNode name="thre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31"/>
                <dgm:constr type="t" for="ch" forName="dotTx_31" refType="userD" fact="2.25"/>
                <dgm:constr type="w" for="ch" forName="dotTx_31" refType="userD"/>
                <dgm:constr type="h" for="ch" forName="dotTx_31" refType="userD"/>
                <dgm:constr type="l" for="ch" forName="dotTx_32" refType="userD" fact="1.125"/>
                <dgm:constr type="t" for="ch" forName="dotTx_32" refType="userD" fact="1.125"/>
                <dgm:constr type="w" for="ch" forName="dotTx_32" refType="userD"/>
                <dgm:constr type="h" for="ch" forName="dotTx_32" refType="userD"/>
                <dgm:constr type="l" for="ch" forName="dotTx_33" refType="userD" fact="2.25"/>
                <dgm:constr type="t" for="ch" forName="dotTx_33"/>
                <dgm:constr type="w" for="ch" forName="dotTx_33" refType="userD"/>
                <dgm:constr type="h" for="ch" forName="dotTx_33" refType="userD"/>
              </dgm:constrLst>
              <dgm:layoutNode name="dotTx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1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2" axis="self" ptType="node" func="pos" op="equ" val="4">
            <dgm:layoutNode name="four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41" refType="userD"/>
                <dgm:constr type="h" for="ch" forName="dotTx_41" refType="userD"/>
                <dgm:constr type="l" for="ch" forName="dotTx_42" refType="userD" fact="1.5"/>
                <dgm:constr type="w" for="ch" forName="dotTx_42" refType="userD"/>
                <dgm:constr type="h" for="ch" forName="dotTx_42" refType="userD"/>
                <dgm:constr type="t" for="ch" forName="dotTx_43" refType="userD" fact="1.5"/>
                <dgm:constr type="w" for="ch" forName="dotTx_43" refType="userD"/>
                <dgm:constr type="h" for="ch" forName="dotTx_43" refType="userD"/>
                <dgm:constr type="l" for="ch" forName="dotTx_44" refType="userD" fact="1.5"/>
                <dgm:constr type="t" for="ch" forName="dotTx_44" refType="userD" fact="1.5"/>
                <dgm:constr type="w" for="ch" forName="dotTx_44" refType="userD"/>
                <dgm:constr type="h" for="ch" forName="dotTx_44" refType="userD"/>
              </dgm:constrLst>
              <dgm:layoutNode name="dotTx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3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4" axis="self" ptType="node" func="pos" op="equ" val="5">
            <dgm:layoutNode name="fiv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51"/>
                <dgm:constr type="t" for="ch" forName="dotTx_51" refType="userD" fact="2.25"/>
                <dgm:constr type="w" for="ch" forName="dotTx_51" refType="userD"/>
                <dgm:constr type="h" for="ch" forName="dotTx_51" refType="userD"/>
                <dgm:constr type="l" for="ch" forName="dotTx_52" refType="userD" fact="1.125"/>
                <dgm:constr type="t" for="ch" forName="dotTx_52" refType="userD" fact="1.125"/>
                <dgm:constr type="w" for="ch" forName="dotTx_52" refType="userD"/>
                <dgm:constr type="h" for="ch" forName="dotTx_52" refType="userD"/>
                <dgm:constr type="l" for="ch" forName="dotTx_53" refType="userD" fact="2.25"/>
                <dgm:constr type="t" for="ch" forName="dotTx_53"/>
                <dgm:constr type="w" for="ch" forName="dotTx_53" refType="userD"/>
                <dgm:constr type="h" for="ch" forName="dotTx_53" refType="userD"/>
                <dgm:constr type="l" for="ch" forName="dotTx_54"/>
                <dgm:constr type="t" for="ch" forName="dotTx_54"/>
                <dgm:constr type="w" for="ch" forName="dotTx_54" refType="userD"/>
                <dgm:constr type="h" for="ch" forName="dotTx_54" refType="userD"/>
                <dgm:constr type="l" for="ch" forName="dotTx_55" refType="userD" fact="2.25"/>
                <dgm:constr type="t" for="ch" forName="dotTx_55" refType="userD" fact="2.25"/>
                <dgm:constr type="w" for="ch" forName="dotTx_55" refType="userD"/>
                <dgm:constr type="h" for="ch" forName="dotTx_55" refType="userD"/>
              </dgm:constrLst>
              <dgm:layoutNode name="dotTx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5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else name="Name46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FAEBA-DF0C-4419-AFBD-1D395E3C2EA6}" type="datetimeFigureOut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FC5E6-8A91-4E0A-8F39-2C1D8022C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21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E2E09-AD4C-41EB-A872-0DE5FB675676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01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0B39-79AC-43EB-BAE4-CCDAC45F23F9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29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AD44-937B-40CA-8092-3B64AA4C1DAB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98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40AA-9F13-4319-BA30-D4EBAC3335CD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64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4043-2D23-483D-8E3B-ED26A6D3C7F3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65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14186-A60F-4D90-80EF-E8A15F70EAFB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0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FD2A5-9573-4D00-BE4D-3DEDBEB50F81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32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F5C8-AC1E-44A9-8627-A48C992CEA55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82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053F-C21E-4F9B-AD36-98EC8D991305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38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DA6CE-1ABE-49D9-BF3F-F460AF5D38B3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16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AA34-6DEA-445E-8041-9BA3A4AB98D5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84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F1C8C-87FF-4502-B83B-A677A73327B9}" type="datetime1">
              <a:rPr lang="zh-CN" altLang="en-US" smtClean="0"/>
              <a:t>2020/11/18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5E4AF-B67E-4428-A4A4-6C99DF316E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57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2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alphaModFix amt="8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F6696A9-2621-4A0A-B6BC-ABA7A3462907}"/>
              </a:ext>
            </a:extLst>
          </p:cNvPr>
          <p:cNvSpPr/>
          <p:nvPr/>
        </p:nvSpPr>
        <p:spPr>
          <a:xfrm>
            <a:off x="405312" y="1242233"/>
            <a:ext cx="3012141" cy="45719"/>
          </a:xfrm>
          <a:prstGeom prst="rect">
            <a:avLst/>
          </a:prstGeom>
          <a:solidFill>
            <a:srgbClr val="83A36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4514AB-6658-41DB-8E6A-5BE2F4F54ED5}"/>
              </a:ext>
            </a:extLst>
          </p:cNvPr>
          <p:cNvSpPr/>
          <p:nvPr/>
        </p:nvSpPr>
        <p:spPr>
          <a:xfrm>
            <a:off x="405313" y="1360637"/>
            <a:ext cx="3012141" cy="161365"/>
          </a:xfrm>
          <a:prstGeom prst="rect">
            <a:avLst/>
          </a:prstGeom>
          <a:solidFill>
            <a:srgbClr val="83A36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2C2013-BFE3-4A99-8B80-82D6AF7F9B9B}"/>
              </a:ext>
            </a:extLst>
          </p:cNvPr>
          <p:cNvSpPr txBox="1"/>
          <p:nvPr/>
        </p:nvSpPr>
        <p:spPr>
          <a:xfrm>
            <a:off x="405312" y="318903"/>
            <a:ext cx="3012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</a:rPr>
              <a:t>建筑模板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40B4BE-0681-420A-80F2-9B073D22008F}"/>
              </a:ext>
            </a:extLst>
          </p:cNvPr>
          <p:cNvSpPr/>
          <p:nvPr/>
        </p:nvSpPr>
        <p:spPr>
          <a:xfrm>
            <a:off x="3723883" y="2128053"/>
            <a:ext cx="1515035" cy="475130"/>
          </a:xfrm>
          <a:prstGeom prst="rect">
            <a:avLst/>
          </a:prstGeom>
          <a:solidFill>
            <a:srgbClr val="83A36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576DD6-00EE-41C0-AEE9-B5037522E6E4}"/>
              </a:ext>
            </a:extLst>
          </p:cNvPr>
          <p:cNvSpPr txBox="1"/>
          <p:nvPr/>
        </p:nvSpPr>
        <p:spPr>
          <a:xfrm>
            <a:off x="3015671" y="2165563"/>
            <a:ext cx="14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汇报人：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93AE39-0972-4D39-A670-0DABCC3137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7757" y="5809114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8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/>
      <p:bldP spid="18" grpId="0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alphaModFix amt="79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35EE1E-9FEF-47C5-88ED-6874E0F7D831}"/>
              </a:ext>
            </a:extLst>
          </p:cNvPr>
          <p:cNvSpPr/>
          <p:nvPr/>
        </p:nvSpPr>
        <p:spPr>
          <a:xfrm>
            <a:off x="349718" y="681037"/>
            <a:ext cx="11492563" cy="581183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5E01BEF2-639E-4F5E-AAFB-1B1C4F8C37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033957"/>
              </p:ext>
            </p:extLst>
          </p:nvPr>
        </p:nvGraphicFramePr>
        <p:xfrm>
          <a:off x="838199" y="739106"/>
          <a:ext cx="10515600" cy="5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050FFBA8-909E-4C09-91D2-DEFD3550799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6828" y="-25338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1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CFBED5F-D95F-4B38-B494-63B09CB4EF93}"/>
              </a:ext>
            </a:extLst>
          </p:cNvPr>
          <p:cNvSpPr/>
          <p:nvPr/>
        </p:nvSpPr>
        <p:spPr>
          <a:xfrm>
            <a:off x="0" y="-3"/>
            <a:ext cx="12192000" cy="6858003"/>
          </a:xfrm>
          <a:prstGeom prst="rect">
            <a:avLst/>
          </a:prstGeom>
          <a:blipFill dpi="0" rotWithShape="1">
            <a:blip r:embed="rId2">
              <a:alphaModFix amt="9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1A160E35-A150-4232-B493-D49B5A67EE84}"/>
              </a:ext>
            </a:extLst>
          </p:cNvPr>
          <p:cNvSpPr/>
          <p:nvPr/>
        </p:nvSpPr>
        <p:spPr>
          <a:xfrm rot="10800000">
            <a:off x="0" y="-2"/>
            <a:ext cx="12192000" cy="4769223"/>
          </a:xfrm>
          <a:prstGeom prst="triangle">
            <a:avLst>
              <a:gd name="adj" fmla="val 49516"/>
            </a:avLst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B6D055-943B-436C-ADC5-57B47DE61D38}"/>
              </a:ext>
            </a:extLst>
          </p:cNvPr>
          <p:cNvSpPr txBox="1"/>
          <p:nvPr/>
        </p:nvSpPr>
        <p:spPr>
          <a:xfrm>
            <a:off x="5179358" y="1040374"/>
            <a:ext cx="22322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D2E0FB"/>
                </a:solidFill>
                <a:latin typeface="Bahnschrift Light" panose="020B0502040204020203" pitchFamily="34" charset="0"/>
                <a:ea typeface="Yu Gothic UI Semibold" panose="020B0700000000000000" pitchFamily="34" charset="-128"/>
                <a:cs typeface="Dubai" panose="020B0503030403030204" pitchFamily="34" charset="-78"/>
              </a:rPr>
              <a:t>/01</a:t>
            </a:r>
            <a:endParaRPr lang="zh-CN" altLang="en-US" sz="8800" dirty="0">
              <a:solidFill>
                <a:srgbClr val="D2E0FB"/>
              </a:solidFill>
              <a:latin typeface="Bahnschrift Light" panose="020B0502040204020203" pitchFamily="34" charset="0"/>
              <a:ea typeface="Yu Gothic UI Semibold" panose="020B0700000000000000" pitchFamily="34" charset="-128"/>
              <a:cs typeface="Dubai" panose="020B0503030403030204" pitchFamily="34" charset="-78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904EBF9-9945-4EB0-9255-A22EAB15C944}"/>
              </a:ext>
            </a:extLst>
          </p:cNvPr>
          <p:cNvSpPr/>
          <p:nvPr/>
        </p:nvSpPr>
        <p:spPr>
          <a:xfrm>
            <a:off x="1342930" y="5347609"/>
            <a:ext cx="658596" cy="658596"/>
          </a:xfrm>
          <a:prstGeom prst="ellipse">
            <a:avLst/>
          </a:prstGeom>
          <a:solidFill>
            <a:srgbClr val="8D9692">
              <a:alpha val="90000"/>
            </a:srgbClr>
          </a:solidFill>
          <a:ln w="76200">
            <a:solidFill>
              <a:srgbClr val="FFF6ED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B702A0D-0FD3-41B4-BA85-1EF14F3D1866}"/>
              </a:ext>
            </a:extLst>
          </p:cNvPr>
          <p:cNvSpPr/>
          <p:nvPr/>
        </p:nvSpPr>
        <p:spPr>
          <a:xfrm>
            <a:off x="4629306" y="4439924"/>
            <a:ext cx="658596" cy="658596"/>
          </a:xfrm>
          <a:prstGeom prst="ellipse">
            <a:avLst/>
          </a:prstGeom>
          <a:solidFill>
            <a:srgbClr val="8D9692">
              <a:alpha val="90000"/>
            </a:srgbClr>
          </a:solidFill>
          <a:ln w="76200">
            <a:solidFill>
              <a:srgbClr val="FFF6ED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98A9E8-F04C-4CF1-A4C1-D6DA36C3F1FE}"/>
              </a:ext>
            </a:extLst>
          </p:cNvPr>
          <p:cNvSpPr txBox="1"/>
          <p:nvPr/>
        </p:nvSpPr>
        <p:spPr>
          <a:xfrm>
            <a:off x="2001526" y="5596242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dirty="0"/>
              <a:t>请替换文字内容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76C1CB-7FA8-409C-870F-17FFEFC0107A}"/>
              </a:ext>
            </a:extLst>
          </p:cNvPr>
          <p:cNvSpPr txBox="1"/>
          <p:nvPr/>
        </p:nvSpPr>
        <p:spPr>
          <a:xfrm>
            <a:off x="5287902" y="4633365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dirty="0"/>
              <a:t>请替换文字内容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7111251-D050-4349-87E6-BD53056407CA}"/>
              </a:ext>
            </a:extLst>
          </p:cNvPr>
          <p:cNvSpPr/>
          <p:nvPr/>
        </p:nvSpPr>
        <p:spPr>
          <a:xfrm>
            <a:off x="8052701" y="5266944"/>
            <a:ext cx="658596" cy="658596"/>
          </a:xfrm>
          <a:prstGeom prst="ellipse">
            <a:avLst/>
          </a:prstGeom>
          <a:solidFill>
            <a:srgbClr val="8D9692">
              <a:alpha val="90000"/>
            </a:srgbClr>
          </a:solidFill>
          <a:ln w="76200">
            <a:solidFill>
              <a:srgbClr val="FFF6ED">
                <a:alpha val="9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8C17764-2EEF-44E4-9607-669925F6517B}"/>
              </a:ext>
            </a:extLst>
          </p:cNvPr>
          <p:cNvSpPr txBox="1"/>
          <p:nvPr/>
        </p:nvSpPr>
        <p:spPr>
          <a:xfrm>
            <a:off x="8711297" y="5544540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dirty="0"/>
              <a:t>请替换文字内容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1D980C-9830-4552-BF23-6DB874087A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2173" y="5839449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4" grpId="0" animBg="1"/>
      <p:bldP spid="16" grpId="0" animBg="1"/>
      <p:bldP spid="19" grpId="0"/>
      <p:bldP spid="21" grpId="0"/>
      <p:bldP spid="23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220E3AF-62C2-4DC2-81B3-D32140536A8C}"/>
              </a:ext>
            </a:extLst>
          </p:cNvPr>
          <p:cNvSpPr/>
          <p:nvPr/>
        </p:nvSpPr>
        <p:spPr>
          <a:xfrm>
            <a:off x="0" y="730622"/>
            <a:ext cx="12192001" cy="5325035"/>
          </a:xfrm>
          <a:prstGeom prst="rect">
            <a:avLst/>
          </a:prstGeom>
          <a:blipFill>
            <a:blip r:embed="rId2" cstate="screen">
              <a:alphaModFix amt="7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9276B2-989D-497A-BAD3-3E0E51B9F1C2}"/>
              </a:ext>
            </a:extLst>
          </p:cNvPr>
          <p:cNvSpPr/>
          <p:nvPr/>
        </p:nvSpPr>
        <p:spPr>
          <a:xfrm>
            <a:off x="4670614" y="735091"/>
            <a:ext cx="7521386" cy="5325035"/>
          </a:xfrm>
          <a:custGeom>
            <a:avLst/>
            <a:gdLst>
              <a:gd name="connsiteX0" fmla="*/ 0 w 2779059"/>
              <a:gd name="connsiteY0" fmla="*/ 0 h 4141694"/>
              <a:gd name="connsiteX1" fmla="*/ 2779059 w 2779059"/>
              <a:gd name="connsiteY1" fmla="*/ 0 h 4141694"/>
              <a:gd name="connsiteX2" fmla="*/ 2779059 w 2779059"/>
              <a:gd name="connsiteY2" fmla="*/ 4141694 h 4141694"/>
              <a:gd name="connsiteX3" fmla="*/ 0 w 2779059"/>
              <a:gd name="connsiteY3" fmla="*/ 4141694 h 4141694"/>
              <a:gd name="connsiteX4" fmla="*/ 0 w 2779059"/>
              <a:gd name="connsiteY4" fmla="*/ 0 h 4141694"/>
              <a:gd name="connsiteX0" fmla="*/ 941294 w 2779059"/>
              <a:gd name="connsiteY0" fmla="*/ 26894 h 4141694"/>
              <a:gd name="connsiteX1" fmla="*/ 2779059 w 2779059"/>
              <a:gd name="connsiteY1" fmla="*/ 0 h 4141694"/>
              <a:gd name="connsiteX2" fmla="*/ 2779059 w 2779059"/>
              <a:gd name="connsiteY2" fmla="*/ 4141694 h 4141694"/>
              <a:gd name="connsiteX3" fmla="*/ 0 w 2779059"/>
              <a:gd name="connsiteY3" fmla="*/ 4141694 h 4141694"/>
              <a:gd name="connsiteX4" fmla="*/ 941294 w 2779059"/>
              <a:gd name="connsiteY4" fmla="*/ 26894 h 4141694"/>
              <a:gd name="connsiteX0" fmla="*/ 1170092 w 2779059"/>
              <a:gd name="connsiteY0" fmla="*/ 0 h 4141694"/>
              <a:gd name="connsiteX1" fmla="*/ 2779059 w 2779059"/>
              <a:gd name="connsiteY1" fmla="*/ 0 h 4141694"/>
              <a:gd name="connsiteX2" fmla="*/ 2779059 w 2779059"/>
              <a:gd name="connsiteY2" fmla="*/ 4141694 h 4141694"/>
              <a:gd name="connsiteX3" fmla="*/ 0 w 2779059"/>
              <a:gd name="connsiteY3" fmla="*/ 4141694 h 4141694"/>
              <a:gd name="connsiteX4" fmla="*/ 1170092 w 2779059"/>
              <a:gd name="connsiteY4" fmla="*/ 0 h 4141694"/>
              <a:gd name="connsiteX0" fmla="*/ 1002678 w 2611645"/>
              <a:gd name="connsiteY0" fmla="*/ 0 h 4150658"/>
              <a:gd name="connsiteX1" fmla="*/ 2611645 w 2611645"/>
              <a:gd name="connsiteY1" fmla="*/ 0 h 4150658"/>
              <a:gd name="connsiteX2" fmla="*/ 2611645 w 2611645"/>
              <a:gd name="connsiteY2" fmla="*/ 4141694 h 4150658"/>
              <a:gd name="connsiteX3" fmla="*/ 0 w 2611645"/>
              <a:gd name="connsiteY3" fmla="*/ 4150658 h 4150658"/>
              <a:gd name="connsiteX4" fmla="*/ 1002678 w 2611645"/>
              <a:gd name="connsiteY4" fmla="*/ 0 h 4150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11645" h="4150658">
                <a:moveTo>
                  <a:pt x="1002678" y="0"/>
                </a:moveTo>
                <a:lnTo>
                  <a:pt x="2611645" y="0"/>
                </a:lnTo>
                <a:lnTo>
                  <a:pt x="2611645" y="4141694"/>
                </a:lnTo>
                <a:lnTo>
                  <a:pt x="0" y="4150658"/>
                </a:lnTo>
                <a:lnTo>
                  <a:pt x="1002678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solidFill>
              <a:srgbClr val="4768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56B643E7-83A4-4C55-A7A0-011F84E50C37}"/>
              </a:ext>
            </a:extLst>
          </p:cNvPr>
          <p:cNvSpPr/>
          <p:nvPr/>
        </p:nvSpPr>
        <p:spPr>
          <a:xfrm>
            <a:off x="5602942" y="0"/>
            <a:ext cx="1174376" cy="1614523"/>
          </a:xfrm>
          <a:prstGeom prst="parallelogram">
            <a:avLst>
              <a:gd name="adj" fmla="val 65976"/>
            </a:avLst>
          </a:prstGeom>
          <a:solidFill>
            <a:srgbClr val="5DA4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平行四边形 19">
            <a:extLst>
              <a:ext uri="{FF2B5EF4-FFF2-40B4-BE49-F238E27FC236}">
                <a16:creationId xmlns:a16="http://schemas.microsoft.com/office/drawing/2014/main" id="{0E87766B-EE0C-42AA-AE6A-113D4DB835E7}"/>
              </a:ext>
            </a:extLst>
          </p:cNvPr>
          <p:cNvSpPr/>
          <p:nvPr/>
        </p:nvSpPr>
        <p:spPr>
          <a:xfrm>
            <a:off x="4911432" y="5567726"/>
            <a:ext cx="1068027" cy="1290274"/>
          </a:xfrm>
          <a:prstGeom prst="parallelogram">
            <a:avLst>
              <a:gd name="adj" fmla="val 65976"/>
            </a:avLst>
          </a:prstGeom>
          <a:solidFill>
            <a:srgbClr val="47686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1" name="图示 20">
            <a:extLst>
              <a:ext uri="{FF2B5EF4-FFF2-40B4-BE49-F238E27FC236}">
                <a16:creationId xmlns:a16="http://schemas.microsoft.com/office/drawing/2014/main" id="{B4CD2E1C-7451-42C0-A944-9953AA31F7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683855"/>
              </p:ext>
            </p:extLst>
          </p:nvPr>
        </p:nvGraphicFramePr>
        <p:xfrm>
          <a:off x="7303248" y="1463232"/>
          <a:ext cx="5023224" cy="3348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5157DF9-4D35-4863-9D0F-EA334FD02B8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6828" y="-25338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0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20" grpId="0" animBg="1"/>
      <p:bldGraphic spid="21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alphaModFix amt="9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EC2108E-2C8E-4020-AC46-C873F0BB57E1}"/>
              </a:ext>
            </a:extLst>
          </p:cNvPr>
          <p:cNvSpPr/>
          <p:nvPr/>
        </p:nvSpPr>
        <p:spPr>
          <a:xfrm>
            <a:off x="770964" y="1091215"/>
            <a:ext cx="10685931" cy="514350"/>
          </a:xfrm>
          <a:prstGeom prst="rect">
            <a:avLst/>
          </a:prstGeom>
          <a:solidFill>
            <a:srgbClr val="8D9564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B78B6D-B4E8-4078-9300-678BAEB052B9}"/>
              </a:ext>
            </a:extLst>
          </p:cNvPr>
          <p:cNvSpPr/>
          <p:nvPr/>
        </p:nvSpPr>
        <p:spPr>
          <a:xfrm>
            <a:off x="770964" y="1607344"/>
            <a:ext cx="2689412" cy="415944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61869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81439E-DC2E-4BB8-94E4-69A031893735}"/>
              </a:ext>
            </a:extLst>
          </p:cNvPr>
          <p:cNvSpPr/>
          <p:nvPr/>
        </p:nvSpPr>
        <p:spPr>
          <a:xfrm>
            <a:off x="3462399" y="1607344"/>
            <a:ext cx="2689412" cy="415944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61869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0561A4-48A9-4DBD-AF24-65C010AFCC8C}"/>
              </a:ext>
            </a:extLst>
          </p:cNvPr>
          <p:cNvSpPr/>
          <p:nvPr/>
        </p:nvSpPr>
        <p:spPr>
          <a:xfrm>
            <a:off x="6149788" y="1607343"/>
            <a:ext cx="2689412" cy="415944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61869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8CCE0A-1E56-4237-9057-8A6289DA7BD9}"/>
              </a:ext>
            </a:extLst>
          </p:cNvPr>
          <p:cNvSpPr/>
          <p:nvPr/>
        </p:nvSpPr>
        <p:spPr>
          <a:xfrm>
            <a:off x="8839200" y="1607342"/>
            <a:ext cx="2617695" cy="415944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61869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形 2" descr="校舍">
            <a:extLst>
              <a:ext uri="{FF2B5EF4-FFF2-40B4-BE49-F238E27FC236}">
                <a16:creationId xmlns:a16="http://schemas.microsoft.com/office/drawing/2014/main" id="{7ACDA2C1-1122-4248-9465-00EE444DAE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8458" y="1514984"/>
            <a:ext cx="654424" cy="654424"/>
          </a:xfrm>
          <a:prstGeom prst="rect">
            <a:avLst/>
          </a:prstGeom>
        </p:spPr>
      </p:pic>
      <p:pic>
        <p:nvPicPr>
          <p:cNvPr id="4" name="图形 3" descr="校舍">
            <a:extLst>
              <a:ext uri="{FF2B5EF4-FFF2-40B4-BE49-F238E27FC236}">
                <a16:creationId xmlns:a16="http://schemas.microsoft.com/office/drawing/2014/main" id="{41ADB424-7727-4284-9180-0D2958F7D0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7870" y="1496512"/>
            <a:ext cx="654424" cy="654424"/>
          </a:xfrm>
          <a:prstGeom prst="rect">
            <a:avLst/>
          </a:prstGeom>
        </p:spPr>
      </p:pic>
      <p:pic>
        <p:nvPicPr>
          <p:cNvPr id="5" name="图形 4" descr="校舍">
            <a:extLst>
              <a:ext uri="{FF2B5EF4-FFF2-40B4-BE49-F238E27FC236}">
                <a16:creationId xmlns:a16="http://schemas.microsoft.com/office/drawing/2014/main" id="{7790FB04-1F2F-440F-BBA8-E055F07B380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2798" y="1514984"/>
            <a:ext cx="654424" cy="654424"/>
          </a:xfrm>
          <a:prstGeom prst="rect">
            <a:avLst/>
          </a:prstGeom>
        </p:spPr>
      </p:pic>
      <p:pic>
        <p:nvPicPr>
          <p:cNvPr id="6" name="图形 5" descr="校舍">
            <a:extLst>
              <a:ext uri="{FF2B5EF4-FFF2-40B4-BE49-F238E27FC236}">
                <a16:creationId xmlns:a16="http://schemas.microsoft.com/office/drawing/2014/main" id="{D00774DE-0AFB-404A-B691-5775CC920C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976" y="1514984"/>
            <a:ext cx="654424" cy="6544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909C7C-2A61-4682-97DB-829F7313691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102" y="-249949"/>
            <a:ext cx="3907654" cy="123701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526A230-391C-4673-A661-A3F91101D16B}"/>
              </a:ext>
            </a:extLst>
          </p:cNvPr>
          <p:cNvSpPr txBox="1"/>
          <p:nvPr/>
        </p:nvSpPr>
        <p:spPr>
          <a:xfrm>
            <a:off x="6315414" y="2169408"/>
            <a:ext cx="234919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DC95AE-7C50-47D6-92ED-7BCE729E45D3}"/>
              </a:ext>
            </a:extLst>
          </p:cNvPr>
          <p:cNvSpPr txBox="1"/>
          <p:nvPr/>
        </p:nvSpPr>
        <p:spPr>
          <a:xfrm>
            <a:off x="3630486" y="2169408"/>
            <a:ext cx="234919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75065F-312F-49C0-8FA7-00995FA6C170}"/>
              </a:ext>
            </a:extLst>
          </p:cNvPr>
          <p:cNvSpPr txBox="1"/>
          <p:nvPr/>
        </p:nvSpPr>
        <p:spPr>
          <a:xfrm>
            <a:off x="938613" y="2170926"/>
            <a:ext cx="234919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9A3675-4BC7-4224-95A3-E8FB75616A12}"/>
              </a:ext>
            </a:extLst>
          </p:cNvPr>
          <p:cNvSpPr txBox="1"/>
          <p:nvPr/>
        </p:nvSpPr>
        <p:spPr>
          <a:xfrm>
            <a:off x="8937592" y="2179310"/>
            <a:ext cx="234919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en-US" altLang="zh-CN" sz="2400" dirty="0">
              <a:solidFill>
                <a:srgbClr val="8D9564"/>
              </a:solidFill>
            </a:endParaRP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r>
              <a:rPr lang="zh-CN" altLang="en-US" sz="2400" dirty="0">
                <a:solidFill>
                  <a:srgbClr val="8D9564"/>
                </a:solidFill>
              </a:rPr>
              <a:t>请替换文字内容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270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2" grpId="0" animBg="1"/>
      <p:bldP spid="24" grpId="0" animBg="1"/>
      <p:bldP spid="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9C3A4CE-71F4-4D9A-BD21-214CA9253C6D}"/>
              </a:ext>
            </a:extLst>
          </p:cNvPr>
          <p:cNvSpPr/>
          <p:nvPr/>
        </p:nvSpPr>
        <p:spPr>
          <a:xfrm>
            <a:off x="0" y="657129"/>
            <a:ext cx="12192000" cy="4757553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2B0A62-2BE2-48FE-B1D5-23767A93BF0A}"/>
              </a:ext>
            </a:extLst>
          </p:cNvPr>
          <p:cNvSpPr/>
          <p:nvPr/>
        </p:nvSpPr>
        <p:spPr>
          <a:xfrm>
            <a:off x="7534836" y="0"/>
            <a:ext cx="2940423" cy="492162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 descr="郊区场景">
            <a:extLst>
              <a:ext uri="{FF2B5EF4-FFF2-40B4-BE49-F238E27FC236}">
                <a16:creationId xmlns:a16="http://schemas.microsoft.com/office/drawing/2014/main" id="{69AD14AF-0197-48F9-9916-9778648A4A8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4155" y="2218764"/>
            <a:ext cx="468868" cy="4688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FCEA85E-B078-4ADE-A340-38B1460C4280}"/>
              </a:ext>
            </a:extLst>
          </p:cNvPr>
          <p:cNvSpPr txBox="1"/>
          <p:nvPr/>
        </p:nvSpPr>
        <p:spPr>
          <a:xfrm>
            <a:off x="8590430" y="772214"/>
            <a:ext cx="1828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35221D"/>
                </a:solidFill>
                <a:latin typeface="Bahnschrift Light" panose="020B0502040204020203" pitchFamily="34" charset="0"/>
              </a:rPr>
              <a:t>/02</a:t>
            </a:r>
            <a:endParaRPr lang="zh-CN" altLang="en-US" sz="8800" dirty="0">
              <a:solidFill>
                <a:srgbClr val="35221D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7" name="图形 6" descr="郊区场景">
            <a:extLst>
              <a:ext uri="{FF2B5EF4-FFF2-40B4-BE49-F238E27FC236}">
                <a16:creationId xmlns:a16="http://schemas.microsoft.com/office/drawing/2014/main" id="{3BF88B39-60CC-4E37-B779-9136101AA5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4155" y="3110327"/>
            <a:ext cx="468868" cy="468868"/>
          </a:xfrm>
          <a:prstGeom prst="rect">
            <a:avLst/>
          </a:prstGeom>
        </p:spPr>
      </p:pic>
      <p:pic>
        <p:nvPicPr>
          <p:cNvPr id="10" name="图形 9" descr="郊区场景">
            <a:extLst>
              <a:ext uri="{FF2B5EF4-FFF2-40B4-BE49-F238E27FC236}">
                <a16:creationId xmlns:a16="http://schemas.microsoft.com/office/drawing/2014/main" id="{5BA093FE-141A-467F-AC4E-0CC7CBF71D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4155" y="3999667"/>
            <a:ext cx="468868" cy="46886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654C9CF-F69A-4C5E-8371-91F4A34AEB1D}"/>
              </a:ext>
            </a:extLst>
          </p:cNvPr>
          <p:cNvSpPr txBox="1"/>
          <p:nvPr/>
        </p:nvSpPr>
        <p:spPr>
          <a:xfrm>
            <a:off x="8292353" y="226853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337C2A-8C92-457D-BFB3-E0E70FA4C7D7}"/>
              </a:ext>
            </a:extLst>
          </p:cNvPr>
          <p:cNvSpPr txBox="1"/>
          <p:nvPr/>
        </p:nvSpPr>
        <p:spPr>
          <a:xfrm>
            <a:off x="8292353" y="316009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F99039-D701-4A0A-90A3-071986919073}"/>
              </a:ext>
            </a:extLst>
          </p:cNvPr>
          <p:cNvSpPr txBox="1"/>
          <p:nvPr/>
        </p:nvSpPr>
        <p:spPr>
          <a:xfrm>
            <a:off x="8285630" y="4049435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4773A35-4B70-499A-93D1-97762B853BD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9412" y="551876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481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AE7B773D-B43F-4144-BBB7-CE5714465B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1069866"/>
              </p:ext>
            </p:extLst>
          </p:nvPr>
        </p:nvGraphicFramePr>
        <p:xfrm>
          <a:off x="0" y="251012"/>
          <a:ext cx="7524377" cy="6355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86C6D04-76B4-457B-8F5A-6F493596DD0A}"/>
              </a:ext>
            </a:extLst>
          </p:cNvPr>
          <p:cNvSpPr/>
          <p:nvPr/>
        </p:nvSpPr>
        <p:spPr>
          <a:xfrm>
            <a:off x="7754471" y="1461246"/>
            <a:ext cx="4261224" cy="4261224"/>
          </a:xfrm>
          <a:prstGeom prst="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E378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22EFAB-4064-4885-A91E-AE27A0631CB3}"/>
              </a:ext>
            </a:extLst>
          </p:cNvPr>
          <p:cNvSpPr txBox="1"/>
          <p:nvPr/>
        </p:nvSpPr>
        <p:spPr>
          <a:xfrm>
            <a:off x="5534959" y="2945527"/>
            <a:ext cx="1122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在此处添加文本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78B226-B909-4006-9C9A-8ACF115A76E0}"/>
              </a:ext>
            </a:extLst>
          </p:cNvPr>
          <p:cNvSpPr txBox="1"/>
          <p:nvPr/>
        </p:nvSpPr>
        <p:spPr>
          <a:xfrm>
            <a:off x="3061260" y="2945527"/>
            <a:ext cx="1122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在此处添加文本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EB9890-AE79-401E-B76F-91CD79441C47}"/>
              </a:ext>
            </a:extLst>
          </p:cNvPr>
          <p:cNvSpPr txBox="1"/>
          <p:nvPr/>
        </p:nvSpPr>
        <p:spPr>
          <a:xfrm>
            <a:off x="702329" y="2945526"/>
            <a:ext cx="1122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在此处添加文本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830D6D-6392-48C6-91C0-08B4396CE80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6828" y="-25338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0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cover/>
      </p:transition>
    </mc:Choice>
    <mc:Fallback xmlns="">
      <p:transition spd="slow">
        <p:cov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2" grpId="0"/>
      <p:bldP spid="3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AD3A2DE-3F2F-4035-8A99-FDCC05201FEB}"/>
              </a:ext>
            </a:extLst>
          </p:cNvPr>
          <p:cNvGrpSpPr/>
          <p:nvPr/>
        </p:nvGrpSpPr>
        <p:grpSpPr>
          <a:xfrm>
            <a:off x="3273708" y="686924"/>
            <a:ext cx="4943650" cy="5349491"/>
            <a:chOff x="3363356" y="471771"/>
            <a:chExt cx="4943650" cy="5349491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2502F0F-1F9C-4C46-8593-07FAB7FE8526}"/>
                </a:ext>
              </a:extLst>
            </p:cNvPr>
            <p:cNvSpPr/>
            <p:nvPr/>
          </p:nvSpPr>
          <p:spPr>
            <a:xfrm>
              <a:off x="3632299" y="3385299"/>
              <a:ext cx="2043953" cy="2043953"/>
            </a:xfrm>
            <a:prstGeom prst="ellipse">
              <a:avLst/>
            </a:prstGeom>
            <a:noFill/>
            <a:ln>
              <a:solidFill>
                <a:srgbClr val="150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9EB8DC9-4572-4CD1-8F10-5268B2D0A0D4}"/>
                </a:ext>
              </a:extLst>
            </p:cNvPr>
            <p:cNvSpPr/>
            <p:nvPr/>
          </p:nvSpPr>
          <p:spPr>
            <a:xfrm>
              <a:off x="5192158" y="471771"/>
              <a:ext cx="2537012" cy="2537012"/>
            </a:xfrm>
            <a:prstGeom prst="ellipse">
              <a:avLst/>
            </a:prstGeom>
            <a:noFill/>
            <a:ln>
              <a:solidFill>
                <a:srgbClr val="5665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A867A42B-1ACD-4E07-ADAE-64B599A1E5B2}"/>
                </a:ext>
              </a:extLst>
            </p:cNvPr>
            <p:cNvSpPr/>
            <p:nvPr/>
          </p:nvSpPr>
          <p:spPr>
            <a:xfrm>
              <a:off x="6357570" y="3997977"/>
              <a:ext cx="1823285" cy="1823285"/>
            </a:xfrm>
            <a:prstGeom prst="ellipse">
              <a:avLst/>
            </a:prstGeom>
            <a:solidFill>
              <a:srgbClr val="E276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0B2D225-B421-46F0-AE29-F673D0A8CD2A}"/>
                </a:ext>
              </a:extLst>
            </p:cNvPr>
            <p:cNvSpPr/>
            <p:nvPr/>
          </p:nvSpPr>
          <p:spPr>
            <a:xfrm>
              <a:off x="4313617" y="1610286"/>
              <a:ext cx="3993389" cy="3818966"/>
            </a:xfrm>
            <a:prstGeom prst="ellipse">
              <a:avLst/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254000"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D5EB6387-B8A3-4A85-BB40-3BC3CF66C09D}"/>
                </a:ext>
              </a:extLst>
            </p:cNvPr>
            <p:cNvSpPr/>
            <p:nvPr/>
          </p:nvSpPr>
          <p:spPr>
            <a:xfrm>
              <a:off x="4119526" y="1428748"/>
              <a:ext cx="814248" cy="814248"/>
            </a:xfrm>
            <a:prstGeom prst="ellipse">
              <a:avLst/>
            </a:prstGeom>
            <a:solidFill>
              <a:srgbClr val="3B39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166E58D-02E5-4D9B-B4CD-67B7DD69C883}"/>
                </a:ext>
              </a:extLst>
            </p:cNvPr>
            <p:cNvSpPr/>
            <p:nvPr/>
          </p:nvSpPr>
          <p:spPr>
            <a:xfrm>
              <a:off x="3363356" y="4425205"/>
              <a:ext cx="717177" cy="717177"/>
            </a:xfrm>
            <a:prstGeom prst="ellipse">
              <a:avLst/>
            </a:prstGeom>
            <a:solidFill>
              <a:srgbClr val="AF8154"/>
            </a:solidFill>
            <a:ln w="76200"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泪滴形 5">
            <a:extLst>
              <a:ext uri="{FF2B5EF4-FFF2-40B4-BE49-F238E27FC236}">
                <a16:creationId xmlns:a16="http://schemas.microsoft.com/office/drawing/2014/main" id="{74B1CA63-2243-4CFB-896B-7D6A9922AD98}"/>
              </a:ext>
            </a:extLst>
          </p:cNvPr>
          <p:cNvSpPr/>
          <p:nvPr/>
        </p:nvSpPr>
        <p:spPr>
          <a:xfrm>
            <a:off x="358588" y="4063897"/>
            <a:ext cx="2744793" cy="2744793"/>
          </a:xfrm>
          <a:prstGeom prst="teardrop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泪滴形 7">
            <a:extLst>
              <a:ext uri="{FF2B5EF4-FFF2-40B4-BE49-F238E27FC236}">
                <a16:creationId xmlns:a16="http://schemas.microsoft.com/office/drawing/2014/main" id="{804A1D72-4F6F-4A30-8DBA-883772820B7A}"/>
              </a:ext>
            </a:extLst>
          </p:cNvPr>
          <p:cNvSpPr/>
          <p:nvPr/>
        </p:nvSpPr>
        <p:spPr>
          <a:xfrm rot="5400000">
            <a:off x="362518" y="264783"/>
            <a:ext cx="2744793" cy="2744793"/>
          </a:xfrm>
          <a:prstGeom prst="teardrop">
            <a:avLst/>
          </a:prstGeom>
          <a:solidFill>
            <a:schemeClr val="accent2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泪滴形 12">
            <a:extLst>
              <a:ext uri="{FF2B5EF4-FFF2-40B4-BE49-F238E27FC236}">
                <a16:creationId xmlns:a16="http://schemas.microsoft.com/office/drawing/2014/main" id="{C6E1AE24-7326-45FF-AB38-F4A269F46D74}"/>
              </a:ext>
            </a:extLst>
          </p:cNvPr>
          <p:cNvSpPr/>
          <p:nvPr/>
        </p:nvSpPr>
        <p:spPr>
          <a:xfrm rot="16200000" flipH="1">
            <a:off x="9084689" y="264782"/>
            <a:ext cx="2744793" cy="2744793"/>
          </a:xfrm>
          <a:prstGeom prst="teardrop">
            <a:avLst/>
          </a:prstGeom>
          <a:solidFill>
            <a:schemeClr val="accent2">
              <a:lumMod val="40000"/>
              <a:lumOff val="6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>
            <a:extLst>
              <a:ext uri="{FF2B5EF4-FFF2-40B4-BE49-F238E27FC236}">
                <a16:creationId xmlns:a16="http://schemas.microsoft.com/office/drawing/2014/main" id="{46613EEA-F67D-45FD-BFFE-66D8274D8800}"/>
              </a:ext>
            </a:extLst>
          </p:cNvPr>
          <p:cNvSpPr/>
          <p:nvPr/>
        </p:nvSpPr>
        <p:spPr>
          <a:xfrm rot="5400000" flipH="1" flipV="1">
            <a:off x="9084689" y="3985138"/>
            <a:ext cx="2744793" cy="2744793"/>
          </a:xfrm>
          <a:prstGeom prst="teardrop">
            <a:avLst/>
          </a:prstGeom>
          <a:solidFill>
            <a:schemeClr val="accent2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E663C8-6320-41EE-8CA5-995F9A9DAFD0}"/>
              </a:ext>
            </a:extLst>
          </p:cNvPr>
          <p:cNvSpPr txBox="1"/>
          <p:nvPr/>
        </p:nvSpPr>
        <p:spPr>
          <a:xfrm>
            <a:off x="2649723" y="2240134"/>
            <a:ext cx="512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Bahnschrift" panose="020B0502040204020203" pitchFamily="34" charset="0"/>
              </a:rPr>
              <a:t>1.</a:t>
            </a:r>
            <a:endParaRPr lang="zh-CN" altLang="en-US" sz="4400" dirty="0">
              <a:latin typeface="Bahnschrift" panose="020B0502040204020203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40906D-20E2-4DB1-A49F-09ABBD3FC0BE}"/>
              </a:ext>
            </a:extLst>
          </p:cNvPr>
          <p:cNvSpPr txBox="1"/>
          <p:nvPr/>
        </p:nvSpPr>
        <p:spPr>
          <a:xfrm>
            <a:off x="9139925" y="2240133"/>
            <a:ext cx="512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Bahnschrift" panose="020B0502040204020203" pitchFamily="34" charset="0"/>
              </a:rPr>
              <a:t>2.</a:t>
            </a:r>
            <a:endParaRPr lang="zh-CN" altLang="en-US" sz="4400" dirty="0">
              <a:latin typeface="Bahnschrift" panose="020B0502040204020203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99E6526-1733-4127-929E-B2120A02BAB2}"/>
              </a:ext>
            </a:extLst>
          </p:cNvPr>
          <p:cNvSpPr txBox="1"/>
          <p:nvPr/>
        </p:nvSpPr>
        <p:spPr>
          <a:xfrm>
            <a:off x="9139925" y="3985137"/>
            <a:ext cx="512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Bahnschrift" panose="020B0502040204020203" pitchFamily="34" charset="0"/>
              </a:rPr>
              <a:t>3.</a:t>
            </a:r>
            <a:endParaRPr lang="zh-CN" altLang="en-US" sz="4400" dirty="0">
              <a:latin typeface="Bahnschrift" panose="020B0502040204020203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4B27105-2AFB-46F2-AF6D-DD94B259DD8A}"/>
              </a:ext>
            </a:extLst>
          </p:cNvPr>
          <p:cNvSpPr txBox="1"/>
          <p:nvPr/>
        </p:nvSpPr>
        <p:spPr>
          <a:xfrm>
            <a:off x="2541249" y="3985137"/>
            <a:ext cx="512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Bahnschrift" panose="020B0502040204020203" pitchFamily="34" charset="0"/>
              </a:rPr>
              <a:t>4.</a:t>
            </a:r>
            <a:endParaRPr lang="zh-CN" altLang="en-US" sz="4400" dirty="0">
              <a:latin typeface="Bahnschrift" panose="020B05020402040202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53623A-7747-4202-8B87-D8458A64EB8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3553" y="5825943"/>
            <a:ext cx="3907654" cy="12370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C216149-662F-45D5-8BBF-2D4F89D9A8BE}"/>
              </a:ext>
            </a:extLst>
          </p:cNvPr>
          <p:cNvSpPr txBox="1"/>
          <p:nvPr/>
        </p:nvSpPr>
        <p:spPr>
          <a:xfrm>
            <a:off x="795454" y="1003610"/>
            <a:ext cx="1854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5A90DA-A1FF-4F32-B969-3464DB04CCA6}"/>
              </a:ext>
            </a:extLst>
          </p:cNvPr>
          <p:cNvSpPr txBox="1"/>
          <p:nvPr/>
        </p:nvSpPr>
        <p:spPr>
          <a:xfrm>
            <a:off x="9396337" y="1062756"/>
            <a:ext cx="1854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A297EA-6AAD-4DAF-9288-0DFA8D60C24B}"/>
              </a:ext>
            </a:extLst>
          </p:cNvPr>
          <p:cNvSpPr txBox="1"/>
          <p:nvPr/>
        </p:nvSpPr>
        <p:spPr>
          <a:xfrm>
            <a:off x="9650751" y="4369857"/>
            <a:ext cx="1854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CDEB428-38A6-4DAA-B36A-30D6057F57EC}"/>
              </a:ext>
            </a:extLst>
          </p:cNvPr>
          <p:cNvSpPr txBox="1"/>
          <p:nvPr/>
        </p:nvSpPr>
        <p:spPr>
          <a:xfrm>
            <a:off x="888728" y="4369857"/>
            <a:ext cx="18542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5221D"/>
                </a:solidFill>
              </a:rPr>
              <a:t>请替换文字内容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79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3" grpId="0" animBg="1"/>
      <p:bldP spid="19" grpId="0" animBg="1"/>
      <p:bldP spid="20" grpId="0"/>
      <p:bldP spid="22" grpId="0"/>
      <p:bldP spid="24" grpId="0"/>
      <p:bldP spid="26" grpId="0"/>
      <p:bldP spid="4" grpId="0"/>
      <p:bldP spid="21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26E60282-2795-4384-9C29-397E647FDA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889884"/>
              </p:ext>
            </p:extLst>
          </p:nvPr>
        </p:nvGraphicFramePr>
        <p:xfrm>
          <a:off x="1362635" y="480856"/>
          <a:ext cx="10204450" cy="5896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7ED7BEE-44B9-4C60-970E-4707110204AC}"/>
              </a:ext>
            </a:extLst>
          </p:cNvPr>
          <p:cNvSpPr/>
          <p:nvPr/>
        </p:nvSpPr>
        <p:spPr>
          <a:xfrm>
            <a:off x="1471517" y="4670609"/>
            <a:ext cx="2351367" cy="161364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B3E097-9193-4DC0-9AD8-0DF15FA50478}"/>
              </a:ext>
            </a:extLst>
          </p:cNvPr>
          <p:cNvSpPr/>
          <p:nvPr/>
        </p:nvSpPr>
        <p:spPr>
          <a:xfrm>
            <a:off x="7709646" y="995083"/>
            <a:ext cx="2862355" cy="1084729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请替换文字内容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1AAFB9-D9DE-4FDF-8D24-9DA9B074C87A}"/>
              </a:ext>
            </a:extLst>
          </p:cNvPr>
          <p:cNvSpPr txBox="1"/>
          <p:nvPr/>
        </p:nvSpPr>
        <p:spPr>
          <a:xfrm>
            <a:off x="1489447" y="4697504"/>
            <a:ext cx="20977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B2644E"/>
                </a:solidFill>
                <a:latin typeface="Bahnschrift Light" panose="020B0502040204020203" pitchFamily="34" charset="0"/>
              </a:rPr>
              <a:t>/03</a:t>
            </a:r>
            <a:endParaRPr lang="zh-CN" altLang="en-US" sz="8800" dirty="0">
              <a:solidFill>
                <a:srgbClr val="B2644E"/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6BFEBC-0FB1-4395-8DF8-A430D216EB0F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0823" y="-357457"/>
            <a:ext cx="3907654" cy="12370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C9CAE11-283F-4E00-B3C8-625D7AE2505F}"/>
              </a:ext>
            </a:extLst>
          </p:cNvPr>
          <p:cNvSpPr txBox="1"/>
          <p:nvPr/>
        </p:nvSpPr>
        <p:spPr>
          <a:xfrm>
            <a:off x="7404411" y="2289554"/>
            <a:ext cx="2921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请替换文字内容</a:t>
            </a:r>
            <a:endParaRPr lang="en-US" altLang="zh-CN" dirty="0"/>
          </a:p>
          <a:p>
            <a:r>
              <a:rPr lang="zh-CN" altLang="en-US" dirty="0"/>
              <a:t>请替换文字内容</a:t>
            </a:r>
          </a:p>
          <a:p>
            <a:r>
              <a:rPr lang="zh-CN" altLang="en-US" dirty="0"/>
              <a:t>请替换文字内容</a:t>
            </a:r>
          </a:p>
          <a:p>
            <a:r>
              <a:rPr lang="zh-CN" altLang="en-US" dirty="0"/>
              <a:t>请替换文字内容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023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alphaModFix amt="9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5995361-43E8-4F6B-BD23-9C9266A39C60}"/>
              </a:ext>
            </a:extLst>
          </p:cNvPr>
          <p:cNvSpPr/>
          <p:nvPr/>
        </p:nvSpPr>
        <p:spPr>
          <a:xfrm>
            <a:off x="-9628094" y="-6858000"/>
            <a:ext cx="10892117" cy="6858000"/>
          </a:xfrm>
          <a:custGeom>
            <a:avLst/>
            <a:gdLst>
              <a:gd name="connsiteX0" fmla="*/ 0 w 9681882"/>
              <a:gd name="connsiteY0" fmla="*/ 0 h 6176682"/>
              <a:gd name="connsiteX1" fmla="*/ 9681882 w 9681882"/>
              <a:gd name="connsiteY1" fmla="*/ 0 h 6176682"/>
              <a:gd name="connsiteX2" fmla="*/ 9681882 w 9681882"/>
              <a:gd name="connsiteY2" fmla="*/ 6176682 h 6176682"/>
              <a:gd name="connsiteX3" fmla="*/ 0 w 9681882"/>
              <a:gd name="connsiteY3" fmla="*/ 6176682 h 6176682"/>
              <a:gd name="connsiteX4" fmla="*/ 0 w 9681882"/>
              <a:gd name="connsiteY4" fmla="*/ 0 h 6176682"/>
              <a:gd name="connsiteX0" fmla="*/ 0 w 10927976"/>
              <a:gd name="connsiteY0" fmla="*/ 0 h 6822141"/>
              <a:gd name="connsiteX1" fmla="*/ 9681882 w 10927976"/>
              <a:gd name="connsiteY1" fmla="*/ 0 h 6822141"/>
              <a:gd name="connsiteX2" fmla="*/ 10927976 w 10927976"/>
              <a:gd name="connsiteY2" fmla="*/ 6822141 h 6822141"/>
              <a:gd name="connsiteX3" fmla="*/ 0 w 10927976"/>
              <a:gd name="connsiteY3" fmla="*/ 6176682 h 6822141"/>
              <a:gd name="connsiteX4" fmla="*/ 0 w 10927976"/>
              <a:gd name="connsiteY4" fmla="*/ 0 h 6822141"/>
              <a:gd name="connsiteX0" fmla="*/ 0 w 10927976"/>
              <a:gd name="connsiteY0" fmla="*/ 0 h 6822141"/>
              <a:gd name="connsiteX1" fmla="*/ 10919011 w 10927976"/>
              <a:gd name="connsiteY1" fmla="*/ 6194612 h 6822141"/>
              <a:gd name="connsiteX2" fmla="*/ 10927976 w 10927976"/>
              <a:gd name="connsiteY2" fmla="*/ 6822141 h 6822141"/>
              <a:gd name="connsiteX3" fmla="*/ 0 w 10927976"/>
              <a:gd name="connsiteY3" fmla="*/ 6176682 h 6822141"/>
              <a:gd name="connsiteX4" fmla="*/ 0 w 10927976"/>
              <a:gd name="connsiteY4" fmla="*/ 0 h 6822141"/>
              <a:gd name="connsiteX0" fmla="*/ 0 w 10927976"/>
              <a:gd name="connsiteY0" fmla="*/ 0 h 6840070"/>
              <a:gd name="connsiteX1" fmla="*/ 10919011 w 10927976"/>
              <a:gd name="connsiteY1" fmla="*/ 6194612 h 6840070"/>
              <a:gd name="connsiteX2" fmla="*/ 10927976 w 10927976"/>
              <a:gd name="connsiteY2" fmla="*/ 6822141 h 6840070"/>
              <a:gd name="connsiteX3" fmla="*/ 10408023 w 10927976"/>
              <a:gd name="connsiteY3" fmla="*/ 6840070 h 6840070"/>
              <a:gd name="connsiteX4" fmla="*/ 0 w 10927976"/>
              <a:gd name="connsiteY4" fmla="*/ 0 h 6840070"/>
              <a:gd name="connsiteX0" fmla="*/ 0 w 10927976"/>
              <a:gd name="connsiteY0" fmla="*/ 0 h 6840070"/>
              <a:gd name="connsiteX1" fmla="*/ 10919011 w 10927976"/>
              <a:gd name="connsiteY1" fmla="*/ 6194612 h 6840070"/>
              <a:gd name="connsiteX2" fmla="*/ 10927976 w 10927976"/>
              <a:gd name="connsiteY2" fmla="*/ 6822141 h 6840070"/>
              <a:gd name="connsiteX3" fmla="*/ 10219764 w 10927976"/>
              <a:gd name="connsiteY3" fmla="*/ 6840070 h 6840070"/>
              <a:gd name="connsiteX4" fmla="*/ 0 w 10927976"/>
              <a:gd name="connsiteY4" fmla="*/ 0 h 6840070"/>
              <a:gd name="connsiteX0" fmla="*/ 0 w 10883152"/>
              <a:gd name="connsiteY0" fmla="*/ 0 h 6858000"/>
              <a:gd name="connsiteX1" fmla="*/ 10874187 w 10883152"/>
              <a:gd name="connsiteY1" fmla="*/ 6212542 h 6858000"/>
              <a:gd name="connsiteX2" fmla="*/ 10883152 w 10883152"/>
              <a:gd name="connsiteY2" fmla="*/ 6840071 h 6858000"/>
              <a:gd name="connsiteX3" fmla="*/ 10174940 w 10883152"/>
              <a:gd name="connsiteY3" fmla="*/ 6858000 h 6858000"/>
              <a:gd name="connsiteX4" fmla="*/ 0 w 1088315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83152" h="6858000">
                <a:moveTo>
                  <a:pt x="0" y="0"/>
                </a:moveTo>
                <a:lnTo>
                  <a:pt x="10874187" y="6212542"/>
                </a:lnTo>
                <a:lnTo>
                  <a:pt x="10883152" y="6840071"/>
                </a:lnTo>
                <a:lnTo>
                  <a:pt x="1017494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4D22D015-C657-4FCF-BE07-8F6DC254AB66}"/>
              </a:ext>
            </a:extLst>
          </p:cNvPr>
          <p:cNvSpPr/>
          <p:nvPr/>
        </p:nvSpPr>
        <p:spPr>
          <a:xfrm>
            <a:off x="10345270" y="4912660"/>
            <a:ext cx="833718" cy="833718"/>
          </a:xfrm>
          <a:prstGeom prst="ellipse">
            <a:avLst/>
          </a:prstGeom>
          <a:solidFill>
            <a:srgbClr val="4D3E37"/>
          </a:solidFill>
          <a:ln w="203200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DB981F7-DA03-4B09-BA55-E9464F75D074}"/>
              </a:ext>
            </a:extLst>
          </p:cNvPr>
          <p:cNvSpPr/>
          <p:nvPr/>
        </p:nvSpPr>
        <p:spPr>
          <a:xfrm>
            <a:off x="7458635" y="3285565"/>
            <a:ext cx="663388" cy="663388"/>
          </a:xfrm>
          <a:prstGeom prst="ellipse">
            <a:avLst/>
          </a:prstGeom>
          <a:solidFill>
            <a:srgbClr val="4D3E37"/>
          </a:solidFill>
          <a:ln w="203200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E97AB032-D140-467A-8518-0EDB325E37A0}"/>
              </a:ext>
            </a:extLst>
          </p:cNvPr>
          <p:cNvSpPr/>
          <p:nvPr/>
        </p:nvSpPr>
        <p:spPr>
          <a:xfrm>
            <a:off x="4917140" y="1761565"/>
            <a:ext cx="524435" cy="524435"/>
          </a:xfrm>
          <a:prstGeom prst="ellipse">
            <a:avLst/>
          </a:prstGeom>
          <a:solidFill>
            <a:srgbClr val="4D3E37"/>
          </a:solidFill>
          <a:ln w="203200">
            <a:solidFill>
              <a:schemeClr val="bg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4C42D8C-470B-4542-9F38-0C38B96BD503}"/>
              </a:ext>
            </a:extLst>
          </p:cNvPr>
          <p:cNvSpPr txBox="1"/>
          <p:nvPr/>
        </p:nvSpPr>
        <p:spPr>
          <a:xfrm>
            <a:off x="8534399" y="5453990"/>
            <a:ext cx="181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ED3FF"/>
                </a:solidFill>
              </a:rPr>
              <a:t>输入标题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66C1BDB-622F-40AC-A920-5C514A7735FC}"/>
              </a:ext>
            </a:extLst>
          </p:cNvPr>
          <p:cNvSpPr txBox="1"/>
          <p:nvPr/>
        </p:nvSpPr>
        <p:spPr>
          <a:xfrm>
            <a:off x="5647764" y="3732767"/>
            <a:ext cx="181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ED3FF"/>
                </a:solidFill>
              </a:rPr>
              <a:t>输入标题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98AF078-05CE-42EC-9879-4DFBFB828041}"/>
              </a:ext>
            </a:extLst>
          </p:cNvPr>
          <p:cNvSpPr txBox="1"/>
          <p:nvPr/>
        </p:nvSpPr>
        <p:spPr>
          <a:xfrm>
            <a:off x="3106269" y="2110155"/>
            <a:ext cx="1810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AED3FF"/>
                </a:solidFill>
              </a:rPr>
              <a:t>输入标题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4BBE470-49FA-4737-A68B-770529C23FD8}"/>
              </a:ext>
            </a:extLst>
          </p:cNvPr>
          <p:cNvCxnSpPr>
            <a:cxnSpLocks/>
          </p:cNvCxnSpPr>
          <p:nvPr/>
        </p:nvCxnSpPr>
        <p:spPr>
          <a:xfrm>
            <a:off x="5179357" y="528918"/>
            <a:ext cx="0" cy="112955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60BE3B99-0683-4A89-968F-09C4BB1CA9AE}"/>
              </a:ext>
            </a:extLst>
          </p:cNvPr>
          <p:cNvCxnSpPr>
            <a:cxnSpLocks/>
          </p:cNvCxnSpPr>
          <p:nvPr/>
        </p:nvCxnSpPr>
        <p:spPr>
          <a:xfrm>
            <a:off x="7790329" y="2097742"/>
            <a:ext cx="0" cy="112955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0944937-AC86-4632-AF20-18509E96A97B}"/>
              </a:ext>
            </a:extLst>
          </p:cNvPr>
          <p:cNvCxnSpPr>
            <a:cxnSpLocks/>
          </p:cNvCxnSpPr>
          <p:nvPr/>
        </p:nvCxnSpPr>
        <p:spPr>
          <a:xfrm>
            <a:off x="10762129" y="3732767"/>
            <a:ext cx="0" cy="1129553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98D233CF-9473-4E67-9E8E-60196F57DA08}"/>
              </a:ext>
            </a:extLst>
          </p:cNvPr>
          <p:cNvSpPr txBox="1"/>
          <p:nvPr/>
        </p:nvSpPr>
        <p:spPr>
          <a:xfrm>
            <a:off x="3467110" y="528918"/>
            <a:ext cx="1712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请替换文字内容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2138D95-877A-4023-A1D5-FA69A57D8CF8}"/>
              </a:ext>
            </a:extLst>
          </p:cNvPr>
          <p:cNvSpPr txBox="1"/>
          <p:nvPr/>
        </p:nvSpPr>
        <p:spPr>
          <a:xfrm>
            <a:off x="6078082" y="2110155"/>
            <a:ext cx="1712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请替换文字内容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B162F3E-1077-430F-88B5-45502C882A74}"/>
              </a:ext>
            </a:extLst>
          </p:cNvPr>
          <p:cNvSpPr txBox="1"/>
          <p:nvPr/>
        </p:nvSpPr>
        <p:spPr>
          <a:xfrm>
            <a:off x="9049882" y="3732767"/>
            <a:ext cx="17122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请替换文字内容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474CE5-3237-4228-9A9A-BEF24BB5EE3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6828" y="-25338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4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88 -0.02222 L 0.89623 1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10" y="51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 animBg="1"/>
      <p:bldP spid="40" grpId="0" animBg="1"/>
      <p:bldP spid="42" grpId="0"/>
      <p:bldP spid="44" grpId="0"/>
      <p:bldP spid="46" grpId="0"/>
      <p:bldP spid="52" grpId="0"/>
      <p:bldP spid="54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email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0F99DE-B3D8-442A-8D3F-E3CAE4A42874}"/>
              </a:ext>
            </a:extLst>
          </p:cNvPr>
          <p:cNvSpPr/>
          <p:nvPr/>
        </p:nvSpPr>
        <p:spPr>
          <a:xfrm>
            <a:off x="0" y="1360055"/>
            <a:ext cx="12192000" cy="413789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弦形 7">
            <a:extLst>
              <a:ext uri="{FF2B5EF4-FFF2-40B4-BE49-F238E27FC236}">
                <a16:creationId xmlns:a16="http://schemas.microsoft.com/office/drawing/2014/main" id="{6AABEAB7-A11A-4A8C-A4A3-381CF827441D}"/>
              </a:ext>
            </a:extLst>
          </p:cNvPr>
          <p:cNvSpPr/>
          <p:nvPr/>
        </p:nvSpPr>
        <p:spPr>
          <a:xfrm rot="6744776">
            <a:off x="5474310" y="555505"/>
            <a:ext cx="1243378" cy="1166526"/>
          </a:xfrm>
          <a:prstGeom prst="chord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形 4" descr="校舍">
            <a:extLst>
              <a:ext uri="{FF2B5EF4-FFF2-40B4-BE49-F238E27FC236}">
                <a16:creationId xmlns:a16="http://schemas.microsoft.com/office/drawing/2014/main" id="{91F4A21C-9986-41F7-8ABE-E3B622972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496456"/>
            <a:ext cx="914400" cy="914400"/>
          </a:xfrm>
          <a:prstGeom prst="rect">
            <a:avLst/>
          </a:prstGeom>
        </p:spPr>
      </p:pic>
      <p:pic>
        <p:nvPicPr>
          <p:cNvPr id="11" name="图形 10" descr="打开的书">
            <a:extLst>
              <a:ext uri="{FF2B5EF4-FFF2-40B4-BE49-F238E27FC236}">
                <a16:creationId xmlns:a16="http://schemas.microsoft.com/office/drawing/2014/main" id="{917253FF-8684-41CC-81E7-FCF821687D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9035" y="1236473"/>
            <a:ext cx="914400" cy="914400"/>
          </a:xfrm>
          <a:prstGeom prst="rect">
            <a:avLst/>
          </a:prstGeom>
        </p:spPr>
      </p:pic>
      <p:pic>
        <p:nvPicPr>
          <p:cNvPr id="13" name="图形 12" descr="教室">
            <a:extLst>
              <a:ext uri="{FF2B5EF4-FFF2-40B4-BE49-F238E27FC236}">
                <a16:creationId xmlns:a16="http://schemas.microsoft.com/office/drawing/2014/main" id="{7BBF8ED6-49AF-43DD-932E-A38EC400691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78563" y="1345001"/>
            <a:ext cx="914400" cy="805872"/>
          </a:xfrm>
          <a:prstGeom prst="rect">
            <a:avLst/>
          </a:prstGeom>
        </p:spPr>
      </p:pic>
      <p:pic>
        <p:nvPicPr>
          <p:cNvPr id="15" name="图形 14" descr="毕业帽">
            <a:extLst>
              <a:ext uri="{FF2B5EF4-FFF2-40B4-BE49-F238E27FC236}">
                <a16:creationId xmlns:a16="http://schemas.microsoft.com/office/drawing/2014/main" id="{90AE9996-1B1D-4887-AE17-E4869A756E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7795" y="1236473"/>
            <a:ext cx="914400" cy="914400"/>
          </a:xfrm>
          <a:prstGeom prst="rect">
            <a:avLst/>
          </a:prstGeom>
        </p:spPr>
      </p:pic>
      <p:pic>
        <p:nvPicPr>
          <p:cNvPr id="17" name="图形 16" descr="铃">
            <a:extLst>
              <a:ext uri="{FF2B5EF4-FFF2-40B4-BE49-F238E27FC236}">
                <a16:creationId xmlns:a16="http://schemas.microsoft.com/office/drawing/2014/main" id="{EF62CB7C-7892-4E05-A2FF-DBBA5AF28B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9803" y="1236473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71AEE92-AF73-453A-B000-C02678A3B714}"/>
              </a:ext>
            </a:extLst>
          </p:cNvPr>
          <p:cNvSpPr txBox="1"/>
          <p:nvPr/>
        </p:nvSpPr>
        <p:spPr>
          <a:xfrm>
            <a:off x="1082989" y="2274455"/>
            <a:ext cx="1608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输入内容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E885FA-1C23-4CCD-9AB6-C4C2616CDB4E}"/>
              </a:ext>
            </a:extLst>
          </p:cNvPr>
          <p:cNvSpPr txBox="1"/>
          <p:nvPr/>
        </p:nvSpPr>
        <p:spPr>
          <a:xfrm>
            <a:off x="3552221" y="2274455"/>
            <a:ext cx="1608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输入内容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55CB5A-E93E-4868-9AF0-1ECCAEDF592E}"/>
              </a:ext>
            </a:extLst>
          </p:cNvPr>
          <p:cNvSpPr txBox="1"/>
          <p:nvPr/>
        </p:nvSpPr>
        <p:spPr>
          <a:xfrm>
            <a:off x="7031749" y="2274455"/>
            <a:ext cx="1608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输入内容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3DE61C6-C47C-4161-9564-C86FCCB41E1E}"/>
              </a:ext>
            </a:extLst>
          </p:cNvPr>
          <p:cNvSpPr txBox="1"/>
          <p:nvPr/>
        </p:nvSpPr>
        <p:spPr>
          <a:xfrm>
            <a:off x="9500983" y="2274455"/>
            <a:ext cx="1608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输入内容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B82E183-68D3-468B-B8EC-5BBE0D254018}"/>
              </a:ext>
            </a:extLst>
          </p:cNvPr>
          <p:cNvSpPr txBox="1"/>
          <p:nvPr/>
        </p:nvSpPr>
        <p:spPr>
          <a:xfrm>
            <a:off x="529253" y="2921257"/>
            <a:ext cx="27154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E8F908-DB6D-4FE4-A8EA-6F083D4FA075}"/>
              </a:ext>
            </a:extLst>
          </p:cNvPr>
          <p:cNvSpPr txBox="1"/>
          <p:nvPr/>
        </p:nvSpPr>
        <p:spPr>
          <a:xfrm>
            <a:off x="3380508" y="2927676"/>
            <a:ext cx="27154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7C3948E-9B52-4E69-A20C-44F6A5F69028}"/>
              </a:ext>
            </a:extLst>
          </p:cNvPr>
          <p:cNvSpPr txBox="1"/>
          <p:nvPr/>
        </p:nvSpPr>
        <p:spPr>
          <a:xfrm>
            <a:off x="6231763" y="2911422"/>
            <a:ext cx="27154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DE9042-3480-4F90-8466-B682E666AD93}"/>
              </a:ext>
            </a:extLst>
          </p:cNvPr>
          <p:cNvSpPr txBox="1"/>
          <p:nvPr/>
        </p:nvSpPr>
        <p:spPr>
          <a:xfrm>
            <a:off x="9083014" y="2927676"/>
            <a:ext cx="27154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添加文字内容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5EA930-D6F0-4545-A7A7-816E045C0E34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2172" y="564300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67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9" grpId="0"/>
      <p:bldP spid="21" grpId="0"/>
      <p:bldP spid="23" grpId="0"/>
      <p:bldP spid="25" grpId="0"/>
      <p:bldP spid="26" grpId="0"/>
      <p:bldP spid="28" grpId="0"/>
      <p:bldP spid="30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0A81F4DF-9483-4DD6-9A77-4ABFF431EA07}"/>
              </a:ext>
            </a:extLst>
          </p:cNvPr>
          <p:cNvSpPr/>
          <p:nvPr/>
        </p:nvSpPr>
        <p:spPr>
          <a:xfrm>
            <a:off x="0" y="0"/>
            <a:ext cx="12192000" cy="3537526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87F892DB-7D31-477F-A5EF-31353FB2E1AB}"/>
              </a:ext>
            </a:extLst>
          </p:cNvPr>
          <p:cNvSpPr/>
          <p:nvPr/>
        </p:nvSpPr>
        <p:spPr>
          <a:xfrm>
            <a:off x="8811490" y="2389907"/>
            <a:ext cx="2295237" cy="2295237"/>
          </a:xfrm>
          <a:prstGeom prst="ellipse">
            <a:avLst/>
          </a:prstGeom>
          <a:solidFill>
            <a:srgbClr val="E2D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0EFA1BE-F715-4F96-8121-AFE943F7C56D}"/>
              </a:ext>
            </a:extLst>
          </p:cNvPr>
          <p:cNvSpPr txBox="1"/>
          <p:nvPr/>
        </p:nvSpPr>
        <p:spPr>
          <a:xfrm>
            <a:off x="8892308" y="2705725"/>
            <a:ext cx="213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Bahnschrift Light" panose="020B0502040204020203" pitchFamily="34" charset="0"/>
              </a:rPr>
              <a:t>/04</a:t>
            </a:r>
            <a:endParaRPr lang="zh-CN" altLang="en-US" sz="8800" dirty="0">
              <a:latin typeface="Bahnschrift Light" panose="020B0502040204020203" pitchFamily="34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3E978A1-9704-44DA-B44D-F0983D73BC16}"/>
              </a:ext>
            </a:extLst>
          </p:cNvPr>
          <p:cNvSpPr/>
          <p:nvPr/>
        </p:nvSpPr>
        <p:spPr>
          <a:xfrm>
            <a:off x="10923418" y="3273398"/>
            <a:ext cx="528253" cy="528253"/>
          </a:xfrm>
          <a:prstGeom prst="ellipse">
            <a:avLst/>
          </a:prstGeom>
          <a:solidFill>
            <a:srgbClr val="8289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形 48" descr="城市">
            <a:extLst>
              <a:ext uri="{FF2B5EF4-FFF2-40B4-BE49-F238E27FC236}">
                <a16:creationId xmlns:a16="http://schemas.microsoft.com/office/drawing/2014/main" id="{AD894C58-FA53-4AB8-9F3D-E04B08417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6271" y="3770744"/>
            <a:ext cx="914400" cy="914400"/>
          </a:xfrm>
          <a:prstGeom prst="rect">
            <a:avLst/>
          </a:prstGeom>
        </p:spPr>
      </p:pic>
      <p:pic>
        <p:nvPicPr>
          <p:cNvPr id="51" name="图形 50" descr="城市">
            <a:extLst>
              <a:ext uri="{FF2B5EF4-FFF2-40B4-BE49-F238E27FC236}">
                <a16:creationId xmlns:a16="http://schemas.microsoft.com/office/drawing/2014/main" id="{F987A631-2E03-43B6-B786-583CD3AA8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6271" y="5479471"/>
            <a:ext cx="914400" cy="9144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3C1204C0-33E4-44BF-BA63-4B330ADDC2F7}"/>
              </a:ext>
            </a:extLst>
          </p:cNvPr>
          <p:cNvSpPr txBox="1"/>
          <p:nvPr/>
        </p:nvSpPr>
        <p:spPr>
          <a:xfrm>
            <a:off x="1544780" y="3962521"/>
            <a:ext cx="6271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                                                        </a:t>
            </a:r>
            <a:r>
              <a:rPr lang="zh-CN" altLang="en-US" sz="2400" dirty="0"/>
              <a:t>请替换文字内容</a:t>
            </a:r>
            <a:endParaRPr lang="en-US" altLang="zh-CN" sz="2400" dirty="0"/>
          </a:p>
          <a:p>
            <a:r>
              <a:rPr lang="zh-CN" altLang="en-US" dirty="0"/>
              <a:t>                       请替换文字内容请替换文字内容请替换文字内容</a:t>
            </a:r>
            <a:endParaRPr lang="en-US" altLang="zh-CN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B1CD6CD-D2FC-41F6-A276-C4C751862F2F}"/>
              </a:ext>
            </a:extLst>
          </p:cNvPr>
          <p:cNvSpPr txBox="1"/>
          <p:nvPr/>
        </p:nvSpPr>
        <p:spPr>
          <a:xfrm>
            <a:off x="1544779" y="5673801"/>
            <a:ext cx="62714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                                                        </a:t>
            </a:r>
            <a:r>
              <a:rPr lang="zh-CN" altLang="en-US" sz="2400" dirty="0"/>
              <a:t>请替换文字内容</a:t>
            </a:r>
            <a:endParaRPr lang="en-US" altLang="zh-CN" sz="2400" dirty="0"/>
          </a:p>
          <a:p>
            <a:r>
              <a:rPr lang="zh-CN" altLang="en-US" dirty="0"/>
              <a:t>                       请替换文字内容请替换文字内容请替换文字内容</a:t>
            </a: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2779B43-BB7E-4103-A60E-9B85B0BF307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6828" y="-253380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0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88873DD-48FF-4951-9E94-EED3612929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246" y="740327"/>
            <a:ext cx="8717754" cy="5377345"/>
          </a:xfrm>
          <a:prstGeom prst="rect">
            <a:avLst/>
          </a:prstGeom>
        </p:spPr>
      </p:pic>
      <p:sp>
        <p:nvSpPr>
          <p:cNvPr id="52" name="矩形 51">
            <a:extLst>
              <a:ext uri="{FF2B5EF4-FFF2-40B4-BE49-F238E27FC236}">
                <a16:creationId xmlns:a16="http://schemas.microsoft.com/office/drawing/2014/main" id="{82D9E432-2C0E-4850-A93A-648CDA7A34C5}"/>
              </a:ext>
            </a:extLst>
          </p:cNvPr>
          <p:cNvSpPr/>
          <p:nvPr/>
        </p:nvSpPr>
        <p:spPr>
          <a:xfrm>
            <a:off x="457310" y="1046631"/>
            <a:ext cx="3320716" cy="1424539"/>
          </a:xfrm>
          <a:prstGeom prst="rect">
            <a:avLst/>
          </a:prstGeom>
          <a:solidFill>
            <a:srgbClr val="D2E0F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6C05BC0-B26B-48B1-A077-1EA3134891D0}"/>
              </a:ext>
            </a:extLst>
          </p:cNvPr>
          <p:cNvSpPr/>
          <p:nvPr/>
        </p:nvSpPr>
        <p:spPr>
          <a:xfrm>
            <a:off x="153530" y="2777474"/>
            <a:ext cx="3320716" cy="1424539"/>
          </a:xfrm>
          <a:prstGeom prst="rect">
            <a:avLst/>
          </a:prstGeom>
          <a:solidFill>
            <a:srgbClr val="DAC6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6684532-E04D-448E-864E-ED69E06331CC}"/>
              </a:ext>
            </a:extLst>
          </p:cNvPr>
          <p:cNvSpPr/>
          <p:nvPr/>
        </p:nvSpPr>
        <p:spPr>
          <a:xfrm>
            <a:off x="383419" y="4508317"/>
            <a:ext cx="3320716" cy="1424539"/>
          </a:xfrm>
          <a:prstGeom prst="rect">
            <a:avLst/>
          </a:prstGeom>
          <a:solidFill>
            <a:srgbClr val="D2E0FB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A6E690-FFA2-4E49-A07C-96461922CC67}"/>
              </a:ext>
            </a:extLst>
          </p:cNvPr>
          <p:cNvSpPr txBox="1"/>
          <p:nvPr/>
        </p:nvSpPr>
        <p:spPr>
          <a:xfrm>
            <a:off x="763096" y="1243097"/>
            <a:ext cx="27091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请替换文字内容</a:t>
            </a:r>
            <a:endParaRPr lang="en-US" altLang="zh-CN" sz="2000" dirty="0"/>
          </a:p>
          <a:p>
            <a:r>
              <a:rPr lang="zh-CN" altLang="en-US" dirty="0"/>
              <a:t>请替换文字内容请替换文字内容请替换文字内容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3BB88E-E359-4B29-A89D-9DA4F3545BB1}"/>
              </a:ext>
            </a:extLst>
          </p:cNvPr>
          <p:cNvSpPr txBox="1"/>
          <p:nvPr/>
        </p:nvSpPr>
        <p:spPr>
          <a:xfrm>
            <a:off x="714500" y="3028079"/>
            <a:ext cx="229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0C87D3-82D1-4D55-803A-2ABD532355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9956" y="5932856"/>
            <a:ext cx="3907654" cy="12370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AB9597D-C7C6-4A67-8B83-739A7A1081A5}"/>
              </a:ext>
            </a:extLst>
          </p:cNvPr>
          <p:cNvSpPr txBox="1"/>
          <p:nvPr/>
        </p:nvSpPr>
        <p:spPr>
          <a:xfrm>
            <a:off x="457310" y="2970907"/>
            <a:ext cx="27091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请替换文字内容</a:t>
            </a:r>
            <a:endParaRPr lang="en-US" altLang="zh-CN" sz="2000" dirty="0"/>
          </a:p>
          <a:p>
            <a:r>
              <a:rPr lang="zh-CN" altLang="en-US" dirty="0"/>
              <a:t>请替换文字内容请替换文字内容请替换文字内容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A6FBF6-DF80-4CB6-BEEA-32319000B9B1}"/>
              </a:ext>
            </a:extLst>
          </p:cNvPr>
          <p:cNvSpPr txBox="1"/>
          <p:nvPr/>
        </p:nvSpPr>
        <p:spPr>
          <a:xfrm>
            <a:off x="763096" y="4702624"/>
            <a:ext cx="27091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请替换文字内容</a:t>
            </a:r>
            <a:endParaRPr lang="en-US" altLang="zh-CN" sz="2000" dirty="0"/>
          </a:p>
          <a:p>
            <a:r>
              <a:rPr lang="zh-CN" altLang="en-US" dirty="0"/>
              <a:t>请替换文字内容请替换文字内容请替换文字内容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62693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0" presetClass="entr" presetSubtype="0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 animBg="1"/>
      <p:bldP spid="56" grpId="0" animBg="1"/>
      <p:bldP spid="57" grpId="0"/>
      <p:bldP spid="5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13A0CB-E604-4B2C-8F8F-6117D5B2F34F}"/>
              </a:ext>
            </a:extLst>
          </p:cNvPr>
          <p:cNvSpPr/>
          <p:nvPr/>
        </p:nvSpPr>
        <p:spPr>
          <a:xfrm>
            <a:off x="0" y="5423647"/>
            <a:ext cx="3307976" cy="914400"/>
          </a:xfrm>
          <a:prstGeom prst="rect">
            <a:avLst/>
          </a:prstGeom>
          <a:solidFill>
            <a:srgbClr val="778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176116-DB05-4673-9F23-24FF914CE0BB}"/>
              </a:ext>
            </a:extLst>
          </p:cNvPr>
          <p:cNvSpPr/>
          <p:nvPr/>
        </p:nvSpPr>
        <p:spPr>
          <a:xfrm>
            <a:off x="0" y="6463551"/>
            <a:ext cx="3307976" cy="89648"/>
          </a:xfrm>
          <a:prstGeom prst="rect">
            <a:avLst/>
          </a:prstGeom>
          <a:solidFill>
            <a:srgbClr val="7788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FA842D-87E7-4028-9BEA-BD213377A8F4}"/>
              </a:ext>
            </a:extLst>
          </p:cNvPr>
          <p:cNvSpPr txBox="1"/>
          <p:nvPr/>
        </p:nvSpPr>
        <p:spPr>
          <a:xfrm>
            <a:off x="98611" y="4961982"/>
            <a:ext cx="3110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F6ED"/>
                </a:solidFill>
              </a:rPr>
              <a:t>感谢观看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5D2607-ACDB-4D18-A97A-91DC4661C4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90046" y="-313704"/>
            <a:ext cx="3907654" cy="12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0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903</TotalTime>
  <Words>410</Words>
  <Application>Microsoft Office PowerPoint</Application>
  <PresentationFormat>宽屏</PresentationFormat>
  <Paragraphs>133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Arial</vt:lpstr>
      <vt:lpstr>Bahnschrift</vt:lpstr>
      <vt:lpstr>Bahnschrift Light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子璇</dc:creator>
  <cp:lastModifiedBy>王 子璇</cp:lastModifiedBy>
  <cp:revision>101</cp:revision>
  <dcterms:created xsi:type="dcterms:W3CDTF">2020-10-29T02:15:20Z</dcterms:created>
  <dcterms:modified xsi:type="dcterms:W3CDTF">2020-11-18T04:34:56Z</dcterms:modified>
</cp:coreProperties>
</file>