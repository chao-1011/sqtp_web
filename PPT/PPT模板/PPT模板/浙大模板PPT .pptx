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tags/tag1.xml" ContentType="application/vnd.openxmlformats-officedocument.presentationml.tags+xml"/>
  <Override PartName="/ppt/notesSlides/notesSlide17.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Lst>
  <p:sldSz type="screen16x9" cy="6858000" cx="12192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FFFFFF"/>
    <a:srgbClr val="902322"/>
    <a:srgbClr val="A45453"/>
    <a:srgbClr val="E59494"/>
    <a:srgbClr val="D05B5B"/>
    <a:srgbClr val="DF7979"/>
    <a:srgbClr val="D03636"/>
    <a:srgbClr val="DA6161"/>
    <a:srgbClr val="D65252"/>
    <a:srgbClr val="FAF3F1"/>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7009" autoAdjust="0"/>
    <p:restoredTop sz="94660"/>
  </p:normalViewPr>
  <p:slideViewPr>
    <p:cSldViewPr showGuides="1" snapToGrid="0">
      <p:cViewPr varScale="1">
        <p:scale>
          <a:sx n="60" d="100"/>
          <a:sy n="60" d="100"/>
        </p:scale>
        <p:origin x="76" y="112"/>
      </p:cViewPr>
      <p:guideLst>
        <p:guide orient="horz" pos="225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tableStyles" Target="tableStyle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24" name=""/>
        <p:cNvGrpSpPr/>
        <p:nvPr/>
      </p:nvGrpSpPr>
      <p:grpSpPr>
        <a:xfrm>
          <a:off x="0" y="0"/>
          <a:ext cx="0" cy="0"/>
          <a:chOff x="0" y="0"/>
          <a:chExt cx="0" cy="0"/>
        </a:xfrm>
      </p:grpSpPr>
      <p:sp>
        <p:nvSpPr>
          <p:cNvPr id="1048861"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altLang="en-US" lang="zh-CN"/>
          </a:p>
        </p:txBody>
      </p:sp>
      <p:sp>
        <p:nvSpPr>
          <p:cNvPr id="1048862" name="日期占位符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fld id="{0F9B84EA-7D68-4D60-9CB1-D50884785D1C}" type="datetimeFigureOut">
              <a:rPr altLang="en-US" lang="zh-CN" smtClean="0"/>
            </a:fld>
            <a:endParaRPr altLang="en-US" lang="zh-CN"/>
          </a:p>
        </p:txBody>
      </p:sp>
      <p:sp>
        <p:nvSpPr>
          <p:cNvPr id="1048863" name="页脚占位符 3"/>
          <p:cNvSpPr>
            <a:spLocks noGrp="1"/>
          </p:cNvSpPr>
          <p:nvPr>
            <p:ph type="ftr" sz="quarter" idx="2"/>
          </p:nvPr>
        </p:nvSpPr>
        <p:spPr>
          <a:xfrm>
            <a:off x="0" y="8685213"/>
            <a:ext cx="2971800" cy="458787"/>
          </a:xfrm>
          <a:prstGeom prst="rect"/>
        </p:spPr>
        <p:txBody>
          <a:bodyPr anchor="b" bIns="45720" lIns="91440" rIns="91440" rtlCol="0" tIns="45720" vert="horz"/>
          <a:lstStyle>
            <a:lvl1pPr algn="l">
              <a:defRPr sz="1200"/>
            </a:lvl1pPr>
          </a:lstStyle>
          <a:p>
            <a:endParaRPr altLang="en-US" lang="zh-CN"/>
          </a:p>
        </p:txBody>
      </p:sp>
      <p:sp>
        <p:nvSpPr>
          <p:cNvPr id="1048864" name="灯片编号占位符 4"/>
          <p:cNvSpPr>
            <a:spLocks noGrp="1"/>
          </p:cNvSpPr>
          <p:nvPr>
            <p:ph type="sldNum" sz="quarter" idx="3"/>
          </p:nvPr>
        </p:nvSpPr>
        <p:spPr>
          <a:xfrm>
            <a:off x="3884613" y="8685213"/>
            <a:ext cx="2971800" cy="458787"/>
          </a:xfrm>
          <a:prstGeom prst="rect"/>
        </p:spPr>
        <p:txBody>
          <a:bodyPr anchor="b" bIns="45720" lIns="91440" rIns="91440" rtlCol="0" tIns="45720" vert="horz"/>
          <a:lstStyle>
            <a:lvl1pPr algn="r">
              <a:defRPr sz="1200"/>
            </a:lvl1pPr>
          </a:lstStyle>
          <a:p>
            <a:fld id="{8D4E0FC9-F1F8-4FAE-9988-3BA365CFD46F}" type="slidenum">
              <a:rPr altLang="en-US" lang="zh-CN" smtClean="0"/>
            </a:fld>
            <a:endParaRPr altLang="en-US" lang="zh-CN"/>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3" name=""/>
        <p:cNvGrpSpPr/>
        <p:nvPr/>
      </p:nvGrpSpPr>
      <p:grpSpPr>
        <a:xfrm>
          <a:off x="0" y="0"/>
          <a:ext cx="0" cy="0"/>
          <a:chOff x="0" y="0"/>
          <a:chExt cx="0" cy="0"/>
        </a:xfrm>
      </p:grpSpPr>
      <p:sp>
        <p:nvSpPr>
          <p:cNvPr id="1048855"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altLang="en-US" lang="zh-CN"/>
          </a:p>
        </p:txBody>
      </p:sp>
      <p:sp>
        <p:nvSpPr>
          <p:cNvPr id="1048856"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687D55F7-0C0C-439B-8866-8762D970378E}" type="datetimeFigureOut">
              <a:rPr altLang="en-US" lang="zh-CN" smtClean="0"/>
            </a:fld>
            <a:endParaRPr altLang="en-US" lang="zh-CN"/>
          </a:p>
        </p:txBody>
      </p:sp>
      <p:sp>
        <p:nvSpPr>
          <p:cNvPr id="1048857"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altLang="en-US" lang="zh-CN"/>
          </a:p>
        </p:txBody>
      </p:sp>
      <p:sp>
        <p:nvSpPr>
          <p:cNvPr id="1048858"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59"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altLang="en-US" lang="zh-CN"/>
          </a:p>
        </p:txBody>
      </p:sp>
      <p:sp>
        <p:nvSpPr>
          <p:cNvPr id="1048860"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84514489-8FBE-4D6D-A5B9-E6313DF91035}" type="slidenum">
              <a:rPr altLang="en-US" lang="zh-CN" smtClean="0"/>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589" name="幻灯片图像占位符 1"/>
          <p:cNvSpPr>
            <a:spLocks noChangeAspect="1" noRot="1" noGrp="1"/>
          </p:cNvSpPr>
          <p:nvPr>
            <p:ph type="sldImg"/>
          </p:nvPr>
        </p:nvSpPr>
        <p:spPr/>
      </p:sp>
      <p:sp>
        <p:nvSpPr>
          <p:cNvPr id="1048590" name="备注占位符 2"/>
          <p:cNvSpPr>
            <a:spLocks noGrp="1"/>
          </p:cNvSpPr>
          <p:nvPr>
            <p:ph type="body" idx="1"/>
          </p:nvPr>
        </p:nvSpPr>
        <p:spPr/>
        <p:txBody>
          <a:bodyPr/>
          <a:p>
            <a:endParaRPr altLang="en-US" lang="zh-CN"/>
          </a:p>
        </p:txBody>
      </p:sp>
      <p:sp>
        <p:nvSpPr>
          <p:cNvPr id="1048591"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06" name="幻灯片图像占位符 1"/>
          <p:cNvSpPr>
            <a:spLocks noChangeAspect="1" noRot="1" noGrp="1"/>
          </p:cNvSpPr>
          <p:nvPr>
            <p:ph type="sldImg"/>
          </p:nvPr>
        </p:nvSpPr>
        <p:spPr/>
      </p:sp>
      <p:sp>
        <p:nvSpPr>
          <p:cNvPr id="1048607" name="备注占位符 2"/>
          <p:cNvSpPr>
            <a:spLocks noGrp="1"/>
          </p:cNvSpPr>
          <p:nvPr>
            <p:ph type="body" idx="1"/>
          </p:nvPr>
        </p:nvSpPr>
        <p:spPr/>
        <p:txBody>
          <a:bodyPr/>
          <a:p>
            <a:endParaRPr altLang="en-US" lang="zh-CN"/>
          </a:p>
        </p:txBody>
      </p:sp>
      <p:sp>
        <p:nvSpPr>
          <p:cNvPr id="1048608"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14" name="幻灯片图像占位符 1"/>
          <p:cNvSpPr>
            <a:spLocks noChangeAspect="1" noRot="1" noGrp="1"/>
          </p:cNvSpPr>
          <p:nvPr>
            <p:ph type="sldImg"/>
          </p:nvPr>
        </p:nvSpPr>
        <p:spPr/>
      </p:sp>
      <p:sp>
        <p:nvSpPr>
          <p:cNvPr id="1048615" name="备注占位符 2"/>
          <p:cNvSpPr>
            <a:spLocks noGrp="1"/>
          </p:cNvSpPr>
          <p:nvPr>
            <p:ph type="body" idx="1"/>
          </p:nvPr>
        </p:nvSpPr>
        <p:spPr/>
        <p:txBody>
          <a:bodyPr/>
          <a:p>
            <a:endParaRPr altLang="en-US" lang="zh-CN"/>
          </a:p>
        </p:txBody>
      </p:sp>
      <p:sp>
        <p:nvSpPr>
          <p:cNvPr id="1048616"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29" name="幻灯片图像占位符 1"/>
          <p:cNvSpPr>
            <a:spLocks noChangeAspect="1" noRot="1" noGrp="1"/>
          </p:cNvSpPr>
          <p:nvPr>
            <p:ph type="sldImg"/>
          </p:nvPr>
        </p:nvSpPr>
        <p:spPr/>
      </p:sp>
      <p:sp>
        <p:nvSpPr>
          <p:cNvPr id="1048630" name="备注占位符 2"/>
          <p:cNvSpPr>
            <a:spLocks noGrp="1"/>
          </p:cNvSpPr>
          <p:nvPr>
            <p:ph type="body" idx="1"/>
          </p:nvPr>
        </p:nvSpPr>
        <p:spPr/>
        <p:txBody>
          <a:bodyPr/>
          <a:p>
            <a:endParaRPr altLang="en-US" lang="zh-CN"/>
          </a:p>
        </p:txBody>
      </p:sp>
      <p:sp>
        <p:nvSpPr>
          <p:cNvPr id="1048631"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51" name="幻灯片图像占位符 1"/>
          <p:cNvSpPr>
            <a:spLocks noChangeAspect="1" noRot="1" noGrp="1"/>
          </p:cNvSpPr>
          <p:nvPr>
            <p:ph type="sldImg"/>
          </p:nvPr>
        </p:nvSpPr>
        <p:spPr/>
      </p:sp>
      <p:sp>
        <p:nvSpPr>
          <p:cNvPr id="1048652" name="备注占位符 2"/>
          <p:cNvSpPr>
            <a:spLocks noGrp="1"/>
          </p:cNvSpPr>
          <p:nvPr>
            <p:ph type="body" idx="1"/>
          </p:nvPr>
        </p:nvSpPr>
        <p:spPr/>
        <p:txBody>
          <a:bodyPr/>
          <a:p>
            <a:endParaRPr altLang="en-US" lang="zh-CN"/>
          </a:p>
        </p:txBody>
      </p:sp>
      <p:sp>
        <p:nvSpPr>
          <p:cNvPr id="1048653"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59" name="幻灯片图像占位符 1"/>
          <p:cNvSpPr>
            <a:spLocks noChangeAspect="1" noRot="1" noGrp="1"/>
          </p:cNvSpPr>
          <p:nvPr>
            <p:ph type="sldImg"/>
          </p:nvPr>
        </p:nvSpPr>
        <p:spPr/>
      </p:sp>
      <p:sp>
        <p:nvSpPr>
          <p:cNvPr id="1048660" name="备注占位符 2"/>
          <p:cNvSpPr>
            <a:spLocks noGrp="1"/>
          </p:cNvSpPr>
          <p:nvPr>
            <p:ph type="body" idx="1"/>
          </p:nvPr>
        </p:nvSpPr>
        <p:spPr/>
        <p:txBody>
          <a:bodyPr/>
          <a:p>
            <a:endParaRPr altLang="en-US" lang="zh-CN"/>
          </a:p>
        </p:txBody>
      </p:sp>
      <p:sp>
        <p:nvSpPr>
          <p:cNvPr id="1048661"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75" name="幻灯片图像占位符 1"/>
          <p:cNvSpPr>
            <a:spLocks noChangeAspect="1" noRot="1" noGrp="1"/>
          </p:cNvSpPr>
          <p:nvPr>
            <p:ph type="sldImg"/>
          </p:nvPr>
        </p:nvSpPr>
        <p:spPr/>
      </p:sp>
      <p:sp>
        <p:nvSpPr>
          <p:cNvPr id="1048676" name="备注占位符 2"/>
          <p:cNvSpPr>
            <a:spLocks noGrp="1"/>
          </p:cNvSpPr>
          <p:nvPr>
            <p:ph type="body" idx="1"/>
          </p:nvPr>
        </p:nvSpPr>
        <p:spPr/>
        <p:txBody>
          <a:bodyPr/>
          <a:p>
            <a:endParaRPr altLang="en-US" lang="zh-CN"/>
          </a:p>
        </p:txBody>
      </p:sp>
      <p:sp>
        <p:nvSpPr>
          <p:cNvPr id="1048677"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88" name="幻灯片图像占位符 1"/>
          <p:cNvSpPr>
            <a:spLocks noChangeAspect="1" noRot="1" noGrp="1"/>
          </p:cNvSpPr>
          <p:nvPr>
            <p:ph type="sldImg"/>
          </p:nvPr>
        </p:nvSpPr>
        <p:spPr/>
      </p:sp>
      <p:sp>
        <p:nvSpPr>
          <p:cNvPr id="1048689" name="备注占位符 2"/>
          <p:cNvSpPr>
            <a:spLocks noGrp="1"/>
          </p:cNvSpPr>
          <p:nvPr>
            <p:ph type="body" idx="1"/>
          </p:nvPr>
        </p:nvSpPr>
        <p:spPr/>
        <p:txBody>
          <a:bodyPr/>
          <a:p>
            <a:endParaRPr altLang="en-US" lang="zh-CN"/>
          </a:p>
        </p:txBody>
      </p:sp>
      <p:sp>
        <p:nvSpPr>
          <p:cNvPr id="1048690"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713" name="幻灯片图像占位符 1"/>
          <p:cNvSpPr>
            <a:spLocks noChangeAspect="1" noRot="1" noGrp="1"/>
          </p:cNvSpPr>
          <p:nvPr>
            <p:ph type="sldImg"/>
          </p:nvPr>
        </p:nvSpPr>
        <p:spPr/>
      </p:sp>
      <p:sp>
        <p:nvSpPr>
          <p:cNvPr id="1048714" name="备注占位符 2"/>
          <p:cNvSpPr>
            <a:spLocks noGrp="1"/>
          </p:cNvSpPr>
          <p:nvPr>
            <p:ph type="body" idx="1"/>
          </p:nvPr>
        </p:nvSpPr>
        <p:spPr/>
        <p:txBody>
          <a:bodyPr/>
          <a:p>
            <a:endParaRPr altLang="en-US" lang="zh-CN"/>
          </a:p>
        </p:txBody>
      </p:sp>
      <p:sp>
        <p:nvSpPr>
          <p:cNvPr id="1048715"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721" name="幻灯片图像占位符 1"/>
          <p:cNvSpPr>
            <a:spLocks noChangeAspect="1" noRot="1" noGrp="1"/>
          </p:cNvSpPr>
          <p:nvPr>
            <p:ph type="sldImg"/>
          </p:nvPr>
        </p:nvSpPr>
        <p:spPr/>
      </p:sp>
      <p:sp>
        <p:nvSpPr>
          <p:cNvPr id="1048722" name="备注占位符 2"/>
          <p:cNvSpPr>
            <a:spLocks noGrp="1"/>
          </p:cNvSpPr>
          <p:nvPr>
            <p:ph type="body" idx="1"/>
          </p:nvPr>
        </p:nvSpPr>
        <p:spPr/>
        <p:txBody>
          <a:bodyPr/>
          <a:p>
            <a:endParaRPr altLang="en-US" lang="zh-CN"/>
          </a:p>
        </p:txBody>
      </p:sp>
      <p:sp>
        <p:nvSpPr>
          <p:cNvPr id="1048723"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736" name="幻灯片图像占位符 1"/>
          <p:cNvSpPr>
            <a:spLocks noChangeAspect="1" noRot="1" noGrp="1"/>
          </p:cNvSpPr>
          <p:nvPr>
            <p:ph type="sldImg"/>
          </p:nvPr>
        </p:nvSpPr>
        <p:spPr/>
      </p:sp>
      <p:sp>
        <p:nvSpPr>
          <p:cNvPr id="1048737" name="备注占位符 2"/>
          <p:cNvSpPr>
            <a:spLocks noGrp="1"/>
          </p:cNvSpPr>
          <p:nvPr>
            <p:ph type="body" idx="1"/>
          </p:nvPr>
        </p:nvSpPr>
        <p:spPr/>
        <p:txBody>
          <a:bodyPr/>
          <a:p>
            <a:endParaRPr altLang="en-US" lang="zh-CN"/>
          </a:p>
        </p:txBody>
      </p:sp>
      <p:sp>
        <p:nvSpPr>
          <p:cNvPr id="1048738"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743" name="幻灯片图像占位符 1"/>
          <p:cNvSpPr>
            <a:spLocks noChangeAspect="1" noRot="1" noGrp="1"/>
          </p:cNvSpPr>
          <p:nvPr>
            <p:ph type="sldImg"/>
          </p:nvPr>
        </p:nvSpPr>
        <p:spPr/>
      </p:sp>
      <p:sp>
        <p:nvSpPr>
          <p:cNvPr id="1048744" name="备注占位符 2"/>
          <p:cNvSpPr>
            <a:spLocks noGrp="1"/>
          </p:cNvSpPr>
          <p:nvPr>
            <p:ph type="body" idx="1"/>
          </p:nvPr>
        </p:nvSpPr>
        <p:spPr/>
        <p:txBody>
          <a:bodyPr/>
          <a:p>
            <a:endParaRPr altLang="en-US" lang="zh-CN"/>
          </a:p>
        </p:txBody>
      </p:sp>
      <p:sp>
        <p:nvSpPr>
          <p:cNvPr id="1048745"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751" name="幻灯片图像占位符 1"/>
          <p:cNvSpPr>
            <a:spLocks noChangeAspect="1" noRot="1" noGrp="1"/>
          </p:cNvSpPr>
          <p:nvPr>
            <p:ph type="sldImg"/>
          </p:nvPr>
        </p:nvSpPr>
        <p:spPr/>
      </p:sp>
      <p:sp>
        <p:nvSpPr>
          <p:cNvPr id="1048752" name="备注占位符 2"/>
          <p:cNvSpPr>
            <a:spLocks noGrp="1"/>
          </p:cNvSpPr>
          <p:nvPr>
            <p:ph type="body" idx="1"/>
          </p:nvPr>
        </p:nvSpPr>
        <p:spPr/>
        <p:txBody>
          <a:bodyPr/>
          <a:p>
            <a:endParaRPr altLang="en-US" lang="zh-CN"/>
          </a:p>
        </p:txBody>
      </p:sp>
      <p:sp>
        <p:nvSpPr>
          <p:cNvPr id="1048753"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758" name="幻灯片图像占位符 1"/>
          <p:cNvSpPr>
            <a:spLocks noChangeAspect="1" noRot="1" noGrp="1"/>
          </p:cNvSpPr>
          <p:nvPr>
            <p:ph type="sldImg"/>
          </p:nvPr>
        </p:nvSpPr>
        <p:spPr/>
      </p:sp>
      <p:sp>
        <p:nvSpPr>
          <p:cNvPr id="1048759" name="备注占位符 2"/>
          <p:cNvSpPr>
            <a:spLocks noGrp="1"/>
          </p:cNvSpPr>
          <p:nvPr>
            <p:ph type="body" idx="1"/>
          </p:nvPr>
        </p:nvSpPr>
        <p:spPr/>
        <p:txBody>
          <a:bodyPr/>
          <a:p>
            <a:endParaRPr altLang="en-US" lang="zh-CN"/>
          </a:p>
        </p:txBody>
      </p:sp>
      <p:sp>
        <p:nvSpPr>
          <p:cNvPr id="1048760"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
        <p:nvSpPr>
          <p:cNvPr id="1048779" name="幻灯片图像占位符 1"/>
          <p:cNvSpPr>
            <a:spLocks noChangeAspect="1" noRot="1" noGrp="1"/>
          </p:cNvSpPr>
          <p:nvPr>
            <p:ph type="sldImg"/>
          </p:nvPr>
        </p:nvSpPr>
        <p:spPr/>
      </p:sp>
      <p:sp>
        <p:nvSpPr>
          <p:cNvPr id="1048780" name="备注占位符 2"/>
          <p:cNvSpPr>
            <a:spLocks noGrp="1"/>
          </p:cNvSpPr>
          <p:nvPr>
            <p:ph type="body" idx="1"/>
          </p:nvPr>
        </p:nvSpPr>
        <p:spPr/>
        <p:txBody>
          <a:bodyPr/>
          <a:p>
            <a:endParaRPr altLang="en-US" lang="zh-CN"/>
          </a:p>
        </p:txBody>
      </p:sp>
      <p:sp>
        <p:nvSpPr>
          <p:cNvPr id="1048781"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791" name="幻灯片图像占位符 1"/>
          <p:cNvSpPr>
            <a:spLocks noChangeAspect="1" noRot="1" noGrp="1"/>
          </p:cNvSpPr>
          <p:nvPr>
            <p:ph type="sldImg"/>
          </p:nvPr>
        </p:nvSpPr>
        <p:spPr/>
      </p:sp>
      <p:sp>
        <p:nvSpPr>
          <p:cNvPr id="1048792" name="备注占位符 2"/>
          <p:cNvSpPr>
            <a:spLocks noGrp="1"/>
          </p:cNvSpPr>
          <p:nvPr>
            <p:ph type="body" idx="1"/>
          </p:nvPr>
        </p:nvSpPr>
        <p:spPr/>
        <p:txBody>
          <a:bodyPr/>
          <a:p>
            <a:endParaRPr altLang="en-US" lang="zh-CN"/>
          </a:p>
        </p:txBody>
      </p:sp>
      <p:sp>
        <p:nvSpPr>
          <p:cNvPr id="1048793"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797" name="幻灯片图像占位符 1"/>
          <p:cNvSpPr>
            <a:spLocks noChangeAspect="1" noRot="1" noGrp="1"/>
          </p:cNvSpPr>
          <p:nvPr>
            <p:ph type="sldImg"/>
          </p:nvPr>
        </p:nvSpPr>
        <p:spPr/>
      </p:sp>
      <p:sp>
        <p:nvSpPr>
          <p:cNvPr id="1048798" name="备注占位符 2"/>
          <p:cNvSpPr>
            <a:spLocks noGrp="1"/>
          </p:cNvSpPr>
          <p:nvPr>
            <p:ph type="body" idx="1"/>
          </p:nvPr>
        </p:nvSpPr>
        <p:spPr/>
        <p:txBody>
          <a:bodyPr/>
          <a:p>
            <a:endParaRPr altLang="en-US" lang="zh-CN"/>
          </a:p>
        </p:txBody>
      </p:sp>
      <p:sp>
        <p:nvSpPr>
          <p:cNvPr id="1048799" name="灯片编号占位符 3"/>
          <p:cNvSpPr>
            <a:spLocks noGrp="1"/>
          </p:cNvSpPr>
          <p:nvPr>
            <p:ph type="sldNum" sz="quarter" idx="5"/>
          </p:nvPr>
        </p:nvSpPr>
        <p:spPr/>
        <p:txBody>
          <a:bodyPr/>
          <a:p>
            <a:fld id="{84514489-8FBE-4D6D-A5B9-E6313DF91035}" type="slidenum">
              <a:rPr altLang="en-US" lang="zh-CN" smtClean="0"/>
            </a:fld>
            <a:endParaRPr altLang="en-US"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spTree>
      <p:nvGrpSpPr>
        <p:cNvPr id="113" name=""/>
        <p:cNvGrpSpPr/>
        <p:nvPr/>
      </p:nvGrpSpPr>
      <p:grpSpPr>
        <a:xfrm>
          <a:off x="0" y="0"/>
          <a:ext cx="0" cy="0"/>
          <a:chOff x="0" y="0"/>
          <a:chExt cx="0" cy="0"/>
        </a:xfrm>
      </p:grpSpPr>
      <p:sp>
        <p:nvSpPr>
          <p:cNvPr id="1048800" name="标题 1"/>
          <p:cNvSpPr>
            <a:spLocks noGrp="1"/>
          </p:cNvSpPr>
          <p:nvPr>
            <p:ph type="ctrTitle"/>
          </p:nvPr>
        </p:nvSpPr>
        <p:spPr>
          <a:xfrm>
            <a:off x="1524000" y="1122363"/>
            <a:ext cx="9144000" cy="2387600"/>
          </a:xfrm>
        </p:spPr>
        <p:txBody>
          <a:bodyPr anchor="b"/>
          <a:lstStyle>
            <a:lvl1pPr algn="ctr">
              <a:defRPr sz="6000"/>
            </a:lvl1pPr>
          </a:lstStyle>
          <a:p>
            <a:r>
              <a:rPr altLang="en-US" lang="zh-CN"/>
              <a:t>单击此处编辑母版标题样式</a:t>
            </a:r>
            <a:endParaRPr altLang="en-US" lang="zh-CN"/>
          </a:p>
        </p:txBody>
      </p:sp>
      <p:sp>
        <p:nvSpPr>
          <p:cNvPr id="1048801" name="副标题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en-US" lang="zh-CN"/>
              <a:t>单击此处编辑母版副标题样式</a:t>
            </a:r>
            <a:endParaRPr altLang="en-US" lang="zh-CN"/>
          </a:p>
        </p:txBody>
      </p:sp>
      <p:sp>
        <p:nvSpPr>
          <p:cNvPr id="1048802" name="日期占位符 3"/>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03" name="页脚占位符 4"/>
          <p:cNvSpPr>
            <a:spLocks noGrp="1"/>
          </p:cNvSpPr>
          <p:nvPr>
            <p:ph type="ftr" sz="quarter" idx="11"/>
          </p:nvPr>
        </p:nvSpPr>
        <p:spPr/>
        <p:txBody>
          <a:bodyPr/>
          <a:p>
            <a:endParaRPr altLang="en-US" lang="zh-CN"/>
          </a:p>
        </p:txBody>
      </p:sp>
      <p:sp>
        <p:nvSpPr>
          <p:cNvPr id="1048804" name="灯片编号占位符 5"/>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116" name=""/>
        <p:cNvGrpSpPr/>
        <p:nvPr/>
      </p:nvGrpSpPr>
      <p:grpSpPr>
        <a:xfrm>
          <a:off x="0" y="0"/>
          <a:ext cx="0" cy="0"/>
          <a:chOff x="0" y="0"/>
          <a:chExt cx="0" cy="0"/>
        </a:xfrm>
      </p:grpSpPr>
      <p:sp>
        <p:nvSpPr>
          <p:cNvPr id="1048814" name="标题 1"/>
          <p:cNvSpPr>
            <a:spLocks noGrp="1"/>
          </p:cNvSpPr>
          <p:nvPr>
            <p:ph type="title"/>
          </p:nvPr>
        </p:nvSpPr>
        <p:spPr/>
        <p:txBody>
          <a:bodyPr/>
          <a:p>
            <a:r>
              <a:rPr altLang="en-US" lang="zh-CN"/>
              <a:t>单击此处编辑母版标题样式</a:t>
            </a:r>
            <a:endParaRPr altLang="en-US" lang="zh-CN"/>
          </a:p>
        </p:txBody>
      </p:sp>
      <p:sp>
        <p:nvSpPr>
          <p:cNvPr id="1048815" name="内容占位符 2"/>
          <p:cNvSpPr>
            <a:spLocks noGrp="1"/>
          </p:cNvSpPr>
          <p:nvPr>
            <p:ph idx="1" hasCustomPrompt="1"/>
          </p:nvPr>
        </p:nvSpPr>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16" name="日期占位符 3"/>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17" name="页脚占位符 4"/>
          <p:cNvSpPr>
            <a:spLocks noGrp="1"/>
          </p:cNvSpPr>
          <p:nvPr>
            <p:ph type="ftr" sz="quarter" idx="11"/>
          </p:nvPr>
        </p:nvSpPr>
        <p:spPr/>
        <p:txBody>
          <a:bodyPr/>
          <a:p>
            <a:endParaRPr altLang="en-US" lang="zh-CN"/>
          </a:p>
        </p:txBody>
      </p:sp>
      <p:sp>
        <p:nvSpPr>
          <p:cNvPr id="1048818" name="灯片编号占位符 5"/>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spTree>
      <p:nvGrpSpPr>
        <p:cNvPr id="119" name=""/>
        <p:cNvGrpSpPr/>
        <p:nvPr/>
      </p:nvGrpSpPr>
      <p:grpSpPr>
        <a:xfrm>
          <a:off x="0" y="0"/>
          <a:ext cx="0" cy="0"/>
          <a:chOff x="0" y="0"/>
          <a:chExt cx="0" cy="0"/>
        </a:xfrm>
      </p:grpSpPr>
      <p:sp>
        <p:nvSpPr>
          <p:cNvPr id="1048830" name="标题 1"/>
          <p:cNvSpPr>
            <a:spLocks noGrp="1"/>
          </p:cNvSpPr>
          <p:nvPr>
            <p:ph type="title"/>
          </p:nvPr>
        </p:nvSpPr>
        <p:spPr>
          <a:xfrm>
            <a:off x="831850" y="1709738"/>
            <a:ext cx="10515600" cy="2852737"/>
          </a:xfrm>
        </p:spPr>
        <p:txBody>
          <a:bodyPr anchor="b"/>
          <a:lstStyle>
            <a:lvl1pPr>
              <a:defRPr sz="6000"/>
            </a:lvl1pPr>
          </a:lstStyle>
          <a:p>
            <a:r>
              <a:rPr altLang="en-US" lang="zh-CN"/>
              <a:t>单击此处编辑母版标题样式</a:t>
            </a:r>
            <a:endParaRPr altLang="en-US" lang="zh-CN"/>
          </a:p>
        </p:txBody>
      </p:sp>
      <p:sp>
        <p:nvSpPr>
          <p:cNvPr id="1048831" name="文本占位符 2"/>
          <p:cNvSpPr>
            <a:spLocks noGrp="1"/>
          </p:cNvSpPr>
          <p:nvPr>
            <p:ph type="body" idx="1" hasCustomPrompt="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en-US" lang="zh-CN"/>
              <a:t>编辑母版文本样式</a:t>
            </a:r>
            <a:endParaRPr altLang="en-US" lang="zh-CN"/>
          </a:p>
        </p:txBody>
      </p:sp>
      <p:sp>
        <p:nvSpPr>
          <p:cNvPr id="1048832" name="日期占位符 3"/>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33" name="页脚占位符 4"/>
          <p:cNvSpPr>
            <a:spLocks noGrp="1"/>
          </p:cNvSpPr>
          <p:nvPr>
            <p:ph type="ftr" sz="quarter" idx="11"/>
          </p:nvPr>
        </p:nvSpPr>
        <p:spPr/>
        <p:txBody>
          <a:bodyPr/>
          <a:p>
            <a:endParaRPr altLang="en-US" lang="zh-CN"/>
          </a:p>
        </p:txBody>
      </p:sp>
      <p:sp>
        <p:nvSpPr>
          <p:cNvPr id="1048834" name="灯片编号占位符 5"/>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spTree>
      <p:nvGrpSpPr>
        <p:cNvPr id="120" name=""/>
        <p:cNvGrpSpPr/>
        <p:nvPr/>
      </p:nvGrpSpPr>
      <p:grpSpPr>
        <a:xfrm>
          <a:off x="0" y="0"/>
          <a:ext cx="0" cy="0"/>
          <a:chOff x="0" y="0"/>
          <a:chExt cx="0" cy="0"/>
        </a:xfrm>
      </p:grpSpPr>
      <p:sp>
        <p:nvSpPr>
          <p:cNvPr id="1048835" name="标题 1"/>
          <p:cNvSpPr>
            <a:spLocks noGrp="1"/>
          </p:cNvSpPr>
          <p:nvPr>
            <p:ph type="title"/>
          </p:nvPr>
        </p:nvSpPr>
        <p:spPr/>
        <p:txBody>
          <a:bodyPr/>
          <a:p>
            <a:r>
              <a:rPr altLang="en-US" lang="zh-CN"/>
              <a:t>单击此处编辑母版标题样式</a:t>
            </a:r>
            <a:endParaRPr altLang="en-US" lang="zh-CN"/>
          </a:p>
        </p:txBody>
      </p:sp>
      <p:sp>
        <p:nvSpPr>
          <p:cNvPr id="1048836" name="内容占位符 2"/>
          <p:cNvSpPr>
            <a:spLocks noGrp="1"/>
          </p:cNvSpPr>
          <p:nvPr>
            <p:ph sz="half" idx="1" hasCustomPrompt="1"/>
          </p:nvPr>
        </p:nvSpPr>
        <p:spPr>
          <a:xfrm>
            <a:off x="838200" y="1825625"/>
            <a:ext cx="5181600" cy="4351338"/>
          </a:xfrm>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37" name="内容占位符 3"/>
          <p:cNvSpPr>
            <a:spLocks noGrp="1"/>
          </p:cNvSpPr>
          <p:nvPr>
            <p:ph sz="half" idx="2" hasCustomPrompt="1"/>
          </p:nvPr>
        </p:nvSpPr>
        <p:spPr>
          <a:xfrm>
            <a:off x="6172200" y="1825625"/>
            <a:ext cx="5181600" cy="4351338"/>
          </a:xfrm>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38" name="日期占位符 4"/>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39" name="页脚占位符 5"/>
          <p:cNvSpPr>
            <a:spLocks noGrp="1"/>
          </p:cNvSpPr>
          <p:nvPr>
            <p:ph type="ftr" sz="quarter" idx="11"/>
          </p:nvPr>
        </p:nvSpPr>
        <p:spPr/>
        <p:txBody>
          <a:bodyPr/>
          <a:p>
            <a:endParaRPr altLang="en-US" lang="zh-CN"/>
          </a:p>
        </p:txBody>
      </p:sp>
      <p:sp>
        <p:nvSpPr>
          <p:cNvPr id="1048840" name="灯片编号占位符 6"/>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spTree>
      <p:nvGrpSpPr>
        <p:cNvPr id="121" name=""/>
        <p:cNvGrpSpPr/>
        <p:nvPr/>
      </p:nvGrpSpPr>
      <p:grpSpPr>
        <a:xfrm>
          <a:off x="0" y="0"/>
          <a:ext cx="0" cy="0"/>
          <a:chOff x="0" y="0"/>
          <a:chExt cx="0" cy="0"/>
        </a:xfrm>
      </p:grpSpPr>
      <p:sp>
        <p:nvSpPr>
          <p:cNvPr id="1048841" name="标题 1"/>
          <p:cNvSpPr>
            <a:spLocks noGrp="1"/>
          </p:cNvSpPr>
          <p:nvPr>
            <p:ph type="title"/>
          </p:nvPr>
        </p:nvSpPr>
        <p:spPr>
          <a:xfrm>
            <a:off x="839788" y="365125"/>
            <a:ext cx="10515600" cy="1325563"/>
          </a:xfrm>
        </p:spPr>
        <p:txBody>
          <a:bodyPr/>
          <a:p>
            <a:r>
              <a:rPr altLang="en-US" lang="zh-CN"/>
              <a:t>单击此处编辑母版标题样式</a:t>
            </a:r>
            <a:endParaRPr altLang="en-US" lang="zh-CN"/>
          </a:p>
        </p:txBody>
      </p:sp>
      <p:sp>
        <p:nvSpPr>
          <p:cNvPr id="1048842" name="文本占位符 2"/>
          <p:cNvSpPr>
            <a:spLocks noGrp="1"/>
          </p:cNvSpPr>
          <p:nvPr>
            <p:ph type="body" idx="1" hasCustomPrompt="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43" name="内容占位符 3"/>
          <p:cNvSpPr>
            <a:spLocks noGrp="1"/>
          </p:cNvSpPr>
          <p:nvPr>
            <p:ph sz="half" idx="2" hasCustomPrompt="1"/>
          </p:nvPr>
        </p:nvSpPr>
        <p:spPr>
          <a:xfrm>
            <a:off x="839788" y="2505075"/>
            <a:ext cx="5157787" cy="3684588"/>
          </a:xfrm>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44" name="文本占位符 4"/>
          <p:cNvSpPr>
            <a:spLocks noGrp="1"/>
          </p:cNvSpPr>
          <p:nvPr>
            <p:ph type="body" sz="quarter" idx="3" hasCustomPrompt="1"/>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45" name="内容占位符 5"/>
          <p:cNvSpPr>
            <a:spLocks noGrp="1"/>
          </p:cNvSpPr>
          <p:nvPr>
            <p:ph sz="quarter" idx="4" hasCustomPrompt="1"/>
          </p:nvPr>
        </p:nvSpPr>
        <p:spPr>
          <a:xfrm>
            <a:off x="6172200" y="2505075"/>
            <a:ext cx="5183188" cy="3684588"/>
          </a:xfrm>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46" name="日期占位符 6"/>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47" name="页脚占位符 7"/>
          <p:cNvSpPr>
            <a:spLocks noGrp="1"/>
          </p:cNvSpPr>
          <p:nvPr>
            <p:ph type="ftr" sz="quarter" idx="11"/>
          </p:nvPr>
        </p:nvSpPr>
        <p:spPr/>
        <p:txBody>
          <a:bodyPr/>
          <a:p>
            <a:endParaRPr altLang="en-US" lang="zh-CN"/>
          </a:p>
        </p:txBody>
      </p:sp>
      <p:sp>
        <p:nvSpPr>
          <p:cNvPr id="1048848" name="灯片编号占位符 8"/>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spTree>
      <p:nvGrpSpPr>
        <p:cNvPr id="114" name=""/>
        <p:cNvGrpSpPr/>
        <p:nvPr/>
      </p:nvGrpSpPr>
      <p:grpSpPr>
        <a:xfrm>
          <a:off x="0" y="0"/>
          <a:ext cx="0" cy="0"/>
          <a:chOff x="0" y="0"/>
          <a:chExt cx="0" cy="0"/>
        </a:xfrm>
      </p:grpSpPr>
      <p:sp>
        <p:nvSpPr>
          <p:cNvPr id="1048805" name="标题 1"/>
          <p:cNvSpPr>
            <a:spLocks noGrp="1"/>
          </p:cNvSpPr>
          <p:nvPr>
            <p:ph type="title"/>
          </p:nvPr>
        </p:nvSpPr>
        <p:spPr/>
        <p:txBody>
          <a:bodyPr/>
          <a:p>
            <a:r>
              <a:rPr altLang="en-US" lang="zh-CN"/>
              <a:t>单击此处编辑母版标题样式</a:t>
            </a:r>
            <a:endParaRPr altLang="en-US" lang="zh-CN"/>
          </a:p>
        </p:txBody>
      </p:sp>
      <p:sp>
        <p:nvSpPr>
          <p:cNvPr id="1048806" name="日期占位符 2"/>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07" name="页脚占位符 3"/>
          <p:cNvSpPr>
            <a:spLocks noGrp="1"/>
          </p:cNvSpPr>
          <p:nvPr>
            <p:ph type="ftr" sz="quarter" idx="11"/>
          </p:nvPr>
        </p:nvSpPr>
        <p:spPr/>
        <p:txBody>
          <a:bodyPr/>
          <a:p>
            <a:endParaRPr altLang="en-US" lang="zh-CN"/>
          </a:p>
        </p:txBody>
      </p:sp>
      <p:sp>
        <p:nvSpPr>
          <p:cNvPr id="1048808" name="灯片编号占位符 4"/>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spTree>
      <p:nvGrpSpPr>
        <p:cNvPr id="25" name=""/>
        <p:cNvGrpSpPr/>
        <p:nvPr/>
      </p:nvGrpSpPr>
      <p:grpSpPr>
        <a:xfrm>
          <a:off x="0" y="0"/>
          <a:ext cx="0" cy="0"/>
          <a:chOff x="0" y="0"/>
          <a:chExt cx="0" cy="0"/>
        </a:xfrm>
      </p:grpSpPr>
      <p:sp>
        <p:nvSpPr>
          <p:cNvPr id="1048581" name="日期占位符 1"/>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582" name="页脚占位符 2"/>
          <p:cNvSpPr>
            <a:spLocks noGrp="1"/>
          </p:cNvSpPr>
          <p:nvPr>
            <p:ph type="ftr" sz="quarter" idx="11"/>
          </p:nvPr>
        </p:nvSpPr>
        <p:spPr/>
        <p:txBody>
          <a:bodyPr/>
          <a:p>
            <a:endParaRPr altLang="en-US" lang="zh-CN"/>
          </a:p>
        </p:txBody>
      </p:sp>
      <p:sp>
        <p:nvSpPr>
          <p:cNvPr id="1048583" name="灯片编号占位符 3"/>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内容与标题">
    <p:spTree>
      <p:nvGrpSpPr>
        <p:cNvPr id="122" name=""/>
        <p:cNvGrpSpPr/>
        <p:nvPr/>
      </p:nvGrpSpPr>
      <p:grpSpPr>
        <a:xfrm>
          <a:off x="0" y="0"/>
          <a:ext cx="0" cy="0"/>
          <a:chOff x="0" y="0"/>
          <a:chExt cx="0" cy="0"/>
        </a:xfrm>
      </p:grpSpPr>
      <p:sp>
        <p:nvSpPr>
          <p:cNvPr id="1048849" name="标题 1"/>
          <p:cNvSpPr>
            <a:spLocks noGrp="1"/>
          </p:cNvSpPr>
          <p:nvPr>
            <p:ph type="title"/>
          </p:nvPr>
        </p:nvSpPr>
        <p:spPr>
          <a:xfrm>
            <a:off x="839788" y="457200"/>
            <a:ext cx="3932237" cy="1600200"/>
          </a:xfrm>
        </p:spPr>
        <p:txBody>
          <a:bodyPr anchor="b"/>
          <a:lstStyle>
            <a:lvl1pPr>
              <a:defRPr sz="3200"/>
            </a:lvl1pPr>
          </a:lstStyle>
          <a:p>
            <a:r>
              <a:rPr altLang="en-US" lang="zh-CN"/>
              <a:t>单击此处编辑母版标题样式</a:t>
            </a:r>
            <a:endParaRPr altLang="en-US" lang="zh-CN"/>
          </a:p>
        </p:txBody>
      </p:sp>
      <p:sp>
        <p:nvSpPr>
          <p:cNvPr id="1048850"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51" name="文本占位符 3"/>
          <p:cNvSpPr>
            <a:spLocks noGrp="1"/>
          </p:cNvSpPr>
          <p:nvPr>
            <p:ph type="body" sz="half" idx="2" hasCustomPrompt="1"/>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endParaRPr altLang="en-US" lang="zh-CN"/>
          </a:p>
        </p:txBody>
      </p:sp>
      <p:sp>
        <p:nvSpPr>
          <p:cNvPr id="1048852" name="日期占位符 4"/>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53" name="页脚占位符 5"/>
          <p:cNvSpPr>
            <a:spLocks noGrp="1"/>
          </p:cNvSpPr>
          <p:nvPr>
            <p:ph type="ftr" sz="quarter" idx="11"/>
          </p:nvPr>
        </p:nvSpPr>
        <p:spPr/>
        <p:txBody>
          <a:bodyPr/>
          <a:p>
            <a:endParaRPr altLang="en-US" lang="zh-CN"/>
          </a:p>
        </p:txBody>
      </p:sp>
      <p:sp>
        <p:nvSpPr>
          <p:cNvPr id="1048854" name="灯片编号占位符 6"/>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图片与标题">
    <p:spTree>
      <p:nvGrpSpPr>
        <p:cNvPr id="117" name=""/>
        <p:cNvGrpSpPr/>
        <p:nvPr/>
      </p:nvGrpSpPr>
      <p:grpSpPr>
        <a:xfrm>
          <a:off x="0" y="0"/>
          <a:ext cx="0" cy="0"/>
          <a:chOff x="0" y="0"/>
          <a:chExt cx="0" cy="0"/>
        </a:xfrm>
      </p:grpSpPr>
      <p:sp>
        <p:nvSpPr>
          <p:cNvPr id="1048819" name="标题 1"/>
          <p:cNvSpPr>
            <a:spLocks noGrp="1"/>
          </p:cNvSpPr>
          <p:nvPr>
            <p:ph type="title"/>
          </p:nvPr>
        </p:nvSpPr>
        <p:spPr>
          <a:xfrm>
            <a:off x="839788" y="457200"/>
            <a:ext cx="3932237" cy="1600200"/>
          </a:xfrm>
        </p:spPr>
        <p:txBody>
          <a:bodyPr anchor="b"/>
          <a:lstStyle>
            <a:lvl1pPr>
              <a:defRPr sz="3200"/>
            </a:lvl1pPr>
          </a:lstStyle>
          <a:p>
            <a:r>
              <a:rPr altLang="en-US" lang="zh-CN"/>
              <a:t>单击此处编辑母版标题样式</a:t>
            </a:r>
            <a:endParaRPr altLang="en-US" lang="zh-CN"/>
          </a:p>
        </p:txBody>
      </p:sp>
      <p:sp>
        <p:nvSpPr>
          <p:cNvPr id="1048820" name="图片占位符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altLang="en-US" lang="zh-CN"/>
          </a:p>
        </p:txBody>
      </p:sp>
      <p:sp>
        <p:nvSpPr>
          <p:cNvPr id="1048821" name="文本占位符 3"/>
          <p:cNvSpPr>
            <a:spLocks noGrp="1"/>
          </p:cNvSpPr>
          <p:nvPr>
            <p:ph type="body" sz="half" idx="2" hasCustomPrompt="1"/>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endParaRPr altLang="en-US" lang="zh-CN"/>
          </a:p>
        </p:txBody>
      </p:sp>
      <p:sp>
        <p:nvSpPr>
          <p:cNvPr id="1048822" name="日期占位符 4"/>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23" name="页脚占位符 5"/>
          <p:cNvSpPr>
            <a:spLocks noGrp="1"/>
          </p:cNvSpPr>
          <p:nvPr>
            <p:ph type="ftr" sz="quarter" idx="11"/>
          </p:nvPr>
        </p:nvSpPr>
        <p:spPr/>
        <p:txBody>
          <a:bodyPr/>
          <a:p>
            <a:endParaRPr altLang="en-US" lang="zh-CN"/>
          </a:p>
        </p:txBody>
      </p:sp>
      <p:sp>
        <p:nvSpPr>
          <p:cNvPr id="1048824" name="灯片编号占位符 6"/>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标题和竖排文字">
    <p:spTree>
      <p:nvGrpSpPr>
        <p:cNvPr id="118" name=""/>
        <p:cNvGrpSpPr/>
        <p:nvPr/>
      </p:nvGrpSpPr>
      <p:grpSpPr>
        <a:xfrm>
          <a:off x="0" y="0"/>
          <a:ext cx="0" cy="0"/>
          <a:chOff x="0" y="0"/>
          <a:chExt cx="0" cy="0"/>
        </a:xfrm>
      </p:grpSpPr>
      <p:sp>
        <p:nvSpPr>
          <p:cNvPr id="1048825" name="标题 1"/>
          <p:cNvSpPr>
            <a:spLocks noGrp="1"/>
          </p:cNvSpPr>
          <p:nvPr>
            <p:ph type="title"/>
          </p:nvPr>
        </p:nvSpPr>
        <p:spPr/>
        <p:txBody>
          <a:bodyPr/>
          <a:p>
            <a:r>
              <a:rPr altLang="en-US" lang="zh-CN"/>
              <a:t>单击此处编辑母版标题样式</a:t>
            </a:r>
            <a:endParaRPr altLang="en-US" lang="zh-CN"/>
          </a:p>
        </p:txBody>
      </p:sp>
      <p:sp>
        <p:nvSpPr>
          <p:cNvPr id="1048826" name="竖排文字占位符 2"/>
          <p:cNvSpPr>
            <a:spLocks noGrp="1"/>
          </p:cNvSpPr>
          <p:nvPr>
            <p:ph type="body" orient="vert" idx="1" hasCustomPrompt="1"/>
          </p:nvPr>
        </p:nvSpPr>
        <p:spPr/>
        <p:txBody>
          <a:bodyPr vert="eaVert"/>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27" name="日期占位符 3"/>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28" name="页脚占位符 4"/>
          <p:cNvSpPr>
            <a:spLocks noGrp="1"/>
          </p:cNvSpPr>
          <p:nvPr>
            <p:ph type="ftr" sz="quarter" idx="11"/>
          </p:nvPr>
        </p:nvSpPr>
        <p:spPr/>
        <p:txBody>
          <a:bodyPr/>
          <a:p>
            <a:endParaRPr altLang="en-US" lang="zh-CN"/>
          </a:p>
        </p:txBody>
      </p:sp>
      <p:sp>
        <p:nvSpPr>
          <p:cNvPr id="1048829" name="灯片编号占位符 5"/>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竖排标题与文本">
    <p:spTree>
      <p:nvGrpSpPr>
        <p:cNvPr id="115" name=""/>
        <p:cNvGrpSpPr/>
        <p:nvPr/>
      </p:nvGrpSpPr>
      <p:grpSpPr>
        <a:xfrm>
          <a:off x="0" y="0"/>
          <a:ext cx="0" cy="0"/>
          <a:chOff x="0" y="0"/>
          <a:chExt cx="0" cy="0"/>
        </a:xfrm>
      </p:grpSpPr>
      <p:sp>
        <p:nvSpPr>
          <p:cNvPr id="1048809" name="竖排标题 1"/>
          <p:cNvSpPr>
            <a:spLocks noGrp="1"/>
          </p:cNvSpPr>
          <p:nvPr>
            <p:ph type="title" orient="vert"/>
          </p:nvPr>
        </p:nvSpPr>
        <p:spPr>
          <a:xfrm>
            <a:off x="8724900" y="365125"/>
            <a:ext cx="2628900" cy="5811838"/>
          </a:xfrm>
        </p:spPr>
        <p:txBody>
          <a:bodyPr vert="eaVert"/>
          <a:p>
            <a:r>
              <a:rPr altLang="en-US" lang="zh-CN"/>
              <a:t>单击此处编辑母版标题样式</a:t>
            </a:r>
            <a:endParaRPr altLang="en-US" lang="zh-CN"/>
          </a:p>
        </p:txBody>
      </p:sp>
      <p:sp>
        <p:nvSpPr>
          <p:cNvPr id="1048810" name="竖排文字占位符 2"/>
          <p:cNvSpPr>
            <a:spLocks noGrp="1"/>
          </p:cNvSpPr>
          <p:nvPr>
            <p:ph type="body" orient="vert" idx="1" hasCustomPrompt="1"/>
          </p:nvPr>
        </p:nvSpPr>
        <p:spPr>
          <a:xfrm>
            <a:off x="838200" y="365125"/>
            <a:ext cx="7734300" cy="5811838"/>
          </a:xfrm>
        </p:spPr>
        <p:txBody>
          <a:bodyPr vert="eaVert"/>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811" name="日期占位符 3"/>
          <p:cNvSpPr>
            <a:spLocks noGrp="1"/>
          </p:cNvSpPr>
          <p:nvPr>
            <p:ph type="dt" sz="half" idx="10"/>
          </p:nvPr>
        </p:nvSpPr>
        <p:spPr/>
        <p:txBody>
          <a:bodyPr/>
          <a:p>
            <a:fld id="{D49874F6-5BC2-4E3A-B513-4701EC6AE6A8}" type="datetimeFigureOut">
              <a:rPr altLang="en-US" lang="zh-CN" smtClean="0"/>
            </a:fld>
            <a:endParaRPr altLang="en-US" lang="zh-CN"/>
          </a:p>
        </p:txBody>
      </p:sp>
      <p:sp>
        <p:nvSpPr>
          <p:cNvPr id="1048812" name="页脚占位符 4"/>
          <p:cNvSpPr>
            <a:spLocks noGrp="1"/>
          </p:cNvSpPr>
          <p:nvPr>
            <p:ph type="ftr" sz="quarter" idx="11"/>
          </p:nvPr>
        </p:nvSpPr>
        <p:spPr/>
        <p:txBody>
          <a:bodyPr/>
          <a:p>
            <a:endParaRPr altLang="en-US" lang="zh-CN"/>
          </a:p>
        </p:txBody>
      </p:sp>
      <p:sp>
        <p:nvSpPr>
          <p:cNvPr id="1048813" name="灯片编号占位符 5"/>
          <p:cNvSpPr>
            <a:spLocks noGrp="1"/>
          </p:cNvSpPr>
          <p:nvPr>
            <p:ph type="sldNum" sz="quarter" idx="12"/>
          </p:nvPr>
        </p:nvSpPr>
        <p:spPr/>
        <p:txBody>
          <a:bodyPr/>
          <a:p>
            <a:fld id="{95ECD22C-CD7D-4D94-9D06-CA6FD16598A5}" type="slidenum">
              <a:rPr altLang="en-US" lang="zh-CN" smtClean="0"/>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902322"/>
        </a:solidFill>
      </p:bgPr>
    </p:bg>
    <p:spTree>
      <p:nvGrpSpPr>
        <p:cNvPr id="13"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p:spPr>
        <p:txBody>
          <a:bodyPr anchor="ctr" bIns="45720" lIns="91440" rIns="91440" rtlCol="0" tIns="45720" vert="horz">
            <a:normAutofit/>
          </a:bodyPr>
          <a:p>
            <a:r>
              <a:rPr altLang="en-US" lang="zh-CN"/>
              <a:t>单击此处编辑母版标题样式</a:t>
            </a:r>
            <a:endParaRPr altLang="en-US" lang="zh-CN"/>
          </a:p>
        </p:txBody>
      </p:sp>
      <p:sp>
        <p:nvSpPr>
          <p:cNvPr id="1048577" name="文本占位符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578" name="日期占位符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D49874F6-5BC2-4E3A-B513-4701EC6AE6A8}" type="datetimeFigureOut">
              <a:rPr altLang="en-US" lang="zh-CN" smtClean="0"/>
            </a:fld>
            <a:endParaRPr altLang="en-US" lang="zh-CN"/>
          </a:p>
        </p:txBody>
      </p:sp>
      <p:sp>
        <p:nvSpPr>
          <p:cNvPr id="1048579" name="页脚占位符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灯片编号占位符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95ECD22C-CD7D-4D94-9D06-CA6FD16598A5}" type="slidenum">
              <a:rPr altLang="en-US" lang="zh-CN" smtClean="0"/>
            </a:fld>
            <a:endParaRPr altLang="en-US" lang="zh-CN"/>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7.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2.png"/><Relationship Id="rId3" Type="http://schemas.openxmlformats.org/officeDocument/2006/relationships/slideLayout" Target="../slideLayouts/slideLayout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2.png"/><Relationship Id="rId3" Type="http://schemas.openxmlformats.org/officeDocument/2006/relationships/slideLayout" Target="../slideLayouts/slideLayout7.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2.png"/><Relationship Id="rId3" Type="http://schemas.openxmlformats.org/officeDocument/2006/relationships/slideLayout" Target="../slideLayouts/slideLayout7.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6.jpeg"/><Relationship Id="rId3" Type="http://schemas.openxmlformats.org/officeDocument/2006/relationships/image" Target="../media/image6.png"/><Relationship Id="rId4" Type="http://schemas.openxmlformats.org/officeDocument/2006/relationships/slideLayout" Target="../slideLayouts/slideLayout7.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image" Target="../media/image17.jpeg"/><Relationship Id="rId3" Type="http://schemas.openxmlformats.org/officeDocument/2006/relationships/image" Target="../media/image6.png"/><Relationship Id="rId4" Type="http://schemas.openxmlformats.org/officeDocument/2006/relationships/slideLayout" Target="../slideLayouts/slideLayout7.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84" name="矩形 3"/>
          <p:cNvSpPr/>
          <p:nvPr/>
        </p:nvSpPr>
        <p:spPr>
          <a:xfrm>
            <a:off x="190500" y="180975"/>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52" name="图片 6" descr="375A3976"/>
          <p:cNvPicPr>
            <a:picLocks noChangeAspect="1"/>
          </p:cNvPicPr>
          <p:nvPr/>
        </p:nvPicPr>
        <p:blipFill>
          <a:blip xmlns:r="http://schemas.openxmlformats.org/officeDocument/2006/relationships" r:embed="rId1"/>
          <a:srcRect/>
          <a:stretch>
            <a:fillRect/>
          </a:stretch>
        </p:blipFill>
        <p:spPr>
          <a:xfrm>
            <a:off x="190500" y="180975"/>
            <a:ext cx="2707640" cy="6497955"/>
          </a:xfrm>
          <a:prstGeom prst="rect"/>
        </p:spPr>
      </p:pic>
      <p:sp>
        <p:nvSpPr>
          <p:cNvPr id="1048585" name="文本框 2"/>
          <p:cNvSpPr txBox="1"/>
          <p:nvPr/>
        </p:nvSpPr>
        <p:spPr>
          <a:xfrm>
            <a:off x="6893560" y="2920365"/>
            <a:ext cx="4297680" cy="891541"/>
          </a:xfrm>
          <a:prstGeom prst="rect"/>
          <a:noFill/>
        </p:spPr>
        <p:txBody>
          <a:bodyPr rtlCol="0" wrap="none">
            <a:spAutoFit/>
          </a:bodyPr>
          <a:p>
            <a:r>
              <a:rPr altLang="en-US" sz="5400" lang="zh-CN">
                <a:solidFill>
                  <a:srgbClr val="902322"/>
                </a:solidFill>
                <a:latin typeface="华光标题宋_CNKI" panose="02000500000000000000" charset="-122"/>
                <a:ea typeface="华光标题宋_CNKI" panose="02000500000000000000" charset="-122"/>
              </a:rPr>
              <a:t>单击添加标题</a:t>
            </a:r>
            <a:endParaRPr altLang="en-US" sz="5400" lang="zh-CN">
              <a:solidFill>
                <a:srgbClr val="902322"/>
              </a:solidFill>
              <a:latin typeface="华光标题宋_CNKI" panose="02000500000000000000" charset="-122"/>
              <a:ea typeface="华光标题宋_CNKI" panose="02000500000000000000" charset="-122"/>
            </a:endParaRPr>
          </a:p>
        </p:txBody>
      </p:sp>
      <p:sp>
        <p:nvSpPr>
          <p:cNvPr id="1048586" name="Oval 5"/>
          <p:cNvSpPr/>
          <p:nvPr/>
        </p:nvSpPr>
        <p:spPr>
          <a:xfrm>
            <a:off x="2609215" y="2186305"/>
            <a:ext cx="2390775" cy="2390775"/>
          </a:xfrm>
          <a:prstGeom prst="ellipse"/>
          <a:solidFill>
            <a:srgbClr val="902322"/>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587" name="Oval 5"/>
          <p:cNvSpPr/>
          <p:nvPr/>
        </p:nvSpPr>
        <p:spPr>
          <a:xfrm>
            <a:off x="4295140" y="2186305"/>
            <a:ext cx="2485390" cy="2485390"/>
          </a:xfrm>
          <a:prstGeom prst="ellipse"/>
          <a:solidFill>
            <a:srgbClr val="FFFFFF"/>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pic>
        <p:nvPicPr>
          <p:cNvPr id="2097153" name="图片 4" descr="横向校标_画板 1"/>
          <p:cNvPicPr>
            <a:picLocks noChangeAspect="1"/>
          </p:cNvPicPr>
          <p:nvPr/>
        </p:nvPicPr>
        <p:blipFill>
          <a:blip xmlns:r="http://schemas.openxmlformats.org/officeDocument/2006/relationships" r:embed="rId2"/>
          <a:srcRect l="23404" t="57280" r="60019" b="25884"/>
          <a:stretch>
            <a:fillRect/>
          </a:stretch>
        </p:blipFill>
        <p:spPr>
          <a:xfrm>
            <a:off x="4295140" y="2186305"/>
            <a:ext cx="2478405" cy="2518410"/>
          </a:xfrm>
          <a:prstGeom prst="ellipse"/>
        </p:spPr>
      </p:pic>
      <p:sp>
        <p:nvSpPr>
          <p:cNvPr id="1048588" name="文本框 13"/>
          <p:cNvSpPr txBox="1"/>
          <p:nvPr/>
        </p:nvSpPr>
        <p:spPr>
          <a:xfrm>
            <a:off x="7086600" y="4577080"/>
            <a:ext cx="4104640" cy="1069340"/>
          </a:xfrm>
          <a:prstGeom prst="rect"/>
          <a:noFill/>
        </p:spPr>
        <p:txBody>
          <a:bodyPr rtlCol="0" wrap="square">
            <a:spAutoFit/>
          </a:bodyPr>
          <a:p>
            <a:pPr algn="r"/>
            <a:r>
              <a:rPr altLang="en-US" sz="2400" lang="zh-CN">
                <a:solidFill>
                  <a:srgbClr val="902322"/>
                </a:solidFill>
                <a:latin typeface="华文细黑" panose="02010600040101010101" charset="-122"/>
                <a:ea typeface="华文细黑" panose="02010600040101010101" charset="-122"/>
                <a:cs typeface="华康古籍木兰" panose="02020300000000000000" charset="-122"/>
              </a:rPr>
              <a:t>浙江大学</a:t>
            </a:r>
            <a:endParaRPr altLang="en-US" sz="2400" lang="zh-CN">
              <a:solidFill>
                <a:srgbClr val="902322"/>
              </a:solidFill>
              <a:latin typeface="华文细黑" panose="02010600040101010101" charset="-122"/>
              <a:ea typeface="华文细黑" panose="02010600040101010101" charset="-122"/>
              <a:cs typeface="华康古籍木兰" panose="02020300000000000000" charset="-122"/>
            </a:endParaRPr>
          </a:p>
          <a:p>
            <a:pPr algn="r"/>
            <a:r>
              <a:rPr altLang="en-US" sz="2400" lang="zh-CN">
                <a:solidFill>
                  <a:srgbClr val="902322"/>
                </a:solidFill>
                <a:latin typeface="华文细黑" panose="02010600040101010101" charset="-122"/>
                <a:ea typeface="华文细黑" panose="02010600040101010101" charset="-122"/>
                <a:cs typeface="华康古籍木兰" panose="02020300000000000000" charset="-122"/>
              </a:rPr>
              <a:t>融媒体中心学生记者团</a:t>
            </a:r>
            <a:endParaRPr altLang="en-US" sz="2400" lang="zh-CN">
              <a:solidFill>
                <a:srgbClr val="902322"/>
              </a:solidFill>
              <a:latin typeface="华文细黑" panose="02010600040101010101" charset="-122"/>
              <a:ea typeface="华文细黑" panose="02010600040101010101" charset="-122"/>
              <a:cs typeface="华康古籍木兰" panose="02020300000000000000" charset="-122"/>
            </a:endParaRPr>
          </a:p>
          <a:p>
            <a:pPr algn="r"/>
            <a:r>
              <a:rPr altLang="en-US" lang="zh-CN">
                <a:solidFill>
                  <a:srgbClr val="902322"/>
                </a:solidFill>
                <a:latin typeface="华文细黑" panose="02010600040101010101" charset="-122"/>
                <a:ea typeface="华文细黑" panose="02010600040101010101" charset="-122"/>
                <a:cs typeface="华康古籍木兰" panose="02020300000000000000" charset="-122"/>
              </a:rPr>
              <a:t>官方微信公众号设计部</a:t>
            </a:r>
            <a:endParaRPr altLang="en-US" lang="zh-CN">
              <a:solidFill>
                <a:srgbClr val="902322"/>
              </a:solidFill>
              <a:latin typeface="华文细黑" panose="02010600040101010101" charset="-122"/>
              <a:ea typeface="华文细黑" panose="02010600040101010101" charset="-122"/>
              <a:cs typeface="华康古籍木兰" panose="02020300000000000000" charset="-122"/>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592" name="矩形 3"/>
          <p:cNvSpPr/>
          <p:nvPr/>
        </p:nvSpPr>
        <p:spPr>
          <a:xfrm>
            <a:off x="190500" y="180975"/>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54" name="图片 1" descr="375A3977"/>
          <p:cNvPicPr>
            <a:picLocks noChangeAspect="1"/>
          </p:cNvPicPr>
          <p:nvPr/>
        </p:nvPicPr>
        <p:blipFill>
          <a:blip xmlns:r="http://schemas.openxmlformats.org/officeDocument/2006/relationships" r:embed="rId1">
            <a:lum bright="70000" contrast="-70000"/>
          </a:blip>
          <a:srcRect/>
          <a:stretch>
            <a:fillRect/>
          </a:stretch>
        </p:blipFill>
        <p:spPr>
          <a:xfrm>
            <a:off x="190500" y="180975"/>
            <a:ext cx="11803380" cy="3175635"/>
          </a:xfrm>
          <a:prstGeom prst="rect"/>
        </p:spPr>
      </p:pic>
      <p:sp>
        <p:nvSpPr>
          <p:cNvPr id="1048593" name="Oval 5"/>
          <p:cNvSpPr/>
          <p:nvPr/>
        </p:nvSpPr>
        <p:spPr>
          <a:xfrm>
            <a:off x="1373505" y="3152140"/>
            <a:ext cx="614680" cy="614680"/>
          </a:xfrm>
          <a:prstGeom prst="ellipse"/>
          <a:solidFill>
            <a:srgbClr val="902322"/>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594" name="文本框 7"/>
          <p:cNvSpPr txBox="1"/>
          <p:nvPr/>
        </p:nvSpPr>
        <p:spPr>
          <a:xfrm>
            <a:off x="2441575" y="3221990"/>
            <a:ext cx="2834640" cy="506730"/>
          </a:xfrm>
          <a:prstGeom prst="rect"/>
          <a:noFill/>
        </p:spPr>
        <p:txBody>
          <a:bodyPr rtlCol="0" wrap="square">
            <a:spAutoFit/>
          </a:bodyPr>
          <a:p>
            <a:r>
              <a:rPr altLang="en-US" sz="2700" lang="zh-CN">
                <a:solidFill>
                  <a:srgbClr val="902322"/>
                </a:solidFill>
                <a:latin typeface="华光标题宋_CNKI" panose="02000500000000000000" charset="-122"/>
                <a:ea typeface="华光标题宋_CNKI" panose="02000500000000000000" charset="-122"/>
                <a:cs typeface="华光标题宋_CNKI" panose="02000500000000000000" charset="-122"/>
              </a:rPr>
              <a:t>标 题 一</a:t>
            </a:r>
            <a:endParaRPr altLang="en-US" sz="2700" lang="zh-CN">
              <a:solidFill>
                <a:srgbClr val="902322"/>
              </a:solidFill>
              <a:latin typeface="华光标题宋_CNKI" panose="02000500000000000000" charset="-122"/>
              <a:ea typeface="华光标题宋_CNKI" panose="02000500000000000000" charset="-122"/>
              <a:cs typeface="华光标题宋_CNKI" panose="02000500000000000000" charset="-122"/>
            </a:endParaRPr>
          </a:p>
        </p:txBody>
      </p:sp>
      <p:sp>
        <p:nvSpPr>
          <p:cNvPr id="1048595" name="Oval 5"/>
          <p:cNvSpPr/>
          <p:nvPr/>
        </p:nvSpPr>
        <p:spPr>
          <a:xfrm>
            <a:off x="5063490" y="3113405"/>
            <a:ext cx="614680" cy="614680"/>
          </a:xfrm>
          <a:prstGeom prst="ellipse"/>
          <a:solidFill>
            <a:srgbClr val="902322"/>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596" name="文本框 9"/>
          <p:cNvSpPr txBox="1"/>
          <p:nvPr/>
        </p:nvSpPr>
        <p:spPr>
          <a:xfrm>
            <a:off x="6144260" y="3237865"/>
            <a:ext cx="2834640" cy="506730"/>
          </a:xfrm>
          <a:prstGeom prst="rect"/>
          <a:noFill/>
        </p:spPr>
        <p:txBody>
          <a:bodyPr rtlCol="0" wrap="square">
            <a:spAutoFit/>
          </a:bodyPr>
          <a:p>
            <a:r>
              <a:rPr altLang="en-US" sz="2700" lang="zh-CN">
                <a:solidFill>
                  <a:srgbClr val="902322"/>
                </a:solidFill>
                <a:latin typeface="华光标题宋_CNKI" panose="02000500000000000000" charset="-122"/>
                <a:ea typeface="华光标题宋_CNKI" panose="02000500000000000000" charset="-122"/>
                <a:cs typeface="华光标题宋_CNKI" panose="02000500000000000000" charset="-122"/>
              </a:rPr>
              <a:t>标 题 二</a:t>
            </a:r>
            <a:endParaRPr altLang="en-US" sz="2700" lang="zh-CN">
              <a:solidFill>
                <a:srgbClr val="902322"/>
              </a:solidFill>
              <a:latin typeface="华光标题宋_CNKI" panose="02000500000000000000" charset="-122"/>
              <a:ea typeface="华光标题宋_CNKI" panose="02000500000000000000" charset="-122"/>
              <a:cs typeface="华光标题宋_CNKI" panose="02000500000000000000" charset="-122"/>
            </a:endParaRPr>
          </a:p>
        </p:txBody>
      </p:sp>
      <p:sp>
        <p:nvSpPr>
          <p:cNvPr id="1048597" name="Oval 5"/>
          <p:cNvSpPr/>
          <p:nvPr/>
        </p:nvSpPr>
        <p:spPr>
          <a:xfrm>
            <a:off x="1373505" y="4333240"/>
            <a:ext cx="614680" cy="614680"/>
          </a:xfrm>
          <a:prstGeom prst="ellipse"/>
          <a:solidFill>
            <a:srgbClr val="902322"/>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598" name="文本框 11"/>
          <p:cNvSpPr txBox="1"/>
          <p:nvPr/>
        </p:nvSpPr>
        <p:spPr>
          <a:xfrm>
            <a:off x="2441575" y="4387850"/>
            <a:ext cx="2834640" cy="506730"/>
          </a:xfrm>
          <a:prstGeom prst="rect"/>
          <a:noFill/>
        </p:spPr>
        <p:txBody>
          <a:bodyPr rtlCol="0" wrap="square">
            <a:spAutoFit/>
          </a:bodyPr>
          <a:p>
            <a:r>
              <a:rPr altLang="en-US" sz="2700" lang="zh-CN">
                <a:solidFill>
                  <a:srgbClr val="902322"/>
                </a:solidFill>
                <a:latin typeface="华光标题宋_CNKI" panose="02000500000000000000" charset="-122"/>
                <a:ea typeface="华光标题宋_CNKI" panose="02000500000000000000" charset="-122"/>
                <a:cs typeface="华光标题宋_CNKI" panose="02000500000000000000" charset="-122"/>
              </a:rPr>
              <a:t>标 题 三</a:t>
            </a:r>
            <a:endParaRPr altLang="en-US" sz="2700" lang="zh-CN">
              <a:solidFill>
                <a:srgbClr val="902322"/>
              </a:solidFill>
              <a:latin typeface="华光标题宋_CNKI" panose="02000500000000000000" charset="-122"/>
              <a:ea typeface="华光标题宋_CNKI" panose="02000500000000000000" charset="-122"/>
              <a:cs typeface="华光标题宋_CNKI" panose="02000500000000000000" charset="-122"/>
            </a:endParaRPr>
          </a:p>
        </p:txBody>
      </p:sp>
      <p:sp>
        <p:nvSpPr>
          <p:cNvPr id="1048599" name="Oval 5"/>
          <p:cNvSpPr/>
          <p:nvPr/>
        </p:nvSpPr>
        <p:spPr>
          <a:xfrm>
            <a:off x="5063490" y="4279900"/>
            <a:ext cx="614680" cy="614680"/>
          </a:xfrm>
          <a:prstGeom prst="ellipse"/>
          <a:solidFill>
            <a:srgbClr val="902322"/>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600" name="文本框 13"/>
          <p:cNvSpPr txBox="1"/>
          <p:nvPr/>
        </p:nvSpPr>
        <p:spPr>
          <a:xfrm>
            <a:off x="6144260" y="4364990"/>
            <a:ext cx="2834640" cy="506730"/>
          </a:xfrm>
          <a:prstGeom prst="rect"/>
          <a:noFill/>
        </p:spPr>
        <p:txBody>
          <a:bodyPr rtlCol="0" wrap="square">
            <a:spAutoFit/>
          </a:bodyPr>
          <a:p>
            <a:r>
              <a:rPr altLang="en-US" sz="2700" lang="zh-CN">
                <a:solidFill>
                  <a:srgbClr val="902322"/>
                </a:solidFill>
                <a:latin typeface="华光标题宋_CNKI" panose="02000500000000000000" charset="-122"/>
                <a:ea typeface="华光标题宋_CNKI" panose="02000500000000000000" charset="-122"/>
                <a:cs typeface="华光标题宋_CNKI" panose="02000500000000000000" charset="-122"/>
              </a:rPr>
              <a:t>标 题 四</a:t>
            </a:r>
            <a:endParaRPr altLang="en-US" sz="2700" lang="zh-CN">
              <a:solidFill>
                <a:srgbClr val="902322"/>
              </a:solidFill>
              <a:latin typeface="华光标题宋_CNKI" panose="02000500000000000000" charset="-122"/>
              <a:ea typeface="华光标题宋_CNKI" panose="02000500000000000000" charset="-122"/>
              <a:cs typeface="华光标题宋_CNKI" panose="02000500000000000000" charset="-122"/>
            </a:endParaRPr>
          </a:p>
        </p:txBody>
      </p:sp>
      <p:sp>
        <p:nvSpPr>
          <p:cNvPr id="1048601" name="文本框 18"/>
          <p:cNvSpPr txBox="1"/>
          <p:nvPr/>
        </p:nvSpPr>
        <p:spPr>
          <a:xfrm>
            <a:off x="9930130" y="3202940"/>
            <a:ext cx="982980" cy="1729740"/>
          </a:xfrm>
          <a:prstGeom prst="rect"/>
          <a:noFill/>
        </p:spPr>
        <p:txBody>
          <a:bodyPr rtlCol="0" vert="eaVert" wrap="none">
            <a:spAutoFit/>
          </a:bodyPr>
          <a:p>
            <a:r>
              <a:rPr altLang="en-US" sz="5400" lang="zh-CN">
                <a:solidFill>
                  <a:srgbClr val="902322"/>
                </a:solidFill>
                <a:latin typeface="华光标题宋_CNKI" panose="02000500000000000000" charset="-122"/>
                <a:ea typeface="华光标题宋_CNKI" panose="02000500000000000000" charset="-122"/>
                <a:cs typeface="华光标题宋_CNKI" panose="02000500000000000000" charset="-122"/>
              </a:rPr>
              <a:t>目 录</a:t>
            </a:r>
            <a:endParaRPr altLang="en-US" sz="5400" lang="zh-CN">
              <a:solidFill>
                <a:srgbClr val="902322"/>
              </a:solidFill>
              <a:latin typeface="华光标题宋_CNKI" panose="02000500000000000000" charset="-122"/>
              <a:ea typeface="华光标题宋_CNKI" panose="02000500000000000000" charset="-122"/>
              <a:cs typeface="华光标题宋_CNKI" panose="02000500000000000000" charset="-122"/>
            </a:endParaRPr>
          </a:p>
        </p:txBody>
      </p:sp>
      <p:sp>
        <p:nvSpPr>
          <p:cNvPr id="1048602" name="文本框 19"/>
          <p:cNvSpPr txBox="1"/>
          <p:nvPr/>
        </p:nvSpPr>
        <p:spPr>
          <a:xfrm>
            <a:off x="1373505" y="3183255"/>
            <a:ext cx="589280" cy="583565"/>
          </a:xfrm>
          <a:prstGeom prst="rect"/>
          <a:noFill/>
        </p:spPr>
        <p:txBody>
          <a:bodyPr rtlCol="0" wrap="none">
            <a:spAutoFit/>
          </a:bodyPr>
          <a:p>
            <a:r>
              <a:rPr altLang="en-US" sz="3200" lang="zh-CN">
                <a:solidFill>
                  <a:schemeClr val="bg1"/>
                </a:solidFill>
                <a:latin typeface="华光标题宋_CNKI" panose="02000500000000000000" charset="-122"/>
                <a:ea typeface="华光标题宋_CNKI" panose="02000500000000000000" charset="-122"/>
              </a:rPr>
              <a:t>壹</a:t>
            </a:r>
            <a:endParaRPr altLang="en-US" sz="3200" lang="zh-CN">
              <a:solidFill>
                <a:schemeClr val="bg1"/>
              </a:solidFill>
              <a:latin typeface="华光标题宋_CNKI" panose="02000500000000000000" charset="-122"/>
              <a:ea typeface="华光标题宋_CNKI" panose="02000500000000000000" charset="-122"/>
            </a:endParaRPr>
          </a:p>
        </p:txBody>
      </p:sp>
      <p:sp>
        <p:nvSpPr>
          <p:cNvPr id="1048603" name="文本框 20"/>
          <p:cNvSpPr txBox="1"/>
          <p:nvPr/>
        </p:nvSpPr>
        <p:spPr>
          <a:xfrm>
            <a:off x="5063490" y="3145155"/>
            <a:ext cx="589280" cy="583565"/>
          </a:xfrm>
          <a:prstGeom prst="rect"/>
          <a:noFill/>
        </p:spPr>
        <p:txBody>
          <a:bodyPr anchor="t" rtlCol="0" wrap="none">
            <a:spAutoFit/>
          </a:bodyPr>
          <a:p>
            <a:r>
              <a:rPr altLang="en-US" sz="3200" lang="zh-CN">
                <a:solidFill>
                  <a:schemeClr val="bg1"/>
                </a:solidFill>
                <a:latin typeface="华光标题宋_CNKI" panose="02000500000000000000" charset="-122"/>
                <a:ea typeface="华光标题宋_CNKI" panose="02000500000000000000" charset="-122"/>
                <a:sym typeface="+mn-ea"/>
              </a:rPr>
              <a:t>贰</a:t>
            </a:r>
            <a:endParaRPr altLang="en-US" sz="3200" lang="zh-CN">
              <a:solidFill>
                <a:schemeClr val="bg1"/>
              </a:solidFill>
              <a:latin typeface="华光标题宋_CNKI" panose="02000500000000000000" charset="-122"/>
              <a:ea typeface="华光标题宋_CNKI" panose="02000500000000000000" charset="-122"/>
              <a:sym typeface="+mn-ea"/>
            </a:endParaRPr>
          </a:p>
        </p:txBody>
      </p:sp>
      <p:sp>
        <p:nvSpPr>
          <p:cNvPr id="1048604" name="文本框 21"/>
          <p:cNvSpPr txBox="1"/>
          <p:nvPr/>
        </p:nvSpPr>
        <p:spPr>
          <a:xfrm>
            <a:off x="1373505" y="4326890"/>
            <a:ext cx="589280" cy="583565"/>
          </a:xfrm>
          <a:prstGeom prst="rect"/>
          <a:noFill/>
        </p:spPr>
        <p:txBody>
          <a:bodyPr anchor="t" rtlCol="0" wrap="none">
            <a:spAutoFit/>
          </a:bodyPr>
          <a:p>
            <a:r>
              <a:rPr altLang="en-US" sz="3200" lang="zh-CN">
                <a:solidFill>
                  <a:schemeClr val="bg1"/>
                </a:solidFill>
                <a:latin typeface="华光标题宋_CNKI" panose="02000500000000000000" charset="-122"/>
                <a:ea typeface="华光标题宋_CNKI" panose="02000500000000000000" charset="-122"/>
                <a:sym typeface="+mn-ea"/>
              </a:rPr>
              <a:t>叁</a:t>
            </a:r>
            <a:endParaRPr altLang="en-US" sz="3200" lang="zh-CN">
              <a:solidFill>
                <a:schemeClr val="bg1"/>
              </a:solidFill>
              <a:latin typeface="华光标题宋_CNKI" panose="02000500000000000000" charset="-122"/>
              <a:ea typeface="华光标题宋_CNKI" panose="02000500000000000000" charset="-122"/>
              <a:sym typeface="+mn-ea"/>
            </a:endParaRPr>
          </a:p>
        </p:txBody>
      </p:sp>
      <p:sp>
        <p:nvSpPr>
          <p:cNvPr id="1048605" name="文本框 22"/>
          <p:cNvSpPr txBox="1"/>
          <p:nvPr/>
        </p:nvSpPr>
        <p:spPr>
          <a:xfrm>
            <a:off x="5063490" y="4342765"/>
            <a:ext cx="589280" cy="583565"/>
          </a:xfrm>
          <a:prstGeom prst="rect"/>
          <a:noFill/>
        </p:spPr>
        <p:txBody>
          <a:bodyPr anchor="t" rtlCol="0" wrap="none">
            <a:spAutoFit/>
          </a:bodyPr>
          <a:p>
            <a:r>
              <a:rPr altLang="en-US" sz="3200" lang="zh-CN">
                <a:solidFill>
                  <a:schemeClr val="bg1"/>
                </a:solidFill>
                <a:latin typeface="华光标题宋_CNKI" panose="02000500000000000000" charset="-122"/>
                <a:ea typeface="华光标题宋_CNKI" panose="02000500000000000000" charset="-122"/>
                <a:sym typeface="+mn-ea"/>
              </a:rPr>
              <a:t>肆</a:t>
            </a:r>
            <a:endParaRPr altLang="en-US" sz="3200" lang="zh-CN">
              <a:solidFill>
                <a:schemeClr val="bg1"/>
              </a:solidFill>
              <a:latin typeface="华光标题宋_CNKI" panose="02000500000000000000" charset="-122"/>
              <a:ea typeface="华光标题宋_CNKI" panose="020005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09" name="矩形 3"/>
          <p:cNvSpPr/>
          <p:nvPr/>
        </p:nvSpPr>
        <p:spPr>
          <a:xfrm>
            <a:off x="190500" y="180975"/>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55" name="图片 6" descr="375A3982"/>
          <p:cNvPicPr>
            <a:picLocks noChangeAspect="1"/>
          </p:cNvPicPr>
          <p:nvPr/>
        </p:nvPicPr>
        <p:blipFill>
          <a:blip xmlns:r="http://schemas.openxmlformats.org/officeDocument/2006/relationships" r:embed="rId1"/>
          <a:srcRect r="50394"/>
          <a:stretch>
            <a:fillRect/>
          </a:stretch>
        </p:blipFill>
        <p:spPr>
          <a:xfrm>
            <a:off x="190500" y="180975"/>
            <a:ext cx="4838065" cy="6502400"/>
          </a:xfrm>
          <a:prstGeom prst="rect"/>
        </p:spPr>
      </p:pic>
      <p:sp>
        <p:nvSpPr>
          <p:cNvPr id="1048610" name="Oval 5"/>
          <p:cNvSpPr/>
          <p:nvPr/>
        </p:nvSpPr>
        <p:spPr>
          <a:xfrm>
            <a:off x="6216650" y="1104265"/>
            <a:ext cx="4649470" cy="4649470"/>
          </a:xfrm>
          <a:prstGeom prst="ellipse"/>
          <a:solidFill>
            <a:srgbClr val="902322"/>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611" name="TextBox 14"/>
          <p:cNvSpPr txBox="1"/>
          <p:nvPr/>
        </p:nvSpPr>
        <p:spPr>
          <a:xfrm>
            <a:off x="3999865" y="1769745"/>
            <a:ext cx="906780" cy="3647441"/>
          </a:xfrm>
          <a:prstGeom prst="rect"/>
          <a:noFill/>
        </p:spPr>
        <p:txBody>
          <a:bodyPr rtlCol="0" wrap="square">
            <a:spAutoFit/>
          </a:bodyPr>
          <a:p>
            <a:r>
              <a:rPr altLang="en-US" dirty="0" sz="239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rPr>
              <a:t>壹</a:t>
            </a:r>
            <a:endParaRPr altLang="en-US" dirty="0" sz="239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612" name="TextBox 14"/>
          <p:cNvSpPr txBox="1"/>
          <p:nvPr/>
        </p:nvSpPr>
        <p:spPr>
          <a:xfrm>
            <a:off x="6859270" y="2900680"/>
            <a:ext cx="3364230" cy="829945"/>
          </a:xfrm>
          <a:prstGeom prst="rect"/>
          <a:noFill/>
        </p:spPr>
        <p:txBody>
          <a:bodyPr rtlCol="0" wrap="square">
            <a:spAutoFit/>
          </a:bodyPr>
          <a:p>
            <a:pPr algn="ctr"/>
            <a:r>
              <a:rPr altLang="en-US" dirty="0" sz="4800" lang="zh-CN" smtClean="0">
                <a:solidFill>
                  <a:schemeClr val="bg1"/>
                </a:solidFill>
                <a:latin typeface="华光标题宋_CNKI" panose="02000500000000000000" charset="-122"/>
                <a:ea typeface="华光标题宋_CNKI" panose="02000500000000000000" charset="-122"/>
                <a:cs typeface="Open Sans" panose="020B0606030504020204" pitchFamily="34" charset="0"/>
              </a:rPr>
              <a:t>标题一</a:t>
            </a:r>
            <a:endParaRPr altLang="en-US" dirty="0" sz="4800" lang="zh-CN" smtClean="0">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613" name="Oval 5"/>
          <p:cNvSpPr/>
          <p:nvPr/>
        </p:nvSpPr>
        <p:spPr>
          <a:xfrm>
            <a:off x="5753100" y="676910"/>
            <a:ext cx="1858645" cy="1858645"/>
          </a:xfrm>
          <a:prstGeom prst="ellipse"/>
          <a:solidFill>
            <a:srgbClr val="FFFFFF"/>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pic>
        <p:nvPicPr>
          <p:cNvPr id="2097156" name="图片 4" descr="横向校标_画板 1"/>
          <p:cNvPicPr>
            <a:picLocks noChangeAspect="1"/>
          </p:cNvPicPr>
          <p:nvPr/>
        </p:nvPicPr>
        <p:blipFill>
          <a:blip xmlns:r="http://schemas.openxmlformats.org/officeDocument/2006/relationships" r:embed="rId2"/>
          <a:srcRect l="23404" t="57280" r="60019" b="25884"/>
          <a:stretch>
            <a:fillRect/>
          </a:stretch>
        </p:blipFill>
        <p:spPr>
          <a:xfrm>
            <a:off x="5962015" y="874395"/>
            <a:ext cx="1440180" cy="1463675"/>
          </a:xfrm>
          <a:prstGeom prst="ellipse"/>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17" name="矩形 3"/>
          <p:cNvSpPr/>
          <p:nvPr/>
        </p:nvSpPr>
        <p:spPr>
          <a:xfrm>
            <a:off x="190500" y="152400"/>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57" name="图片 4" descr="微信图片_20201127142507"/>
          <p:cNvPicPr>
            <a:picLocks noChangeAspect="1"/>
          </p:cNvPicPr>
          <p:nvPr/>
        </p:nvPicPr>
        <p:blipFill>
          <a:blip xmlns:r="http://schemas.openxmlformats.org/officeDocument/2006/relationships" r:embed="rId1">
            <a:lum bright="70000" contrast="-70000"/>
          </a:blip>
          <a:stretch>
            <a:fillRect/>
          </a:stretch>
        </p:blipFill>
        <p:spPr>
          <a:xfrm>
            <a:off x="2258060" y="152400"/>
            <a:ext cx="9743440" cy="6496050"/>
          </a:xfrm>
          <a:prstGeom prst="rect"/>
        </p:spPr>
      </p:pic>
      <p:sp>
        <p:nvSpPr>
          <p:cNvPr id="1048618" name="AutoShape 3"/>
          <p:cNvSpPr>
            <a:spLocks noChangeAspect="1" noChangeArrowheads="1" noTextEdit="1"/>
          </p:cNvSpPr>
          <p:nvPr/>
        </p:nvSpPr>
        <p:spPr bwMode="auto">
          <a:xfrm>
            <a:off x="0" y="209550"/>
            <a:ext cx="4860925" cy="6858000"/>
          </a:xfrm>
          <a:prstGeom prst="rect"/>
          <a:noFill/>
          <a:ln>
            <a:noFill/>
          </a:ln>
        </p:spPr>
        <p:txBody>
          <a:bodyPr anchor="t" anchorCtr="0" bIns="45720" compatLnSpc="1" lIns="91440" numCol="1" rIns="91440" tIns="45720" vert="horz" wrap="square"/>
          <a:p>
            <a:endParaRPr altLang="en-US" lang="zh-CN"/>
          </a:p>
        </p:txBody>
      </p:sp>
      <p:grpSp>
        <p:nvGrpSpPr>
          <p:cNvPr id="43" name="Group 8"/>
          <p:cNvGrpSpPr/>
          <p:nvPr/>
        </p:nvGrpSpPr>
        <p:grpSpPr>
          <a:xfrm>
            <a:off x="1123950" y="1931035"/>
            <a:ext cx="5481320" cy="3657498"/>
            <a:chOff x="621557" y="2523717"/>
            <a:chExt cx="6163670" cy="3190039"/>
          </a:xfrm>
        </p:grpSpPr>
        <p:sp>
          <p:nvSpPr>
            <p:cNvPr id="1048619" name="Rectangle 9"/>
            <p:cNvSpPr/>
            <p:nvPr/>
          </p:nvSpPr>
          <p:spPr>
            <a:xfrm>
              <a:off x="621557" y="3075253"/>
              <a:ext cx="6163670" cy="2638503"/>
            </a:xfrm>
            <a:prstGeom prst="rect"/>
          </p:spPr>
          <p:txBody>
            <a:bodyPr wrap="square">
              <a:spAutoFit/>
            </a:bodyPr>
            <a:p>
              <a:pPr indent="-342900" marL="342900">
                <a:lnSpc>
                  <a:spcPct val="100000"/>
                </a:lnSpc>
                <a:buFont typeface="+mj-ea"/>
                <a:buAutoNum type="circleNumDbPlain"/>
              </a:pPr>
              <a:r>
                <a:rPr altLang="zh-CN" dirty="0" lang="zh-CN">
                  <a:latin typeface="华文细黑" panose="02010600040101010101" charset="-122"/>
                  <a:ea typeface="华文细黑" panose="02010600040101010101" charset="-122"/>
                </a:rPr>
                <a:t>此处添加说明文字</a:t>
              </a:r>
              <a:r>
                <a:rPr altLang="zh-CN" dirty="0" lang="zh-CN">
                  <a:latin typeface="华文细黑" panose="02010600040101010101" charset="-122"/>
                  <a:ea typeface="华文细黑" panose="02010600040101010101" charset="-122"/>
                  <a:sym typeface="+mn-ea"/>
                </a:rPr>
                <a:t>此处添加说明文字此处添加说明文字此处添加说明文字</a:t>
              </a:r>
              <a:r>
                <a:rPr altLang="zh-CN" dirty="0" lang="zh-CN">
                  <a:latin typeface="华文细黑" panose="02010600040101010101" charset="-122"/>
                  <a:ea typeface="华文细黑" panose="02010600040101010101" charset="-122"/>
                </a:rPr>
                <a:t>。</a:t>
              </a:r>
              <a:endParaRPr altLang="zh-CN" dirty="0" lang="zh-CN">
                <a:latin typeface="华文细黑" panose="02010600040101010101" charset="-122"/>
                <a:ea typeface="华文细黑" panose="02010600040101010101" charset="-122"/>
              </a:endParaRPr>
            </a:p>
            <a:p>
              <a:pPr indent="-342900" marL="342900">
                <a:lnSpc>
                  <a:spcPct val="100000"/>
                </a:lnSpc>
                <a:buFont typeface="+mj-ea"/>
                <a:buAutoNum type="circleNumDbPlain"/>
              </a:pPr>
              <a:endParaRPr altLang="zh-CN" dirty="0" lang="zh-CN">
                <a:latin typeface="华文细黑" panose="02010600040101010101" charset="-122"/>
                <a:ea typeface="华文细黑" panose="02010600040101010101" charset="-122"/>
              </a:endParaRPr>
            </a:p>
            <a:p>
              <a:pPr indent="-342900" marL="342900">
                <a:lnSpc>
                  <a:spcPct val="100000"/>
                </a:lnSpc>
                <a:buFont typeface="+mj-ea"/>
                <a:buAutoNum type="circleNumDbPlain"/>
              </a:pPr>
              <a:r>
                <a:rPr altLang="zh-CN" dirty="0" lang="zh-CN">
                  <a:latin typeface="华文细黑" panose="02010600040101010101" charset="-122"/>
                  <a:ea typeface="华文细黑" panose="02010600040101010101" charset="-122"/>
                  <a:sym typeface="+mn-ea"/>
                </a:rPr>
                <a:t>此处添加说明文字此处添加说明文字此处添加说明文字此处添加说明文字</a:t>
              </a:r>
              <a:r>
                <a:rPr altLang="zh-CN" dirty="0" lang="zh-CN">
                  <a:latin typeface="华文细黑" panose="02010600040101010101" charset="-122"/>
                  <a:ea typeface="华文细黑" panose="02010600040101010101" charset="-122"/>
                </a:rPr>
                <a:t>。</a:t>
              </a:r>
              <a:endParaRPr altLang="zh-CN" dirty="0" lang="zh-CN">
                <a:latin typeface="华文细黑" panose="02010600040101010101" charset="-122"/>
                <a:ea typeface="华文细黑" panose="02010600040101010101" charset="-122"/>
              </a:endParaRPr>
            </a:p>
            <a:p>
              <a:pPr indent="-342900" marL="342900">
                <a:lnSpc>
                  <a:spcPct val="100000"/>
                </a:lnSpc>
                <a:buFont typeface="+mj-ea"/>
                <a:buAutoNum type="circleNumDbPlain"/>
              </a:pPr>
              <a:endParaRPr altLang="zh-CN" dirty="0" lang="zh-CN">
                <a:latin typeface="华文细黑" panose="02010600040101010101" charset="-122"/>
                <a:ea typeface="华文细黑" panose="02010600040101010101" charset="-122"/>
              </a:endParaRPr>
            </a:p>
            <a:p>
              <a:pPr indent="-342900" marL="342900">
                <a:lnSpc>
                  <a:spcPct val="100000"/>
                </a:lnSpc>
                <a:buFont typeface="+mj-ea"/>
                <a:buAutoNum type="circleNumDbPlain"/>
              </a:pPr>
              <a:r>
                <a:rPr altLang="zh-CN" dirty="0" lang="zh-CN">
                  <a:latin typeface="华文细黑" panose="02010600040101010101" charset="-122"/>
                  <a:ea typeface="华文细黑" panose="02010600040101010101" charset="-122"/>
                  <a:sym typeface="+mn-ea"/>
                </a:rPr>
                <a:t>此处添加说明文字此处添加说明文字此处添加说明文字此处添加说明文字</a:t>
              </a:r>
              <a:r>
                <a:rPr altLang="zh-CN" dirty="0" lang="zh-CN">
                  <a:latin typeface="华文细黑" panose="02010600040101010101" charset="-122"/>
                  <a:ea typeface="华文细黑" panose="02010600040101010101" charset="-122"/>
                </a:rPr>
                <a:t>。</a:t>
              </a:r>
              <a:endParaRPr altLang="zh-CN" dirty="0" lang="zh-CN">
                <a:latin typeface="华文细黑" panose="02010600040101010101" charset="-122"/>
                <a:ea typeface="华文细黑" panose="02010600040101010101" charset="-122"/>
              </a:endParaRPr>
            </a:p>
            <a:p>
              <a:pPr indent="-342900" marL="342900">
                <a:lnSpc>
                  <a:spcPct val="100000"/>
                </a:lnSpc>
                <a:buFont typeface="+mj-ea"/>
                <a:buAutoNum type="circleNumDbPlain"/>
              </a:pPr>
              <a:endParaRPr altLang="zh-CN" dirty="0" lang="zh-CN">
                <a:latin typeface="华文细黑" panose="02010600040101010101" charset="-122"/>
                <a:ea typeface="华文细黑" panose="02010600040101010101" charset="-122"/>
              </a:endParaRPr>
            </a:p>
            <a:p>
              <a:pPr indent="-342900" marL="342900">
                <a:lnSpc>
                  <a:spcPct val="100000"/>
                </a:lnSpc>
                <a:buFont typeface="+mj-ea"/>
                <a:buAutoNum type="circleNumDbPlain"/>
              </a:pPr>
              <a:r>
                <a:rPr altLang="zh-CN" dirty="0" lang="zh-CN">
                  <a:latin typeface="华文细黑" panose="02010600040101010101" charset="-122"/>
                  <a:ea typeface="华文细黑" panose="02010600040101010101" charset="-122"/>
                  <a:sym typeface="+mn-ea"/>
                </a:rPr>
                <a:t>此处添加说明文字此处添加说明文字此处添加说明文字此处添加说明文字</a:t>
              </a:r>
              <a:r>
                <a:rPr altLang="zh-CN" dirty="0" lang="zh-CN">
                  <a:latin typeface="华文细黑" panose="02010600040101010101" charset="-122"/>
                  <a:ea typeface="华文细黑" panose="02010600040101010101" charset="-122"/>
                </a:rPr>
                <a:t>。</a:t>
              </a:r>
              <a:endParaRPr altLang="zh-CN" dirty="0" lang="zh-CN">
                <a:latin typeface="华文细黑" panose="02010600040101010101" charset="-122"/>
                <a:ea typeface="华文细黑" panose="02010600040101010101" charset="-122"/>
              </a:endParaRPr>
            </a:p>
          </p:txBody>
        </p:sp>
        <p:sp>
          <p:nvSpPr>
            <p:cNvPr id="1048620" name="Rectangle 10"/>
            <p:cNvSpPr/>
            <p:nvPr/>
          </p:nvSpPr>
          <p:spPr>
            <a:xfrm>
              <a:off x="621558" y="2523717"/>
              <a:ext cx="4628562" cy="401535"/>
            </a:xfrm>
            <a:prstGeom prst="rect"/>
          </p:spPr>
          <p:txBody>
            <a:bodyPr wrap="square">
              <a:spAutoFit/>
            </a:bodyPr>
            <a:p>
              <a:r>
                <a:rPr altLang="en-US" b="1" dirty="0" sz="2400" lang="zh-CN">
                  <a:solidFill>
                    <a:srgbClr val="902322"/>
                  </a:solidFill>
                  <a:latin typeface="华文细黑" panose="02010600040101010101" charset="-122"/>
                  <a:ea typeface="华文细黑" panose="02010600040101010101" charset="-122"/>
                  <a:cs typeface="Open Sans" panose="020B0606030504020204" pitchFamily="34" charset="0"/>
                </a:rPr>
                <a:t>小标题</a:t>
              </a:r>
              <a:endParaRPr altLang="en-US" b="1" dirty="0" sz="2400" lang="zh-CN" smtClean="0">
                <a:solidFill>
                  <a:srgbClr val="902322"/>
                </a:solidFill>
                <a:latin typeface="华文细黑" panose="02010600040101010101" charset="-122"/>
                <a:ea typeface="华文细黑" panose="02010600040101010101" charset="-122"/>
                <a:cs typeface="Open Sans" panose="020B0606030504020204" pitchFamily="34" charset="0"/>
              </a:endParaRPr>
            </a:p>
          </p:txBody>
        </p:sp>
      </p:grpSp>
      <p:grpSp>
        <p:nvGrpSpPr>
          <p:cNvPr id="44" name="Group 11"/>
          <p:cNvGrpSpPr/>
          <p:nvPr/>
        </p:nvGrpSpPr>
        <p:grpSpPr>
          <a:xfrm>
            <a:off x="757961" y="444885"/>
            <a:ext cx="4872174" cy="785102"/>
            <a:chOff x="739851" y="136700"/>
            <a:chExt cx="4872174" cy="1395539"/>
          </a:xfrm>
        </p:grpSpPr>
        <p:sp>
          <p:nvSpPr>
            <p:cNvPr id="1048621" name="Rectangle 12"/>
            <p:cNvSpPr/>
            <p:nvPr/>
          </p:nvSpPr>
          <p:spPr>
            <a:xfrm>
              <a:off x="739851" y="136700"/>
              <a:ext cx="2058421" cy="307777"/>
            </a:xfrm>
            <a:prstGeom prst="rect"/>
          </p:spPr>
          <p:txBody>
            <a:bodyPr wrap="square">
              <a:spAutoFit/>
            </a:bodyPr>
            <a:p>
              <a:endParaRPr dirty="0" sz="1400" lang="en-US">
                <a:latin typeface="Raleway Light" panose="020B0403030101060003" pitchFamily="34" charset="0"/>
                <a:ea typeface="Open Sans Light" panose="020B0306030504020204" pitchFamily="34" charset="0"/>
                <a:cs typeface="Open Sans Light" panose="020B0306030504020204" pitchFamily="34" charset="0"/>
              </a:endParaRPr>
            </a:p>
          </p:txBody>
        </p:sp>
        <p:sp>
          <p:nvSpPr>
            <p:cNvPr id="1048622" name="TextBox 14"/>
            <p:cNvSpPr txBox="1"/>
            <p:nvPr/>
          </p:nvSpPr>
          <p:spPr>
            <a:xfrm>
              <a:off x="750498" y="494937"/>
              <a:ext cx="4861527" cy="1037302"/>
            </a:xfrm>
            <a:prstGeom prst="rect"/>
            <a:noFill/>
          </p:spPr>
          <p:txBody>
            <a:bodyPr rtlCol="0" wrap="square">
              <a:spAutoFit/>
            </a:bodyPr>
            <a:p>
              <a:r>
                <a:rPr altLang="en-US" dirty="0" sz="32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rPr>
                <a:t>一、标题</a:t>
              </a:r>
              <a:endParaRPr altLang="en-US" dirty="0" sz="32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grpSp>
      <p:grpSp>
        <p:nvGrpSpPr>
          <p:cNvPr id="45" name="Group 1"/>
          <p:cNvGrpSpPr/>
          <p:nvPr/>
        </p:nvGrpSpPr>
        <p:grpSpPr>
          <a:xfrm>
            <a:off x="8420080" y="905632"/>
            <a:ext cx="1485900" cy="1485900"/>
            <a:chOff x="6791960" y="1601470"/>
            <a:chExt cx="1485900" cy="1485900"/>
          </a:xfrm>
          <a:solidFill>
            <a:srgbClr val="902322"/>
          </a:solidFill>
        </p:grpSpPr>
        <p:sp>
          <p:nvSpPr>
            <p:cNvPr id="1048623" name="Oval 5"/>
            <p:cNvSpPr/>
            <p:nvPr/>
          </p:nvSpPr>
          <p:spPr>
            <a:xfrm>
              <a:off x="6791960" y="1601470"/>
              <a:ext cx="1485900" cy="1485900"/>
            </a:xfrm>
            <a:prstGeom prst="ellipse"/>
            <a:grp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624" name="TextBox 23"/>
            <p:cNvSpPr txBox="1"/>
            <p:nvPr/>
          </p:nvSpPr>
          <p:spPr>
            <a:xfrm>
              <a:off x="6895596" y="2052371"/>
              <a:ext cx="1278628" cy="583565"/>
            </a:xfrm>
            <a:prstGeom prst="rect"/>
            <a:grpFill/>
          </p:spPr>
          <p:txBody>
            <a:bodyPr rtlCol="0" wrap="square">
              <a:spAutoFit/>
            </a:bodyPr>
            <a:p>
              <a:pPr algn="ctr"/>
              <a:r>
                <a:rPr b="1" dirty="0" sz="3200" lang="zh-CN">
                  <a:solidFill>
                    <a:schemeClr val="bg1"/>
                  </a:solidFill>
                  <a:latin typeface="Raleway" panose="020B0503030101060003" pitchFamily="34" charset="0"/>
                  <a:ea typeface="宋体" panose="02010600030101010101" pitchFamily="2" charset="-122"/>
                  <a:cs typeface="Open Sans" panose="020B0606030504020204" pitchFamily="34" charset="0"/>
                </a:rPr>
                <a:t>文本</a:t>
              </a:r>
              <a:endParaRPr b="1" dirty="0" sz="3200" lang="zh-CN">
                <a:solidFill>
                  <a:schemeClr val="bg1"/>
                </a:solidFill>
                <a:latin typeface="Raleway" panose="020B0503030101060003" pitchFamily="34" charset="0"/>
                <a:ea typeface="宋体" panose="02010600030101010101" pitchFamily="2" charset="-122"/>
                <a:cs typeface="Open Sans" panose="020B0606030504020204" pitchFamily="34" charset="0"/>
              </a:endParaRPr>
            </a:p>
          </p:txBody>
        </p:sp>
      </p:grpSp>
      <p:grpSp>
        <p:nvGrpSpPr>
          <p:cNvPr id="46" name="Group 2"/>
          <p:cNvGrpSpPr/>
          <p:nvPr/>
        </p:nvGrpSpPr>
        <p:grpSpPr>
          <a:xfrm>
            <a:off x="9192956" y="2695745"/>
            <a:ext cx="1485900" cy="1485900"/>
            <a:chOff x="9176273" y="2896870"/>
            <a:chExt cx="1485900" cy="1485900"/>
          </a:xfrm>
        </p:grpSpPr>
        <p:sp>
          <p:nvSpPr>
            <p:cNvPr id="1048625" name="Oval 6"/>
            <p:cNvSpPr/>
            <p:nvPr/>
          </p:nvSpPr>
          <p:spPr>
            <a:xfrm>
              <a:off x="9176273" y="2896870"/>
              <a:ext cx="1485900" cy="1485900"/>
            </a:xfrm>
            <a:prstGeom prst="ellipse"/>
            <a:solidFill>
              <a:schemeClr val="bg1"/>
            </a:solid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626" name="TextBox 27"/>
            <p:cNvSpPr txBox="1"/>
            <p:nvPr/>
          </p:nvSpPr>
          <p:spPr>
            <a:xfrm>
              <a:off x="9176273" y="3348355"/>
              <a:ext cx="1485900" cy="583565"/>
            </a:xfrm>
            <a:prstGeom prst="rect"/>
            <a:noFill/>
          </p:spPr>
          <p:txBody>
            <a:bodyPr rtlCol="0" wrap="square">
              <a:spAutoFit/>
            </a:bodyPr>
            <a:p>
              <a:pPr algn="ctr"/>
              <a:r>
                <a:rPr b="1" dirty="0" sz="3200" lang="zh-CN">
                  <a:solidFill>
                    <a:schemeClr val="tx1">
                      <a:lumMod val="65000"/>
                      <a:lumOff val="35000"/>
                    </a:schemeClr>
                  </a:solidFill>
                  <a:latin typeface="Raleway" panose="020B0503030101060003" pitchFamily="34" charset="0"/>
                  <a:ea typeface="宋体" panose="02010600030101010101" pitchFamily="2" charset="-122"/>
                  <a:cs typeface="Open Sans" panose="020B0606030504020204" pitchFamily="34" charset="0"/>
                </a:rPr>
                <a:t>文本</a:t>
              </a:r>
              <a:endParaRPr b="1" dirty="0" sz="3200" lang="zh-CN">
                <a:solidFill>
                  <a:schemeClr val="tx1">
                    <a:lumMod val="65000"/>
                    <a:lumOff val="35000"/>
                  </a:schemeClr>
                </a:solidFill>
                <a:latin typeface="Raleway" panose="020B0503030101060003" pitchFamily="34" charset="0"/>
                <a:ea typeface="宋体" panose="02010600030101010101" pitchFamily="2" charset="-122"/>
                <a:cs typeface="Open Sans" panose="020B0606030504020204" pitchFamily="34" charset="0"/>
              </a:endParaRPr>
            </a:p>
          </p:txBody>
        </p:sp>
      </p:grpSp>
      <p:grpSp>
        <p:nvGrpSpPr>
          <p:cNvPr id="47" name="Group 1"/>
          <p:cNvGrpSpPr/>
          <p:nvPr/>
        </p:nvGrpSpPr>
        <p:grpSpPr>
          <a:xfrm>
            <a:off x="7881716" y="4297117"/>
            <a:ext cx="1533525" cy="1485900"/>
            <a:chOff x="6584950" y="2348865"/>
            <a:chExt cx="1533525" cy="1485900"/>
          </a:xfrm>
          <a:solidFill>
            <a:srgbClr val="8F2322">
              <a:alpha val="73000"/>
            </a:srgbClr>
          </a:solidFill>
        </p:grpSpPr>
        <p:sp>
          <p:nvSpPr>
            <p:cNvPr id="1048627" name="Oval 5"/>
            <p:cNvSpPr/>
            <p:nvPr/>
          </p:nvSpPr>
          <p:spPr>
            <a:xfrm>
              <a:off x="6584950" y="2348865"/>
              <a:ext cx="1485900" cy="1485900"/>
            </a:xfrm>
            <a:prstGeom prst="ellipse"/>
            <a:grp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628" name="TextBox 23"/>
            <p:cNvSpPr txBox="1"/>
            <p:nvPr/>
          </p:nvSpPr>
          <p:spPr>
            <a:xfrm>
              <a:off x="6584950" y="2799715"/>
              <a:ext cx="1533525" cy="583565"/>
            </a:xfrm>
            <a:prstGeom prst="rect"/>
            <a:noFill/>
          </p:spPr>
          <p:txBody>
            <a:bodyPr rtlCol="0" wrap="square">
              <a:spAutoFit/>
            </a:bodyPr>
            <a:p>
              <a:pPr algn="ctr"/>
              <a:r>
                <a:rPr b="1" dirty="0" sz="3200" lang="zh-CN" smtClean="0">
                  <a:solidFill>
                    <a:schemeClr val="bg1"/>
                  </a:solidFill>
                  <a:latin typeface="Raleway" panose="020B0503030101060003" pitchFamily="34" charset="0"/>
                  <a:ea typeface="宋体" panose="02010600030101010101" pitchFamily="2" charset="-122"/>
                  <a:cs typeface="Open Sans" panose="020B0606030504020204" pitchFamily="34" charset="0"/>
                </a:rPr>
                <a:t>文本</a:t>
              </a:r>
              <a:endParaRPr b="1" dirty="0" sz="3200" lang="zh-CN">
                <a:solidFill>
                  <a:schemeClr val="bg1"/>
                </a:solidFill>
                <a:latin typeface="Raleway" panose="020B0503030101060003" pitchFamily="34" charset="0"/>
                <a:ea typeface="宋体" panose="02010600030101010101" pitchFamily="2" charset="-122"/>
                <a:cs typeface="Open Sans" panose="020B0606030504020204" pitchFamily="34" charset="0"/>
              </a:endParaRPr>
            </a:p>
          </p:txBody>
        </p:sp>
      </p:grpSp>
      <p:pic>
        <p:nvPicPr>
          <p:cNvPr id="2097158" name="图片 1" descr="横向校标_画板 1"/>
          <p:cNvPicPr>
            <a:picLocks noChangeAspect="1"/>
          </p:cNvPicPr>
          <p:nvPr/>
        </p:nvPicPr>
        <p:blipFill>
          <a:blip xmlns:r="http://schemas.openxmlformats.org/officeDocument/2006/relationships" r:embed="rId2"/>
          <a:srcRect l="22083" t="56503" r="20244" b="24533"/>
          <a:stretch>
            <a:fillRect/>
          </a:stretch>
        </p:blipFill>
        <p:spPr>
          <a:xfrm>
            <a:off x="9906000" y="5782945"/>
            <a:ext cx="1592580" cy="52387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32" name="矩形 2"/>
          <p:cNvSpPr/>
          <p:nvPr/>
        </p:nvSpPr>
        <p:spPr>
          <a:xfrm>
            <a:off x="171450" y="152400"/>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59" name="图片 9" descr="375A3974"/>
          <p:cNvPicPr>
            <a:picLocks noChangeAspect="1"/>
          </p:cNvPicPr>
          <p:nvPr/>
        </p:nvPicPr>
        <p:blipFill>
          <a:blip xmlns:r="http://schemas.openxmlformats.org/officeDocument/2006/relationships" r:embed="rId1"/>
          <a:srcRect/>
          <a:stretch>
            <a:fillRect/>
          </a:stretch>
        </p:blipFill>
        <p:spPr>
          <a:xfrm>
            <a:off x="170815" y="152400"/>
            <a:ext cx="11811635" cy="3286125"/>
          </a:xfrm>
          <a:prstGeom prst="rect"/>
        </p:spPr>
      </p:pic>
      <p:sp>
        <p:nvSpPr>
          <p:cNvPr id="1048633" name="矩形 10"/>
          <p:cNvSpPr/>
          <p:nvPr/>
        </p:nvSpPr>
        <p:spPr>
          <a:xfrm>
            <a:off x="170815" y="152400"/>
            <a:ext cx="11811000" cy="3754120"/>
          </a:xfrm>
          <a:prstGeom prst="rect"/>
          <a:solidFill>
            <a:srgbClr val="FAF3F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
        <p:nvSpPr>
          <p:cNvPr id="1048634" name="Rectangle 6"/>
          <p:cNvSpPr/>
          <p:nvPr/>
        </p:nvSpPr>
        <p:spPr>
          <a:xfrm>
            <a:off x="7276465" y="3249295"/>
            <a:ext cx="4705985" cy="2058670"/>
          </a:xfrm>
          <a:prstGeom prst="rect"/>
          <a:solidFill>
            <a:srgbClr val="E59494"/>
          </a:solidFill>
          <a:ln>
            <a:noFill/>
          </a:ln>
          <a:effectLst>
            <a:outerShdw algn="tl" blurRad="508000" dir="2700000" dist="2032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tx1"/>
              </a:solidFill>
            </a:endParaRPr>
          </a:p>
        </p:txBody>
      </p:sp>
      <p:sp>
        <p:nvSpPr>
          <p:cNvPr id="1048635" name="AutoShape 3"/>
          <p:cNvSpPr>
            <a:spLocks noChangeAspect="1" noChangeArrowheads="1" noTextEdit="1"/>
          </p:cNvSpPr>
          <p:nvPr/>
        </p:nvSpPr>
        <p:spPr bwMode="auto">
          <a:xfrm>
            <a:off x="-64492" y="2151618"/>
            <a:ext cx="4860925" cy="6858000"/>
          </a:xfrm>
          <a:prstGeom prst="rect"/>
          <a:noFill/>
          <a:ln>
            <a:noFill/>
          </a:ln>
        </p:spPr>
        <p:txBody>
          <a:bodyPr anchor="t" anchorCtr="0" bIns="45720" compatLnSpc="1" lIns="91440" numCol="1" rIns="91440" tIns="45720" vert="horz" wrap="square"/>
          <a:p>
            <a:endParaRPr altLang="en-US" lang="zh-CN"/>
          </a:p>
        </p:txBody>
      </p:sp>
      <p:sp>
        <p:nvSpPr>
          <p:cNvPr id="1048636" name="Rectangle 18"/>
          <p:cNvSpPr/>
          <p:nvPr/>
        </p:nvSpPr>
        <p:spPr>
          <a:xfrm>
            <a:off x="2134870" y="1229360"/>
            <a:ext cx="1729105" cy="553085"/>
          </a:xfrm>
          <a:prstGeom prst="rect"/>
          <a:noFill/>
        </p:spPr>
        <p:txBody>
          <a:bodyPr wrap="square">
            <a:spAutoFit/>
          </a:bodyPr>
          <a:p>
            <a:pPr>
              <a:lnSpc>
                <a:spcPct val="125000"/>
              </a:lnSpc>
            </a:pPr>
            <a:r>
              <a:rPr altLang="en-US" dirty="0" sz="2400" lang="zh-CN">
                <a:solidFill>
                  <a:srgbClr val="902322"/>
                </a:solidFill>
                <a:latin typeface="华光标题宋_CNKI" panose="02000500000000000000" charset="-122"/>
                <a:ea typeface="华光标题宋_CNKI" panose="02000500000000000000" charset="-122"/>
                <a:cs typeface="Open Sans" panose="020B0606030504020204" pitchFamily="34" charset="0"/>
              </a:rPr>
              <a:t>小标题</a:t>
            </a:r>
            <a:endParaRPr altLang="en-US" dirty="0" sz="2400" lang="zh-CN">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637" name="Rectangle 22"/>
          <p:cNvSpPr/>
          <p:nvPr/>
        </p:nvSpPr>
        <p:spPr>
          <a:xfrm>
            <a:off x="5893993" y="2151618"/>
            <a:ext cx="404015" cy="45719"/>
          </a:xfrm>
          <a:prstGeom prst="rect"/>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tx1"/>
              </a:solidFill>
            </a:endParaRPr>
          </a:p>
        </p:txBody>
      </p:sp>
      <p:sp>
        <p:nvSpPr>
          <p:cNvPr id="1048638" name="Rectangle 23"/>
          <p:cNvSpPr/>
          <p:nvPr/>
        </p:nvSpPr>
        <p:spPr>
          <a:xfrm>
            <a:off x="1509395" y="1782445"/>
            <a:ext cx="8608695" cy="751840"/>
          </a:xfrm>
          <a:prstGeom prst="rect"/>
        </p:spPr>
        <p:txBody>
          <a:bodyPr wrap="square">
            <a:spAutoFit/>
          </a:bodyPr>
          <a:p>
            <a:pPr indent="457200">
              <a:lnSpc>
                <a:spcPct val="125000"/>
              </a:lnSpc>
            </a:pPr>
            <a:r>
              <a:rPr altLang="zh-CN" dirty="0" lang="zh-CN">
                <a:latin typeface="黑体" panose="02010609060101010101" charset="-122"/>
                <a:ea typeface="黑体" panose="02010609060101010101" charset="-122"/>
                <a:sym typeface="+mn-ea"/>
              </a:rPr>
              <a:t>此处添加说明文字此处添加说明文字此处添加说明文字此处添加说明文字此处添加说明文字此处添加说明文字</a:t>
            </a:r>
            <a:r>
              <a:rPr altLang="en-US" dirty="0" lang="zh-CN">
                <a:latin typeface="黑体" panose="02010609060101010101" charset="-122"/>
                <a:ea typeface="黑体" panose="02010609060101010101" charset="-122"/>
                <a:cs typeface="黑体" panose="02010609060101010101" charset="-122"/>
              </a:rPr>
              <a:t>。</a:t>
            </a:r>
            <a:endParaRPr altLang="en-US" dirty="0" lang="zh-CN">
              <a:latin typeface="黑体" panose="02010609060101010101" charset="-122"/>
              <a:ea typeface="黑体" panose="02010609060101010101" charset="-122"/>
              <a:cs typeface="黑体" panose="02010609060101010101" charset="-122"/>
            </a:endParaRPr>
          </a:p>
        </p:txBody>
      </p:sp>
      <p:sp>
        <p:nvSpPr>
          <p:cNvPr id="1048639" name="Freeform 42"/>
          <p:cNvSpPr>
            <a:spLocks noEditPoints="1"/>
          </p:cNvSpPr>
          <p:nvPr/>
        </p:nvSpPr>
        <p:spPr bwMode="auto">
          <a:xfrm>
            <a:off x="7956957" y="3414203"/>
            <a:ext cx="499362" cy="499362"/>
          </a:xfrm>
          <a:custGeom>
            <a:avLst/>
            <a:gdLst>
              <a:gd name="T0" fmla="*/ 108 w 216"/>
              <a:gd name="T1" fmla="*/ 0 h 216"/>
              <a:gd name="T2" fmla="*/ 32 w 216"/>
              <a:gd name="T3" fmla="*/ 76 h 216"/>
              <a:gd name="T4" fmla="*/ 58 w 216"/>
              <a:gd name="T5" fmla="*/ 130 h 216"/>
              <a:gd name="T6" fmla="*/ 68 w 216"/>
              <a:gd name="T7" fmla="*/ 153 h 216"/>
              <a:gd name="T8" fmla="*/ 88 w 216"/>
              <a:gd name="T9" fmla="*/ 172 h 216"/>
              <a:gd name="T10" fmla="*/ 128 w 216"/>
              <a:gd name="T11" fmla="*/ 172 h 216"/>
              <a:gd name="T12" fmla="*/ 148 w 216"/>
              <a:gd name="T13" fmla="*/ 153 h 216"/>
              <a:gd name="T14" fmla="*/ 158 w 216"/>
              <a:gd name="T15" fmla="*/ 130 h 216"/>
              <a:gd name="T16" fmla="*/ 184 w 216"/>
              <a:gd name="T17" fmla="*/ 76 h 216"/>
              <a:gd name="T18" fmla="*/ 108 w 216"/>
              <a:gd name="T19" fmla="*/ 0 h 216"/>
              <a:gd name="T20" fmla="*/ 153 w 216"/>
              <a:gd name="T21" fmla="*/ 124 h 216"/>
              <a:gd name="T22" fmla="*/ 140 w 216"/>
              <a:gd name="T23" fmla="*/ 153 h 216"/>
              <a:gd name="T24" fmla="*/ 128 w 216"/>
              <a:gd name="T25" fmla="*/ 164 h 216"/>
              <a:gd name="T26" fmla="*/ 88 w 216"/>
              <a:gd name="T27" fmla="*/ 164 h 216"/>
              <a:gd name="T28" fmla="*/ 76 w 216"/>
              <a:gd name="T29" fmla="*/ 153 h 216"/>
              <a:gd name="T30" fmla="*/ 63 w 216"/>
              <a:gd name="T31" fmla="*/ 124 h 216"/>
              <a:gd name="T32" fmla="*/ 40 w 216"/>
              <a:gd name="T33" fmla="*/ 76 h 216"/>
              <a:gd name="T34" fmla="*/ 108 w 216"/>
              <a:gd name="T35" fmla="*/ 8 h 216"/>
              <a:gd name="T36" fmla="*/ 176 w 216"/>
              <a:gd name="T37" fmla="*/ 76 h 216"/>
              <a:gd name="T38" fmla="*/ 153 w 216"/>
              <a:gd name="T39" fmla="*/ 124 h 216"/>
              <a:gd name="T40" fmla="*/ 68 w 216"/>
              <a:gd name="T41" fmla="*/ 204 h 216"/>
              <a:gd name="T42" fmla="*/ 148 w 216"/>
              <a:gd name="T43" fmla="*/ 204 h 216"/>
              <a:gd name="T44" fmla="*/ 148 w 216"/>
              <a:gd name="T45" fmla="*/ 176 h 216"/>
              <a:gd name="T46" fmla="*/ 68 w 216"/>
              <a:gd name="T47" fmla="*/ 176 h 216"/>
              <a:gd name="T48" fmla="*/ 68 w 216"/>
              <a:gd name="T49" fmla="*/ 204 h 216"/>
              <a:gd name="T50" fmla="*/ 76 w 216"/>
              <a:gd name="T51" fmla="*/ 184 h 216"/>
              <a:gd name="T52" fmla="*/ 140 w 216"/>
              <a:gd name="T53" fmla="*/ 184 h 216"/>
              <a:gd name="T54" fmla="*/ 140 w 216"/>
              <a:gd name="T55" fmla="*/ 196 h 216"/>
              <a:gd name="T56" fmla="*/ 76 w 216"/>
              <a:gd name="T57" fmla="*/ 196 h 216"/>
              <a:gd name="T58" fmla="*/ 76 w 216"/>
              <a:gd name="T59" fmla="*/ 184 h 216"/>
              <a:gd name="T60" fmla="*/ 76 w 216"/>
              <a:gd name="T61" fmla="*/ 216 h 216"/>
              <a:gd name="T62" fmla="*/ 140 w 216"/>
              <a:gd name="T63" fmla="*/ 216 h 216"/>
              <a:gd name="T64" fmla="*/ 140 w 216"/>
              <a:gd name="T65" fmla="*/ 208 h 216"/>
              <a:gd name="T66" fmla="*/ 76 w 216"/>
              <a:gd name="T67" fmla="*/ 208 h 216"/>
              <a:gd name="T68" fmla="*/ 76 w 216"/>
              <a:gd name="T69" fmla="*/ 216 h 216"/>
              <a:gd name="T70" fmla="*/ 0 w 216"/>
              <a:gd name="T71" fmla="*/ 72 h 216"/>
              <a:gd name="T72" fmla="*/ 20 w 216"/>
              <a:gd name="T73" fmla="*/ 72 h 216"/>
              <a:gd name="T74" fmla="*/ 20 w 216"/>
              <a:gd name="T75" fmla="*/ 64 h 216"/>
              <a:gd name="T76" fmla="*/ 0 w 216"/>
              <a:gd name="T77" fmla="*/ 64 h 216"/>
              <a:gd name="T78" fmla="*/ 0 w 216"/>
              <a:gd name="T79" fmla="*/ 72 h 216"/>
              <a:gd name="T80" fmla="*/ 174 w 216"/>
              <a:gd name="T81" fmla="*/ 14 h 216"/>
              <a:gd name="T82" fmla="*/ 179 w 216"/>
              <a:gd name="T83" fmla="*/ 20 h 216"/>
              <a:gd name="T84" fmla="*/ 194 w 216"/>
              <a:gd name="T85" fmla="*/ 6 h 216"/>
              <a:gd name="T86" fmla="*/ 189 w 216"/>
              <a:gd name="T87" fmla="*/ 0 h 216"/>
              <a:gd name="T88" fmla="*/ 174 w 216"/>
              <a:gd name="T89" fmla="*/ 14 h 216"/>
              <a:gd name="T90" fmla="*/ 42 w 216"/>
              <a:gd name="T91" fmla="*/ 14 h 216"/>
              <a:gd name="T92" fmla="*/ 27 w 216"/>
              <a:gd name="T93" fmla="*/ 0 h 216"/>
              <a:gd name="T94" fmla="*/ 22 w 216"/>
              <a:gd name="T95" fmla="*/ 6 h 216"/>
              <a:gd name="T96" fmla="*/ 37 w 216"/>
              <a:gd name="T97" fmla="*/ 20 h 216"/>
              <a:gd name="T98" fmla="*/ 42 w 216"/>
              <a:gd name="T99" fmla="*/ 14 h 216"/>
              <a:gd name="T100" fmla="*/ 196 w 216"/>
              <a:gd name="T101" fmla="*/ 64 h 216"/>
              <a:gd name="T102" fmla="*/ 196 w 216"/>
              <a:gd name="T103" fmla="*/ 72 h 216"/>
              <a:gd name="T104" fmla="*/ 216 w 216"/>
              <a:gd name="T105" fmla="*/ 72 h 216"/>
              <a:gd name="T106" fmla="*/ 216 w 216"/>
              <a:gd name="T107" fmla="*/ 64 h 216"/>
              <a:gd name="T108" fmla="*/ 196 w 216"/>
              <a:gd name="T109" fmla="*/ 64 h 216"/>
              <a:gd name="T110" fmla="*/ 52 w 216"/>
              <a:gd name="T111" fmla="*/ 72 h 216"/>
              <a:gd name="T112" fmla="*/ 60 w 216"/>
              <a:gd name="T113" fmla="*/ 72 h 216"/>
              <a:gd name="T114" fmla="*/ 100 w 216"/>
              <a:gd name="T115" fmla="*/ 32 h 216"/>
              <a:gd name="T116" fmla="*/ 100 w 216"/>
              <a:gd name="T117" fmla="*/ 24 h 216"/>
              <a:gd name="T118" fmla="*/ 52 w 216"/>
              <a:gd name="T119" fmla="*/ 7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6" h="216">
                <a:moveTo>
                  <a:pt x="108" y="0"/>
                </a:moveTo>
                <a:cubicBezTo>
                  <a:pt x="66" y="0"/>
                  <a:pt x="32" y="34"/>
                  <a:pt x="32" y="76"/>
                </a:cubicBezTo>
                <a:cubicBezTo>
                  <a:pt x="32" y="104"/>
                  <a:pt x="57" y="129"/>
                  <a:pt x="58" y="130"/>
                </a:cubicBezTo>
                <a:cubicBezTo>
                  <a:pt x="63" y="135"/>
                  <a:pt x="68" y="146"/>
                  <a:pt x="68" y="153"/>
                </a:cubicBezTo>
                <a:cubicBezTo>
                  <a:pt x="68" y="164"/>
                  <a:pt x="77" y="172"/>
                  <a:pt x="88" y="172"/>
                </a:cubicBezTo>
                <a:cubicBezTo>
                  <a:pt x="128" y="172"/>
                  <a:pt x="128" y="172"/>
                  <a:pt x="128" y="172"/>
                </a:cubicBezTo>
                <a:cubicBezTo>
                  <a:pt x="139" y="172"/>
                  <a:pt x="148" y="164"/>
                  <a:pt x="148" y="153"/>
                </a:cubicBezTo>
                <a:cubicBezTo>
                  <a:pt x="148" y="146"/>
                  <a:pt x="153" y="135"/>
                  <a:pt x="158" y="130"/>
                </a:cubicBezTo>
                <a:cubicBezTo>
                  <a:pt x="159" y="129"/>
                  <a:pt x="184" y="104"/>
                  <a:pt x="184" y="76"/>
                </a:cubicBezTo>
                <a:cubicBezTo>
                  <a:pt x="184" y="34"/>
                  <a:pt x="150" y="0"/>
                  <a:pt x="108" y="0"/>
                </a:cubicBezTo>
                <a:close/>
                <a:moveTo>
                  <a:pt x="153" y="124"/>
                </a:moveTo>
                <a:cubicBezTo>
                  <a:pt x="146" y="131"/>
                  <a:pt x="140" y="144"/>
                  <a:pt x="140" y="153"/>
                </a:cubicBezTo>
                <a:cubicBezTo>
                  <a:pt x="140" y="159"/>
                  <a:pt x="135" y="164"/>
                  <a:pt x="128" y="164"/>
                </a:cubicBezTo>
                <a:cubicBezTo>
                  <a:pt x="88" y="164"/>
                  <a:pt x="88" y="164"/>
                  <a:pt x="88" y="164"/>
                </a:cubicBezTo>
                <a:cubicBezTo>
                  <a:pt x="81" y="164"/>
                  <a:pt x="76" y="159"/>
                  <a:pt x="76" y="153"/>
                </a:cubicBezTo>
                <a:cubicBezTo>
                  <a:pt x="76" y="144"/>
                  <a:pt x="71" y="131"/>
                  <a:pt x="63" y="124"/>
                </a:cubicBezTo>
                <a:cubicBezTo>
                  <a:pt x="63" y="124"/>
                  <a:pt x="40" y="101"/>
                  <a:pt x="40" y="76"/>
                </a:cubicBezTo>
                <a:cubicBezTo>
                  <a:pt x="40" y="39"/>
                  <a:pt x="71" y="8"/>
                  <a:pt x="108" y="8"/>
                </a:cubicBezTo>
                <a:cubicBezTo>
                  <a:pt x="146" y="8"/>
                  <a:pt x="176" y="39"/>
                  <a:pt x="176" y="76"/>
                </a:cubicBezTo>
                <a:cubicBezTo>
                  <a:pt x="176" y="101"/>
                  <a:pt x="153" y="124"/>
                  <a:pt x="153" y="124"/>
                </a:cubicBezTo>
                <a:close/>
                <a:moveTo>
                  <a:pt x="68" y="204"/>
                </a:moveTo>
                <a:cubicBezTo>
                  <a:pt x="148" y="204"/>
                  <a:pt x="148" y="204"/>
                  <a:pt x="148" y="204"/>
                </a:cubicBezTo>
                <a:cubicBezTo>
                  <a:pt x="148" y="176"/>
                  <a:pt x="148" y="176"/>
                  <a:pt x="148" y="176"/>
                </a:cubicBezTo>
                <a:cubicBezTo>
                  <a:pt x="68" y="176"/>
                  <a:pt x="68" y="176"/>
                  <a:pt x="68" y="176"/>
                </a:cubicBezTo>
                <a:lnTo>
                  <a:pt x="68" y="204"/>
                </a:lnTo>
                <a:close/>
                <a:moveTo>
                  <a:pt x="76" y="184"/>
                </a:moveTo>
                <a:cubicBezTo>
                  <a:pt x="140" y="184"/>
                  <a:pt x="140" y="184"/>
                  <a:pt x="140" y="184"/>
                </a:cubicBezTo>
                <a:cubicBezTo>
                  <a:pt x="140" y="196"/>
                  <a:pt x="140" y="196"/>
                  <a:pt x="140" y="196"/>
                </a:cubicBezTo>
                <a:cubicBezTo>
                  <a:pt x="76" y="196"/>
                  <a:pt x="76" y="196"/>
                  <a:pt x="76" y="196"/>
                </a:cubicBezTo>
                <a:lnTo>
                  <a:pt x="76" y="184"/>
                </a:lnTo>
                <a:close/>
                <a:moveTo>
                  <a:pt x="76" y="216"/>
                </a:moveTo>
                <a:cubicBezTo>
                  <a:pt x="140" y="216"/>
                  <a:pt x="140" y="216"/>
                  <a:pt x="140" y="216"/>
                </a:cubicBezTo>
                <a:cubicBezTo>
                  <a:pt x="140" y="208"/>
                  <a:pt x="140" y="208"/>
                  <a:pt x="140" y="208"/>
                </a:cubicBezTo>
                <a:cubicBezTo>
                  <a:pt x="76" y="208"/>
                  <a:pt x="76" y="208"/>
                  <a:pt x="76" y="208"/>
                </a:cubicBezTo>
                <a:lnTo>
                  <a:pt x="76" y="216"/>
                </a:lnTo>
                <a:close/>
                <a:moveTo>
                  <a:pt x="0" y="72"/>
                </a:moveTo>
                <a:cubicBezTo>
                  <a:pt x="20" y="72"/>
                  <a:pt x="20" y="72"/>
                  <a:pt x="20" y="72"/>
                </a:cubicBezTo>
                <a:cubicBezTo>
                  <a:pt x="20" y="64"/>
                  <a:pt x="20" y="64"/>
                  <a:pt x="20" y="64"/>
                </a:cubicBezTo>
                <a:cubicBezTo>
                  <a:pt x="0" y="64"/>
                  <a:pt x="0" y="64"/>
                  <a:pt x="0" y="64"/>
                </a:cubicBezTo>
                <a:lnTo>
                  <a:pt x="0" y="72"/>
                </a:lnTo>
                <a:close/>
                <a:moveTo>
                  <a:pt x="174" y="14"/>
                </a:moveTo>
                <a:cubicBezTo>
                  <a:pt x="179" y="20"/>
                  <a:pt x="179" y="20"/>
                  <a:pt x="179" y="20"/>
                </a:cubicBezTo>
                <a:cubicBezTo>
                  <a:pt x="194" y="6"/>
                  <a:pt x="194" y="6"/>
                  <a:pt x="194" y="6"/>
                </a:cubicBezTo>
                <a:cubicBezTo>
                  <a:pt x="189" y="0"/>
                  <a:pt x="189" y="0"/>
                  <a:pt x="189" y="0"/>
                </a:cubicBezTo>
                <a:lnTo>
                  <a:pt x="174" y="14"/>
                </a:lnTo>
                <a:close/>
                <a:moveTo>
                  <a:pt x="42" y="14"/>
                </a:moveTo>
                <a:cubicBezTo>
                  <a:pt x="27" y="0"/>
                  <a:pt x="27" y="0"/>
                  <a:pt x="27" y="0"/>
                </a:cubicBezTo>
                <a:cubicBezTo>
                  <a:pt x="22" y="6"/>
                  <a:pt x="22" y="6"/>
                  <a:pt x="22" y="6"/>
                </a:cubicBezTo>
                <a:cubicBezTo>
                  <a:pt x="37" y="20"/>
                  <a:pt x="37" y="20"/>
                  <a:pt x="37" y="20"/>
                </a:cubicBezTo>
                <a:lnTo>
                  <a:pt x="42" y="14"/>
                </a:lnTo>
                <a:close/>
                <a:moveTo>
                  <a:pt x="196" y="64"/>
                </a:moveTo>
                <a:cubicBezTo>
                  <a:pt x="196" y="72"/>
                  <a:pt x="196" y="72"/>
                  <a:pt x="196" y="72"/>
                </a:cubicBezTo>
                <a:cubicBezTo>
                  <a:pt x="216" y="72"/>
                  <a:pt x="216" y="72"/>
                  <a:pt x="216" y="72"/>
                </a:cubicBezTo>
                <a:cubicBezTo>
                  <a:pt x="216" y="64"/>
                  <a:pt x="216" y="64"/>
                  <a:pt x="216" y="64"/>
                </a:cubicBezTo>
                <a:lnTo>
                  <a:pt x="196" y="64"/>
                </a:lnTo>
                <a:close/>
                <a:moveTo>
                  <a:pt x="52" y="72"/>
                </a:moveTo>
                <a:cubicBezTo>
                  <a:pt x="60" y="72"/>
                  <a:pt x="60" y="72"/>
                  <a:pt x="60" y="72"/>
                </a:cubicBezTo>
                <a:cubicBezTo>
                  <a:pt x="60" y="50"/>
                  <a:pt x="78" y="32"/>
                  <a:pt x="100" y="32"/>
                </a:cubicBezTo>
                <a:cubicBezTo>
                  <a:pt x="100" y="24"/>
                  <a:pt x="100" y="24"/>
                  <a:pt x="100" y="24"/>
                </a:cubicBezTo>
                <a:cubicBezTo>
                  <a:pt x="74" y="24"/>
                  <a:pt x="52" y="46"/>
                  <a:pt x="52" y="72"/>
                </a:cubicBezTo>
                <a:close/>
              </a:path>
            </a:pathLst>
          </a:custGeom>
          <a:solidFill>
            <a:schemeClr val="bg1"/>
          </a:solidFill>
          <a:ln>
            <a:noFill/>
          </a:ln>
        </p:spPr>
        <p:txBody>
          <a:bodyPr anchor="t" anchorCtr="0" bIns="45720" compatLnSpc="1" lIns="91440" numCol="1" rIns="91440" tIns="45720" vert="horz" wrap="square"/>
          <a:p>
            <a:endParaRPr dirty="0" lang="en-US">
              <a:solidFill>
                <a:schemeClr val="bg1"/>
              </a:solidFill>
              <a:effectLst/>
            </a:endParaRPr>
          </a:p>
        </p:txBody>
      </p:sp>
      <p:sp>
        <p:nvSpPr>
          <p:cNvPr id="1048640" name="Rectangle 42"/>
          <p:cNvSpPr/>
          <p:nvPr/>
        </p:nvSpPr>
        <p:spPr>
          <a:xfrm>
            <a:off x="9151620" y="4434840"/>
            <a:ext cx="2830830" cy="293370"/>
          </a:xfrm>
          <a:prstGeom prst="rect"/>
        </p:spPr>
        <p:txBody>
          <a:bodyPr wrap="square">
            <a:spAutoFit/>
          </a:bodyPr>
          <a:p>
            <a:pPr>
              <a:lnSpc>
                <a:spcPct val="120000"/>
              </a:lnSpc>
            </a:pPr>
            <a:endParaRPr dirty="0" sz="1200" lang="id-ID">
              <a:latin typeface="Segoe UI Light" panose="020B0502040204020203" pitchFamily="34" charset="0"/>
              <a:cs typeface="Segoe UI Light" panose="020B0502040204020203" pitchFamily="34" charset="0"/>
            </a:endParaRPr>
          </a:p>
        </p:txBody>
      </p:sp>
      <p:sp>
        <p:nvSpPr>
          <p:cNvPr id="1048641" name="Rectangle 6"/>
          <p:cNvSpPr/>
          <p:nvPr/>
        </p:nvSpPr>
        <p:spPr>
          <a:xfrm>
            <a:off x="3550920" y="3249295"/>
            <a:ext cx="3940810" cy="2058670"/>
          </a:xfrm>
          <a:prstGeom prst="rect"/>
          <a:solidFill>
            <a:srgbClr val="D05B5B"/>
          </a:solidFill>
          <a:ln>
            <a:noFill/>
          </a:ln>
          <a:effectLst>
            <a:outerShdw algn="tl" blurRad="508000" dir="2700000" dist="2032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tx1"/>
              </a:solidFill>
            </a:endParaRPr>
          </a:p>
        </p:txBody>
      </p:sp>
      <p:sp>
        <p:nvSpPr>
          <p:cNvPr id="1048642" name="Rectangle 6"/>
          <p:cNvSpPr/>
          <p:nvPr/>
        </p:nvSpPr>
        <p:spPr>
          <a:xfrm>
            <a:off x="170815" y="3249295"/>
            <a:ext cx="3693160" cy="2058670"/>
          </a:xfrm>
          <a:prstGeom prst="rect"/>
          <a:solidFill>
            <a:srgbClr val="902322"/>
          </a:solidFill>
          <a:ln>
            <a:noFill/>
          </a:ln>
          <a:effectLst>
            <a:outerShdw algn="tl" blurRad="508000" dir="2700000" dist="2032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tx1"/>
              </a:solidFill>
            </a:endParaRPr>
          </a:p>
        </p:txBody>
      </p:sp>
      <p:sp>
        <p:nvSpPr>
          <p:cNvPr id="1048643" name="Freeform 31"/>
          <p:cNvSpPr>
            <a:spLocks noEditPoints="1"/>
          </p:cNvSpPr>
          <p:nvPr/>
        </p:nvSpPr>
        <p:spPr bwMode="auto">
          <a:xfrm>
            <a:off x="484985" y="3473868"/>
            <a:ext cx="480351" cy="474013"/>
          </a:xfrm>
          <a:custGeom>
            <a:avLst/>
            <a:gdLst>
              <a:gd name="T0" fmla="*/ 196 w 208"/>
              <a:gd name="T1" fmla="*/ 174 h 205"/>
              <a:gd name="T2" fmla="*/ 196 w 208"/>
              <a:gd name="T3" fmla="*/ 61 h 205"/>
              <a:gd name="T4" fmla="*/ 197 w 208"/>
              <a:gd name="T5" fmla="*/ 57 h 205"/>
              <a:gd name="T6" fmla="*/ 192 w 208"/>
              <a:gd name="T7" fmla="*/ 50 h 205"/>
              <a:gd name="T8" fmla="*/ 108 w 208"/>
              <a:gd name="T9" fmla="*/ 3 h 205"/>
              <a:gd name="T10" fmla="*/ 90 w 208"/>
              <a:gd name="T11" fmla="*/ 3 h 205"/>
              <a:gd name="T12" fmla="*/ 5 w 208"/>
              <a:gd name="T13" fmla="*/ 50 h 205"/>
              <a:gd name="T14" fmla="*/ 0 w 208"/>
              <a:gd name="T15" fmla="*/ 57 h 205"/>
              <a:gd name="T16" fmla="*/ 5 w 208"/>
              <a:gd name="T17" fmla="*/ 65 h 205"/>
              <a:gd name="T18" fmla="*/ 33 w 208"/>
              <a:gd name="T19" fmla="*/ 80 h 205"/>
              <a:gd name="T20" fmla="*/ 33 w 208"/>
              <a:gd name="T21" fmla="*/ 121 h 205"/>
              <a:gd name="T22" fmla="*/ 77 w 208"/>
              <a:gd name="T23" fmla="*/ 165 h 205"/>
              <a:gd name="T24" fmla="*/ 125 w 208"/>
              <a:gd name="T25" fmla="*/ 165 h 205"/>
              <a:gd name="T26" fmla="*/ 168 w 208"/>
              <a:gd name="T27" fmla="*/ 121 h 205"/>
              <a:gd name="T28" fmla="*/ 168 w 208"/>
              <a:gd name="T29" fmla="*/ 78 h 205"/>
              <a:gd name="T30" fmla="*/ 188 w 208"/>
              <a:gd name="T31" fmla="*/ 67 h 205"/>
              <a:gd name="T32" fmla="*/ 188 w 208"/>
              <a:gd name="T33" fmla="*/ 174 h 205"/>
              <a:gd name="T34" fmla="*/ 176 w 208"/>
              <a:gd name="T35" fmla="*/ 189 h 205"/>
              <a:gd name="T36" fmla="*/ 192 w 208"/>
              <a:gd name="T37" fmla="*/ 205 h 205"/>
              <a:gd name="T38" fmla="*/ 208 w 208"/>
              <a:gd name="T39" fmla="*/ 189 h 205"/>
              <a:gd name="T40" fmla="*/ 196 w 208"/>
              <a:gd name="T41" fmla="*/ 174 h 205"/>
              <a:gd name="T42" fmla="*/ 160 w 208"/>
              <a:gd name="T43" fmla="*/ 121 h 205"/>
              <a:gd name="T44" fmla="*/ 125 w 208"/>
              <a:gd name="T45" fmla="*/ 157 h 205"/>
              <a:gd name="T46" fmla="*/ 77 w 208"/>
              <a:gd name="T47" fmla="*/ 157 h 205"/>
              <a:gd name="T48" fmla="*/ 41 w 208"/>
              <a:gd name="T49" fmla="*/ 121 h 205"/>
              <a:gd name="T50" fmla="*/ 41 w 208"/>
              <a:gd name="T51" fmla="*/ 85 h 205"/>
              <a:gd name="T52" fmla="*/ 90 w 208"/>
              <a:gd name="T53" fmla="*/ 112 h 205"/>
              <a:gd name="T54" fmla="*/ 99 w 208"/>
              <a:gd name="T55" fmla="*/ 114 h 205"/>
              <a:gd name="T56" fmla="*/ 108 w 208"/>
              <a:gd name="T57" fmla="*/ 112 h 205"/>
              <a:gd name="T58" fmla="*/ 160 w 208"/>
              <a:gd name="T59" fmla="*/ 82 h 205"/>
              <a:gd name="T60" fmla="*/ 160 w 208"/>
              <a:gd name="T61" fmla="*/ 121 h 205"/>
              <a:gd name="T62" fmla="*/ 104 w 208"/>
              <a:gd name="T63" fmla="*/ 105 h 205"/>
              <a:gd name="T64" fmla="*/ 94 w 208"/>
              <a:gd name="T65" fmla="*/ 105 h 205"/>
              <a:gd name="T66" fmla="*/ 9 w 208"/>
              <a:gd name="T67" fmla="*/ 58 h 205"/>
              <a:gd name="T68" fmla="*/ 8 w 208"/>
              <a:gd name="T69" fmla="*/ 57 h 205"/>
              <a:gd name="T70" fmla="*/ 9 w 208"/>
              <a:gd name="T71" fmla="*/ 57 h 205"/>
              <a:gd name="T72" fmla="*/ 94 w 208"/>
              <a:gd name="T73" fmla="*/ 10 h 205"/>
              <a:gd name="T74" fmla="*/ 104 w 208"/>
              <a:gd name="T75" fmla="*/ 10 h 205"/>
              <a:gd name="T76" fmla="*/ 189 w 208"/>
              <a:gd name="T77" fmla="*/ 57 h 205"/>
              <a:gd name="T78" fmla="*/ 189 w 208"/>
              <a:gd name="T79" fmla="*/ 57 h 205"/>
              <a:gd name="T80" fmla="*/ 188 w 208"/>
              <a:gd name="T81" fmla="*/ 57 h 205"/>
              <a:gd name="T82" fmla="*/ 188 w 208"/>
              <a:gd name="T83" fmla="*/ 58 h 205"/>
              <a:gd name="T84" fmla="*/ 104 w 208"/>
              <a:gd name="T85" fmla="*/ 105 h 205"/>
              <a:gd name="T86" fmla="*/ 192 w 208"/>
              <a:gd name="T87" fmla="*/ 197 h 205"/>
              <a:gd name="T88" fmla="*/ 184 w 208"/>
              <a:gd name="T89" fmla="*/ 189 h 205"/>
              <a:gd name="T90" fmla="*/ 192 w 208"/>
              <a:gd name="T91" fmla="*/ 181 h 205"/>
              <a:gd name="T92" fmla="*/ 200 w 208"/>
              <a:gd name="T93" fmla="*/ 189 h 205"/>
              <a:gd name="T94" fmla="*/ 192 w 208"/>
              <a:gd name="T95" fmla="*/ 197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8" h="205">
                <a:moveTo>
                  <a:pt x="196" y="174"/>
                </a:moveTo>
                <a:cubicBezTo>
                  <a:pt x="196" y="61"/>
                  <a:pt x="196" y="61"/>
                  <a:pt x="196" y="61"/>
                </a:cubicBezTo>
                <a:cubicBezTo>
                  <a:pt x="197" y="60"/>
                  <a:pt x="197" y="59"/>
                  <a:pt x="197" y="57"/>
                </a:cubicBezTo>
                <a:cubicBezTo>
                  <a:pt x="197" y="54"/>
                  <a:pt x="196" y="52"/>
                  <a:pt x="192" y="50"/>
                </a:cubicBezTo>
                <a:cubicBezTo>
                  <a:pt x="108" y="3"/>
                  <a:pt x="108" y="3"/>
                  <a:pt x="108" y="3"/>
                </a:cubicBezTo>
                <a:cubicBezTo>
                  <a:pt x="103" y="0"/>
                  <a:pt x="95" y="0"/>
                  <a:pt x="90" y="3"/>
                </a:cubicBezTo>
                <a:cubicBezTo>
                  <a:pt x="5" y="50"/>
                  <a:pt x="5" y="50"/>
                  <a:pt x="5" y="50"/>
                </a:cubicBezTo>
                <a:cubicBezTo>
                  <a:pt x="2" y="52"/>
                  <a:pt x="0" y="54"/>
                  <a:pt x="0" y="57"/>
                </a:cubicBezTo>
                <a:cubicBezTo>
                  <a:pt x="0" y="60"/>
                  <a:pt x="2" y="63"/>
                  <a:pt x="5" y="65"/>
                </a:cubicBezTo>
                <a:cubicBezTo>
                  <a:pt x="33" y="80"/>
                  <a:pt x="33" y="80"/>
                  <a:pt x="33" y="80"/>
                </a:cubicBezTo>
                <a:cubicBezTo>
                  <a:pt x="33" y="121"/>
                  <a:pt x="33" y="121"/>
                  <a:pt x="33" y="121"/>
                </a:cubicBezTo>
                <a:cubicBezTo>
                  <a:pt x="33" y="145"/>
                  <a:pt x="53" y="165"/>
                  <a:pt x="77" y="165"/>
                </a:cubicBezTo>
                <a:cubicBezTo>
                  <a:pt x="125" y="165"/>
                  <a:pt x="125" y="165"/>
                  <a:pt x="125" y="165"/>
                </a:cubicBezTo>
                <a:cubicBezTo>
                  <a:pt x="149" y="165"/>
                  <a:pt x="168" y="145"/>
                  <a:pt x="168" y="121"/>
                </a:cubicBezTo>
                <a:cubicBezTo>
                  <a:pt x="168" y="78"/>
                  <a:pt x="168" y="78"/>
                  <a:pt x="168" y="78"/>
                </a:cubicBezTo>
                <a:cubicBezTo>
                  <a:pt x="188" y="67"/>
                  <a:pt x="188" y="67"/>
                  <a:pt x="188" y="67"/>
                </a:cubicBezTo>
                <a:cubicBezTo>
                  <a:pt x="188" y="174"/>
                  <a:pt x="188" y="174"/>
                  <a:pt x="188" y="174"/>
                </a:cubicBezTo>
                <a:cubicBezTo>
                  <a:pt x="181" y="175"/>
                  <a:pt x="176" y="182"/>
                  <a:pt x="176" y="189"/>
                </a:cubicBezTo>
                <a:cubicBezTo>
                  <a:pt x="176" y="198"/>
                  <a:pt x="183" y="205"/>
                  <a:pt x="192" y="205"/>
                </a:cubicBezTo>
                <a:cubicBezTo>
                  <a:pt x="201" y="205"/>
                  <a:pt x="208" y="198"/>
                  <a:pt x="208" y="189"/>
                </a:cubicBezTo>
                <a:cubicBezTo>
                  <a:pt x="208" y="182"/>
                  <a:pt x="203" y="175"/>
                  <a:pt x="196" y="174"/>
                </a:cubicBezTo>
                <a:close/>
                <a:moveTo>
                  <a:pt x="160" y="121"/>
                </a:moveTo>
                <a:cubicBezTo>
                  <a:pt x="160" y="141"/>
                  <a:pt x="144" y="157"/>
                  <a:pt x="125" y="157"/>
                </a:cubicBezTo>
                <a:cubicBezTo>
                  <a:pt x="77" y="157"/>
                  <a:pt x="77" y="157"/>
                  <a:pt x="77" y="157"/>
                </a:cubicBezTo>
                <a:cubicBezTo>
                  <a:pt x="57" y="157"/>
                  <a:pt x="41" y="141"/>
                  <a:pt x="41" y="121"/>
                </a:cubicBezTo>
                <a:cubicBezTo>
                  <a:pt x="41" y="85"/>
                  <a:pt x="41" y="85"/>
                  <a:pt x="41" y="85"/>
                </a:cubicBezTo>
                <a:cubicBezTo>
                  <a:pt x="90" y="112"/>
                  <a:pt x="90" y="112"/>
                  <a:pt x="90" y="112"/>
                </a:cubicBezTo>
                <a:cubicBezTo>
                  <a:pt x="92" y="113"/>
                  <a:pt x="95" y="114"/>
                  <a:pt x="99" y="114"/>
                </a:cubicBezTo>
                <a:cubicBezTo>
                  <a:pt x="102" y="114"/>
                  <a:pt x="105" y="113"/>
                  <a:pt x="108" y="112"/>
                </a:cubicBezTo>
                <a:cubicBezTo>
                  <a:pt x="160" y="82"/>
                  <a:pt x="160" y="82"/>
                  <a:pt x="160" y="82"/>
                </a:cubicBezTo>
                <a:lnTo>
                  <a:pt x="160" y="121"/>
                </a:lnTo>
                <a:close/>
                <a:moveTo>
                  <a:pt x="104" y="105"/>
                </a:moveTo>
                <a:cubicBezTo>
                  <a:pt x="101" y="106"/>
                  <a:pt x="96" y="106"/>
                  <a:pt x="94" y="105"/>
                </a:cubicBezTo>
                <a:cubicBezTo>
                  <a:pt x="9" y="58"/>
                  <a:pt x="9" y="58"/>
                  <a:pt x="9" y="58"/>
                </a:cubicBezTo>
                <a:cubicBezTo>
                  <a:pt x="9" y="58"/>
                  <a:pt x="8" y="57"/>
                  <a:pt x="8" y="57"/>
                </a:cubicBezTo>
                <a:cubicBezTo>
                  <a:pt x="8" y="57"/>
                  <a:pt x="9" y="57"/>
                  <a:pt x="9" y="57"/>
                </a:cubicBezTo>
                <a:cubicBezTo>
                  <a:pt x="94" y="10"/>
                  <a:pt x="94" y="10"/>
                  <a:pt x="94" y="10"/>
                </a:cubicBezTo>
                <a:cubicBezTo>
                  <a:pt x="96" y="9"/>
                  <a:pt x="101" y="9"/>
                  <a:pt x="104" y="10"/>
                </a:cubicBezTo>
                <a:cubicBezTo>
                  <a:pt x="189" y="57"/>
                  <a:pt x="189" y="57"/>
                  <a:pt x="189" y="57"/>
                </a:cubicBezTo>
                <a:cubicBezTo>
                  <a:pt x="189" y="57"/>
                  <a:pt x="189" y="57"/>
                  <a:pt x="189" y="57"/>
                </a:cubicBezTo>
                <a:cubicBezTo>
                  <a:pt x="188" y="57"/>
                  <a:pt x="188" y="57"/>
                  <a:pt x="188" y="57"/>
                </a:cubicBezTo>
                <a:cubicBezTo>
                  <a:pt x="188" y="58"/>
                  <a:pt x="188" y="58"/>
                  <a:pt x="188" y="58"/>
                </a:cubicBezTo>
                <a:lnTo>
                  <a:pt x="104" y="105"/>
                </a:lnTo>
                <a:close/>
                <a:moveTo>
                  <a:pt x="192" y="197"/>
                </a:moveTo>
                <a:cubicBezTo>
                  <a:pt x="188" y="197"/>
                  <a:pt x="184" y="193"/>
                  <a:pt x="184" y="189"/>
                </a:cubicBezTo>
                <a:cubicBezTo>
                  <a:pt x="184" y="185"/>
                  <a:pt x="188" y="181"/>
                  <a:pt x="192" y="181"/>
                </a:cubicBezTo>
                <a:cubicBezTo>
                  <a:pt x="197" y="181"/>
                  <a:pt x="200" y="185"/>
                  <a:pt x="200" y="189"/>
                </a:cubicBezTo>
                <a:cubicBezTo>
                  <a:pt x="200" y="193"/>
                  <a:pt x="197" y="197"/>
                  <a:pt x="192" y="197"/>
                </a:cubicBezTo>
                <a:close/>
              </a:path>
            </a:pathLst>
          </a:custGeom>
          <a:solidFill>
            <a:schemeClr val="bg1"/>
          </a:solidFill>
          <a:ln>
            <a:noFill/>
          </a:ln>
        </p:spPr>
        <p:txBody>
          <a:bodyPr anchor="t" anchorCtr="0" bIns="45720" compatLnSpc="1" lIns="91440" numCol="1" rIns="91440" tIns="45720" vert="horz" wrap="square"/>
          <a:p>
            <a:endParaRPr lang="en-US"/>
          </a:p>
        </p:txBody>
      </p:sp>
      <p:sp>
        <p:nvSpPr>
          <p:cNvPr id="1048644" name="Rectangle 34"/>
          <p:cNvSpPr/>
          <p:nvPr/>
        </p:nvSpPr>
        <p:spPr>
          <a:xfrm>
            <a:off x="1200815" y="3475108"/>
            <a:ext cx="2458260" cy="368300"/>
          </a:xfrm>
          <a:prstGeom prst="rect"/>
        </p:spPr>
        <p:txBody>
          <a:bodyPr wrap="square">
            <a:spAutoFit/>
          </a:bodyPr>
          <a:p>
            <a:r>
              <a:rPr altLang="en-US" dirty="0" lang="zh-CN">
                <a:solidFill>
                  <a:schemeClr val="bg1"/>
                </a:solidFill>
                <a:latin typeface="华光标题宋_CNKI" panose="02000500000000000000" charset="-122"/>
                <a:ea typeface="华光标题宋_CNKI" panose="02000500000000000000" charset="-122"/>
                <a:cs typeface="Open Sans" panose="020B0606030504020204" pitchFamily="34" charset="0"/>
                <a:sym typeface="+mn-ea"/>
              </a:rPr>
              <a:t>此处添加说明文字</a:t>
            </a:r>
            <a:endParaRPr altLang="en-US" dirty="0" lang="zh-CN">
              <a:solidFill>
                <a:schemeClr val="bg1"/>
              </a:solidFill>
              <a:latin typeface="华光标题宋_CNKI" panose="02000500000000000000" charset="-122"/>
              <a:ea typeface="华光标题宋_CNKI" panose="02000500000000000000" charset="-122"/>
              <a:cs typeface="Open Sans" panose="020B0606030504020204" pitchFamily="34" charset="0"/>
              <a:sym typeface="+mn-ea"/>
            </a:endParaRPr>
          </a:p>
        </p:txBody>
      </p:sp>
      <p:sp>
        <p:nvSpPr>
          <p:cNvPr id="1048645" name="文本框 4"/>
          <p:cNvSpPr txBox="1"/>
          <p:nvPr/>
        </p:nvSpPr>
        <p:spPr>
          <a:xfrm>
            <a:off x="575310" y="3995420"/>
            <a:ext cx="3082925" cy="751841"/>
          </a:xfrm>
          <a:prstGeom prst="rect"/>
          <a:noFill/>
        </p:spPr>
        <p:txBody>
          <a:bodyPr rtlCol="0" wrap="square">
            <a:spAutoFit/>
          </a:bodyPr>
          <a:p>
            <a:pPr indent="457200">
              <a:lnSpc>
                <a:spcPct val="125000"/>
              </a:lnSpc>
            </a:pPr>
            <a:r>
              <a:rPr altLang="en-US" dirty="0" lang="zh-CN" smtClean="0">
                <a:solidFill>
                  <a:schemeClr val="bg1"/>
                </a:solidFill>
                <a:latin typeface="黑体" panose="02010609060101010101" charset="-122"/>
                <a:ea typeface="黑体" panose="02010609060101010101" charset="-122"/>
              </a:rPr>
              <a:t>此处添加说明文字</a:t>
            </a:r>
            <a:r>
              <a:rPr altLang="en-US" dirty="0" lang="zh-CN" smtClean="0">
                <a:solidFill>
                  <a:schemeClr val="bg1"/>
                </a:solidFill>
                <a:latin typeface="黑体" panose="02010609060101010101" charset="-122"/>
                <a:ea typeface="黑体" panose="02010609060101010101" charset="-122"/>
                <a:sym typeface="+mn-ea"/>
              </a:rPr>
              <a:t>此处添加说明文字</a:t>
            </a:r>
            <a:r>
              <a:rPr altLang="en-US" dirty="0" lang="zh-CN">
                <a:solidFill>
                  <a:schemeClr val="bg1"/>
                </a:solidFill>
                <a:latin typeface="黑体" panose="02010609060101010101" charset="-122"/>
                <a:ea typeface="黑体" panose="02010609060101010101" charset="-122"/>
              </a:rPr>
              <a:t>。</a:t>
            </a:r>
            <a:endParaRPr altLang="en-US" dirty="0" lang="zh-CN">
              <a:solidFill>
                <a:schemeClr val="bg1"/>
              </a:solidFill>
              <a:latin typeface="黑体" panose="02010609060101010101" charset="-122"/>
              <a:ea typeface="黑体" panose="02010609060101010101" charset="-122"/>
            </a:endParaRPr>
          </a:p>
        </p:txBody>
      </p:sp>
      <p:sp>
        <p:nvSpPr>
          <p:cNvPr id="1048646" name="文本框 22"/>
          <p:cNvSpPr txBox="1"/>
          <p:nvPr/>
        </p:nvSpPr>
        <p:spPr>
          <a:xfrm>
            <a:off x="4184015" y="4033520"/>
            <a:ext cx="3259455" cy="706755"/>
          </a:xfrm>
          <a:prstGeom prst="rect"/>
          <a:noFill/>
        </p:spPr>
        <p:txBody>
          <a:bodyPr rtlCol="0" wrap="square">
            <a:spAutoFit/>
          </a:bodyPr>
          <a:p>
            <a:pPr indent="457200">
              <a:lnSpc>
                <a:spcPct val="125000"/>
              </a:lnSpc>
            </a:pPr>
            <a:r>
              <a:rPr altLang="en-US" dirty="0" sz="1600" lang="zh-CN" smtClean="0">
                <a:solidFill>
                  <a:schemeClr val="bg1"/>
                </a:solidFill>
                <a:latin typeface="黑体" panose="02010609060101010101" charset="-122"/>
                <a:ea typeface="黑体" panose="02010609060101010101" charset="-122"/>
                <a:sym typeface="+mn-ea"/>
              </a:rPr>
              <a:t>此处添加说明文字此处添加说明文字</a:t>
            </a:r>
            <a:r>
              <a:rPr altLang="en-US" dirty="0" sz="1600" lang="zh-CN">
                <a:solidFill>
                  <a:schemeClr val="bg1"/>
                </a:solidFill>
                <a:latin typeface="黑体" panose="02010609060101010101" charset="-122"/>
                <a:ea typeface="黑体" panose="02010609060101010101" charset="-122"/>
              </a:rPr>
              <a:t>。</a:t>
            </a:r>
            <a:endParaRPr altLang="en-US" dirty="0" sz="1600" lang="zh-CN">
              <a:solidFill>
                <a:schemeClr val="bg1"/>
              </a:solidFill>
              <a:latin typeface="黑体" panose="02010609060101010101" charset="-122"/>
              <a:ea typeface="黑体" panose="02010609060101010101" charset="-122"/>
            </a:endParaRPr>
          </a:p>
        </p:txBody>
      </p:sp>
      <p:sp>
        <p:nvSpPr>
          <p:cNvPr id="1048647" name="文本框 23"/>
          <p:cNvSpPr txBox="1"/>
          <p:nvPr/>
        </p:nvSpPr>
        <p:spPr>
          <a:xfrm>
            <a:off x="7957185" y="4034155"/>
            <a:ext cx="3389630" cy="706755"/>
          </a:xfrm>
          <a:prstGeom prst="rect"/>
          <a:noFill/>
        </p:spPr>
        <p:txBody>
          <a:bodyPr rtlCol="0" wrap="square">
            <a:spAutoFit/>
          </a:bodyPr>
          <a:p>
            <a:pPr indent="457200">
              <a:lnSpc>
                <a:spcPct val="125000"/>
              </a:lnSpc>
            </a:pPr>
            <a:r>
              <a:rPr altLang="en-US" dirty="0" sz="1600" lang="zh-CN" smtClean="0">
                <a:solidFill>
                  <a:schemeClr val="bg1"/>
                </a:solidFill>
                <a:latin typeface="黑体" panose="02010609060101010101" charset="-122"/>
                <a:ea typeface="黑体" panose="02010609060101010101" charset="-122"/>
                <a:sym typeface="+mn-ea"/>
              </a:rPr>
              <a:t>此处添加说明文字此处添加说明文字此处添加说明文字</a:t>
            </a:r>
            <a:r>
              <a:rPr altLang="zh-CN" dirty="0" sz="1600" lang="zh-CN">
                <a:solidFill>
                  <a:schemeClr val="bg1"/>
                </a:solidFill>
                <a:latin typeface="黑体" panose="02010609060101010101" charset="-122"/>
                <a:ea typeface="黑体" panose="02010609060101010101" charset="-122"/>
                <a:cs typeface="黑体" panose="02010609060101010101" charset="-122"/>
              </a:rPr>
              <a:t>。</a:t>
            </a:r>
            <a:endParaRPr altLang="zh-CN" dirty="0" sz="1600" lang="zh-CN">
              <a:solidFill>
                <a:schemeClr val="bg1"/>
              </a:solidFill>
              <a:latin typeface="黑体" panose="02010609060101010101" charset="-122"/>
              <a:ea typeface="黑体" panose="02010609060101010101" charset="-122"/>
              <a:cs typeface="黑体" panose="02010609060101010101" charset="-122"/>
            </a:endParaRPr>
          </a:p>
        </p:txBody>
      </p:sp>
      <p:sp>
        <p:nvSpPr>
          <p:cNvPr id="1048648" name="Freeform 45"/>
          <p:cNvSpPr>
            <a:spLocks noEditPoints="1"/>
          </p:cNvSpPr>
          <p:nvPr/>
        </p:nvSpPr>
        <p:spPr bwMode="auto">
          <a:xfrm>
            <a:off x="4184119" y="3405322"/>
            <a:ext cx="508234" cy="508234"/>
          </a:xfrm>
          <a:custGeom>
            <a:avLst/>
            <a:gdLst>
              <a:gd name="T0" fmla="*/ 220 w 220"/>
              <a:gd name="T1" fmla="*/ 110 h 220"/>
              <a:gd name="T2" fmla="*/ 193 w 220"/>
              <a:gd name="T3" fmla="*/ 64 h 220"/>
              <a:gd name="T4" fmla="*/ 176 w 220"/>
              <a:gd name="T5" fmla="*/ 58 h 220"/>
              <a:gd name="T6" fmla="*/ 171 w 220"/>
              <a:gd name="T7" fmla="*/ 53 h 220"/>
              <a:gd name="T8" fmla="*/ 203 w 220"/>
              <a:gd name="T9" fmla="*/ 68 h 220"/>
              <a:gd name="T10" fmla="*/ 141 w 220"/>
              <a:gd name="T11" fmla="*/ 13 h 220"/>
              <a:gd name="T12" fmla="*/ 118 w 220"/>
              <a:gd name="T13" fmla="*/ 38 h 220"/>
              <a:gd name="T14" fmla="*/ 110 w 220"/>
              <a:gd name="T15" fmla="*/ 8 h 220"/>
              <a:gd name="T16" fmla="*/ 65 w 220"/>
              <a:gd name="T17" fmla="*/ 28 h 220"/>
              <a:gd name="T18" fmla="*/ 55 w 220"/>
              <a:gd name="T19" fmla="*/ 50 h 220"/>
              <a:gd name="T20" fmla="*/ 47 w 220"/>
              <a:gd name="T21" fmla="*/ 30 h 220"/>
              <a:gd name="T22" fmla="*/ 67 w 220"/>
              <a:gd name="T23" fmla="*/ 18 h 220"/>
              <a:gd name="T24" fmla="*/ 51 w 220"/>
              <a:gd name="T25" fmla="*/ 57 h 220"/>
              <a:gd name="T26" fmla="*/ 76 w 220"/>
              <a:gd name="T27" fmla="*/ 42 h 220"/>
              <a:gd name="T28" fmla="*/ 80 w 220"/>
              <a:gd name="T29" fmla="*/ 24 h 220"/>
              <a:gd name="T30" fmla="*/ 97 w 220"/>
              <a:gd name="T31" fmla="*/ 51 h 220"/>
              <a:gd name="T32" fmla="*/ 81 w 220"/>
              <a:gd name="T33" fmla="*/ 69 h 220"/>
              <a:gd name="T34" fmla="*/ 59 w 220"/>
              <a:gd name="T35" fmla="*/ 95 h 220"/>
              <a:gd name="T36" fmla="*/ 63 w 220"/>
              <a:gd name="T37" fmla="*/ 117 h 220"/>
              <a:gd name="T38" fmla="*/ 120 w 220"/>
              <a:gd name="T39" fmla="*/ 155 h 220"/>
              <a:gd name="T40" fmla="*/ 118 w 220"/>
              <a:gd name="T41" fmla="*/ 180 h 220"/>
              <a:gd name="T42" fmla="*/ 81 w 220"/>
              <a:gd name="T43" fmla="*/ 208 h 220"/>
              <a:gd name="T44" fmla="*/ 62 w 220"/>
              <a:gd name="T45" fmla="*/ 159 h 220"/>
              <a:gd name="T46" fmla="*/ 53 w 220"/>
              <a:gd name="T47" fmla="*/ 120 h 220"/>
              <a:gd name="T48" fmla="*/ 19 w 220"/>
              <a:gd name="T49" fmla="*/ 65 h 220"/>
              <a:gd name="T50" fmla="*/ 10 w 220"/>
              <a:gd name="T51" fmla="*/ 91 h 220"/>
              <a:gd name="T52" fmla="*/ 61 w 220"/>
              <a:gd name="T53" fmla="*/ 133 h 220"/>
              <a:gd name="T54" fmla="*/ 67 w 220"/>
              <a:gd name="T55" fmla="*/ 178 h 220"/>
              <a:gd name="T56" fmla="*/ 8 w 220"/>
              <a:gd name="T57" fmla="*/ 110 h 220"/>
              <a:gd name="T58" fmla="*/ 101 w 220"/>
              <a:gd name="T59" fmla="*/ 204 h 220"/>
              <a:gd name="T60" fmla="*/ 130 w 220"/>
              <a:gd name="T61" fmla="*/ 166 h 220"/>
              <a:gd name="T62" fmla="*/ 82 w 220"/>
              <a:gd name="T63" fmla="*/ 125 h 220"/>
              <a:gd name="T64" fmla="*/ 57 w 220"/>
              <a:gd name="T65" fmla="*/ 108 h 220"/>
              <a:gd name="T66" fmla="*/ 70 w 220"/>
              <a:gd name="T67" fmla="*/ 96 h 220"/>
              <a:gd name="T68" fmla="*/ 90 w 220"/>
              <a:gd name="T69" fmla="*/ 70 h 220"/>
              <a:gd name="T70" fmla="*/ 101 w 220"/>
              <a:gd name="T71" fmla="*/ 38 h 220"/>
              <a:gd name="T72" fmla="*/ 82 w 220"/>
              <a:gd name="T73" fmla="*/ 12 h 220"/>
              <a:gd name="T74" fmla="*/ 118 w 220"/>
              <a:gd name="T75" fmla="*/ 46 h 220"/>
              <a:gd name="T76" fmla="*/ 175 w 220"/>
              <a:gd name="T77" fmla="*/ 31 h 220"/>
              <a:gd name="T78" fmla="*/ 156 w 220"/>
              <a:gd name="T79" fmla="*/ 61 h 220"/>
              <a:gd name="T80" fmla="*/ 180 w 220"/>
              <a:gd name="T81" fmla="*/ 65 h 220"/>
              <a:gd name="T82" fmla="*/ 198 w 220"/>
              <a:gd name="T83" fmla="*/ 75 h 220"/>
              <a:gd name="T84" fmla="*/ 206 w 220"/>
              <a:gd name="T85" fmla="*/ 84 h 220"/>
              <a:gd name="T86" fmla="*/ 168 w 220"/>
              <a:gd name="T87" fmla="*/ 81 h 220"/>
              <a:gd name="T88" fmla="*/ 179 w 220"/>
              <a:gd name="T89" fmla="*/ 127 h 220"/>
              <a:gd name="T90" fmla="*/ 184 w 220"/>
              <a:gd name="T91" fmla="*/ 180 h 220"/>
              <a:gd name="T92" fmla="*/ 189 w 220"/>
              <a:gd name="T93" fmla="*/ 123 h 220"/>
              <a:gd name="T94" fmla="*/ 163 w 220"/>
              <a:gd name="T95" fmla="*/ 99 h 220"/>
              <a:gd name="T96" fmla="*/ 211 w 220"/>
              <a:gd name="T97" fmla="*/ 9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0" h="220">
                <a:moveTo>
                  <a:pt x="110" y="0"/>
                </a:moveTo>
                <a:cubicBezTo>
                  <a:pt x="49" y="0"/>
                  <a:pt x="0" y="49"/>
                  <a:pt x="0" y="110"/>
                </a:cubicBezTo>
                <a:cubicBezTo>
                  <a:pt x="0" y="171"/>
                  <a:pt x="49" y="220"/>
                  <a:pt x="110" y="220"/>
                </a:cubicBezTo>
                <a:cubicBezTo>
                  <a:pt x="171" y="220"/>
                  <a:pt x="220" y="171"/>
                  <a:pt x="220" y="110"/>
                </a:cubicBezTo>
                <a:cubicBezTo>
                  <a:pt x="220" y="49"/>
                  <a:pt x="171" y="0"/>
                  <a:pt x="110" y="0"/>
                </a:cubicBezTo>
                <a:close/>
                <a:moveTo>
                  <a:pt x="203" y="68"/>
                </a:moveTo>
                <a:cubicBezTo>
                  <a:pt x="202" y="68"/>
                  <a:pt x="202" y="68"/>
                  <a:pt x="202" y="68"/>
                </a:cubicBezTo>
                <a:cubicBezTo>
                  <a:pt x="201" y="67"/>
                  <a:pt x="197" y="64"/>
                  <a:pt x="193" y="64"/>
                </a:cubicBezTo>
                <a:cubicBezTo>
                  <a:pt x="193" y="64"/>
                  <a:pt x="193" y="64"/>
                  <a:pt x="192" y="64"/>
                </a:cubicBezTo>
                <a:cubicBezTo>
                  <a:pt x="191" y="63"/>
                  <a:pt x="190" y="61"/>
                  <a:pt x="188" y="61"/>
                </a:cubicBezTo>
                <a:cubicBezTo>
                  <a:pt x="187" y="57"/>
                  <a:pt x="183" y="57"/>
                  <a:pt x="182" y="57"/>
                </a:cubicBezTo>
                <a:cubicBezTo>
                  <a:pt x="179" y="57"/>
                  <a:pt x="179" y="57"/>
                  <a:pt x="176" y="58"/>
                </a:cubicBezTo>
                <a:cubicBezTo>
                  <a:pt x="175" y="59"/>
                  <a:pt x="171" y="61"/>
                  <a:pt x="164" y="64"/>
                </a:cubicBezTo>
                <a:cubicBezTo>
                  <a:pt x="166" y="61"/>
                  <a:pt x="167" y="59"/>
                  <a:pt x="167" y="57"/>
                </a:cubicBezTo>
                <a:cubicBezTo>
                  <a:pt x="171" y="57"/>
                  <a:pt x="171" y="57"/>
                  <a:pt x="171" y="57"/>
                </a:cubicBezTo>
                <a:cubicBezTo>
                  <a:pt x="171" y="53"/>
                  <a:pt x="171" y="53"/>
                  <a:pt x="171" y="53"/>
                </a:cubicBezTo>
                <a:cubicBezTo>
                  <a:pt x="171" y="48"/>
                  <a:pt x="172" y="42"/>
                  <a:pt x="173" y="41"/>
                </a:cubicBezTo>
                <a:cubicBezTo>
                  <a:pt x="175" y="39"/>
                  <a:pt x="180" y="38"/>
                  <a:pt x="182" y="38"/>
                </a:cubicBezTo>
                <a:cubicBezTo>
                  <a:pt x="182" y="38"/>
                  <a:pt x="182" y="38"/>
                  <a:pt x="182" y="38"/>
                </a:cubicBezTo>
                <a:cubicBezTo>
                  <a:pt x="191" y="46"/>
                  <a:pt x="198" y="57"/>
                  <a:pt x="203" y="68"/>
                </a:cubicBezTo>
                <a:close/>
                <a:moveTo>
                  <a:pt x="182" y="38"/>
                </a:moveTo>
                <a:cubicBezTo>
                  <a:pt x="182" y="38"/>
                  <a:pt x="182" y="38"/>
                  <a:pt x="182" y="38"/>
                </a:cubicBezTo>
                <a:cubicBezTo>
                  <a:pt x="182" y="38"/>
                  <a:pt x="182" y="38"/>
                  <a:pt x="182" y="38"/>
                </a:cubicBezTo>
                <a:close/>
                <a:moveTo>
                  <a:pt x="141" y="13"/>
                </a:moveTo>
                <a:cubicBezTo>
                  <a:pt x="137" y="17"/>
                  <a:pt x="137" y="17"/>
                  <a:pt x="137" y="17"/>
                </a:cubicBezTo>
                <a:cubicBezTo>
                  <a:pt x="136" y="18"/>
                  <a:pt x="136" y="18"/>
                  <a:pt x="136" y="18"/>
                </a:cubicBezTo>
                <a:cubicBezTo>
                  <a:pt x="136" y="21"/>
                  <a:pt x="133" y="31"/>
                  <a:pt x="133" y="37"/>
                </a:cubicBezTo>
                <a:cubicBezTo>
                  <a:pt x="131" y="37"/>
                  <a:pt x="127" y="38"/>
                  <a:pt x="118" y="38"/>
                </a:cubicBezTo>
                <a:cubicBezTo>
                  <a:pt x="117" y="38"/>
                  <a:pt x="115" y="35"/>
                  <a:pt x="113" y="32"/>
                </a:cubicBezTo>
                <a:cubicBezTo>
                  <a:pt x="111" y="30"/>
                  <a:pt x="108" y="27"/>
                  <a:pt x="105" y="24"/>
                </a:cubicBezTo>
                <a:cubicBezTo>
                  <a:pt x="102" y="20"/>
                  <a:pt x="101" y="13"/>
                  <a:pt x="102" y="8"/>
                </a:cubicBezTo>
                <a:cubicBezTo>
                  <a:pt x="105" y="8"/>
                  <a:pt x="107" y="8"/>
                  <a:pt x="110" y="8"/>
                </a:cubicBezTo>
                <a:cubicBezTo>
                  <a:pt x="121" y="8"/>
                  <a:pt x="131" y="10"/>
                  <a:pt x="141" y="13"/>
                </a:cubicBezTo>
                <a:close/>
                <a:moveTo>
                  <a:pt x="47" y="30"/>
                </a:moveTo>
                <a:cubicBezTo>
                  <a:pt x="51" y="27"/>
                  <a:pt x="55" y="24"/>
                  <a:pt x="60" y="21"/>
                </a:cubicBezTo>
                <a:cubicBezTo>
                  <a:pt x="65" y="28"/>
                  <a:pt x="65" y="28"/>
                  <a:pt x="65" y="28"/>
                </a:cubicBezTo>
                <a:cubicBezTo>
                  <a:pt x="66" y="34"/>
                  <a:pt x="68" y="40"/>
                  <a:pt x="68" y="42"/>
                </a:cubicBezTo>
                <a:cubicBezTo>
                  <a:pt x="68" y="46"/>
                  <a:pt x="68" y="48"/>
                  <a:pt x="68" y="49"/>
                </a:cubicBezTo>
                <a:cubicBezTo>
                  <a:pt x="66" y="49"/>
                  <a:pt x="65" y="50"/>
                  <a:pt x="64" y="50"/>
                </a:cubicBezTo>
                <a:cubicBezTo>
                  <a:pt x="61" y="51"/>
                  <a:pt x="59" y="52"/>
                  <a:pt x="55" y="50"/>
                </a:cubicBezTo>
                <a:cubicBezTo>
                  <a:pt x="54" y="49"/>
                  <a:pt x="54" y="49"/>
                  <a:pt x="54" y="49"/>
                </a:cubicBezTo>
                <a:cubicBezTo>
                  <a:pt x="54" y="48"/>
                  <a:pt x="55" y="46"/>
                  <a:pt x="56" y="45"/>
                </a:cubicBezTo>
                <a:cubicBezTo>
                  <a:pt x="59" y="42"/>
                  <a:pt x="59" y="42"/>
                  <a:pt x="59" y="42"/>
                </a:cubicBezTo>
                <a:lnTo>
                  <a:pt x="47" y="30"/>
                </a:lnTo>
                <a:close/>
                <a:moveTo>
                  <a:pt x="67" y="18"/>
                </a:moveTo>
                <a:cubicBezTo>
                  <a:pt x="67" y="17"/>
                  <a:pt x="68" y="17"/>
                  <a:pt x="68" y="17"/>
                </a:cubicBezTo>
                <a:cubicBezTo>
                  <a:pt x="68" y="19"/>
                  <a:pt x="68" y="19"/>
                  <a:pt x="68" y="19"/>
                </a:cubicBezTo>
                <a:lnTo>
                  <a:pt x="67" y="18"/>
                </a:lnTo>
                <a:close/>
                <a:moveTo>
                  <a:pt x="41" y="35"/>
                </a:moveTo>
                <a:cubicBezTo>
                  <a:pt x="48" y="42"/>
                  <a:pt x="48" y="42"/>
                  <a:pt x="48" y="42"/>
                </a:cubicBezTo>
                <a:cubicBezTo>
                  <a:pt x="47" y="44"/>
                  <a:pt x="46" y="47"/>
                  <a:pt x="46" y="50"/>
                </a:cubicBezTo>
                <a:cubicBezTo>
                  <a:pt x="46" y="52"/>
                  <a:pt x="48" y="55"/>
                  <a:pt x="51" y="57"/>
                </a:cubicBezTo>
                <a:cubicBezTo>
                  <a:pt x="55" y="58"/>
                  <a:pt x="57" y="59"/>
                  <a:pt x="60" y="59"/>
                </a:cubicBezTo>
                <a:cubicBezTo>
                  <a:pt x="62" y="59"/>
                  <a:pt x="64" y="58"/>
                  <a:pt x="66" y="58"/>
                </a:cubicBezTo>
                <a:cubicBezTo>
                  <a:pt x="67" y="57"/>
                  <a:pt x="68" y="57"/>
                  <a:pt x="68" y="57"/>
                </a:cubicBezTo>
                <a:cubicBezTo>
                  <a:pt x="76" y="57"/>
                  <a:pt x="76" y="46"/>
                  <a:pt x="76" y="42"/>
                </a:cubicBezTo>
                <a:cubicBezTo>
                  <a:pt x="76" y="38"/>
                  <a:pt x="73" y="27"/>
                  <a:pt x="72" y="25"/>
                </a:cubicBezTo>
                <a:cubicBezTo>
                  <a:pt x="69" y="20"/>
                  <a:pt x="69" y="20"/>
                  <a:pt x="69" y="20"/>
                </a:cubicBezTo>
                <a:cubicBezTo>
                  <a:pt x="78" y="20"/>
                  <a:pt x="78" y="20"/>
                  <a:pt x="78" y="20"/>
                </a:cubicBezTo>
                <a:cubicBezTo>
                  <a:pt x="80" y="24"/>
                  <a:pt x="80" y="24"/>
                  <a:pt x="80" y="24"/>
                </a:cubicBezTo>
                <a:cubicBezTo>
                  <a:pt x="80" y="37"/>
                  <a:pt x="80" y="37"/>
                  <a:pt x="80" y="37"/>
                </a:cubicBezTo>
                <a:cubicBezTo>
                  <a:pt x="82" y="38"/>
                  <a:pt x="82" y="38"/>
                  <a:pt x="82" y="38"/>
                </a:cubicBezTo>
                <a:cubicBezTo>
                  <a:pt x="82" y="38"/>
                  <a:pt x="90" y="42"/>
                  <a:pt x="97" y="45"/>
                </a:cubicBezTo>
                <a:cubicBezTo>
                  <a:pt x="98" y="46"/>
                  <a:pt x="99" y="46"/>
                  <a:pt x="97" y="51"/>
                </a:cubicBezTo>
                <a:cubicBezTo>
                  <a:pt x="96" y="53"/>
                  <a:pt x="95" y="55"/>
                  <a:pt x="95" y="57"/>
                </a:cubicBezTo>
                <a:cubicBezTo>
                  <a:pt x="95" y="59"/>
                  <a:pt x="93" y="61"/>
                  <a:pt x="91" y="61"/>
                </a:cubicBezTo>
                <a:cubicBezTo>
                  <a:pt x="87" y="61"/>
                  <a:pt x="85" y="64"/>
                  <a:pt x="83" y="66"/>
                </a:cubicBezTo>
                <a:cubicBezTo>
                  <a:pt x="83" y="67"/>
                  <a:pt x="82" y="68"/>
                  <a:pt x="81" y="69"/>
                </a:cubicBezTo>
                <a:cubicBezTo>
                  <a:pt x="79" y="71"/>
                  <a:pt x="78" y="73"/>
                  <a:pt x="77" y="75"/>
                </a:cubicBezTo>
                <a:cubicBezTo>
                  <a:pt x="75" y="78"/>
                  <a:pt x="73" y="80"/>
                  <a:pt x="69" y="84"/>
                </a:cubicBezTo>
                <a:cubicBezTo>
                  <a:pt x="66" y="88"/>
                  <a:pt x="64" y="90"/>
                  <a:pt x="64" y="92"/>
                </a:cubicBezTo>
                <a:cubicBezTo>
                  <a:pt x="63" y="93"/>
                  <a:pt x="62" y="93"/>
                  <a:pt x="59" y="95"/>
                </a:cubicBezTo>
                <a:cubicBezTo>
                  <a:pt x="57" y="96"/>
                  <a:pt x="56" y="96"/>
                  <a:pt x="55" y="97"/>
                </a:cubicBezTo>
                <a:cubicBezTo>
                  <a:pt x="49" y="98"/>
                  <a:pt x="49" y="101"/>
                  <a:pt x="49" y="106"/>
                </a:cubicBezTo>
                <a:cubicBezTo>
                  <a:pt x="49" y="114"/>
                  <a:pt x="53" y="115"/>
                  <a:pt x="57" y="116"/>
                </a:cubicBezTo>
                <a:cubicBezTo>
                  <a:pt x="59" y="116"/>
                  <a:pt x="61" y="116"/>
                  <a:pt x="63" y="117"/>
                </a:cubicBezTo>
                <a:cubicBezTo>
                  <a:pt x="66" y="119"/>
                  <a:pt x="67" y="121"/>
                  <a:pt x="69" y="124"/>
                </a:cubicBezTo>
                <a:cubicBezTo>
                  <a:pt x="71" y="127"/>
                  <a:pt x="73" y="130"/>
                  <a:pt x="78" y="133"/>
                </a:cubicBezTo>
                <a:cubicBezTo>
                  <a:pt x="81" y="134"/>
                  <a:pt x="86" y="137"/>
                  <a:pt x="92" y="140"/>
                </a:cubicBezTo>
                <a:cubicBezTo>
                  <a:pt x="100" y="145"/>
                  <a:pt x="111" y="151"/>
                  <a:pt x="120" y="155"/>
                </a:cubicBezTo>
                <a:cubicBezTo>
                  <a:pt x="124" y="158"/>
                  <a:pt x="125" y="159"/>
                  <a:pt x="125" y="159"/>
                </a:cubicBezTo>
                <a:cubicBezTo>
                  <a:pt x="125" y="160"/>
                  <a:pt x="124" y="160"/>
                  <a:pt x="124" y="161"/>
                </a:cubicBezTo>
                <a:cubicBezTo>
                  <a:pt x="123" y="163"/>
                  <a:pt x="121" y="164"/>
                  <a:pt x="121" y="167"/>
                </a:cubicBezTo>
                <a:cubicBezTo>
                  <a:pt x="121" y="170"/>
                  <a:pt x="121" y="173"/>
                  <a:pt x="118" y="180"/>
                </a:cubicBezTo>
                <a:cubicBezTo>
                  <a:pt x="116" y="184"/>
                  <a:pt x="114" y="186"/>
                  <a:pt x="108" y="189"/>
                </a:cubicBezTo>
                <a:cubicBezTo>
                  <a:pt x="105" y="191"/>
                  <a:pt x="101" y="194"/>
                  <a:pt x="96" y="198"/>
                </a:cubicBezTo>
                <a:cubicBezTo>
                  <a:pt x="92" y="201"/>
                  <a:pt x="87" y="205"/>
                  <a:pt x="87" y="209"/>
                </a:cubicBezTo>
                <a:cubicBezTo>
                  <a:pt x="85" y="209"/>
                  <a:pt x="83" y="208"/>
                  <a:pt x="81" y="208"/>
                </a:cubicBezTo>
                <a:cubicBezTo>
                  <a:pt x="82" y="203"/>
                  <a:pt x="84" y="196"/>
                  <a:pt x="84" y="189"/>
                </a:cubicBezTo>
                <a:cubicBezTo>
                  <a:pt x="84" y="178"/>
                  <a:pt x="80" y="175"/>
                  <a:pt x="73" y="172"/>
                </a:cubicBezTo>
                <a:cubicBezTo>
                  <a:pt x="72" y="172"/>
                  <a:pt x="71" y="171"/>
                  <a:pt x="70" y="171"/>
                </a:cubicBezTo>
                <a:cubicBezTo>
                  <a:pt x="65" y="168"/>
                  <a:pt x="65" y="166"/>
                  <a:pt x="62" y="159"/>
                </a:cubicBezTo>
                <a:cubicBezTo>
                  <a:pt x="62" y="158"/>
                  <a:pt x="61" y="156"/>
                  <a:pt x="61" y="154"/>
                </a:cubicBezTo>
                <a:cubicBezTo>
                  <a:pt x="59" y="149"/>
                  <a:pt x="61" y="147"/>
                  <a:pt x="64" y="143"/>
                </a:cubicBezTo>
                <a:cubicBezTo>
                  <a:pt x="66" y="140"/>
                  <a:pt x="69" y="137"/>
                  <a:pt x="69" y="132"/>
                </a:cubicBezTo>
                <a:cubicBezTo>
                  <a:pt x="69" y="124"/>
                  <a:pt x="63" y="120"/>
                  <a:pt x="53" y="120"/>
                </a:cubicBezTo>
                <a:cubicBezTo>
                  <a:pt x="53" y="120"/>
                  <a:pt x="53" y="120"/>
                  <a:pt x="53" y="120"/>
                </a:cubicBezTo>
                <a:cubicBezTo>
                  <a:pt x="52" y="120"/>
                  <a:pt x="46" y="117"/>
                  <a:pt x="40" y="114"/>
                </a:cubicBezTo>
                <a:cubicBezTo>
                  <a:pt x="36" y="112"/>
                  <a:pt x="31" y="109"/>
                  <a:pt x="25" y="106"/>
                </a:cubicBezTo>
                <a:cubicBezTo>
                  <a:pt x="15" y="101"/>
                  <a:pt x="18" y="74"/>
                  <a:pt x="19" y="65"/>
                </a:cubicBezTo>
                <a:cubicBezTo>
                  <a:pt x="18" y="65"/>
                  <a:pt x="18" y="65"/>
                  <a:pt x="18" y="65"/>
                </a:cubicBezTo>
                <a:cubicBezTo>
                  <a:pt x="24" y="54"/>
                  <a:pt x="32" y="44"/>
                  <a:pt x="41" y="35"/>
                </a:cubicBezTo>
                <a:close/>
                <a:moveTo>
                  <a:pt x="8" y="110"/>
                </a:moveTo>
                <a:cubicBezTo>
                  <a:pt x="8" y="104"/>
                  <a:pt x="9" y="97"/>
                  <a:pt x="10" y="91"/>
                </a:cubicBezTo>
                <a:cubicBezTo>
                  <a:pt x="11" y="101"/>
                  <a:pt x="14" y="110"/>
                  <a:pt x="21" y="114"/>
                </a:cubicBezTo>
                <a:cubicBezTo>
                  <a:pt x="27" y="116"/>
                  <a:pt x="32" y="119"/>
                  <a:pt x="37" y="122"/>
                </a:cubicBezTo>
                <a:cubicBezTo>
                  <a:pt x="46" y="127"/>
                  <a:pt x="50" y="129"/>
                  <a:pt x="53" y="129"/>
                </a:cubicBezTo>
                <a:cubicBezTo>
                  <a:pt x="60" y="129"/>
                  <a:pt x="61" y="131"/>
                  <a:pt x="61" y="133"/>
                </a:cubicBezTo>
                <a:cubicBezTo>
                  <a:pt x="61" y="134"/>
                  <a:pt x="59" y="136"/>
                  <a:pt x="58" y="138"/>
                </a:cubicBezTo>
                <a:cubicBezTo>
                  <a:pt x="55" y="142"/>
                  <a:pt x="50" y="148"/>
                  <a:pt x="53" y="157"/>
                </a:cubicBezTo>
                <a:cubicBezTo>
                  <a:pt x="54" y="158"/>
                  <a:pt x="54" y="160"/>
                  <a:pt x="55" y="161"/>
                </a:cubicBezTo>
                <a:cubicBezTo>
                  <a:pt x="57" y="170"/>
                  <a:pt x="59" y="174"/>
                  <a:pt x="67" y="178"/>
                </a:cubicBezTo>
                <a:cubicBezTo>
                  <a:pt x="68" y="178"/>
                  <a:pt x="69" y="179"/>
                  <a:pt x="70" y="179"/>
                </a:cubicBezTo>
                <a:cubicBezTo>
                  <a:pt x="75" y="182"/>
                  <a:pt x="76" y="182"/>
                  <a:pt x="76" y="190"/>
                </a:cubicBezTo>
                <a:cubicBezTo>
                  <a:pt x="76" y="195"/>
                  <a:pt x="75" y="201"/>
                  <a:pt x="74" y="205"/>
                </a:cubicBezTo>
                <a:cubicBezTo>
                  <a:pt x="35" y="191"/>
                  <a:pt x="8" y="153"/>
                  <a:pt x="8" y="110"/>
                </a:cubicBezTo>
                <a:close/>
                <a:moveTo>
                  <a:pt x="110" y="212"/>
                </a:moveTo>
                <a:cubicBezTo>
                  <a:pt x="105" y="212"/>
                  <a:pt x="100" y="212"/>
                  <a:pt x="95" y="211"/>
                </a:cubicBezTo>
                <a:cubicBezTo>
                  <a:pt x="95" y="210"/>
                  <a:pt x="95" y="210"/>
                  <a:pt x="95" y="210"/>
                </a:cubicBezTo>
                <a:cubicBezTo>
                  <a:pt x="95" y="209"/>
                  <a:pt x="96" y="208"/>
                  <a:pt x="101" y="204"/>
                </a:cubicBezTo>
                <a:cubicBezTo>
                  <a:pt x="106" y="201"/>
                  <a:pt x="110" y="198"/>
                  <a:pt x="113" y="196"/>
                </a:cubicBezTo>
                <a:cubicBezTo>
                  <a:pt x="119" y="192"/>
                  <a:pt x="122" y="190"/>
                  <a:pt x="125" y="184"/>
                </a:cubicBezTo>
                <a:cubicBezTo>
                  <a:pt x="129" y="176"/>
                  <a:pt x="129" y="171"/>
                  <a:pt x="129" y="167"/>
                </a:cubicBezTo>
                <a:cubicBezTo>
                  <a:pt x="129" y="167"/>
                  <a:pt x="130" y="166"/>
                  <a:pt x="130" y="166"/>
                </a:cubicBezTo>
                <a:cubicBezTo>
                  <a:pt x="131" y="164"/>
                  <a:pt x="134" y="162"/>
                  <a:pt x="133" y="158"/>
                </a:cubicBezTo>
                <a:cubicBezTo>
                  <a:pt x="132" y="154"/>
                  <a:pt x="129" y="151"/>
                  <a:pt x="123" y="148"/>
                </a:cubicBezTo>
                <a:cubicBezTo>
                  <a:pt x="114" y="144"/>
                  <a:pt x="104" y="138"/>
                  <a:pt x="96" y="133"/>
                </a:cubicBezTo>
                <a:cubicBezTo>
                  <a:pt x="90" y="130"/>
                  <a:pt x="85" y="127"/>
                  <a:pt x="82" y="125"/>
                </a:cubicBezTo>
                <a:cubicBezTo>
                  <a:pt x="79" y="124"/>
                  <a:pt x="77" y="122"/>
                  <a:pt x="76" y="119"/>
                </a:cubicBezTo>
                <a:cubicBezTo>
                  <a:pt x="73" y="116"/>
                  <a:pt x="71" y="113"/>
                  <a:pt x="66" y="110"/>
                </a:cubicBezTo>
                <a:cubicBezTo>
                  <a:pt x="63" y="109"/>
                  <a:pt x="60" y="108"/>
                  <a:pt x="58" y="108"/>
                </a:cubicBezTo>
                <a:cubicBezTo>
                  <a:pt x="58" y="108"/>
                  <a:pt x="58" y="108"/>
                  <a:pt x="57" y="108"/>
                </a:cubicBezTo>
                <a:cubicBezTo>
                  <a:pt x="57" y="107"/>
                  <a:pt x="57" y="107"/>
                  <a:pt x="57" y="106"/>
                </a:cubicBezTo>
                <a:cubicBezTo>
                  <a:pt x="57" y="106"/>
                  <a:pt x="57" y="105"/>
                  <a:pt x="57" y="104"/>
                </a:cubicBezTo>
                <a:cubicBezTo>
                  <a:pt x="58" y="104"/>
                  <a:pt x="60" y="103"/>
                  <a:pt x="63" y="102"/>
                </a:cubicBezTo>
                <a:cubicBezTo>
                  <a:pt x="67" y="100"/>
                  <a:pt x="69" y="98"/>
                  <a:pt x="70" y="96"/>
                </a:cubicBezTo>
                <a:cubicBezTo>
                  <a:pt x="71" y="95"/>
                  <a:pt x="72" y="93"/>
                  <a:pt x="75" y="90"/>
                </a:cubicBezTo>
                <a:cubicBezTo>
                  <a:pt x="80" y="85"/>
                  <a:pt x="82" y="82"/>
                  <a:pt x="83" y="79"/>
                </a:cubicBezTo>
                <a:cubicBezTo>
                  <a:pt x="84" y="77"/>
                  <a:pt x="85" y="76"/>
                  <a:pt x="86" y="75"/>
                </a:cubicBezTo>
                <a:cubicBezTo>
                  <a:pt x="88" y="73"/>
                  <a:pt x="89" y="71"/>
                  <a:pt x="90" y="70"/>
                </a:cubicBezTo>
                <a:cubicBezTo>
                  <a:pt x="90" y="70"/>
                  <a:pt x="91" y="69"/>
                  <a:pt x="91" y="69"/>
                </a:cubicBezTo>
                <a:cubicBezTo>
                  <a:pt x="97" y="69"/>
                  <a:pt x="103" y="63"/>
                  <a:pt x="103" y="57"/>
                </a:cubicBezTo>
                <a:cubicBezTo>
                  <a:pt x="103" y="57"/>
                  <a:pt x="103" y="55"/>
                  <a:pt x="104" y="54"/>
                </a:cubicBezTo>
                <a:cubicBezTo>
                  <a:pt x="106" y="51"/>
                  <a:pt x="110" y="43"/>
                  <a:pt x="101" y="38"/>
                </a:cubicBezTo>
                <a:cubicBezTo>
                  <a:pt x="96" y="36"/>
                  <a:pt x="91" y="33"/>
                  <a:pt x="88" y="32"/>
                </a:cubicBezTo>
                <a:cubicBezTo>
                  <a:pt x="88" y="22"/>
                  <a:pt x="88" y="22"/>
                  <a:pt x="88" y="22"/>
                </a:cubicBezTo>
                <a:cubicBezTo>
                  <a:pt x="82" y="12"/>
                  <a:pt x="82" y="12"/>
                  <a:pt x="82" y="12"/>
                </a:cubicBezTo>
                <a:cubicBezTo>
                  <a:pt x="82" y="12"/>
                  <a:pt x="82" y="12"/>
                  <a:pt x="82" y="12"/>
                </a:cubicBezTo>
                <a:cubicBezTo>
                  <a:pt x="86" y="11"/>
                  <a:pt x="90" y="10"/>
                  <a:pt x="94" y="9"/>
                </a:cubicBezTo>
                <a:cubicBezTo>
                  <a:pt x="93" y="15"/>
                  <a:pt x="94" y="24"/>
                  <a:pt x="100" y="30"/>
                </a:cubicBezTo>
                <a:cubicBezTo>
                  <a:pt x="102" y="32"/>
                  <a:pt x="105" y="35"/>
                  <a:pt x="107" y="37"/>
                </a:cubicBezTo>
                <a:cubicBezTo>
                  <a:pt x="110" y="42"/>
                  <a:pt x="113" y="46"/>
                  <a:pt x="118" y="46"/>
                </a:cubicBezTo>
                <a:cubicBezTo>
                  <a:pt x="132" y="46"/>
                  <a:pt x="141" y="45"/>
                  <a:pt x="141" y="38"/>
                </a:cubicBezTo>
                <a:cubicBezTo>
                  <a:pt x="141" y="36"/>
                  <a:pt x="142" y="27"/>
                  <a:pt x="144" y="21"/>
                </a:cubicBezTo>
                <a:cubicBezTo>
                  <a:pt x="149" y="16"/>
                  <a:pt x="149" y="16"/>
                  <a:pt x="149" y="16"/>
                </a:cubicBezTo>
                <a:cubicBezTo>
                  <a:pt x="159" y="20"/>
                  <a:pt x="167" y="25"/>
                  <a:pt x="175" y="31"/>
                </a:cubicBezTo>
                <a:cubicBezTo>
                  <a:pt x="172" y="32"/>
                  <a:pt x="170" y="33"/>
                  <a:pt x="168" y="35"/>
                </a:cubicBezTo>
                <a:cubicBezTo>
                  <a:pt x="164" y="39"/>
                  <a:pt x="163" y="46"/>
                  <a:pt x="163" y="50"/>
                </a:cubicBezTo>
                <a:cubicBezTo>
                  <a:pt x="161" y="51"/>
                  <a:pt x="159" y="53"/>
                  <a:pt x="159" y="56"/>
                </a:cubicBezTo>
                <a:cubicBezTo>
                  <a:pt x="159" y="57"/>
                  <a:pt x="157" y="59"/>
                  <a:pt x="156" y="61"/>
                </a:cubicBezTo>
                <a:cubicBezTo>
                  <a:pt x="152" y="65"/>
                  <a:pt x="149" y="69"/>
                  <a:pt x="151" y="72"/>
                </a:cubicBezTo>
                <a:cubicBezTo>
                  <a:pt x="154" y="76"/>
                  <a:pt x="159" y="74"/>
                  <a:pt x="165" y="72"/>
                </a:cubicBezTo>
                <a:cubicBezTo>
                  <a:pt x="174" y="68"/>
                  <a:pt x="178" y="66"/>
                  <a:pt x="180" y="65"/>
                </a:cubicBezTo>
                <a:cubicBezTo>
                  <a:pt x="180" y="65"/>
                  <a:pt x="180" y="65"/>
                  <a:pt x="180" y="65"/>
                </a:cubicBezTo>
                <a:cubicBezTo>
                  <a:pt x="181" y="68"/>
                  <a:pt x="185" y="69"/>
                  <a:pt x="186" y="69"/>
                </a:cubicBezTo>
                <a:cubicBezTo>
                  <a:pt x="186" y="69"/>
                  <a:pt x="186" y="69"/>
                  <a:pt x="187" y="69"/>
                </a:cubicBezTo>
                <a:cubicBezTo>
                  <a:pt x="188" y="70"/>
                  <a:pt x="190" y="72"/>
                  <a:pt x="193" y="72"/>
                </a:cubicBezTo>
                <a:cubicBezTo>
                  <a:pt x="195" y="72"/>
                  <a:pt x="197" y="74"/>
                  <a:pt x="198" y="75"/>
                </a:cubicBezTo>
                <a:cubicBezTo>
                  <a:pt x="199" y="76"/>
                  <a:pt x="199" y="76"/>
                  <a:pt x="199" y="76"/>
                </a:cubicBezTo>
                <a:cubicBezTo>
                  <a:pt x="206" y="76"/>
                  <a:pt x="206" y="76"/>
                  <a:pt x="206" y="76"/>
                </a:cubicBezTo>
                <a:cubicBezTo>
                  <a:pt x="207" y="79"/>
                  <a:pt x="208" y="82"/>
                  <a:pt x="209" y="85"/>
                </a:cubicBezTo>
                <a:cubicBezTo>
                  <a:pt x="208" y="84"/>
                  <a:pt x="207" y="84"/>
                  <a:pt x="206" y="84"/>
                </a:cubicBezTo>
                <a:cubicBezTo>
                  <a:pt x="197" y="79"/>
                  <a:pt x="190" y="76"/>
                  <a:pt x="186" y="76"/>
                </a:cubicBezTo>
                <a:cubicBezTo>
                  <a:pt x="182" y="76"/>
                  <a:pt x="171" y="79"/>
                  <a:pt x="169" y="80"/>
                </a:cubicBezTo>
                <a:cubicBezTo>
                  <a:pt x="168" y="80"/>
                  <a:pt x="168" y="80"/>
                  <a:pt x="168" y="80"/>
                </a:cubicBezTo>
                <a:cubicBezTo>
                  <a:pt x="168" y="81"/>
                  <a:pt x="168" y="81"/>
                  <a:pt x="168" y="81"/>
                </a:cubicBezTo>
                <a:cubicBezTo>
                  <a:pt x="162" y="86"/>
                  <a:pt x="155" y="94"/>
                  <a:pt x="155" y="99"/>
                </a:cubicBezTo>
                <a:cubicBezTo>
                  <a:pt x="155" y="99"/>
                  <a:pt x="155" y="100"/>
                  <a:pt x="155" y="101"/>
                </a:cubicBezTo>
                <a:cubicBezTo>
                  <a:pt x="153" y="106"/>
                  <a:pt x="150" y="117"/>
                  <a:pt x="161" y="125"/>
                </a:cubicBezTo>
                <a:cubicBezTo>
                  <a:pt x="168" y="130"/>
                  <a:pt x="175" y="128"/>
                  <a:pt x="179" y="127"/>
                </a:cubicBezTo>
                <a:cubicBezTo>
                  <a:pt x="180" y="127"/>
                  <a:pt x="181" y="126"/>
                  <a:pt x="182" y="126"/>
                </a:cubicBezTo>
                <a:cubicBezTo>
                  <a:pt x="182" y="126"/>
                  <a:pt x="182" y="126"/>
                  <a:pt x="182" y="127"/>
                </a:cubicBezTo>
                <a:cubicBezTo>
                  <a:pt x="186" y="134"/>
                  <a:pt x="186" y="141"/>
                  <a:pt x="186" y="148"/>
                </a:cubicBezTo>
                <a:cubicBezTo>
                  <a:pt x="186" y="153"/>
                  <a:pt x="185" y="172"/>
                  <a:pt x="184" y="180"/>
                </a:cubicBezTo>
                <a:cubicBezTo>
                  <a:pt x="166" y="200"/>
                  <a:pt x="139" y="212"/>
                  <a:pt x="110" y="212"/>
                </a:cubicBezTo>
                <a:close/>
                <a:moveTo>
                  <a:pt x="191" y="172"/>
                </a:moveTo>
                <a:cubicBezTo>
                  <a:pt x="192" y="165"/>
                  <a:pt x="194" y="153"/>
                  <a:pt x="194" y="148"/>
                </a:cubicBezTo>
                <a:cubicBezTo>
                  <a:pt x="194" y="140"/>
                  <a:pt x="194" y="132"/>
                  <a:pt x="189" y="123"/>
                </a:cubicBezTo>
                <a:cubicBezTo>
                  <a:pt x="186" y="117"/>
                  <a:pt x="180" y="118"/>
                  <a:pt x="177" y="119"/>
                </a:cubicBezTo>
                <a:cubicBezTo>
                  <a:pt x="173" y="120"/>
                  <a:pt x="170" y="121"/>
                  <a:pt x="165" y="118"/>
                </a:cubicBezTo>
                <a:cubicBezTo>
                  <a:pt x="159" y="114"/>
                  <a:pt x="160" y="110"/>
                  <a:pt x="162" y="103"/>
                </a:cubicBezTo>
                <a:cubicBezTo>
                  <a:pt x="163" y="102"/>
                  <a:pt x="163" y="100"/>
                  <a:pt x="163" y="99"/>
                </a:cubicBezTo>
                <a:cubicBezTo>
                  <a:pt x="164" y="97"/>
                  <a:pt x="168" y="92"/>
                  <a:pt x="173" y="87"/>
                </a:cubicBezTo>
                <a:cubicBezTo>
                  <a:pt x="178" y="85"/>
                  <a:pt x="184" y="84"/>
                  <a:pt x="186" y="84"/>
                </a:cubicBezTo>
                <a:cubicBezTo>
                  <a:pt x="189" y="84"/>
                  <a:pt x="197" y="88"/>
                  <a:pt x="203" y="91"/>
                </a:cubicBezTo>
                <a:cubicBezTo>
                  <a:pt x="206" y="93"/>
                  <a:pt x="209" y="93"/>
                  <a:pt x="211" y="94"/>
                </a:cubicBezTo>
                <a:cubicBezTo>
                  <a:pt x="212" y="99"/>
                  <a:pt x="212" y="104"/>
                  <a:pt x="212" y="110"/>
                </a:cubicBezTo>
                <a:cubicBezTo>
                  <a:pt x="212" y="133"/>
                  <a:pt x="204" y="155"/>
                  <a:pt x="191" y="172"/>
                </a:cubicBezTo>
                <a:close/>
              </a:path>
            </a:pathLst>
          </a:custGeom>
          <a:solidFill>
            <a:srgbClr val="FFFFFF"/>
          </a:solidFill>
          <a:ln>
            <a:noFill/>
          </a:ln>
        </p:spPr>
        <p:txBody>
          <a:bodyPr anchor="t" anchorCtr="0" bIns="45720" compatLnSpc="1" lIns="91440" numCol="1" rIns="91440" tIns="45720" vert="horz" wrap="square"/>
          <a:p>
            <a:endParaRPr lang="en-US">
              <a:solidFill>
                <a:schemeClr val="bg1"/>
              </a:solidFill>
            </a:endParaRPr>
          </a:p>
        </p:txBody>
      </p:sp>
      <p:pic>
        <p:nvPicPr>
          <p:cNvPr id="2097160" name="图片 1" descr="横向校标_画板 1"/>
          <p:cNvPicPr>
            <a:picLocks noChangeAspect="1"/>
          </p:cNvPicPr>
          <p:nvPr/>
        </p:nvPicPr>
        <p:blipFill>
          <a:blip xmlns:r="http://schemas.openxmlformats.org/officeDocument/2006/relationships" r:embed="rId2"/>
          <a:srcRect l="22083" t="56503" r="20244" b="24533"/>
          <a:stretch>
            <a:fillRect/>
          </a:stretch>
        </p:blipFill>
        <p:spPr>
          <a:xfrm>
            <a:off x="9906000" y="5782945"/>
            <a:ext cx="1592580" cy="523875"/>
          </a:xfrm>
          <a:prstGeom prst="rect"/>
        </p:spPr>
      </p:pic>
      <p:sp>
        <p:nvSpPr>
          <p:cNvPr id="1048649" name="Rectangle 34"/>
          <p:cNvSpPr/>
          <p:nvPr/>
        </p:nvSpPr>
        <p:spPr>
          <a:xfrm>
            <a:off x="4985415" y="3479553"/>
            <a:ext cx="2458260" cy="368300"/>
          </a:xfrm>
          <a:prstGeom prst="rect"/>
        </p:spPr>
        <p:txBody>
          <a:bodyPr wrap="square">
            <a:spAutoFit/>
          </a:bodyPr>
          <a:p>
            <a:r>
              <a:rPr altLang="en-US" dirty="0" lang="zh-CN">
                <a:solidFill>
                  <a:schemeClr val="bg1"/>
                </a:solidFill>
                <a:latin typeface="华光标题宋_CNKI" panose="02000500000000000000" charset="-122"/>
                <a:ea typeface="华光标题宋_CNKI" panose="02000500000000000000" charset="-122"/>
                <a:cs typeface="Open Sans" panose="020B0606030504020204" pitchFamily="34" charset="0"/>
                <a:sym typeface="+mn-ea"/>
              </a:rPr>
              <a:t>此处添加说明文字</a:t>
            </a:r>
            <a:endParaRPr altLang="en-US" dirty="0" lang="zh-CN">
              <a:solidFill>
                <a:schemeClr val="bg1"/>
              </a:solidFill>
              <a:latin typeface="华光标题宋_CNKI" panose="02000500000000000000" charset="-122"/>
              <a:ea typeface="华光标题宋_CNKI" panose="02000500000000000000" charset="-122"/>
              <a:cs typeface="Open Sans" panose="020B0606030504020204" pitchFamily="34" charset="0"/>
              <a:sym typeface="+mn-ea"/>
            </a:endParaRPr>
          </a:p>
        </p:txBody>
      </p:sp>
      <p:sp>
        <p:nvSpPr>
          <p:cNvPr id="1048650" name="Rectangle 34"/>
          <p:cNvSpPr/>
          <p:nvPr/>
        </p:nvSpPr>
        <p:spPr>
          <a:xfrm>
            <a:off x="8796050" y="3479553"/>
            <a:ext cx="2458260" cy="368300"/>
          </a:xfrm>
          <a:prstGeom prst="rect"/>
        </p:spPr>
        <p:txBody>
          <a:bodyPr wrap="square">
            <a:spAutoFit/>
          </a:bodyPr>
          <a:p>
            <a:r>
              <a:rPr altLang="en-US" dirty="0" lang="zh-CN">
                <a:solidFill>
                  <a:schemeClr val="bg1"/>
                </a:solidFill>
                <a:latin typeface="华光标题宋_CNKI" panose="02000500000000000000" charset="-122"/>
                <a:ea typeface="华光标题宋_CNKI" panose="02000500000000000000" charset="-122"/>
                <a:cs typeface="Open Sans" panose="020B0606030504020204" pitchFamily="34" charset="0"/>
                <a:sym typeface="+mn-ea"/>
              </a:rPr>
              <a:t>此处添加说明文字</a:t>
            </a:r>
            <a:endParaRPr altLang="en-US" dirty="0" lang="zh-CN">
              <a:solidFill>
                <a:schemeClr val="bg1"/>
              </a:solidFill>
              <a:latin typeface="华光标题宋_CNKI" panose="02000500000000000000" charset="-122"/>
              <a:ea typeface="华光标题宋_CNKI" panose="02000500000000000000" charset="-122"/>
              <a:cs typeface="Open Sans" panose="020B0606030504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54" name="矩形 3"/>
          <p:cNvSpPr/>
          <p:nvPr/>
        </p:nvSpPr>
        <p:spPr>
          <a:xfrm>
            <a:off x="190500" y="180975"/>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61" name="图片 6" descr="375A3982"/>
          <p:cNvPicPr>
            <a:picLocks noChangeAspect="1"/>
          </p:cNvPicPr>
          <p:nvPr/>
        </p:nvPicPr>
        <p:blipFill>
          <a:blip xmlns:r="http://schemas.openxmlformats.org/officeDocument/2006/relationships" r:embed="rId1"/>
          <a:srcRect l="50524" t="494" r="-3" b="-195"/>
          <a:stretch>
            <a:fillRect/>
          </a:stretch>
        </p:blipFill>
        <p:spPr>
          <a:xfrm>
            <a:off x="7029450" y="180975"/>
            <a:ext cx="4959350" cy="6496685"/>
          </a:xfrm>
          <a:prstGeom prst="rect"/>
        </p:spPr>
      </p:pic>
      <p:sp>
        <p:nvSpPr>
          <p:cNvPr id="1048655" name="Oval 5"/>
          <p:cNvSpPr/>
          <p:nvPr/>
        </p:nvSpPr>
        <p:spPr>
          <a:xfrm>
            <a:off x="1136015" y="1104265"/>
            <a:ext cx="4649470" cy="4649470"/>
          </a:xfrm>
          <a:prstGeom prst="ellipse"/>
          <a:solidFill>
            <a:srgbClr val="902322"/>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656" name="TextBox 14"/>
          <p:cNvSpPr txBox="1"/>
          <p:nvPr/>
        </p:nvSpPr>
        <p:spPr>
          <a:xfrm>
            <a:off x="5022850" y="1746885"/>
            <a:ext cx="906780" cy="3647441"/>
          </a:xfrm>
          <a:prstGeom prst="rect"/>
          <a:noFill/>
        </p:spPr>
        <p:txBody>
          <a:bodyPr rtlCol="0" wrap="square">
            <a:spAutoFit/>
          </a:bodyPr>
          <a:p>
            <a:r>
              <a:rPr altLang="en-US" dirty="0" sz="239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rPr>
              <a:t>贰</a:t>
            </a:r>
            <a:endParaRPr altLang="en-US" dirty="0" sz="239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657" name="TextBox 14"/>
          <p:cNvSpPr txBox="1"/>
          <p:nvPr/>
        </p:nvSpPr>
        <p:spPr>
          <a:xfrm>
            <a:off x="1506855" y="3013710"/>
            <a:ext cx="3907790" cy="829945"/>
          </a:xfrm>
          <a:prstGeom prst="rect"/>
          <a:noFill/>
        </p:spPr>
        <p:txBody>
          <a:bodyPr rtlCol="0" wrap="square">
            <a:spAutoFit/>
          </a:bodyPr>
          <a:p>
            <a:pPr algn="ctr"/>
            <a:r>
              <a:rPr altLang="en-US" dirty="0" sz="4800" lang="zh-CN" smtClean="0">
                <a:solidFill>
                  <a:schemeClr val="bg1"/>
                </a:solidFill>
                <a:latin typeface="华光标题宋_CNKI" panose="02000500000000000000" charset="-122"/>
                <a:ea typeface="华光标题宋_CNKI" panose="02000500000000000000" charset="-122"/>
                <a:cs typeface="Open Sans" panose="020B0606030504020204" pitchFamily="34" charset="0"/>
              </a:rPr>
              <a:t>标题二</a:t>
            </a:r>
            <a:endParaRPr altLang="en-US" dirty="0" sz="4800" lang="zh-CN" smtClean="0">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658" name="Oval 5"/>
          <p:cNvSpPr/>
          <p:nvPr/>
        </p:nvSpPr>
        <p:spPr>
          <a:xfrm>
            <a:off x="3820795" y="653415"/>
            <a:ext cx="1858645" cy="1858645"/>
          </a:xfrm>
          <a:prstGeom prst="ellipse"/>
          <a:solidFill>
            <a:srgbClr val="FFFFFF"/>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pic>
        <p:nvPicPr>
          <p:cNvPr id="2097162" name="图片 4" descr="横向校标_画板 1"/>
          <p:cNvPicPr>
            <a:picLocks noChangeAspect="1"/>
          </p:cNvPicPr>
          <p:nvPr/>
        </p:nvPicPr>
        <p:blipFill>
          <a:blip xmlns:r="http://schemas.openxmlformats.org/officeDocument/2006/relationships" r:embed="rId2"/>
          <a:srcRect l="23404" t="57280" r="60019" b="25884"/>
          <a:stretch>
            <a:fillRect/>
          </a:stretch>
        </p:blipFill>
        <p:spPr>
          <a:xfrm>
            <a:off x="4029710" y="850900"/>
            <a:ext cx="1440180" cy="1463675"/>
          </a:xfrm>
          <a:prstGeom prst="ellipse"/>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62" name="矩形 5"/>
          <p:cNvSpPr/>
          <p:nvPr/>
        </p:nvSpPr>
        <p:spPr>
          <a:xfrm>
            <a:off x="171450" y="152400"/>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63" name="图片 20" descr="微信图片_20201127142524"/>
          <p:cNvPicPr>
            <a:picLocks noChangeAspect="1"/>
          </p:cNvPicPr>
          <p:nvPr/>
        </p:nvPicPr>
        <p:blipFill>
          <a:blip xmlns:r="http://schemas.openxmlformats.org/officeDocument/2006/relationships" r:embed="rId1">
            <a:lum bright="6000" contrast="6000"/>
          </a:blip>
          <a:srcRect b="48067"/>
          <a:stretch>
            <a:fillRect/>
          </a:stretch>
        </p:blipFill>
        <p:spPr>
          <a:xfrm>
            <a:off x="170815" y="4481830"/>
            <a:ext cx="11811635" cy="2166620"/>
          </a:xfrm>
          <a:prstGeom prst="rect"/>
        </p:spPr>
      </p:pic>
      <p:sp>
        <p:nvSpPr>
          <p:cNvPr id="1048663" name="Rectangle 6"/>
          <p:cNvSpPr/>
          <p:nvPr/>
        </p:nvSpPr>
        <p:spPr>
          <a:xfrm>
            <a:off x="626745" y="3368675"/>
            <a:ext cx="5842000" cy="1240155"/>
          </a:xfrm>
          <a:prstGeom prst="rect"/>
          <a:solidFill>
            <a:srgbClr val="902322"/>
          </a:solidFill>
          <a:ln>
            <a:noFill/>
          </a:ln>
          <a:effectLst>
            <a:outerShdw algn="tl" blurRad="508000" dir="2700000" dist="2032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tx1"/>
              </a:solidFill>
            </a:endParaRPr>
          </a:p>
        </p:txBody>
      </p:sp>
      <p:sp>
        <p:nvSpPr>
          <p:cNvPr id="1048664" name="Rectangle 6"/>
          <p:cNvSpPr/>
          <p:nvPr/>
        </p:nvSpPr>
        <p:spPr>
          <a:xfrm>
            <a:off x="626745" y="2385060"/>
            <a:ext cx="5842000" cy="1240155"/>
          </a:xfrm>
          <a:prstGeom prst="rect"/>
          <a:solidFill>
            <a:srgbClr val="902322"/>
          </a:solidFill>
          <a:ln>
            <a:noFill/>
          </a:ln>
          <a:effectLst>
            <a:outerShdw algn="tl" blurRad="508000" dir="2700000" dist="2032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tx1"/>
              </a:solidFill>
            </a:endParaRPr>
          </a:p>
        </p:txBody>
      </p:sp>
      <p:sp>
        <p:nvSpPr>
          <p:cNvPr id="1048665" name="Rectangle 6"/>
          <p:cNvSpPr/>
          <p:nvPr/>
        </p:nvSpPr>
        <p:spPr>
          <a:xfrm>
            <a:off x="626745" y="1386840"/>
            <a:ext cx="5842000" cy="1240155"/>
          </a:xfrm>
          <a:prstGeom prst="rect"/>
          <a:solidFill>
            <a:srgbClr val="902322"/>
          </a:solidFill>
          <a:ln>
            <a:noFill/>
          </a:ln>
          <a:effectLst>
            <a:outerShdw algn="tl" blurRad="508000" dir="2700000" dist="2032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solidFill>
                <a:schemeClr val="tx1"/>
              </a:solidFill>
            </a:endParaRPr>
          </a:p>
        </p:txBody>
      </p:sp>
      <p:sp>
        <p:nvSpPr>
          <p:cNvPr id="1048666" name="TextBox 9"/>
          <p:cNvSpPr txBox="1"/>
          <p:nvPr/>
        </p:nvSpPr>
        <p:spPr>
          <a:xfrm>
            <a:off x="7330268" y="1386655"/>
            <a:ext cx="4861527" cy="398780"/>
          </a:xfrm>
          <a:prstGeom prst="rect"/>
          <a:noFill/>
        </p:spPr>
        <p:txBody>
          <a:bodyPr rtlCol="0" wrap="square">
            <a:spAutoFit/>
          </a:bodyPr>
          <a:p>
            <a:r>
              <a:rPr altLang="zh-CN" dirty="0" sz="2000" lang="zh-CN">
                <a:solidFill>
                  <a:srgbClr val="902322"/>
                </a:solidFill>
                <a:latin typeface="华光标题宋_CNKI" panose="02000500000000000000" charset="-122"/>
                <a:ea typeface="华光标题宋_CNKI" panose="02000500000000000000" charset="-122"/>
                <a:cs typeface="Open Sans" panose="020B0606030504020204" pitchFamily="34" charset="0"/>
              </a:rPr>
              <a:t>小标题</a:t>
            </a:r>
            <a:endParaRPr altLang="zh-CN" dirty="0" sz="2000" lang="zh-CN">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grpSp>
        <p:nvGrpSpPr>
          <p:cNvPr id="57" name="Group 27"/>
          <p:cNvGrpSpPr/>
          <p:nvPr/>
        </p:nvGrpSpPr>
        <p:grpSpPr>
          <a:xfrm>
            <a:off x="1049037" y="2944866"/>
            <a:ext cx="5210628" cy="423547"/>
            <a:chOff x="595812" y="3073787"/>
            <a:chExt cx="5210628" cy="423547"/>
          </a:xfrm>
        </p:grpSpPr>
        <p:sp>
          <p:nvSpPr>
            <p:cNvPr id="1048667" name="Rectangle 19"/>
            <p:cNvSpPr/>
            <p:nvPr/>
          </p:nvSpPr>
          <p:spPr>
            <a:xfrm>
              <a:off x="2071428" y="3073789"/>
              <a:ext cx="3735012" cy="423545"/>
            </a:xfrm>
            <a:prstGeom prst="rect"/>
          </p:spPr>
          <p:txBody>
            <a:bodyPr wrap="square">
              <a:spAutoFit/>
            </a:bodyPr>
            <a:p>
              <a:pPr>
                <a:lnSpc>
                  <a:spcPct val="120000"/>
                </a:lnSpc>
              </a:pPr>
              <a:r>
                <a:rPr altLang="en-US" dirty="0" lang="zh-CN" smtClean="0">
                  <a:solidFill>
                    <a:schemeClr val="bg1"/>
                  </a:solidFill>
                  <a:latin typeface="黑体" panose="02010609060101010101" charset="-122"/>
                  <a:ea typeface="黑体" panose="02010609060101010101" charset="-122"/>
                  <a:sym typeface="+mn-ea"/>
                </a:rPr>
                <a:t>此处添加说明文字</a:t>
              </a:r>
              <a:r>
                <a:rPr altLang="en-US" dirty="0" lang="zh-CN" smtClean="0">
                  <a:solidFill>
                    <a:schemeClr val="bg1"/>
                  </a:solidFill>
                  <a:latin typeface="黑体" panose="02010609060101010101" charset="-122"/>
                  <a:ea typeface="黑体" panose="02010609060101010101" charset="-122"/>
                  <a:sym typeface="+mn-ea"/>
                </a:rPr>
                <a:t>。</a:t>
              </a:r>
              <a:endParaRPr altLang="zh-CN" b="1" dirty="0" sz="1600" lang="zh-CN">
                <a:solidFill>
                  <a:schemeClr val="bg1"/>
                </a:solidFill>
                <a:latin typeface="黑体" panose="02010609060101010101" charset="-122"/>
                <a:ea typeface="黑体" panose="02010609060101010101" charset="-122"/>
                <a:cs typeface="Open Sans" panose="020B0606030504020204" pitchFamily="34" charset="0"/>
              </a:endParaRPr>
            </a:p>
          </p:txBody>
        </p:sp>
        <p:sp>
          <p:nvSpPr>
            <p:cNvPr id="1048668" name="Rectangle 21"/>
            <p:cNvSpPr/>
            <p:nvPr/>
          </p:nvSpPr>
          <p:spPr>
            <a:xfrm>
              <a:off x="595812" y="3073787"/>
              <a:ext cx="1156788" cy="386080"/>
            </a:xfrm>
            <a:prstGeom prst="rect"/>
          </p:spPr>
          <p:txBody>
            <a:bodyPr wrap="square">
              <a:spAutoFit/>
            </a:bodyPr>
            <a:p>
              <a:pPr>
                <a:lnSpc>
                  <a:spcPct val="120000"/>
                </a:lnSpc>
              </a:pPr>
              <a:r>
                <a:rPr altLang="en-US" dirty="0" sz="1600" lang="zh-CN">
                  <a:solidFill>
                    <a:schemeClr val="bg1"/>
                  </a:solidFill>
                  <a:latin typeface="黑体" panose="02010609060101010101" charset="-122"/>
                  <a:ea typeface="黑体" panose="02010609060101010101" charset="-122"/>
                  <a:cs typeface="Open Sans" panose="020B0606030504020204" pitchFamily="34" charset="0"/>
                </a:rPr>
                <a:t>第二</a:t>
              </a:r>
              <a:endParaRPr altLang="en-US" dirty="0" sz="1600" lang="zh-CN">
                <a:solidFill>
                  <a:schemeClr val="bg1"/>
                </a:solidFill>
                <a:latin typeface="黑体" panose="02010609060101010101" charset="-122"/>
                <a:ea typeface="黑体" panose="02010609060101010101" charset="-122"/>
                <a:cs typeface="Open Sans" panose="020B0606030504020204" pitchFamily="34" charset="0"/>
              </a:endParaRPr>
            </a:p>
          </p:txBody>
        </p:sp>
      </p:grpSp>
      <p:grpSp>
        <p:nvGrpSpPr>
          <p:cNvPr id="58" name="Group 26"/>
          <p:cNvGrpSpPr/>
          <p:nvPr/>
        </p:nvGrpSpPr>
        <p:grpSpPr>
          <a:xfrm>
            <a:off x="1049280" y="3902382"/>
            <a:ext cx="5046345" cy="423545"/>
            <a:chOff x="595812" y="4499691"/>
            <a:chExt cx="5046345" cy="423545"/>
          </a:xfrm>
        </p:grpSpPr>
        <p:sp>
          <p:nvSpPr>
            <p:cNvPr id="1048669" name="Rectangle 23"/>
            <p:cNvSpPr/>
            <p:nvPr/>
          </p:nvSpPr>
          <p:spPr>
            <a:xfrm>
              <a:off x="2071552" y="4499691"/>
              <a:ext cx="3570605" cy="423545"/>
            </a:xfrm>
            <a:prstGeom prst="rect"/>
          </p:spPr>
          <p:txBody>
            <a:bodyPr wrap="square">
              <a:spAutoFit/>
            </a:bodyPr>
            <a:p>
              <a:pPr>
                <a:lnSpc>
                  <a:spcPct val="120000"/>
                </a:lnSpc>
              </a:pPr>
              <a:r>
                <a:rPr altLang="en-US" dirty="0" lang="zh-CN" smtClean="0">
                  <a:solidFill>
                    <a:schemeClr val="bg1"/>
                  </a:solidFill>
                  <a:latin typeface="黑体" panose="02010609060101010101" charset="-122"/>
                  <a:ea typeface="黑体" panose="02010609060101010101" charset="-122"/>
                  <a:sym typeface="+mn-ea"/>
                </a:rPr>
                <a:t>此处添加说明文字</a:t>
              </a:r>
              <a:r>
                <a:rPr altLang="en-US" dirty="0" lang="zh-CN" smtClean="0">
                  <a:solidFill>
                    <a:schemeClr val="bg1"/>
                  </a:solidFill>
                  <a:latin typeface="黑体" panose="02010609060101010101" charset="-122"/>
                  <a:ea typeface="黑体" panose="02010609060101010101" charset="-122"/>
                  <a:sym typeface="+mn-ea"/>
                </a:rPr>
                <a:t>。</a:t>
              </a:r>
              <a:endParaRPr altLang="zh-CN" b="1" dirty="0" sz="1600" lang="zh-CN" smtClean="0">
                <a:solidFill>
                  <a:schemeClr val="bg1"/>
                </a:solidFill>
                <a:latin typeface="黑体" panose="02010609060101010101" charset="-122"/>
                <a:ea typeface="黑体" panose="02010609060101010101" charset="-122"/>
                <a:cs typeface="Open Sans" panose="020B0606030504020204" pitchFamily="34" charset="0"/>
              </a:endParaRPr>
            </a:p>
          </p:txBody>
        </p:sp>
        <p:sp>
          <p:nvSpPr>
            <p:cNvPr id="1048670" name="Rectangle 25"/>
            <p:cNvSpPr/>
            <p:nvPr/>
          </p:nvSpPr>
          <p:spPr>
            <a:xfrm>
              <a:off x="595812" y="4499691"/>
              <a:ext cx="1156788" cy="386080"/>
            </a:xfrm>
            <a:prstGeom prst="rect"/>
          </p:spPr>
          <p:txBody>
            <a:bodyPr wrap="square">
              <a:spAutoFit/>
            </a:bodyPr>
            <a:p>
              <a:pPr>
                <a:lnSpc>
                  <a:spcPct val="120000"/>
                </a:lnSpc>
              </a:pPr>
              <a:r>
                <a:rPr altLang="en-US" dirty="0" sz="1600" lang="zh-CN">
                  <a:solidFill>
                    <a:schemeClr val="bg1"/>
                  </a:solidFill>
                  <a:latin typeface="黑体" panose="02010609060101010101" charset="-122"/>
                  <a:ea typeface="黑体" panose="02010609060101010101" charset="-122"/>
                  <a:cs typeface="Open Sans" panose="020B0606030504020204" pitchFamily="34" charset="0"/>
                </a:rPr>
                <a:t>第三</a:t>
              </a:r>
              <a:endParaRPr altLang="en-US" dirty="0" sz="1600" lang="zh-CN">
                <a:solidFill>
                  <a:schemeClr val="bg1"/>
                </a:solidFill>
                <a:latin typeface="黑体" panose="02010609060101010101" charset="-122"/>
                <a:ea typeface="黑体" panose="02010609060101010101" charset="-122"/>
                <a:cs typeface="Open Sans" panose="020B0606030504020204" pitchFamily="34" charset="0"/>
              </a:endParaRPr>
            </a:p>
          </p:txBody>
        </p:sp>
      </p:grpSp>
      <p:grpSp>
        <p:nvGrpSpPr>
          <p:cNvPr id="59" name="Group 28"/>
          <p:cNvGrpSpPr/>
          <p:nvPr/>
        </p:nvGrpSpPr>
        <p:grpSpPr>
          <a:xfrm rot="0">
            <a:off x="1049020" y="1629410"/>
            <a:ext cx="4861560" cy="726442"/>
            <a:chOff x="595812" y="1647883"/>
            <a:chExt cx="4861527" cy="1263179"/>
          </a:xfrm>
        </p:grpSpPr>
        <p:sp>
          <p:nvSpPr>
            <p:cNvPr id="1048671" name="Rectangle 3"/>
            <p:cNvSpPr/>
            <p:nvPr/>
          </p:nvSpPr>
          <p:spPr>
            <a:xfrm>
              <a:off x="2071428" y="1647885"/>
              <a:ext cx="3385911" cy="1263177"/>
            </a:xfrm>
            <a:prstGeom prst="rect"/>
          </p:spPr>
          <p:txBody>
            <a:bodyPr wrap="square">
              <a:spAutoFit/>
            </a:bodyPr>
            <a:p>
              <a:pPr>
                <a:lnSpc>
                  <a:spcPct val="120000"/>
                </a:lnSpc>
              </a:pPr>
              <a:r>
                <a:rPr altLang="en-US" dirty="0" lang="zh-CN" smtClean="0">
                  <a:solidFill>
                    <a:schemeClr val="bg1"/>
                  </a:solidFill>
                  <a:latin typeface="黑体" panose="02010609060101010101" charset="-122"/>
                  <a:ea typeface="黑体" panose="02010609060101010101" charset="-122"/>
                  <a:sym typeface="+mn-ea"/>
                </a:rPr>
                <a:t>此处添加说明文字</a:t>
              </a:r>
              <a:r>
                <a:rPr altLang="en-US" dirty="0" lang="zh-CN" smtClean="0">
                  <a:solidFill>
                    <a:schemeClr val="bg1"/>
                  </a:solidFill>
                  <a:latin typeface="黑体" panose="02010609060101010101" charset="-122"/>
                  <a:ea typeface="黑体" panose="02010609060101010101" charset="-122"/>
                  <a:sym typeface="+mn-ea"/>
                </a:rPr>
                <a:t>此处添加说明文字</a:t>
              </a:r>
              <a:r>
                <a:rPr altLang="zh-CN" dirty="0" lang="zh-CN" smtClean="0">
                  <a:solidFill>
                    <a:schemeClr val="bg1"/>
                  </a:solidFill>
                  <a:latin typeface="黑体" panose="02010609060101010101" charset="-122"/>
                  <a:ea typeface="黑体" panose="02010609060101010101" charset="-122"/>
                </a:rPr>
                <a:t>。</a:t>
              </a:r>
              <a:endParaRPr b="1" dirty="0" sz="1600" lang="en-US">
                <a:solidFill>
                  <a:schemeClr val="bg1"/>
                </a:solidFill>
                <a:latin typeface="黑体" panose="02010609060101010101" charset="-122"/>
                <a:ea typeface="黑体" panose="02010609060101010101" charset="-122"/>
                <a:cs typeface="Open Sans" panose="020B0606030504020204" pitchFamily="34" charset="0"/>
              </a:endParaRPr>
            </a:p>
          </p:txBody>
        </p:sp>
        <p:sp>
          <p:nvSpPr>
            <p:cNvPr id="1048672" name="Rectangle 5"/>
            <p:cNvSpPr/>
            <p:nvPr/>
          </p:nvSpPr>
          <p:spPr>
            <a:xfrm>
              <a:off x="595812" y="1647883"/>
              <a:ext cx="1156788" cy="671338"/>
            </a:xfrm>
            <a:prstGeom prst="rect"/>
          </p:spPr>
          <p:txBody>
            <a:bodyPr wrap="square">
              <a:spAutoFit/>
            </a:bodyPr>
            <a:p>
              <a:pPr>
                <a:lnSpc>
                  <a:spcPct val="120000"/>
                </a:lnSpc>
              </a:pPr>
              <a:r>
                <a:rPr altLang="en-US" dirty="0" sz="1600" lang="zh-CN">
                  <a:solidFill>
                    <a:schemeClr val="bg1"/>
                  </a:solidFill>
                  <a:latin typeface="黑体" panose="02010609060101010101" charset="-122"/>
                  <a:ea typeface="黑体" panose="02010609060101010101" charset="-122"/>
                  <a:cs typeface="Open Sans" panose="020B0606030504020204" pitchFamily="34" charset="0"/>
                </a:rPr>
                <a:t>第一</a:t>
              </a:r>
              <a:endParaRPr altLang="en-US" dirty="0" sz="1600" lang="zh-CN">
                <a:solidFill>
                  <a:schemeClr val="bg1"/>
                </a:solidFill>
                <a:latin typeface="黑体" panose="02010609060101010101" charset="-122"/>
                <a:ea typeface="黑体" panose="02010609060101010101" charset="-122"/>
                <a:cs typeface="Open Sans" panose="020B0606030504020204" pitchFamily="34" charset="0"/>
              </a:endParaRPr>
            </a:p>
          </p:txBody>
        </p:sp>
      </p:grpSp>
      <p:sp>
        <p:nvSpPr>
          <p:cNvPr id="1048673" name="文本框 2"/>
          <p:cNvSpPr txBox="1"/>
          <p:nvPr/>
        </p:nvSpPr>
        <p:spPr>
          <a:xfrm>
            <a:off x="706380" y="510952"/>
            <a:ext cx="4322669" cy="583565"/>
          </a:xfrm>
          <a:prstGeom prst="rect"/>
          <a:noFill/>
        </p:spPr>
        <p:txBody>
          <a:bodyPr rtlCol="0" wrap="square">
            <a:spAutoFit/>
          </a:bodyPr>
          <a:p>
            <a:r>
              <a:rPr altLang="en-US" dirty="0" sz="32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rPr>
              <a:t>二、标题</a:t>
            </a:r>
            <a:endParaRPr altLang="en-US" dirty="0" sz="32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674" name="矩形 4"/>
          <p:cNvSpPr/>
          <p:nvPr/>
        </p:nvSpPr>
        <p:spPr>
          <a:xfrm>
            <a:off x="7225893" y="1894260"/>
            <a:ext cx="3609256" cy="1412240"/>
          </a:xfrm>
          <a:prstGeom prst="rect"/>
        </p:spPr>
        <p:txBody>
          <a:bodyPr wrap="square">
            <a:spAutoFit/>
          </a:bodyPr>
          <a:p>
            <a:pPr algn="just" indent="457200">
              <a:lnSpc>
                <a:spcPct val="125000"/>
              </a:lnSpc>
              <a:spcAft>
                <a:spcPts val="0"/>
              </a:spcAft>
            </a:pPr>
            <a:r>
              <a:rPr altLang="zh-CN" dirty="0" lang="zh-CN">
                <a:latin typeface="黑体" panose="02010609060101010101" charset="-122"/>
                <a:ea typeface="黑体" panose="02010609060101010101" charset="-122"/>
                <a:sym typeface="+mn-ea"/>
              </a:rPr>
              <a:t>此处添加说明文字</a:t>
            </a:r>
            <a:r>
              <a:rPr altLang="zh-CN" dirty="0" lang="zh-CN">
                <a:latin typeface="黑体" panose="02010609060101010101" charset="-122"/>
                <a:ea typeface="黑体" panose="02010609060101010101" charset="-122"/>
                <a:sym typeface="+mn-ea"/>
              </a:rPr>
              <a:t>此处添加说明文字此处添加说明文字此处添加说明文字</a:t>
            </a:r>
            <a:r>
              <a:rPr altLang="zh-CN" dirty="0" lang="zh-CN">
                <a:latin typeface="黑体" panose="02010609060101010101" charset="-122"/>
                <a:ea typeface="黑体" panose="02010609060101010101" charset="-122"/>
                <a:sym typeface="+mn-ea"/>
              </a:rPr>
              <a:t>此处添加说明文字</a:t>
            </a:r>
            <a:r>
              <a:rPr altLang="zh-CN" dirty="0" lang="zh-CN">
                <a:latin typeface="黑体" panose="02010609060101010101" charset="-122"/>
                <a:ea typeface="黑体" panose="02010609060101010101" charset="-122"/>
                <a:sym typeface="+mn-ea"/>
              </a:rPr>
              <a:t>此处添加说明文字</a:t>
            </a:r>
            <a:r>
              <a:rPr altLang="en-US" dirty="0" kern="100" lang="zh-CN" smtClean="0">
                <a:solidFill>
                  <a:srgbClr val="000000"/>
                </a:solidFill>
                <a:latin typeface="黑体" panose="02010609060101010101" charset="-122"/>
                <a:ea typeface="黑体" panose="02010609060101010101" charset="-122"/>
                <a:cs typeface="黑体" panose="02010609060101010101" charset="-122"/>
              </a:rPr>
              <a:t>。</a:t>
            </a:r>
            <a:endParaRPr altLang="zh-CN" dirty="0" kern="100" lang="zh-CN">
              <a:latin typeface="黑体" panose="02010609060101010101" charset="-122"/>
              <a:ea typeface="黑体" panose="02010609060101010101" charset="-122"/>
              <a:cs typeface="黑体" panose="02010609060101010101" charset="-122"/>
            </a:endParaRPr>
          </a:p>
        </p:txBody>
      </p:sp>
      <p:pic>
        <p:nvPicPr>
          <p:cNvPr id="2097164" name="图片 1" descr="横向校标_画板 1"/>
          <p:cNvPicPr>
            <a:picLocks noChangeAspect="1"/>
          </p:cNvPicPr>
          <p:nvPr/>
        </p:nvPicPr>
        <p:blipFill>
          <a:blip xmlns:r="http://schemas.openxmlformats.org/officeDocument/2006/relationships" r:embed="rId2"/>
          <a:srcRect l="22083" t="56503" r="20244" b="24533"/>
          <a:stretch>
            <a:fillRect/>
          </a:stretch>
        </p:blipFill>
        <p:spPr>
          <a:xfrm>
            <a:off x="9810750" y="570865"/>
            <a:ext cx="1592580" cy="52387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78" name="矩形 2"/>
          <p:cNvSpPr/>
          <p:nvPr/>
        </p:nvSpPr>
        <p:spPr>
          <a:xfrm>
            <a:off x="171450" y="152400"/>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65" name="图片 3" descr="375A3996"/>
          <p:cNvPicPr>
            <a:picLocks noChangeAspect="1"/>
          </p:cNvPicPr>
          <p:nvPr/>
        </p:nvPicPr>
        <p:blipFill>
          <a:blip xmlns:r="http://schemas.openxmlformats.org/officeDocument/2006/relationships" r:embed="rId1"/>
          <a:srcRect l="416"/>
          <a:stretch>
            <a:fillRect/>
          </a:stretch>
        </p:blipFill>
        <p:spPr>
          <a:xfrm>
            <a:off x="171450" y="152400"/>
            <a:ext cx="8673465" cy="6515735"/>
          </a:xfrm>
          <a:prstGeom prst="rect"/>
        </p:spPr>
      </p:pic>
      <p:sp>
        <p:nvSpPr>
          <p:cNvPr id="1048679" name="矩形 10"/>
          <p:cNvSpPr/>
          <p:nvPr/>
        </p:nvSpPr>
        <p:spPr>
          <a:xfrm>
            <a:off x="7045325" y="152400"/>
            <a:ext cx="4936490" cy="6496050"/>
          </a:xfrm>
          <a:prstGeom prst="rect"/>
          <a:solidFill>
            <a:srgbClr val="FAF3F1">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
        <p:nvSpPr>
          <p:cNvPr id="1048680" name="Rectangle 45"/>
          <p:cNvSpPr/>
          <p:nvPr/>
        </p:nvSpPr>
        <p:spPr>
          <a:xfrm>
            <a:off x="7267575" y="1236345"/>
            <a:ext cx="3093085" cy="368300"/>
          </a:xfrm>
          <a:prstGeom prst="rect"/>
        </p:spPr>
        <p:txBody>
          <a:bodyPr wrap="square">
            <a:spAutoFit/>
          </a:bodyPr>
          <a:p>
            <a:r>
              <a:rPr altLang="zh-CN" b="1" dirty="0" lang="zh-CN">
                <a:solidFill>
                  <a:srgbClr val="902322"/>
                </a:solidFill>
                <a:latin typeface="黑体" panose="02010609060101010101" charset="-122"/>
                <a:ea typeface="黑体" panose="02010609060101010101" charset="-122"/>
                <a:sym typeface="+mn-ea"/>
              </a:rPr>
              <a:t>此处添加说明文字</a:t>
            </a:r>
            <a:endParaRPr altLang="zh-CN" b="1" dirty="0" lang="zh-CN">
              <a:solidFill>
                <a:srgbClr val="902322"/>
              </a:solidFill>
              <a:latin typeface="黑体" panose="02010609060101010101" charset="-122"/>
              <a:ea typeface="黑体" panose="02010609060101010101" charset="-122"/>
            </a:endParaRPr>
          </a:p>
        </p:txBody>
      </p:sp>
      <p:sp>
        <p:nvSpPr>
          <p:cNvPr id="1048681" name="TextBox 32"/>
          <p:cNvSpPr txBox="1"/>
          <p:nvPr/>
        </p:nvSpPr>
        <p:spPr>
          <a:xfrm>
            <a:off x="7293610" y="602615"/>
            <a:ext cx="4441190" cy="860425"/>
          </a:xfrm>
          <a:prstGeom prst="rect"/>
          <a:noFill/>
        </p:spPr>
        <p:txBody>
          <a:bodyPr rtlCol="0" wrap="square">
            <a:spAutoFit/>
          </a:bodyPr>
          <a:p>
            <a:pPr>
              <a:lnSpc>
                <a:spcPct val="125000"/>
              </a:lnSpc>
            </a:pPr>
            <a:r>
              <a:rPr altLang="zh-CN" dirty="0" sz="2000" lang="zh-CN">
                <a:solidFill>
                  <a:srgbClr val="902322"/>
                </a:solidFill>
                <a:latin typeface="华光标题宋_CNKI" panose="02000500000000000000" charset="-122"/>
                <a:ea typeface="华光标题宋_CNKI" panose="02000500000000000000" charset="-122"/>
                <a:cs typeface="华光标题宋_CNKI" panose="02000500000000000000" charset="-122"/>
              </a:rPr>
              <a:t>添加标题</a:t>
            </a:r>
            <a:endParaRPr altLang="zh-CN" dirty="0" sz="2000" lang="zh-CN">
              <a:solidFill>
                <a:srgbClr val="902322"/>
              </a:solidFill>
              <a:latin typeface="华光标题宋_CNKI" panose="02000500000000000000" charset="-122"/>
              <a:ea typeface="华光标题宋_CNKI" panose="02000500000000000000" charset="-122"/>
              <a:cs typeface="华光标题宋_CNKI" panose="02000500000000000000" charset="-122"/>
            </a:endParaRPr>
          </a:p>
          <a:p>
            <a:pPr>
              <a:lnSpc>
                <a:spcPct val="125000"/>
              </a:lnSpc>
            </a:pPr>
            <a:r>
              <a:rPr altLang="zh-CN" dirty="0" sz="2000" lang="zh-CN">
                <a:solidFill>
                  <a:srgbClr val="902322"/>
                </a:solidFill>
                <a:latin typeface="华光标题宋_CNKI" panose="02000500000000000000" charset="-122"/>
                <a:ea typeface="华光标题宋_CNKI" panose="02000500000000000000" charset="-122"/>
                <a:cs typeface="华光标题宋_CNKI" panose="02000500000000000000" charset="-122"/>
              </a:rPr>
              <a:t>、 </a:t>
            </a:r>
            <a:endParaRPr altLang="zh-CN" dirty="0" sz="2000" lang="zh-CN">
              <a:solidFill>
                <a:srgbClr val="902322"/>
              </a:solidFill>
              <a:latin typeface="华光标题宋_CNKI" panose="02000500000000000000" charset="-122"/>
              <a:ea typeface="华光标题宋_CNKI" panose="02000500000000000000" charset="-122"/>
              <a:cs typeface="华光标题宋_CNKI" panose="02000500000000000000" charset="-122"/>
            </a:endParaRPr>
          </a:p>
        </p:txBody>
      </p:sp>
      <p:grpSp>
        <p:nvGrpSpPr>
          <p:cNvPr id="63" name="Group 6"/>
          <p:cNvGrpSpPr/>
          <p:nvPr/>
        </p:nvGrpSpPr>
        <p:grpSpPr>
          <a:xfrm>
            <a:off x="7045366" y="4002911"/>
            <a:ext cx="4788309" cy="1222350"/>
            <a:chOff x="6469350" y="4417110"/>
            <a:chExt cx="5189155" cy="1412190"/>
          </a:xfrm>
          <a:solidFill>
            <a:srgbClr val="902322"/>
          </a:solidFill>
        </p:grpSpPr>
        <p:sp>
          <p:nvSpPr>
            <p:cNvPr id="1048682" name="Rectangle: Rounded Corners 49"/>
            <p:cNvSpPr/>
            <p:nvPr/>
          </p:nvSpPr>
          <p:spPr>
            <a:xfrm>
              <a:off x="6469350" y="4417110"/>
              <a:ext cx="5189155" cy="1412190"/>
            </a:xfrm>
            <a:prstGeom prst="roundRect">
              <a:avLst>
                <a:gd name="adj" fmla="val 1863"/>
              </a:avLst>
            </a:prstGeom>
            <a:grpFill/>
            <a:ln>
              <a:noFill/>
            </a:ln>
            <a:effectLst>
              <a:outerShdw algn="tr" blurRad="1270000" dir="8100000" dist="901700" rotWithShape="0" sx="90000" sy="9000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solidFill>
                  <a:schemeClr val="bg1"/>
                </a:solidFill>
              </a:endParaRPr>
            </a:p>
          </p:txBody>
        </p:sp>
        <p:sp>
          <p:nvSpPr>
            <p:cNvPr id="1048683" name="Rectangle 37"/>
            <p:cNvSpPr/>
            <p:nvPr/>
          </p:nvSpPr>
          <p:spPr>
            <a:xfrm>
              <a:off x="6761129" y="4456725"/>
              <a:ext cx="4795513" cy="446041"/>
            </a:xfrm>
            <a:prstGeom prst="rect"/>
            <a:grpFill/>
          </p:spPr>
          <p:txBody>
            <a:bodyPr wrap="square">
              <a:spAutoFit/>
            </a:bodyPr>
            <a:p>
              <a:pPr>
                <a:lnSpc>
                  <a:spcPct val="120000"/>
                </a:lnSpc>
              </a:pPr>
              <a:r>
                <a:rPr altLang="en-US" b="1" dirty="0" sz="1600" lang="zh-CN">
                  <a:solidFill>
                    <a:schemeClr val="bg1"/>
                  </a:solidFill>
                  <a:latin typeface="黑体" panose="02010609060101010101" charset="-122"/>
                  <a:ea typeface="黑体" panose="02010609060101010101" charset="-122"/>
                  <a:cs typeface="Open Sans" panose="020B0606030504020204" pitchFamily="34" charset="0"/>
                </a:rPr>
                <a:t>小标题</a:t>
              </a:r>
              <a:endParaRPr altLang="en-US" b="1" dirty="0" sz="1600" lang="zh-CN">
                <a:solidFill>
                  <a:schemeClr val="bg1"/>
                </a:solidFill>
                <a:latin typeface="黑体" panose="02010609060101010101" charset="-122"/>
                <a:ea typeface="黑体" panose="02010609060101010101" charset="-122"/>
                <a:cs typeface="Open Sans" panose="020B0606030504020204" pitchFamily="34" charset="0"/>
              </a:endParaRPr>
            </a:p>
          </p:txBody>
        </p:sp>
      </p:grpSp>
      <p:sp>
        <p:nvSpPr>
          <p:cNvPr id="1048684" name="Rectangle 45"/>
          <p:cNvSpPr/>
          <p:nvPr/>
        </p:nvSpPr>
        <p:spPr>
          <a:xfrm>
            <a:off x="7267575" y="2372360"/>
            <a:ext cx="3093085" cy="368300"/>
          </a:xfrm>
          <a:prstGeom prst="rect"/>
        </p:spPr>
        <p:txBody>
          <a:bodyPr wrap="square">
            <a:spAutoFit/>
          </a:bodyPr>
          <a:p>
            <a:r>
              <a:rPr altLang="zh-CN" b="1" dirty="0" lang="zh-CN">
                <a:solidFill>
                  <a:srgbClr val="902322"/>
                </a:solidFill>
                <a:latin typeface="黑体" panose="02010609060101010101" charset="-122"/>
                <a:ea typeface="黑体" panose="02010609060101010101" charset="-122"/>
              </a:rPr>
              <a:t>此处添加说明文字</a:t>
            </a:r>
            <a:endParaRPr altLang="zh-CN" b="1" dirty="0" lang="zh-CN">
              <a:solidFill>
                <a:srgbClr val="902322"/>
              </a:solidFill>
              <a:latin typeface="黑体" panose="02010609060101010101" charset="-122"/>
              <a:ea typeface="黑体" panose="02010609060101010101" charset="-122"/>
            </a:endParaRPr>
          </a:p>
        </p:txBody>
      </p:sp>
      <p:sp>
        <p:nvSpPr>
          <p:cNvPr id="1048685" name="矩形 5"/>
          <p:cNvSpPr/>
          <p:nvPr/>
        </p:nvSpPr>
        <p:spPr>
          <a:xfrm>
            <a:off x="7267575" y="1591310"/>
            <a:ext cx="4356735" cy="645160"/>
          </a:xfrm>
          <a:prstGeom prst="rect"/>
        </p:spPr>
        <p:txBody>
          <a:bodyPr wrap="square">
            <a:spAutoFit/>
          </a:bodyPr>
          <a:p>
            <a:r>
              <a:rPr altLang="zh-CN" dirty="0" lang="zh-CN">
                <a:latin typeface="黑体" panose="02010609060101010101" charset="-122"/>
                <a:ea typeface="黑体" panose="02010609060101010101" charset="-122"/>
                <a:sym typeface="+mn-ea"/>
              </a:rPr>
              <a:t>此处添加说明文字此处添加说明文字此处添加说明文字</a:t>
            </a:r>
            <a:r>
              <a:rPr altLang="zh-CN" dirty="0" kern="100" lang="zh-CN">
                <a:solidFill>
                  <a:srgbClr val="000000"/>
                </a:solidFill>
                <a:latin typeface="黑体" panose="02010609060101010101" charset="-122"/>
                <a:ea typeface="黑体" panose="02010609060101010101" charset="-122"/>
                <a:cs typeface="宋体" panose="02010600030101010101" pitchFamily="2" charset="-122"/>
              </a:rPr>
              <a:t>。</a:t>
            </a:r>
            <a:endParaRPr altLang="zh-CN" dirty="0" kern="100" lang="zh-CN">
              <a:solidFill>
                <a:srgbClr val="000000"/>
              </a:solidFill>
              <a:latin typeface="黑体" panose="02010609060101010101" charset="-122"/>
              <a:ea typeface="黑体" panose="02010609060101010101" charset="-122"/>
              <a:cs typeface="宋体" panose="02010600030101010101" pitchFamily="2" charset="-122"/>
            </a:endParaRPr>
          </a:p>
        </p:txBody>
      </p:sp>
      <p:sp>
        <p:nvSpPr>
          <p:cNvPr id="1048686" name="矩形 9"/>
          <p:cNvSpPr/>
          <p:nvPr/>
        </p:nvSpPr>
        <p:spPr>
          <a:xfrm>
            <a:off x="7293610" y="2732405"/>
            <a:ext cx="4485005" cy="645160"/>
          </a:xfrm>
          <a:prstGeom prst="rect"/>
        </p:spPr>
        <p:txBody>
          <a:bodyPr wrap="square">
            <a:spAutoFit/>
          </a:bodyPr>
          <a:p>
            <a:r>
              <a:rPr altLang="zh-CN" dirty="0" lang="zh-CN">
                <a:latin typeface="黑体" panose="02010609060101010101" charset="-122"/>
                <a:ea typeface="黑体" panose="02010609060101010101" charset="-122"/>
                <a:sym typeface="+mn-ea"/>
              </a:rPr>
              <a:t>此处添加说明文字此处添加说明文字此处添加说明文字</a:t>
            </a:r>
            <a:r>
              <a:rPr altLang="en-US" dirty="0" lang="zh-CN">
                <a:latin typeface="黑体" panose="02010609060101010101" charset="-122"/>
                <a:ea typeface="黑体" panose="02010609060101010101" charset="-122"/>
                <a:cs typeface="黑体" panose="02010609060101010101" charset="-122"/>
              </a:rPr>
              <a:t>。</a:t>
            </a:r>
            <a:endParaRPr altLang="en-US" dirty="0" lang="zh-CN">
              <a:latin typeface="黑体" panose="02010609060101010101" charset="-122"/>
              <a:ea typeface="黑体" panose="02010609060101010101" charset="-122"/>
              <a:cs typeface="黑体" panose="02010609060101010101" charset="-122"/>
            </a:endParaRPr>
          </a:p>
        </p:txBody>
      </p:sp>
      <p:sp>
        <p:nvSpPr>
          <p:cNvPr id="1048687" name="矩形 11"/>
          <p:cNvSpPr/>
          <p:nvPr/>
        </p:nvSpPr>
        <p:spPr>
          <a:xfrm>
            <a:off x="7267575" y="4423410"/>
            <a:ext cx="4519295" cy="645160"/>
          </a:xfrm>
          <a:prstGeom prst="rect"/>
        </p:spPr>
        <p:txBody>
          <a:bodyPr wrap="square">
            <a:spAutoFit/>
          </a:bodyPr>
          <a:p>
            <a:r>
              <a:rPr altLang="en-US" dirty="0" lang="zh-CN" smtClean="0">
                <a:solidFill>
                  <a:schemeClr val="bg1"/>
                </a:solidFill>
                <a:latin typeface="黑体" panose="02010609060101010101" charset="-122"/>
                <a:ea typeface="黑体" panose="02010609060101010101" charset="-122"/>
                <a:sym typeface="+mn-ea"/>
              </a:rPr>
              <a:t>此处添加说明文字此处添加说明文字此处添加说明文字</a:t>
            </a:r>
            <a:r>
              <a:rPr altLang="zh-CN" dirty="0" kern="100" lang="zh-CN">
                <a:solidFill>
                  <a:schemeClr val="bg1"/>
                </a:solidFill>
                <a:latin typeface="黑体" panose="02010609060101010101" charset="-122"/>
                <a:ea typeface="黑体" panose="02010609060101010101" charset="-122"/>
                <a:cs typeface="宋体" panose="02010600030101010101" pitchFamily="2" charset="-122"/>
              </a:rPr>
              <a:t>。</a:t>
            </a:r>
            <a:endParaRPr altLang="zh-CN" dirty="0" kern="100" lang="zh-CN">
              <a:solidFill>
                <a:schemeClr val="bg1"/>
              </a:solidFill>
              <a:latin typeface="黑体" panose="02010609060101010101" charset="-122"/>
              <a:ea typeface="黑体" panose="02010609060101010101" charset="-122"/>
              <a:cs typeface="宋体" panose="02010600030101010101" pitchFamily="2" charset="-122"/>
            </a:endParaRPr>
          </a:p>
        </p:txBody>
      </p:sp>
      <p:pic>
        <p:nvPicPr>
          <p:cNvPr id="2097166" name="图片 1" descr="横向校标_画板 1"/>
          <p:cNvPicPr>
            <a:picLocks noChangeAspect="1"/>
          </p:cNvPicPr>
          <p:nvPr/>
        </p:nvPicPr>
        <p:blipFill>
          <a:blip xmlns:r="http://schemas.openxmlformats.org/officeDocument/2006/relationships" r:embed="rId2"/>
          <a:srcRect l="22083" t="56503" r="20244" b="24533"/>
          <a:stretch>
            <a:fillRect/>
          </a:stretch>
        </p:blipFill>
        <p:spPr>
          <a:xfrm>
            <a:off x="9906000" y="5782945"/>
            <a:ext cx="1592580" cy="52387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91" name="Rectangle: Rounded Corners 2"/>
          <p:cNvSpPr/>
          <p:nvPr/>
        </p:nvSpPr>
        <p:spPr>
          <a:xfrm>
            <a:off x="3501000" y="1137195"/>
            <a:ext cx="2510776" cy="4583610"/>
          </a:xfrm>
          <a:prstGeom prst="roundRect">
            <a:avLst>
              <a:gd name="adj" fmla="val 1158"/>
            </a:avLst>
          </a:prstGeom>
          <a:solidFill>
            <a:srgbClr val="FAF3F1"/>
          </a:solidFill>
          <a:ln>
            <a:noFill/>
          </a:ln>
          <a:effectLst>
            <a:outerShdw algn="t" blurRad="1270000" dir="5400000" dist="1104900" rotWithShape="0" sx="70000" sy="7000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id-ID"/>
          </a:p>
        </p:txBody>
      </p:sp>
      <p:grpSp>
        <p:nvGrpSpPr>
          <p:cNvPr id="67" name="Group 1"/>
          <p:cNvGrpSpPr/>
          <p:nvPr/>
        </p:nvGrpSpPr>
        <p:grpSpPr>
          <a:xfrm>
            <a:off x="854710" y="1137285"/>
            <a:ext cx="2526030" cy="4653915"/>
            <a:chOff x="0" y="0"/>
            <a:chExt cx="6439853" cy="5029200"/>
          </a:xfrm>
          <a:solidFill>
            <a:srgbClr val="902322"/>
          </a:solidFill>
          <a:effectLst>
            <a:outerShdw algn="tl" blurRad="317500" dir="2700000" dist="203200" rotWithShape="0">
              <a:prstClr val="black">
                <a:alpha val="40000"/>
              </a:prstClr>
            </a:outerShdw>
          </a:effectLst>
        </p:grpSpPr>
        <p:grpSp>
          <p:nvGrpSpPr>
            <p:cNvPr id="68" name="Group 11"/>
            <p:cNvGrpSpPr/>
            <p:nvPr/>
          </p:nvGrpSpPr>
          <p:grpSpPr>
            <a:xfrm>
              <a:off x="0" y="0"/>
              <a:ext cx="6439853" cy="5029200"/>
              <a:chOff x="0" y="0"/>
              <a:chExt cx="6439853" cy="5029200"/>
            </a:xfrm>
            <a:grpFill/>
          </p:grpSpPr>
          <p:sp>
            <p:nvSpPr>
              <p:cNvPr id="1048692" name="Rectangle 2"/>
              <p:cNvSpPr/>
              <p:nvPr/>
            </p:nvSpPr>
            <p:spPr>
              <a:xfrm>
                <a:off x="0" y="0"/>
                <a:ext cx="6096000" cy="5029200"/>
              </a:xfrm>
              <a:prstGeom prst="rect"/>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693" name="Oval 6"/>
              <p:cNvSpPr/>
              <p:nvPr/>
            </p:nvSpPr>
            <p:spPr>
              <a:xfrm>
                <a:off x="5363651" y="2201823"/>
                <a:ext cx="1076202" cy="624779"/>
              </a:xfrm>
              <a:prstGeom prst="ellipse"/>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grpSp>
        <p:sp>
          <p:nvSpPr>
            <p:cNvPr id="1048694" name="Freeform 46"/>
            <p:cNvSpPr/>
            <p:nvPr/>
          </p:nvSpPr>
          <p:spPr bwMode="auto">
            <a:xfrm flipH="1">
              <a:off x="6097031" y="2415502"/>
              <a:ext cx="173581" cy="198969"/>
            </a:xfrm>
            <a:custGeom>
              <a:avLst/>
              <a:gdLst>
                <a:gd name="T0" fmla="*/ 147571 w 96"/>
                <a:gd name="T1" fmla="*/ 33734 h 168"/>
                <a:gd name="T2" fmla="*/ 46517 w 96"/>
                <a:gd name="T3" fmla="*/ 134938 h 168"/>
                <a:gd name="T4" fmla="*/ 149175 w 96"/>
                <a:gd name="T5" fmla="*/ 237747 h 168"/>
                <a:gd name="T6" fmla="*/ 149175 w 96"/>
                <a:gd name="T7" fmla="*/ 237747 h 168"/>
                <a:gd name="T8" fmla="*/ 153987 w 96"/>
                <a:gd name="T9" fmla="*/ 250598 h 168"/>
                <a:gd name="T10" fmla="*/ 134739 w 96"/>
                <a:gd name="T11" fmla="*/ 269875 h 168"/>
                <a:gd name="T12" fmla="*/ 121906 w 96"/>
                <a:gd name="T13" fmla="*/ 265056 h 168"/>
                <a:gd name="T14" fmla="*/ 121906 w 96"/>
                <a:gd name="T15" fmla="*/ 265056 h 168"/>
                <a:gd name="T16" fmla="*/ 6416 w 96"/>
                <a:gd name="T17" fmla="*/ 149395 h 168"/>
                <a:gd name="T18" fmla="*/ 6416 w 96"/>
                <a:gd name="T19" fmla="*/ 149395 h 168"/>
                <a:gd name="T20" fmla="*/ 0 w 96"/>
                <a:gd name="T21" fmla="*/ 134938 h 168"/>
                <a:gd name="T22" fmla="*/ 0 w 96"/>
                <a:gd name="T23" fmla="*/ 134938 h 168"/>
                <a:gd name="T24" fmla="*/ 0 w 96"/>
                <a:gd name="T25" fmla="*/ 134938 h 168"/>
                <a:gd name="T26" fmla="*/ 6416 w 96"/>
                <a:gd name="T27" fmla="*/ 120480 h 168"/>
                <a:gd name="T28" fmla="*/ 6416 w 96"/>
                <a:gd name="T29" fmla="*/ 120480 h 168"/>
                <a:gd name="T30" fmla="*/ 121906 w 96"/>
                <a:gd name="T31" fmla="*/ 4819 h 168"/>
                <a:gd name="T32" fmla="*/ 121906 w 96"/>
                <a:gd name="T33" fmla="*/ 4819 h 168"/>
                <a:gd name="T34" fmla="*/ 134739 w 96"/>
                <a:gd name="T35" fmla="*/ 0 h 168"/>
                <a:gd name="T36" fmla="*/ 153987 w 96"/>
                <a:gd name="T37" fmla="*/ 19277 h 168"/>
                <a:gd name="T38" fmla="*/ 147571 w 96"/>
                <a:gd name="T39" fmla="*/ 33734 h 1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96" h="168">
                  <a:moveTo>
                    <a:pt x="92" y="21"/>
                  </a:moveTo>
                  <a:cubicBezTo>
                    <a:pt x="29" y="84"/>
                    <a:pt x="29" y="84"/>
                    <a:pt x="29" y="84"/>
                  </a:cubicBezTo>
                  <a:cubicBezTo>
                    <a:pt x="93" y="148"/>
                    <a:pt x="93" y="148"/>
                    <a:pt x="93" y="148"/>
                  </a:cubicBezTo>
                  <a:cubicBezTo>
                    <a:pt x="93" y="148"/>
                    <a:pt x="93" y="148"/>
                    <a:pt x="93" y="148"/>
                  </a:cubicBezTo>
                  <a:cubicBezTo>
                    <a:pt x="95" y="150"/>
                    <a:pt x="96" y="153"/>
                    <a:pt x="96" y="156"/>
                  </a:cubicBezTo>
                  <a:cubicBezTo>
                    <a:pt x="96" y="163"/>
                    <a:pt x="91" y="168"/>
                    <a:pt x="84" y="168"/>
                  </a:cubicBezTo>
                  <a:cubicBezTo>
                    <a:pt x="81" y="168"/>
                    <a:pt x="78" y="167"/>
                    <a:pt x="76" y="165"/>
                  </a:cubicBezTo>
                  <a:cubicBezTo>
                    <a:pt x="76" y="165"/>
                    <a:pt x="76" y="165"/>
                    <a:pt x="76" y="165"/>
                  </a:cubicBezTo>
                  <a:cubicBezTo>
                    <a:pt x="4" y="93"/>
                    <a:pt x="4" y="93"/>
                    <a:pt x="4" y="93"/>
                  </a:cubicBezTo>
                  <a:cubicBezTo>
                    <a:pt x="4" y="93"/>
                    <a:pt x="4" y="93"/>
                    <a:pt x="4" y="93"/>
                  </a:cubicBezTo>
                  <a:cubicBezTo>
                    <a:pt x="1" y="90"/>
                    <a:pt x="0" y="87"/>
                    <a:pt x="0" y="84"/>
                  </a:cubicBezTo>
                  <a:cubicBezTo>
                    <a:pt x="0" y="84"/>
                    <a:pt x="0" y="84"/>
                    <a:pt x="0" y="84"/>
                  </a:cubicBezTo>
                  <a:cubicBezTo>
                    <a:pt x="0" y="84"/>
                    <a:pt x="0" y="84"/>
                    <a:pt x="0" y="84"/>
                  </a:cubicBezTo>
                  <a:cubicBezTo>
                    <a:pt x="0" y="81"/>
                    <a:pt x="1" y="77"/>
                    <a:pt x="4" y="75"/>
                  </a:cubicBezTo>
                  <a:cubicBezTo>
                    <a:pt x="4" y="75"/>
                    <a:pt x="4" y="75"/>
                    <a:pt x="4" y="75"/>
                  </a:cubicBezTo>
                  <a:cubicBezTo>
                    <a:pt x="76" y="3"/>
                    <a:pt x="76" y="3"/>
                    <a:pt x="76" y="3"/>
                  </a:cubicBezTo>
                  <a:cubicBezTo>
                    <a:pt x="76" y="3"/>
                    <a:pt x="76" y="3"/>
                    <a:pt x="76" y="3"/>
                  </a:cubicBezTo>
                  <a:cubicBezTo>
                    <a:pt x="78" y="1"/>
                    <a:pt x="81" y="0"/>
                    <a:pt x="84" y="0"/>
                  </a:cubicBezTo>
                  <a:cubicBezTo>
                    <a:pt x="91" y="0"/>
                    <a:pt x="96" y="5"/>
                    <a:pt x="96" y="12"/>
                  </a:cubicBezTo>
                  <a:cubicBezTo>
                    <a:pt x="96" y="16"/>
                    <a:pt x="94" y="19"/>
                    <a:pt x="92" y="21"/>
                  </a:cubicBezTo>
                </a:path>
              </a:pathLst>
            </a:custGeom>
            <a:grpFill/>
            <a:ln>
              <a:solidFill>
                <a:schemeClr val="bg1"/>
              </a:solidFill>
            </a:ln>
          </p:spPr>
          <p:txBody>
            <a:bodyPr/>
            <a:p>
              <a:endParaRPr dirty="0" lang="en-US"/>
            </a:p>
          </p:txBody>
        </p:sp>
      </p:grpSp>
      <p:sp>
        <p:nvSpPr>
          <p:cNvPr id="1048695" name="Rectangle: Rounded Corners 3"/>
          <p:cNvSpPr/>
          <p:nvPr/>
        </p:nvSpPr>
        <p:spPr>
          <a:xfrm>
            <a:off x="6199515" y="1137195"/>
            <a:ext cx="2510776" cy="4583610"/>
          </a:xfrm>
          <a:prstGeom prst="roundRect">
            <a:avLst>
              <a:gd name="adj" fmla="val 1158"/>
            </a:avLst>
          </a:prstGeom>
          <a:solidFill>
            <a:srgbClr val="FAF3F1"/>
          </a:solidFill>
          <a:ln>
            <a:noFill/>
          </a:ln>
          <a:effectLst>
            <a:outerShdw algn="t" blurRad="1270000" dir="5400000" dist="1104900" rotWithShape="0" sx="70000" sy="7000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id-ID"/>
          </a:p>
        </p:txBody>
      </p:sp>
      <p:sp>
        <p:nvSpPr>
          <p:cNvPr id="1048696" name="Rectangle: Rounded Corners 4"/>
          <p:cNvSpPr/>
          <p:nvPr/>
        </p:nvSpPr>
        <p:spPr>
          <a:xfrm>
            <a:off x="8898031" y="1137195"/>
            <a:ext cx="2510776" cy="4583610"/>
          </a:xfrm>
          <a:prstGeom prst="roundRect">
            <a:avLst>
              <a:gd name="adj" fmla="val 1158"/>
            </a:avLst>
          </a:prstGeom>
          <a:solidFill>
            <a:srgbClr val="FAF3F1"/>
          </a:solidFill>
          <a:ln>
            <a:noFill/>
          </a:ln>
          <a:effectLst>
            <a:outerShdw algn="t" blurRad="1270000" dir="5400000" dist="1104900" rotWithShape="0" sx="70000" sy="7000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id-ID"/>
          </a:p>
        </p:txBody>
      </p:sp>
      <p:sp>
        <p:nvSpPr>
          <p:cNvPr id="1048697" name="TextBox 12"/>
          <p:cNvSpPr txBox="1"/>
          <p:nvPr/>
        </p:nvSpPr>
        <p:spPr>
          <a:xfrm>
            <a:off x="1784600" y="1849500"/>
            <a:ext cx="752220" cy="3469641"/>
          </a:xfrm>
          <a:prstGeom prst="rect"/>
          <a:noFill/>
        </p:spPr>
        <p:txBody>
          <a:bodyPr rtlCol="0" wrap="square">
            <a:spAutoFit/>
          </a:bodyPr>
          <a:p>
            <a:r>
              <a:rPr altLang="en-US"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rPr>
              <a:t>这是一条竖标题</a:t>
            </a:r>
            <a:endParaRPr altLang="en-US"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cxnSp>
        <p:nvCxnSpPr>
          <p:cNvPr id="3145728" name="Straight Connector 28"/>
          <p:cNvCxnSpPr>
            <a:cxnSpLocks/>
          </p:cNvCxnSpPr>
          <p:nvPr/>
        </p:nvCxnSpPr>
        <p:spPr>
          <a:xfrm>
            <a:off x="3723235" y="3429000"/>
            <a:ext cx="2066305" cy="0"/>
          </a:xfrm>
          <a:prstGeom prst="line"/>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45729" name="Straight Connector 31"/>
          <p:cNvCxnSpPr>
            <a:cxnSpLocks/>
          </p:cNvCxnSpPr>
          <p:nvPr/>
        </p:nvCxnSpPr>
        <p:spPr>
          <a:xfrm>
            <a:off x="6311136" y="3429000"/>
            <a:ext cx="2287534" cy="0"/>
          </a:xfrm>
          <a:prstGeom prst="line"/>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45730" name="Straight Connector 32"/>
          <p:cNvCxnSpPr>
            <a:cxnSpLocks/>
          </p:cNvCxnSpPr>
          <p:nvPr/>
        </p:nvCxnSpPr>
        <p:spPr>
          <a:xfrm>
            <a:off x="9009652" y="3429000"/>
            <a:ext cx="2287534" cy="0"/>
          </a:xfrm>
          <a:prstGeom prst="line"/>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048698" name="Text Placeholder 2"/>
          <p:cNvSpPr txBox="1"/>
          <p:nvPr/>
        </p:nvSpPr>
        <p:spPr>
          <a:xfrm>
            <a:off x="4050222" y="1365042"/>
            <a:ext cx="1412332" cy="300716"/>
          </a:xfrm>
          <a:prstGeom prst="rect"/>
        </p:spPr>
        <p:txBody>
          <a:bodyPr/>
          <a:lstStyle>
            <a:lvl1pPr algn="ctr" defTabSz="1460500" eaLnBrk="1" hangingPunct="1" indent="0" latinLnBrk="0" marL="0" rtl="0">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algn="l" defTabSz="1460500" eaLnBrk="1" hangingPunct="1" indent="-365125" latinLnBrk="0" marL="1095375" rtl="0">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algn="l" defTabSz="1460500" eaLnBrk="1" hangingPunct="1" indent="-365125" latinLnBrk="0" marL="1826260" rtl="0">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algn="l" defTabSz="1460500" eaLnBrk="1" hangingPunct="1" indent="-365125" latinLnBrk="0" marL="255651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algn="l" defTabSz="1460500" eaLnBrk="1" hangingPunct="1" indent="-365125" latinLnBrk="0" marL="328676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algn="l" defTabSz="1460500" eaLnBrk="1" hangingPunct="1" indent="-365125" latinLnBrk="0" marL="401701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algn="l" defTabSz="1460500" eaLnBrk="1" hangingPunct="1" indent="-365125" latinLnBrk="0" marL="474726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algn="l" defTabSz="1460500" eaLnBrk="1" hangingPunct="1" indent="-365125" latinLnBrk="0" marL="5478145"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algn="l" defTabSz="1460500" eaLnBrk="1" hangingPunct="1" indent="-365125" latinLnBrk="0" marL="6208395"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r>
              <a:rPr altLang="en-US" dirty="0" sz="1600" lang="zh-CN">
                <a:solidFill>
                  <a:schemeClr val="bg1">
                    <a:lumMod val="50000"/>
                  </a:schemeClr>
                </a:solidFill>
                <a:latin typeface="华光标题宋_CNKI" panose="02000500000000000000" charset="-122"/>
                <a:ea typeface="华光标题宋_CNKI" panose="02000500000000000000" charset="-122"/>
              </a:rPr>
              <a:t>标题</a:t>
            </a:r>
            <a:endParaRPr altLang="en-US" dirty="0" sz="1600" lang="zh-CN">
              <a:solidFill>
                <a:schemeClr val="bg1">
                  <a:lumMod val="50000"/>
                </a:schemeClr>
              </a:solidFill>
              <a:latin typeface="华光标题宋_CNKI" panose="02000500000000000000" charset="-122"/>
              <a:ea typeface="华光标题宋_CNKI" panose="02000500000000000000" charset="-122"/>
            </a:endParaRPr>
          </a:p>
        </p:txBody>
      </p:sp>
      <p:grpSp>
        <p:nvGrpSpPr>
          <p:cNvPr id="69" name="Group 38"/>
          <p:cNvGrpSpPr/>
          <p:nvPr/>
        </p:nvGrpSpPr>
        <p:grpSpPr>
          <a:xfrm>
            <a:off x="3672590" y="1750912"/>
            <a:ext cx="2116949" cy="1261230"/>
            <a:chOff x="4631581" y="1728402"/>
            <a:chExt cx="1850431" cy="1064328"/>
          </a:xfrm>
        </p:grpSpPr>
        <p:sp>
          <p:nvSpPr>
            <p:cNvPr id="1048699" name="Rectangle: Rounded Corners 39"/>
            <p:cNvSpPr/>
            <p:nvPr/>
          </p:nvSpPr>
          <p:spPr>
            <a:xfrm>
              <a:off x="4631581" y="1728402"/>
              <a:ext cx="1850431" cy="1064328"/>
            </a:xfrm>
            <a:prstGeom prst="roundRect">
              <a:avLst>
                <a:gd name="adj" fmla="val 11188"/>
              </a:avLst>
            </a:prstGeom>
            <a:solidFill>
              <a:srgbClr val="EDD3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grpSp>
          <p:nvGrpSpPr>
            <p:cNvPr id="70" name="Group 40"/>
            <p:cNvGrpSpPr/>
            <p:nvPr/>
          </p:nvGrpSpPr>
          <p:grpSpPr>
            <a:xfrm>
              <a:off x="4718157" y="1811608"/>
              <a:ext cx="1689463" cy="688050"/>
              <a:chOff x="5128966" y="1821876"/>
              <a:chExt cx="1689463" cy="688050"/>
            </a:xfrm>
          </p:grpSpPr>
          <p:sp>
            <p:nvSpPr>
              <p:cNvPr id="1048700" name="Freeform 45"/>
              <p:cNvSpPr>
                <a:spLocks noEditPoints="1"/>
              </p:cNvSpPr>
              <p:nvPr/>
            </p:nvSpPr>
            <p:spPr bwMode="auto">
              <a:xfrm>
                <a:off x="5128966" y="1902227"/>
                <a:ext cx="116362" cy="116362"/>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3B5C4D"/>
              </a:solidFill>
              <a:ln>
                <a:noFill/>
              </a:ln>
            </p:spPr>
            <p:txBody>
              <a:bodyPr/>
              <a:p>
                <a:endParaRPr dirty="0" sz="1200" lang="en-US">
                  <a:solidFill>
                    <a:schemeClr val="bg1">
                      <a:lumMod val="65000"/>
                    </a:schemeClr>
                  </a:solidFill>
                </a:endParaRPr>
              </a:p>
            </p:txBody>
          </p:sp>
          <p:sp>
            <p:nvSpPr>
              <p:cNvPr id="1048701" name="Rectangle 42"/>
              <p:cNvSpPr/>
              <p:nvPr/>
            </p:nvSpPr>
            <p:spPr>
              <a:xfrm>
                <a:off x="5245328" y="1821876"/>
                <a:ext cx="1573101" cy="688050"/>
              </a:xfrm>
              <a:prstGeom prst="rect"/>
            </p:spPr>
            <p:txBody>
              <a:bodyPr wrap="square">
                <a:spAutoFit/>
              </a:bodyPr>
              <a:p>
                <a:pPr>
                  <a:lnSpc>
                    <a:spcPct val="120000"/>
                  </a:lnSpc>
                </a:pPr>
                <a:r>
                  <a:rPr altLang="zh-CN" dirty="0" sz="1400" lang="zh-CN">
                    <a:latin typeface="黑体" panose="02010609060101010101" charset="-122"/>
                    <a:ea typeface="黑体" panose="02010609060101010101" charset="-122"/>
                    <a:sym typeface="+mn-ea"/>
                  </a:rPr>
                  <a:t>此处添加说明文字此处添加说明文字此处添加说明文字</a:t>
                </a:r>
                <a:r>
                  <a:rPr altLang="en-US" dirty="0" sz="1400" lang="zh-CN" smtClean="0">
                    <a:latin typeface="黑体" panose="02010609060101010101" charset="-122"/>
                    <a:ea typeface="黑体" panose="02010609060101010101" charset="-122"/>
                  </a:rPr>
                  <a:t>。</a:t>
                </a:r>
                <a:endParaRPr b="1" dirty="0" sz="1400" lang="en-US">
                  <a:solidFill>
                    <a:schemeClr val="bg1">
                      <a:lumMod val="65000"/>
                    </a:schemeClr>
                  </a:solidFill>
                  <a:latin typeface="黑体" panose="02010609060101010101" charset="-122"/>
                  <a:ea typeface="黑体" panose="02010609060101010101" charset="-122"/>
                  <a:cs typeface="Segoe UI" panose="020B0502040204020203" pitchFamily="34" charset="0"/>
                </a:endParaRPr>
              </a:p>
            </p:txBody>
          </p:sp>
        </p:grpSp>
      </p:grpSp>
      <p:sp>
        <p:nvSpPr>
          <p:cNvPr id="1048702" name="Text Placeholder 2"/>
          <p:cNvSpPr txBox="1"/>
          <p:nvPr/>
        </p:nvSpPr>
        <p:spPr>
          <a:xfrm>
            <a:off x="6748737" y="1365042"/>
            <a:ext cx="1412332" cy="300716"/>
          </a:xfrm>
          <a:prstGeom prst="rect"/>
        </p:spPr>
        <p:txBody>
          <a:bodyPr/>
          <a:lstStyle>
            <a:lvl1pPr algn="ctr" defTabSz="1460500" eaLnBrk="1" hangingPunct="1" indent="0" latinLnBrk="0" marL="0" rtl="0">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algn="l" defTabSz="1460500" eaLnBrk="1" hangingPunct="1" indent="-365125" latinLnBrk="0" marL="1095375" rtl="0">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algn="l" defTabSz="1460500" eaLnBrk="1" hangingPunct="1" indent="-365125" latinLnBrk="0" marL="1826260" rtl="0">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algn="l" defTabSz="1460500" eaLnBrk="1" hangingPunct="1" indent="-365125" latinLnBrk="0" marL="255651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algn="l" defTabSz="1460500" eaLnBrk="1" hangingPunct="1" indent="-365125" latinLnBrk="0" marL="328676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algn="l" defTabSz="1460500" eaLnBrk="1" hangingPunct="1" indent="-365125" latinLnBrk="0" marL="401701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algn="l" defTabSz="1460500" eaLnBrk="1" hangingPunct="1" indent="-365125" latinLnBrk="0" marL="474726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algn="l" defTabSz="1460500" eaLnBrk="1" hangingPunct="1" indent="-365125" latinLnBrk="0" marL="5478145"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algn="l" defTabSz="1460500" eaLnBrk="1" hangingPunct="1" indent="-365125" latinLnBrk="0" marL="6208395"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r>
              <a:rPr altLang="en-US" dirty="0" sz="1600" lang="zh-CN">
                <a:solidFill>
                  <a:schemeClr val="bg1">
                    <a:lumMod val="50000"/>
                  </a:schemeClr>
                </a:solidFill>
                <a:latin typeface="华光标题宋_CNKI" panose="02000500000000000000" charset="-122"/>
                <a:ea typeface="华光标题宋_CNKI" panose="02000500000000000000" charset="-122"/>
              </a:rPr>
              <a:t>标题</a:t>
            </a:r>
            <a:endParaRPr altLang="en-US" dirty="0" sz="1600" lang="zh-CN">
              <a:solidFill>
                <a:schemeClr val="bg1">
                  <a:lumMod val="50000"/>
                </a:schemeClr>
              </a:solidFill>
              <a:latin typeface="华光标题宋_CNKI" panose="02000500000000000000" charset="-122"/>
              <a:ea typeface="华光标题宋_CNKI" panose="02000500000000000000" charset="-122"/>
            </a:endParaRPr>
          </a:p>
        </p:txBody>
      </p:sp>
      <p:sp>
        <p:nvSpPr>
          <p:cNvPr id="1048703" name="Text Placeholder 2"/>
          <p:cNvSpPr txBox="1"/>
          <p:nvPr/>
        </p:nvSpPr>
        <p:spPr>
          <a:xfrm>
            <a:off x="9447253" y="1365042"/>
            <a:ext cx="1412332" cy="300716"/>
          </a:xfrm>
          <a:prstGeom prst="rect"/>
        </p:spPr>
        <p:txBody>
          <a:bodyPr/>
          <a:lstStyle>
            <a:lvl1pPr algn="ctr" defTabSz="1460500" eaLnBrk="1" hangingPunct="1" indent="0" latinLnBrk="0" marL="0" rtl="0">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algn="l" defTabSz="1460500" eaLnBrk="1" hangingPunct="1" indent="-365125" latinLnBrk="0" marL="1095375" rtl="0">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algn="l" defTabSz="1460500" eaLnBrk="1" hangingPunct="1" indent="-365125" latinLnBrk="0" marL="1826260" rtl="0">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algn="l" defTabSz="1460500" eaLnBrk="1" hangingPunct="1" indent="-365125" latinLnBrk="0" marL="255651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algn="l" defTabSz="1460500" eaLnBrk="1" hangingPunct="1" indent="-365125" latinLnBrk="0" marL="328676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algn="l" defTabSz="1460500" eaLnBrk="1" hangingPunct="1" indent="-365125" latinLnBrk="0" marL="401701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algn="l" defTabSz="1460500" eaLnBrk="1" hangingPunct="1" indent="-365125" latinLnBrk="0" marL="4747260"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algn="l" defTabSz="1460500" eaLnBrk="1" hangingPunct="1" indent="-365125" latinLnBrk="0" marL="5478145"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algn="l" defTabSz="1460500" eaLnBrk="1" hangingPunct="1" indent="-365125" latinLnBrk="0" marL="6208395" rtl="0">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r>
              <a:rPr altLang="en-US" dirty="0" sz="1600" lang="zh-CN">
                <a:solidFill>
                  <a:schemeClr val="bg1">
                    <a:lumMod val="50000"/>
                  </a:schemeClr>
                </a:solidFill>
                <a:latin typeface="华光标题宋_CNKI" panose="02000500000000000000" charset="-122"/>
                <a:ea typeface="华光标题宋_CNKI" panose="02000500000000000000" charset="-122"/>
              </a:rPr>
              <a:t>标题</a:t>
            </a:r>
            <a:endParaRPr altLang="en-US" dirty="0" sz="1600" lang="zh-CN">
              <a:solidFill>
                <a:schemeClr val="bg1">
                  <a:lumMod val="50000"/>
                </a:schemeClr>
              </a:solidFill>
              <a:latin typeface="华光标题宋_CNKI" panose="02000500000000000000" charset="-122"/>
              <a:ea typeface="华光标题宋_CNKI" panose="02000500000000000000" charset="-122"/>
            </a:endParaRPr>
          </a:p>
        </p:txBody>
      </p:sp>
      <p:grpSp>
        <p:nvGrpSpPr>
          <p:cNvPr id="71" name="Group 38"/>
          <p:cNvGrpSpPr/>
          <p:nvPr/>
        </p:nvGrpSpPr>
        <p:grpSpPr>
          <a:xfrm>
            <a:off x="3652976" y="3178594"/>
            <a:ext cx="2116949" cy="1816195"/>
            <a:chOff x="4631581" y="1728402"/>
            <a:chExt cx="1850431" cy="1532652"/>
          </a:xfrm>
        </p:grpSpPr>
        <p:sp>
          <p:nvSpPr>
            <p:cNvPr id="1048704" name="Rectangle: Rounded Corners 39"/>
            <p:cNvSpPr/>
            <p:nvPr/>
          </p:nvSpPr>
          <p:spPr>
            <a:xfrm>
              <a:off x="4631581" y="1728402"/>
              <a:ext cx="1850431" cy="1532652"/>
            </a:xfrm>
            <a:prstGeom prst="roundRect">
              <a:avLst>
                <a:gd name="adj" fmla="val 11188"/>
              </a:avLst>
            </a:prstGeom>
            <a:solidFill>
              <a:srgbClr val="EDD3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grpSp>
          <p:nvGrpSpPr>
            <p:cNvPr id="72" name="Group 40"/>
            <p:cNvGrpSpPr/>
            <p:nvPr/>
          </p:nvGrpSpPr>
          <p:grpSpPr>
            <a:xfrm>
              <a:off x="4718157" y="1811608"/>
              <a:ext cx="1689463" cy="688049"/>
              <a:chOff x="5128966" y="1821876"/>
              <a:chExt cx="1689463" cy="688049"/>
            </a:xfrm>
          </p:grpSpPr>
          <p:sp>
            <p:nvSpPr>
              <p:cNvPr id="1048705" name="Freeform 45"/>
              <p:cNvSpPr>
                <a:spLocks noEditPoints="1"/>
              </p:cNvSpPr>
              <p:nvPr/>
            </p:nvSpPr>
            <p:spPr bwMode="auto">
              <a:xfrm>
                <a:off x="5128966" y="1902227"/>
                <a:ext cx="116362" cy="116362"/>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3B5C4D"/>
              </a:solidFill>
              <a:ln>
                <a:noFill/>
              </a:ln>
            </p:spPr>
            <p:txBody>
              <a:bodyPr/>
              <a:p>
                <a:endParaRPr dirty="0" sz="1200" lang="en-US">
                  <a:solidFill>
                    <a:schemeClr val="bg1">
                      <a:lumMod val="65000"/>
                    </a:schemeClr>
                  </a:solidFill>
                </a:endParaRPr>
              </a:p>
            </p:txBody>
          </p:sp>
          <p:sp>
            <p:nvSpPr>
              <p:cNvPr id="1048706" name="Rectangle 42"/>
              <p:cNvSpPr/>
              <p:nvPr/>
            </p:nvSpPr>
            <p:spPr>
              <a:xfrm>
                <a:off x="5245328" y="1821876"/>
                <a:ext cx="1573101" cy="688049"/>
              </a:xfrm>
              <a:prstGeom prst="rect"/>
            </p:spPr>
            <p:txBody>
              <a:bodyPr wrap="square">
                <a:spAutoFit/>
              </a:bodyPr>
              <a:p>
                <a:pPr>
                  <a:lnSpc>
                    <a:spcPct val="120000"/>
                  </a:lnSpc>
                </a:pPr>
                <a:r>
                  <a:rPr altLang="zh-CN" dirty="0" sz="1400" lang="zh-CN">
                    <a:latin typeface="黑体" panose="02010609060101010101" charset="-122"/>
                    <a:ea typeface="黑体" panose="02010609060101010101" charset="-122"/>
                    <a:sym typeface="+mn-ea"/>
                  </a:rPr>
                  <a:t>此处添加说明文字此处添加说明文字此处添加说明文字</a:t>
                </a:r>
                <a:r>
                  <a:rPr altLang="en-US" dirty="0" sz="1400" lang="zh-CN" smtClean="0">
                    <a:latin typeface="黑体" panose="02010609060101010101" charset="-122"/>
                    <a:ea typeface="黑体" panose="02010609060101010101" charset="-122"/>
                  </a:rPr>
                  <a:t>。</a:t>
                </a:r>
                <a:endParaRPr b="1" dirty="0" sz="1400" lang="en-US">
                  <a:solidFill>
                    <a:schemeClr val="bg1">
                      <a:lumMod val="65000"/>
                    </a:schemeClr>
                  </a:solidFill>
                  <a:latin typeface="黑体" panose="02010609060101010101" charset="-122"/>
                  <a:ea typeface="黑体" panose="02010609060101010101" charset="-122"/>
                  <a:cs typeface="Segoe UI" panose="020B0502040204020203" pitchFamily="34" charset="0"/>
                </a:endParaRPr>
              </a:p>
            </p:txBody>
          </p:sp>
        </p:grpSp>
      </p:grpSp>
      <p:grpSp>
        <p:nvGrpSpPr>
          <p:cNvPr id="73" name="Group 38"/>
          <p:cNvGrpSpPr/>
          <p:nvPr/>
        </p:nvGrpSpPr>
        <p:grpSpPr>
          <a:xfrm>
            <a:off x="9094944" y="1750912"/>
            <a:ext cx="2116949" cy="3792111"/>
            <a:chOff x="4631581" y="1728401"/>
            <a:chExt cx="1850431" cy="3200091"/>
          </a:xfrm>
        </p:grpSpPr>
        <p:sp>
          <p:nvSpPr>
            <p:cNvPr id="1048707" name="Rectangle: Rounded Corners 39"/>
            <p:cNvSpPr/>
            <p:nvPr/>
          </p:nvSpPr>
          <p:spPr>
            <a:xfrm>
              <a:off x="4631581" y="1728401"/>
              <a:ext cx="1850431" cy="3200091"/>
            </a:xfrm>
            <a:prstGeom prst="roundRect">
              <a:avLst>
                <a:gd name="adj" fmla="val 11188"/>
              </a:avLst>
            </a:prstGeom>
            <a:solidFill>
              <a:srgbClr val="EDD3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latin typeface="黑体" panose="02010609060101010101" charset="-122"/>
                <a:ea typeface="黑体" panose="02010609060101010101" charset="-122"/>
              </a:endParaRPr>
            </a:p>
          </p:txBody>
        </p:sp>
        <p:grpSp>
          <p:nvGrpSpPr>
            <p:cNvPr id="74" name="Group 40"/>
            <p:cNvGrpSpPr/>
            <p:nvPr/>
          </p:nvGrpSpPr>
          <p:grpSpPr>
            <a:xfrm>
              <a:off x="4718157" y="1811608"/>
              <a:ext cx="1689463" cy="484423"/>
              <a:chOff x="5128966" y="1821876"/>
              <a:chExt cx="1689463" cy="484423"/>
            </a:xfrm>
          </p:grpSpPr>
          <p:sp>
            <p:nvSpPr>
              <p:cNvPr id="1048708" name="Freeform 45"/>
              <p:cNvSpPr>
                <a:spLocks noEditPoints="1"/>
              </p:cNvSpPr>
              <p:nvPr/>
            </p:nvSpPr>
            <p:spPr bwMode="auto">
              <a:xfrm>
                <a:off x="5128966" y="1902227"/>
                <a:ext cx="116362" cy="116362"/>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3B5C4D"/>
              </a:solidFill>
              <a:ln>
                <a:noFill/>
              </a:ln>
            </p:spPr>
            <p:txBody>
              <a:bodyPr/>
              <a:p>
                <a:endParaRPr dirty="0" sz="1200" lang="en-US">
                  <a:solidFill>
                    <a:schemeClr val="bg1">
                      <a:lumMod val="65000"/>
                    </a:schemeClr>
                  </a:solidFill>
                  <a:latin typeface="黑体" panose="02010609060101010101" charset="-122"/>
                  <a:ea typeface="黑体" panose="02010609060101010101" charset="-122"/>
                </a:endParaRPr>
              </a:p>
            </p:txBody>
          </p:sp>
          <p:sp>
            <p:nvSpPr>
              <p:cNvPr id="1048709" name="Rectangle 42"/>
              <p:cNvSpPr/>
              <p:nvPr/>
            </p:nvSpPr>
            <p:spPr>
              <a:xfrm>
                <a:off x="5245328" y="1821876"/>
                <a:ext cx="1573101" cy="484423"/>
              </a:xfrm>
              <a:prstGeom prst="rect"/>
            </p:spPr>
            <p:txBody>
              <a:bodyPr wrap="square">
                <a:spAutoFit/>
              </a:bodyPr>
              <a:p>
                <a:pPr>
                  <a:lnSpc>
                    <a:spcPct val="120000"/>
                  </a:lnSpc>
                </a:pPr>
                <a:r>
                  <a:rPr altLang="zh-CN" dirty="0" sz="1400" lang="zh-CN">
                    <a:latin typeface="黑体" panose="02010609060101010101" charset="-122"/>
                    <a:ea typeface="黑体" panose="02010609060101010101" charset="-122"/>
                    <a:sym typeface="+mn-ea"/>
                  </a:rPr>
                  <a:t>此处添加说明文字此处添加说明文字</a:t>
                </a:r>
                <a:r>
                  <a:rPr altLang="en-US" b="1" dirty="0" sz="1400" lang="zh-CN">
                    <a:solidFill>
                      <a:schemeClr val="bg1">
                        <a:lumMod val="65000"/>
                      </a:schemeClr>
                    </a:solidFill>
                    <a:latin typeface="黑体" panose="02010609060101010101" charset="-122"/>
                    <a:ea typeface="黑体" panose="02010609060101010101" charset="-122"/>
                    <a:cs typeface="Segoe UI" panose="020B0502040204020203" pitchFamily="34" charset="0"/>
                  </a:rPr>
                  <a:t>。</a:t>
                </a:r>
                <a:endParaRPr altLang="zh-CN" dirty="0" sz="1400" lang="en-US">
                  <a:latin typeface="黑体" panose="02010609060101010101" charset="-122"/>
                  <a:ea typeface="黑体" panose="02010609060101010101" charset="-122"/>
                </a:endParaRPr>
              </a:p>
            </p:txBody>
          </p:sp>
        </p:grpSp>
      </p:grpSp>
      <p:grpSp>
        <p:nvGrpSpPr>
          <p:cNvPr id="75" name="Group 38"/>
          <p:cNvGrpSpPr/>
          <p:nvPr/>
        </p:nvGrpSpPr>
        <p:grpSpPr>
          <a:xfrm>
            <a:off x="6415534" y="1750912"/>
            <a:ext cx="2116949" cy="2855462"/>
            <a:chOff x="4631581" y="1728402"/>
            <a:chExt cx="1850431" cy="2409671"/>
          </a:xfrm>
        </p:grpSpPr>
        <p:sp>
          <p:nvSpPr>
            <p:cNvPr id="1048710" name="Rectangle: Rounded Corners 39"/>
            <p:cNvSpPr/>
            <p:nvPr/>
          </p:nvSpPr>
          <p:spPr>
            <a:xfrm>
              <a:off x="4631581" y="1728402"/>
              <a:ext cx="1850431" cy="2409671"/>
            </a:xfrm>
            <a:prstGeom prst="roundRect">
              <a:avLst>
                <a:gd name="adj" fmla="val 11188"/>
              </a:avLst>
            </a:prstGeom>
            <a:solidFill>
              <a:srgbClr val="EDD3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latin typeface="黑体" panose="02010609060101010101" charset="-122"/>
                <a:ea typeface="黑体" panose="02010609060101010101" charset="-122"/>
              </a:endParaRPr>
            </a:p>
          </p:txBody>
        </p:sp>
        <p:grpSp>
          <p:nvGrpSpPr>
            <p:cNvPr id="76" name="Group 40"/>
            <p:cNvGrpSpPr/>
            <p:nvPr/>
          </p:nvGrpSpPr>
          <p:grpSpPr>
            <a:xfrm>
              <a:off x="4718157" y="1811609"/>
              <a:ext cx="1689463" cy="484423"/>
              <a:chOff x="5128966" y="1821877"/>
              <a:chExt cx="1689463" cy="484423"/>
            </a:xfrm>
          </p:grpSpPr>
          <p:sp>
            <p:nvSpPr>
              <p:cNvPr id="1048711" name="Freeform 45"/>
              <p:cNvSpPr>
                <a:spLocks noEditPoints="1"/>
              </p:cNvSpPr>
              <p:nvPr/>
            </p:nvSpPr>
            <p:spPr bwMode="auto">
              <a:xfrm>
                <a:off x="5128966" y="1902227"/>
                <a:ext cx="116362" cy="116362"/>
              </a:xfrm>
              <a:custGeom>
                <a:avLst/>
                <a:gdLst>
                  <a:gd name="T0" fmla="*/ 92739 w 55"/>
                  <a:gd name="T1" fmla="*/ 188912 h 55"/>
                  <a:gd name="T2" fmla="*/ 0 w 55"/>
                  <a:gd name="T3" fmla="*/ 92739 h 55"/>
                  <a:gd name="T4" fmla="*/ 92739 w 55"/>
                  <a:gd name="T5" fmla="*/ 0 h 55"/>
                  <a:gd name="T6" fmla="*/ 188912 w 55"/>
                  <a:gd name="T7" fmla="*/ 92739 h 55"/>
                  <a:gd name="T8" fmla="*/ 92739 w 55"/>
                  <a:gd name="T9" fmla="*/ 188912 h 55"/>
                  <a:gd name="T10" fmla="*/ 154564 w 55"/>
                  <a:gd name="T11" fmla="*/ 68695 h 55"/>
                  <a:gd name="T12" fmla="*/ 144260 w 55"/>
                  <a:gd name="T13" fmla="*/ 58391 h 55"/>
                  <a:gd name="T14" fmla="*/ 137391 w 55"/>
                  <a:gd name="T15" fmla="*/ 54956 h 55"/>
                  <a:gd name="T16" fmla="*/ 130521 w 55"/>
                  <a:gd name="T17" fmla="*/ 58391 h 55"/>
                  <a:gd name="T18" fmla="*/ 82434 w 55"/>
                  <a:gd name="T19" fmla="*/ 106478 h 55"/>
                  <a:gd name="T20" fmla="*/ 54956 w 55"/>
                  <a:gd name="T21" fmla="*/ 79000 h 55"/>
                  <a:gd name="T22" fmla="*/ 48087 w 55"/>
                  <a:gd name="T23" fmla="*/ 75565 h 55"/>
                  <a:gd name="T24" fmla="*/ 44652 w 55"/>
                  <a:gd name="T25" fmla="*/ 79000 h 55"/>
                  <a:gd name="T26" fmla="*/ 30913 w 55"/>
                  <a:gd name="T27" fmla="*/ 89304 h 55"/>
                  <a:gd name="T28" fmla="*/ 30913 w 55"/>
                  <a:gd name="T29" fmla="*/ 96173 h 55"/>
                  <a:gd name="T30" fmla="*/ 30913 w 55"/>
                  <a:gd name="T31" fmla="*/ 103043 h 55"/>
                  <a:gd name="T32" fmla="*/ 75565 w 55"/>
                  <a:gd name="T33" fmla="*/ 147695 h 55"/>
                  <a:gd name="T34" fmla="*/ 82434 w 55"/>
                  <a:gd name="T35" fmla="*/ 147695 h 55"/>
                  <a:gd name="T36" fmla="*/ 89304 w 55"/>
                  <a:gd name="T37" fmla="*/ 147695 h 55"/>
                  <a:gd name="T38" fmla="*/ 154564 w 55"/>
                  <a:gd name="T39" fmla="*/ 79000 h 55"/>
                  <a:gd name="T40" fmla="*/ 157999 w 55"/>
                  <a:gd name="T41" fmla="*/ 75565 h 55"/>
                  <a:gd name="T42" fmla="*/ 154564 w 55"/>
                  <a:gd name="T43" fmla="*/ 68695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3B5C4D"/>
              </a:solidFill>
              <a:ln>
                <a:noFill/>
              </a:ln>
            </p:spPr>
            <p:txBody>
              <a:bodyPr/>
              <a:p>
                <a:endParaRPr dirty="0" sz="1200" lang="en-US">
                  <a:solidFill>
                    <a:schemeClr val="bg1">
                      <a:lumMod val="65000"/>
                    </a:schemeClr>
                  </a:solidFill>
                  <a:latin typeface="黑体" panose="02010609060101010101" charset="-122"/>
                  <a:ea typeface="黑体" panose="02010609060101010101" charset="-122"/>
                </a:endParaRPr>
              </a:p>
            </p:txBody>
          </p:sp>
          <p:sp>
            <p:nvSpPr>
              <p:cNvPr id="1048712" name="Rectangle 42"/>
              <p:cNvSpPr/>
              <p:nvPr/>
            </p:nvSpPr>
            <p:spPr>
              <a:xfrm>
                <a:off x="5245328" y="1821877"/>
                <a:ext cx="1573101" cy="484423"/>
              </a:xfrm>
              <a:prstGeom prst="rect"/>
            </p:spPr>
            <p:txBody>
              <a:bodyPr wrap="square">
                <a:spAutoFit/>
              </a:bodyPr>
              <a:p>
                <a:pPr>
                  <a:lnSpc>
                    <a:spcPct val="120000"/>
                  </a:lnSpc>
                </a:pPr>
                <a:r>
                  <a:rPr altLang="zh-CN" dirty="0" sz="1400" lang="zh-CN">
                    <a:latin typeface="黑体" panose="02010609060101010101" charset="-122"/>
                    <a:ea typeface="黑体" panose="02010609060101010101" charset="-122"/>
                    <a:sym typeface="+mn-ea"/>
                  </a:rPr>
                  <a:t>此处添加说明文字此处添加说明文字</a:t>
                </a:r>
                <a:r>
                  <a:rPr altLang="en-US" dirty="0" sz="1400" lang="zh-CN" smtClean="0">
                    <a:latin typeface="黑体" panose="02010609060101010101" charset="-122"/>
                    <a:ea typeface="黑体" panose="02010609060101010101" charset="-122"/>
                  </a:rPr>
                  <a:t>。</a:t>
                </a:r>
                <a:endParaRPr b="1" dirty="0" sz="1400" lang="en-US">
                  <a:solidFill>
                    <a:schemeClr val="bg1">
                      <a:lumMod val="65000"/>
                    </a:schemeClr>
                  </a:solidFill>
                  <a:latin typeface="黑体" panose="02010609060101010101" charset="-122"/>
                  <a:ea typeface="黑体" panose="02010609060101010101" charset="-122"/>
                  <a:cs typeface="Segoe UI" panose="020B0502040204020203" pitchFamily="34" charset="0"/>
                </a:endParaRPr>
              </a:p>
            </p:txBody>
          </p:sp>
        </p:grpSp>
      </p:gr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716" name="矩形 3"/>
          <p:cNvSpPr/>
          <p:nvPr/>
        </p:nvSpPr>
        <p:spPr>
          <a:xfrm>
            <a:off x="190500" y="180975"/>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67" name="图片 6" descr="375A3982"/>
          <p:cNvPicPr>
            <a:picLocks noChangeAspect="1"/>
          </p:cNvPicPr>
          <p:nvPr/>
        </p:nvPicPr>
        <p:blipFill>
          <a:blip xmlns:r="http://schemas.openxmlformats.org/officeDocument/2006/relationships" r:embed="rId1"/>
          <a:srcRect r="50394"/>
          <a:stretch>
            <a:fillRect/>
          </a:stretch>
        </p:blipFill>
        <p:spPr>
          <a:xfrm>
            <a:off x="190500" y="180975"/>
            <a:ext cx="4838065" cy="6502400"/>
          </a:xfrm>
          <a:prstGeom prst="rect"/>
        </p:spPr>
      </p:pic>
      <p:sp>
        <p:nvSpPr>
          <p:cNvPr id="1048717" name="Oval 5"/>
          <p:cNvSpPr/>
          <p:nvPr/>
        </p:nvSpPr>
        <p:spPr>
          <a:xfrm>
            <a:off x="6216650" y="1104265"/>
            <a:ext cx="4649470" cy="4649470"/>
          </a:xfrm>
          <a:prstGeom prst="ellipse"/>
          <a:solidFill>
            <a:srgbClr val="902322"/>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718" name="TextBox 14"/>
          <p:cNvSpPr txBox="1"/>
          <p:nvPr/>
        </p:nvSpPr>
        <p:spPr>
          <a:xfrm>
            <a:off x="3999865" y="1769745"/>
            <a:ext cx="906780" cy="3647441"/>
          </a:xfrm>
          <a:prstGeom prst="rect"/>
          <a:noFill/>
        </p:spPr>
        <p:txBody>
          <a:bodyPr rtlCol="0" wrap="square">
            <a:spAutoFit/>
          </a:bodyPr>
          <a:p>
            <a:r>
              <a:rPr altLang="en-US" dirty="0" sz="239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rPr>
              <a:t>叁</a:t>
            </a:r>
            <a:endParaRPr altLang="en-US" dirty="0" sz="239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719" name="TextBox 14"/>
          <p:cNvSpPr txBox="1"/>
          <p:nvPr/>
        </p:nvSpPr>
        <p:spPr>
          <a:xfrm>
            <a:off x="6859270" y="2900680"/>
            <a:ext cx="3364230" cy="829945"/>
          </a:xfrm>
          <a:prstGeom prst="rect"/>
          <a:noFill/>
        </p:spPr>
        <p:txBody>
          <a:bodyPr rtlCol="0" wrap="square">
            <a:spAutoFit/>
          </a:bodyPr>
          <a:p>
            <a:pPr algn="ctr"/>
            <a:r>
              <a:rPr altLang="en-US" dirty="0" sz="4800" lang="zh-CN" smtClean="0">
                <a:solidFill>
                  <a:schemeClr val="bg1"/>
                </a:solidFill>
                <a:latin typeface="华光标题宋_CNKI" panose="02000500000000000000" charset="-122"/>
                <a:ea typeface="华光标题宋_CNKI" panose="02000500000000000000" charset="-122"/>
                <a:cs typeface="Open Sans" panose="020B0606030504020204" pitchFamily="34" charset="0"/>
              </a:rPr>
              <a:t>标题三</a:t>
            </a:r>
            <a:endParaRPr altLang="en-US" dirty="0" sz="4800" lang="zh-CN" smtClean="0">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720" name="Oval 5"/>
          <p:cNvSpPr/>
          <p:nvPr/>
        </p:nvSpPr>
        <p:spPr>
          <a:xfrm>
            <a:off x="5753100" y="676910"/>
            <a:ext cx="1858645" cy="1858645"/>
          </a:xfrm>
          <a:prstGeom prst="ellipse"/>
          <a:solidFill>
            <a:srgbClr val="FFFFFF"/>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pic>
        <p:nvPicPr>
          <p:cNvPr id="2097168" name="图片 4" descr="横向校标_画板 1"/>
          <p:cNvPicPr>
            <a:picLocks noChangeAspect="1"/>
          </p:cNvPicPr>
          <p:nvPr/>
        </p:nvPicPr>
        <p:blipFill>
          <a:blip xmlns:r="http://schemas.openxmlformats.org/officeDocument/2006/relationships" r:embed="rId2"/>
          <a:srcRect l="23404" t="57280" r="60019" b="25884"/>
          <a:stretch>
            <a:fillRect/>
          </a:stretch>
        </p:blipFill>
        <p:spPr>
          <a:xfrm>
            <a:off x="5962015" y="874395"/>
            <a:ext cx="1440180" cy="1463675"/>
          </a:xfrm>
          <a:prstGeom prst="ellipse"/>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24" name="矩形 3"/>
          <p:cNvSpPr/>
          <p:nvPr/>
        </p:nvSpPr>
        <p:spPr>
          <a:xfrm>
            <a:off x="171450" y="150721"/>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dirty="0" lang="zh-CN"/>
          </a:p>
        </p:txBody>
      </p:sp>
      <p:pic>
        <p:nvPicPr>
          <p:cNvPr id="2097169" name="图片 14" descr="375A3988"/>
          <p:cNvPicPr>
            <a:picLocks noChangeAspect="1"/>
          </p:cNvPicPr>
          <p:nvPr/>
        </p:nvPicPr>
        <p:blipFill>
          <a:blip xmlns:r="http://schemas.openxmlformats.org/officeDocument/2006/relationships" r:embed="rId1">
            <a:lum bright="70000" contrast="-70000"/>
          </a:blip>
          <a:stretch>
            <a:fillRect/>
          </a:stretch>
        </p:blipFill>
        <p:spPr>
          <a:xfrm>
            <a:off x="5032375" y="1641475"/>
            <a:ext cx="6029325" cy="4141470"/>
          </a:xfrm>
          <a:prstGeom prst="rect"/>
        </p:spPr>
      </p:pic>
      <p:sp>
        <p:nvSpPr>
          <p:cNvPr id="1048725" name="AutoShape 3"/>
          <p:cNvSpPr>
            <a:spLocks noChangeAspect="1" noChangeArrowheads="1" noTextEdit="1"/>
          </p:cNvSpPr>
          <p:nvPr/>
        </p:nvSpPr>
        <p:spPr bwMode="auto">
          <a:xfrm>
            <a:off x="0" y="209550"/>
            <a:ext cx="4860925" cy="6858000"/>
          </a:xfrm>
          <a:prstGeom prst="rect"/>
          <a:noFill/>
          <a:ln>
            <a:noFill/>
          </a:ln>
        </p:spPr>
        <p:txBody>
          <a:bodyPr anchor="t" anchorCtr="0" bIns="45720" compatLnSpc="1" lIns="91440" numCol="1" rIns="91440" tIns="45720" vert="horz" wrap="square"/>
          <a:p>
            <a:endParaRPr altLang="en-US" lang="zh-CN"/>
          </a:p>
        </p:txBody>
      </p:sp>
      <p:grpSp>
        <p:nvGrpSpPr>
          <p:cNvPr id="83" name="Group 1"/>
          <p:cNvGrpSpPr/>
          <p:nvPr/>
        </p:nvGrpSpPr>
        <p:grpSpPr>
          <a:xfrm>
            <a:off x="596900" y="1657350"/>
            <a:ext cx="4087495" cy="4124960"/>
            <a:chOff x="0" y="0"/>
            <a:chExt cx="6439853" cy="5029200"/>
          </a:xfrm>
          <a:solidFill>
            <a:srgbClr val="902322"/>
          </a:solidFill>
          <a:effectLst>
            <a:outerShdw algn="tl" blurRad="317500" dir="2700000" dist="203200" rotWithShape="0">
              <a:prstClr val="black">
                <a:alpha val="40000"/>
              </a:prstClr>
            </a:outerShdw>
          </a:effectLst>
        </p:grpSpPr>
        <p:grpSp>
          <p:nvGrpSpPr>
            <p:cNvPr id="84" name="Group 11"/>
            <p:cNvGrpSpPr/>
            <p:nvPr/>
          </p:nvGrpSpPr>
          <p:grpSpPr>
            <a:xfrm>
              <a:off x="0" y="0"/>
              <a:ext cx="6439853" cy="5029200"/>
              <a:chOff x="0" y="0"/>
              <a:chExt cx="6439853" cy="5029200"/>
            </a:xfrm>
            <a:grpFill/>
          </p:grpSpPr>
          <p:sp>
            <p:nvSpPr>
              <p:cNvPr id="1048726" name="Rectangle 2"/>
              <p:cNvSpPr/>
              <p:nvPr/>
            </p:nvSpPr>
            <p:spPr>
              <a:xfrm>
                <a:off x="0" y="0"/>
                <a:ext cx="6096000" cy="5029200"/>
              </a:xfrm>
              <a:prstGeom prst="rect"/>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727" name="Oval 6"/>
              <p:cNvSpPr/>
              <p:nvPr/>
            </p:nvSpPr>
            <p:spPr>
              <a:xfrm>
                <a:off x="5815013" y="2202180"/>
                <a:ext cx="624840" cy="624840"/>
              </a:xfrm>
              <a:prstGeom prst="ellipse"/>
              <a:gr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grpSp>
        <p:sp>
          <p:nvSpPr>
            <p:cNvPr id="1048728" name="Freeform 46"/>
            <p:cNvSpPr/>
            <p:nvPr/>
          </p:nvSpPr>
          <p:spPr bwMode="auto">
            <a:xfrm flipH="1">
              <a:off x="6161498" y="2415272"/>
              <a:ext cx="89760" cy="198656"/>
            </a:xfrm>
            <a:custGeom>
              <a:avLst/>
              <a:gdLst>
                <a:gd name="T0" fmla="*/ 147571 w 96"/>
                <a:gd name="T1" fmla="*/ 33734 h 168"/>
                <a:gd name="T2" fmla="*/ 46517 w 96"/>
                <a:gd name="T3" fmla="*/ 134938 h 168"/>
                <a:gd name="T4" fmla="*/ 149175 w 96"/>
                <a:gd name="T5" fmla="*/ 237747 h 168"/>
                <a:gd name="T6" fmla="*/ 149175 w 96"/>
                <a:gd name="T7" fmla="*/ 237747 h 168"/>
                <a:gd name="T8" fmla="*/ 153987 w 96"/>
                <a:gd name="T9" fmla="*/ 250598 h 168"/>
                <a:gd name="T10" fmla="*/ 134739 w 96"/>
                <a:gd name="T11" fmla="*/ 269875 h 168"/>
                <a:gd name="T12" fmla="*/ 121906 w 96"/>
                <a:gd name="T13" fmla="*/ 265056 h 168"/>
                <a:gd name="T14" fmla="*/ 121906 w 96"/>
                <a:gd name="T15" fmla="*/ 265056 h 168"/>
                <a:gd name="T16" fmla="*/ 6416 w 96"/>
                <a:gd name="T17" fmla="*/ 149395 h 168"/>
                <a:gd name="T18" fmla="*/ 6416 w 96"/>
                <a:gd name="T19" fmla="*/ 149395 h 168"/>
                <a:gd name="T20" fmla="*/ 0 w 96"/>
                <a:gd name="T21" fmla="*/ 134938 h 168"/>
                <a:gd name="T22" fmla="*/ 0 w 96"/>
                <a:gd name="T23" fmla="*/ 134938 h 168"/>
                <a:gd name="T24" fmla="*/ 0 w 96"/>
                <a:gd name="T25" fmla="*/ 134938 h 168"/>
                <a:gd name="T26" fmla="*/ 6416 w 96"/>
                <a:gd name="T27" fmla="*/ 120480 h 168"/>
                <a:gd name="T28" fmla="*/ 6416 w 96"/>
                <a:gd name="T29" fmla="*/ 120480 h 168"/>
                <a:gd name="T30" fmla="*/ 121906 w 96"/>
                <a:gd name="T31" fmla="*/ 4819 h 168"/>
                <a:gd name="T32" fmla="*/ 121906 w 96"/>
                <a:gd name="T33" fmla="*/ 4819 h 168"/>
                <a:gd name="T34" fmla="*/ 134739 w 96"/>
                <a:gd name="T35" fmla="*/ 0 h 168"/>
                <a:gd name="T36" fmla="*/ 153987 w 96"/>
                <a:gd name="T37" fmla="*/ 19277 h 168"/>
                <a:gd name="T38" fmla="*/ 147571 w 96"/>
                <a:gd name="T39" fmla="*/ 33734 h 16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96" h="168">
                  <a:moveTo>
                    <a:pt x="92" y="21"/>
                  </a:moveTo>
                  <a:cubicBezTo>
                    <a:pt x="29" y="84"/>
                    <a:pt x="29" y="84"/>
                    <a:pt x="29" y="84"/>
                  </a:cubicBezTo>
                  <a:cubicBezTo>
                    <a:pt x="93" y="148"/>
                    <a:pt x="93" y="148"/>
                    <a:pt x="93" y="148"/>
                  </a:cubicBezTo>
                  <a:cubicBezTo>
                    <a:pt x="93" y="148"/>
                    <a:pt x="93" y="148"/>
                    <a:pt x="93" y="148"/>
                  </a:cubicBezTo>
                  <a:cubicBezTo>
                    <a:pt x="95" y="150"/>
                    <a:pt x="96" y="153"/>
                    <a:pt x="96" y="156"/>
                  </a:cubicBezTo>
                  <a:cubicBezTo>
                    <a:pt x="96" y="163"/>
                    <a:pt x="91" y="168"/>
                    <a:pt x="84" y="168"/>
                  </a:cubicBezTo>
                  <a:cubicBezTo>
                    <a:pt x="81" y="168"/>
                    <a:pt x="78" y="167"/>
                    <a:pt x="76" y="165"/>
                  </a:cubicBezTo>
                  <a:cubicBezTo>
                    <a:pt x="76" y="165"/>
                    <a:pt x="76" y="165"/>
                    <a:pt x="76" y="165"/>
                  </a:cubicBezTo>
                  <a:cubicBezTo>
                    <a:pt x="4" y="93"/>
                    <a:pt x="4" y="93"/>
                    <a:pt x="4" y="93"/>
                  </a:cubicBezTo>
                  <a:cubicBezTo>
                    <a:pt x="4" y="93"/>
                    <a:pt x="4" y="93"/>
                    <a:pt x="4" y="93"/>
                  </a:cubicBezTo>
                  <a:cubicBezTo>
                    <a:pt x="1" y="90"/>
                    <a:pt x="0" y="87"/>
                    <a:pt x="0" y="84"/>
                  </a:cubicBezTo>
                  <a:cubicBezTo>
                    <a:pt x="0" y="84"/>
                    <a:pt x="0" y="84"/>
                    <a:pt x="0" y="84"/>
                  </a:cubicBezTo>
                  <a:cubicBezTo>
                    <a:pt x="0" y="84"/>
                    <a:pt x="0" y="84"/>
                    <a:pt x="0" y="84"/>
                  </a:cubicBezTo>
                  <a:cubicBezTo>
                    <a:pt x="0" y="81"/>
                    <a:pt x="1" y="77"/>
                    <a:pt x="4" y="75"/>
                  </a:cubicBezTo>
                  <a:cubicBezTo>
                    <a:pt x="4" y="75"/>
                    <a:pt x="4" y="75"/>
                    <a:pt x="4" y="75"/>
                  </a:cubicBezTo>
                  <a:cubicBezTo>
                    <a:pt x="76" y="3"/>
                    <a:pt x="76" y="3"/>
                    <a:pt x="76" y="3"/>
                  </a:cubicBezTo>
                  <a:cubicBezTo>
                    <a:pt x="76" y="3"/>
                    <a:pt x="76" y="3"/>
                    <a:pt x="76" y="3"/>
                  </a:cubicBezTo>
                  <a:cubicBezTo>
                    <a:pt x="78" y="1"/>
                    <a:pt x="81" y="0"/>
                    <a:pt x="84" y="0"/>
                  </a:cubicBezTo>
                  <a:cubicBezTo>
                    <a:pt x="91" y="0"/>
                    <a:pt x="96" y="5"/>
                    <a:pt x="96" y="12"/>
                  </a:cubicBezTo>
                  <a:cubicBezTo>
                    <a:pt x="96" y="16"/>
                    <a:pt x="94" y="19"/>
                    <a:pt x="92" y="21"/>
                  </a:cubicBezTo>
                </a:path>
              </a:pathLst>
            </a:custGeom>
            <a:grpFill/>
            <a:ln>
              <a:solidFill>
                <a:schemeClr val="bg1"/>
              </a:solidFill>
            </a:ln>
          </p:spPr>
          <p:txBody>
            <a:bodyPr/>
            <a:p>
              <a:endParaRPr dirty="0" lang="en-US"/>
            </a:p>
          </p:txBody>
        </p:sp>
      </p:grpSp>
      <p:sp>
        <p:nvSpPr>
          <p:cNvPr id="1048729" name="Rectangle 18"/>
          <p:cNvSpPr/>
          <p:nvPr/>
        </p:nvSpPr>
        <p:spPr>
          <a:xfrm>
            <a:off x="972185" y="2663825"/>
            <a:ext cx="3493770" cy="423545"/>
          </a:xfrm>
          <a:prstGeom prst="rect"/>
        </p:spPr>
        <p:txBody>
          <a:bodyPr wrap="square">
            <a:spAutoFit/>
          </a:bodyPr>
          <a:p>
            <a:pPr>
              <a:lnSpc>
                <a:spcPct val="120000"/>
              </a:lnSpc>
            </a:pPr>
            <a:r>
              <a:rPr dirty="0" lang="zh-CN" smtClean="0">
                <a:solidFill>
                  <a:schemeClr val="bg1"/>
                </a:solidFill>
                <a:latin typeface="黑体" panose="02010609060101010101" charset="-122"/>
                <a:ea typeface="黑体" panose="02010609060101010101" charset="-122"/>
                <a:cs typeface="黑体" panose="02010609060101010101" charset="-122"/>
              </a:rPr>
              <a:t>此处添加说明文字</a:t>
            </a:r>
            <a:endParaRPr dirty="0" sz="2400" lang="zh-CN">
              <a:solidFill>
                <a:schemeClr val="bg1"/>
              </a:solidFill>
              <a:latin typeface="黑体" panose="02010609060101010101" charset="-122"/>
              <a:ea typeface="黑体" panose="02010609060101010101" charset="-122"/>
              <a:cs typeface="黑体" panose="02010609060101010101" charset="-122"/>
            </a:endParaRPr>
          </a:p>
        </p:txBody>
      </p:sp>
      <p:grpSp>
        <p:nvGrpSpPr>
          <p:cNvPr id="85" name="Group 14"/>
          <p:cNvGrpSpPr/>
          <p:nvPr/>
        </p:nvGrpSpPr>
        <p:grpSpPr>
          <a:xfrm>
            <a:off x="885321" y="1880016"/>
            <a:ext cx="3264535" cy="563245"/>
            <a:chOff x="739851" y="136699"/>
            <a:chExt cx="3264535" cy="939887"/>
          </a:xfrm>
        </p:grpSpPr>
        <p:sp>
          <p:nvSpPr>
            <p:cNvPr id="1048730" name="Rectangle 15"/>
            <p:cNvSpPr/>
            <p:nvPr/>
          </p:nvSpPr>
          <p:spPr>
            <a:xfrm>
              <a:off x="739851" y="136699"/>
              <a:ext cx="2114168" cy="511799"/>
            </a:xfrm>
            <a:prstGeom prst="rect"/>
          </p:spPr>
          <p:txBody>
            <a:bodyPr wrap="square">
              <a:spAutoFit/>
            </a:bodyPr>
            <a:p>
              <a:r>
                <a:rPr dirty="0" sz="1400" lang="en-US" smtClean="0">
                  <a:solidFill>
                    <a:schemeClr val="bg1"/>
                  </a:solidFill>
                  <a:latin typeface="华光标题宋_CNKI" panose="02000500000000000000" charset="-122"/>
                  <a:ea typeface="华光标题宋_CNKI" panose="02000500000000000000" charset="-122"/>
                  <a:cs typeface="Open Sans Light" panose="020B0306030504020204" pitchFamily="34" charset="0"/>
                </a:rPr>
                <a:t> </a:t>
              </a:r>
              <a:endParaRPr dirty="0" sz="1400" lang="en-US" smtClean="0">
                <a:solidFill>
                  <a:schemeClr val="bg1"/>
                </a:solidFill>
                <a:latin typeface="华光标题宋_CNKI" panose="02000500000000000000" charset="-122"/>
                <a:ea typeface="华光标题宋_CNKI" panose="02000500000000000000" charset="-122"/>
                <a:cs typeface="Open Sans Light" panose="020B0306030504020204" pitchFamily="34" charset="0"/>
              </a:endParaRPr>
            </a:p>
          </p:txBody>
        </p:sp>
        <p:sp>
          <p:nvSpPr>
            <p:cNvPr id="1048731" name="TextBox 17"/>
            <p:cNvSpPr txBox="1"/>
            <p:nvPr/>
          </p:nvSpPr>
          <p:spPr>
            <a:xfrm>
              <a:off x="739851" y="411142"/>
              <a:ext cx="3264535" cy="665444"/>
            </a:xfrm>
            <a:prstGeom prst="rect"/>
            <a:noFill/>
          </p:spPr>
          <p:txBody>
            <a:bodyPr rtlCol="0" wrap="square">
              <a:spAutoFit/>
            </a:bodyPr>
            <a:p>
              <a:r>
                <a:rPr altLang="en-US" dirty="0" sz="2000" lang="zh-CN">
                  <a:solidFill>
                    <a:schemeClr val="bg1"/>
                  </a:solidFill>
                  <a:latin typeface="华光标题宋_CNKI" panose="02000500000000000000" charset="-122"/>
                  <a:ea typeface="华光标题宋_CNKI" panose="02000500000000000000" charset="-122"/>
                  <a:cs typeface="Open Sans" panose="020B0606030504020204" pitchFamily="34" charset="0"/>
                </a:rPr>
                <a:t>标题</a:t>
              </a:r>
              <a:endParaRPr altLang="en-US" dirty="0" sz="2000" lang="zh-CN">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grpSp>
      <p:sp>
        <p:nvSpPr>
          <p:cNvPr id="1048732" name="Rectangle 2"/>
          <p:cNvSpPr>
            <a:spLocks noChangeArrowheads="1"/>
          </p:cNvSpPr>
          <p:nvPr/>
        </p:nvSpPr>
        <p:spPr bwMode="auto">
          <a:xfrm>
            <a:off x="5457190" y="2552383"/>
            <a:ext cx="6525260" cy="645160"/>
          </a:xfrm>
          <a:prstGeom prst="rect"/>
          <a:noFill/>
          <a:ln>
            <a:noFill/>
          </a:ln>
          <a:effectLst/>
        </p:spPr>
        <p:txBody>
          <a:bodyPr anchor="ctr" anchorCtr="0" bIns="45720" compatLnSpc="1" lIns="91440" numCol="1" rIns="91440" tIns="45720" vert="horz" wrap="square">
            <a:spAutoFit/>
          </a:bodyPr>
          <a:lstStyle>
            <a:lvl1pPr eaLnBrk="0" fontAlgn="base" hangingPunct="0" indent="26670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defTabSz="914400" eaLnBrk="0" fontAlgn="base" hangingPunct="0" indent="0" latinLnBrk="0" lvl="0" marL="0" marR="0" rtl="0">
              <a:lnSpc>
                <a:spcPct val="100000"/>
              </a:lnSpc>
              <a:spcBef>
                <a:spcPct val="0"/>
              </a:spcBef>
              <a:spcAft>
                <a:spcPct val="0"/>
              </a:spcAft>
              <a:buClrTx/>
              <a:buSzTx/>
              <a:buFontTx/>
              <a:buNone/>
            </a:pPr>
            <a:r>
              <a:rPr altLang="en-US" baseline="0" b="1" cap="none" dirty="0" i="0" kumimoji="0" lang="zh-CN" normalizeH="0" strike="noStrike" u="none" smtClean="0">
                <a:ln>
                  <a:noFill/>
                </a:ln>
                <a:solidFill>
                  <a:srgbClr val="000000"/>
                </a:solidFill>
                <a:effectLst/>
                <a:latin typeface="黑体" panose="02010609060101010101" charset="-122"/>
                <a:ea typeface="黑体" panose="02010609060101010101" charset="-122"/>
                <a:cs typeface="黑体" panose="02010609060101010101" charset="-122"/>
              </a:rPr>
              <a:t>此处添加说明文字</a:t>
            </a:r>
            <a:r>
              <a:rPr altLang="en-US" baseline="0" b="0" cap="none" dirty="0" i="0" kumimoji="0" lang="zh-CN" normalizeH="0" strike="noStrike" u="none" smtClean="0">
                <a:ln>
                  <a:noFill/>
                </a:ln>
                <a:solidFill>
                  <a:srgbClr val="000000"/>
                </a:solidFill>
                <a:effectLst/>
                <a:latin typeface="黑体" panose="02010609060101010101" charset="-122"/>
                <a:ea typeface="黑体" panose="02010609060101010101" charset="-122"/>
                <a:cs typeface="黑体" panose="02010609060101010101" charset="-122"/>
              </a:rPr>
              <a:t> </a:t>
            </a:r>
            <a:endParaRPr altLang="en-US" baseline="0" b="0" cap="none" dirty="0" i="0" kumimoji="0" lang="zh-CN" normalizeH="0" strike="noStrike" u="none" smtClean="0">
              <a:ln>
                <a:noFill/>
              </a:ln>
              <a:solidFill>
                <a:schemeClr val="tx1"/>
              </a:solidFill>
              <a:effectLst/>
              <a:latin typeface="黑体" panose="02010609060101010101" charset="-122"/>
              <a:ea typeface="黑体" panose="02010609060101010101" charset="-122"/>
              <a:cs typeface="黑体" panose="02010609060101010101" charset="-122"/>
            </a:endParaRPr>
          </a:p>
          <a:p>
            <a:pPr indent="0" lvl="0"/>
            <a:r>
              <a:rPr altLang="en-US" dirty="0" lang="zh-CN" smtClean="0">
                <a:ln>
                  <a:noFill/>
                </a:ln>
                <a:solidFill>
                  <a:srgbClr val="000000"/>
                </a:solidFill>
                <a:effectLst/>
                <a:latin typeface="黑体" panose="02010609060101010101" charset="-122"/>
                <a:ea typeface="黑体" panose="02010609060101010101" charset="-122"/>
                <a:cs typeface="黑体" panose="02010609060101010101" charset="-122"/>
                <a:sym typeface="+mn-ea"/>
              </a:rPr>
              <a:t>此处添加说明文字此处添加说明文字</a:t>
            </a:r>
            <a:r>
              <a:rPr altLang="en-US" dirty="0" lang="zh-CN" smtClean="0">
                <a:solidFill>
                  <a:srgbClr val="000000"/>
                </a:solidFill>
                <a:latin typeface="黑体" panose="02010609060101010101" charset="-122"/>
                <a:ea typeface="黑体" panose="02010609060101010101" charset="-122"/>
                <a:cs typeface="黑体" panose="02010609060101010101" charset="-122"/>
              </a:rPr>
              <a:t>。</a:t>
            </a:r>
            <a:endParaRPr altLang="en-US" baseline="0" b="0" cap="none" dirty="0" sz="1800" i="0" kumimoji="0" lang="zh-CN" normalizeH="0" strike="noStrike" u="none" smtClean="0">
              <a:ln>
                <a:noFill/>
              </a:ln>
              <a:solidFill>
                <a:schemeClr val="tx1"/>
              </a:solidFill>
              <a:effectLst/>
              <a:latin typeface="黑体" panose="02010609060101010101" charset="-122"/>
              <a:ea typeface="黑体" panose="02010609060101010101" charset="-122"/>
              <a:cs typeface="黑体" panose="02010609060101010101" charset="-122"/>
            </a:endParaRPr>
          </a:p>
        </p:txBody>
      </p:sp>
      <p:sp>
        <p:nvSpPr>
          <p:cNvPr id="1048733" name="Rectangle 3"/>
          <p:cNvSpPr>
            <a:spLocks noChangeArrowheads="1"/>
          </p:cNvSpPr>
          <p:nvPr/>
        </p:nvSpPr>
        <p:spPr bwMode="auto">
          <a:xfrm>
            <a:off x="5457190" y="3397568"/>
            <a:ext cx="6407785" cy="645160"/>
          </a:xfrm>
          <a:prstGeom prst="rect"/>
          <a:noFill/>
          <a:ln>
            <a:noFill/>
          </a:ln>
          <a:effectLst/>
        </p:spPr>
        <p:txBody>
          <a:bodyPr anchor="ctr" anchorCtr="0" bIns="45720" compatLnSpc="1" lIns="91440" numCol="1" rIns="91440" tIns="45720" vert="horz" wrap="square">
            <a:spAutoFit/>
          </a:bodyPr>
          <a:lstStyle>
            <a:lvl1pPr eaLnBrk="0" fontAlgn="base" hangingPunct="0" indent="26670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0" marR="0">
              <a:lnSpc>
                <a:spcPct val="100000"/>
              </a:lnSpc>
              <a:buClrTx/>
              <a:buSzTx/>
              <a:buFontTx/>
              <a:buNone/>
            </a:pPr>
            <a:r>
              <a:rPr altLang="en-US" b="1" dirty="0" lang="zh-CN" smtClean="0">
                <a:ln>
                  <a:noFill/>
                </a:ln>
                <a:solidFill>
                  <a:srgbClr val="000000"/>
                </a:solidFill>
                <a:effectLst/>
                <a:latin typeface="黑体" panose="02010609060101010101" charset="-122"/>
                <a:ea typeface="黑体" panose="02010609060101010101" charset="-122"/>
                <a:cs typeface="黑体" panose="02010609060101010101" charset="-122"/>
                <a:sym typeface="+mn-ea"/>
              </a:rPr>
              <a:t>此处添加说明文字</a:t>
            </a:r>
            <a:endParaRPr altLang="en-US" b="1" dirty="0" lang="zh-CN" smtClean="0">
              <a:ln>
                <a:noFill/>
              </a:ln>
              <a:solidFill>
                <a:srgbClr val="000000"/>
              </a:solidFill>
              <a:effectLst/>
              <a:latin typeface="黑体" panose="02010609060101010101" charset="-122"/>
              <a:ea typeface="黑体" panose="02010609060101010101" charset="-122"/>
              <a:cs typeface="黑体" panose="02010609060101010101" charset="-122"/>
              <a:sym typeface="+mn-ea"/>
            </a:endParaRPr>
          </a:p>
          <a:p>
            <a:pPr indent="0" marR="0">
              <a:lnSpc>
                <a:spcPct val="100000"/>
              </a:lnSpc>
              <a:buClrTx/>
              <a:buSzTx/>
              <a:buFontTx/>
              <a:buNone/>
            </a:pPr>
            <a:r>
              <a:rPr altLang="en-US" dirty="0" lang="zh-CN" smtClean="0">
                <a:ln>
                  <a:noFill/>
                </a:ln>
                <a:solidFill>
                  <a:srgbClr val="000000"/>
                </a:solidFill>
                <a:effectLst/>
                <a:latin typeface="黑体" panose="02010609060101010101" charset="-122"/>
                <a:ea typeface="黑体" panose="02010609060101010101" charset="-122"/>
                <a:cs typeface="黑体" panose="02010609060101010101" charset="-122"/>
                <a:sym typeface="+mn-ea"/>
              </a:rPr>
              <a:t>此处添加说明文字此处添加说明文字</a:t>
            </a:r>
            <a:r>
              <a:rPr altLang="en-US" dirty="0" lang="zh-CN">
                <a:solidFill>
                  <a:srgbClr val="000000"/>
                </a:solidFill>
                <a:latin typeface="黑体" panose="02010609060101010101" charset="-122"/>
                <a:ea typeface="黑体" panose="02010609060101010101" charset="-122"/>
                <a:cs typeface="黑体" panose="02010609060101010101" charset="-122"/>
              </a:rPr>
              <a:t>。</a:t>
            </a:r>
            <a:endParaRPr altLang="en-US" dirty="0" lang="zh-CN">
              <a:solidFill>
                <a:srgbClr val="000000"/>
              </a:solidFill>
              <a:latin typeface="黑体" panose="02010609060101010101" charset="-122"/>
              <a:ea typeface="黑体" panose="02010609060101010101" charset="-122"/>
              <a:cs typeface="黑体" panose="02010609060101010101" charset="-122"/>
            </a:endParaRPr>
          </a:p>
        </p:txBody>
      </p:sp>
      <p:sp>
        <p:nvSpPr>
          <p:cNvPr id="1048734" name="矩形 5"/>
          <p:cNvSpPr/>
          <p:nvPr/>
        </p:nvSpPr>
        <p:spPr>
          <a:xfrm>
            <a:off x="5238749" y="2044403"/>
            <a:ext cx="690880" cy="398780"/>
          </a:xfrm>
          <a:prstGeom prst="rect"/>
        </p:spPr>
        <p:txBody>
          <a:bodyPr wrap="none">
            <a:spAutoFit/>
          </a:bodyPr>
          <a:p>
            <a:r>
              <a:rPr altLang="zh-CN" dirty="0" sz="2000" lang="zh-CN">
                <a:solidFill>
                  <a:srgbClr val="902322"/>
                </a:solidFill>
                <a:latin typeface="华光标题宋_CNKI" panose="02000500000000000000" charset="-122"/>
                <a:ea typeface="华光标题宋_CNKI" panose="02000500000000000000" charset="-122"/>
                <a:cs typeface="华光标题宋_CNKI" panose="02000500000000000000" charset="-122"/>
              </a:rPr>
              <a:t>标题 </a:t>
            </a:r>
            <a:endParaRPr altLang="zh-CN" dirty="0" sz="2000" lang="zh-CN">
              <a:solidFill>
                <a:srgbClr val="902322"/>
              </a:solidFill>
              <a:latin typeface="华光标题宋_CNKI" panose="02000500000000000000" charset="-122"/>
              <a:ea typeface="华光标题宋_CNKI" panose="02000500000000000000" charset="-122"/>
              <a:cs typeface="华光标题宋_CNKI" panose="02000500000000000000" charset="-122"/>
            </a:endParaRPr>
          </a:p>
        </p:txBody>
      </p:sp>
      <p:sp>
        <p:nvSpPr>
          <p:cNvPr id="1048735" name="矩形 12"/>
          <p:cNvSpPr/>
          <p:nvPr/>
        </p:nvSpPr>
        <p:spPr>
          <a:xfrm>
            <a:off x="710397" y="643135"/>
            <a:ext cx="1808480" cy="583565"/>
          </a:xfrm>
          <a:prstGeom prst="rect"/>
        </p:spPr>
        <p:txBody>
          <a:bodyPr wrap="none">
            <a:spAutoFit/>
          </a:bodyPr>
          <a:p>
            <a:r>
              <a:rPr altLang="zh-CN" dirty="0" sz="3200" lang="zh-CN">
                <a:solidFill>
                  <a:srgbClr val="902322"/>
                </a:solidFill>
                <a:latin typeface="华光标题宋_CNKI" panose="02000500000000000000" charset="-122"/>
                <a:ea typeface="华光标题宋_CNKI" panose="02000500000000000000" charset="-122"/>
                <a:cs typeface="Open Sans" panose="020B0606030504020204" pitchFamily="34" charset="0"/>
              </a:rPr>
              <a:t>三、标题</a:t>
            </a:r>
            <a:endParaRPr altLang="zh-CN" dirty="0" sz="3200" lang="zh-CN">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pic>
        <p:nvPicPr>
          <p:cNvPr id="2097170" name="图片 1" descr="横向校标_画板 1"/>
          <p:cNvPicPr>
            <a:picLocks noChangeAspect="1"/>
          </p:cNvPicPr>
          <p:nvPr/>
        </p:nvPicPr>
        <p:blipFill>
          <a:blip xmlns:r="http://schemas.openxmlformats.org/officeDocument/2006/relationships" r:embed="rId2"/>
          <a:srcRect l="22083" t="56503" r="20244" b="24533"/>
          <a:stretch>
            <a:fillRect/>
          </a:stretch>
        </p:blipFill>
        <p:spPr>
          <a:xfrm>
            <a:off x="9906000" y="5782945"/>
            <a:ext cx="1592580" cy="52387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739" name="矩形 3"/>
          <p:cNvSpPr/>
          <p:nvPr/>
        </p:nvSpPr>
        <p:spPr>
          <a:xfrm>
            <a:off x="171450" y="152400"/>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71" name="图片 2" descr="375A3994"/>
          <p:cNvPicPr>
            <a:picLocks noChangeAspect="1"/>
          </p:cNvPicPr>
          <p:nvPr/>
        </p:nvPicPr>
        <p:blipFill>
          <a:blip xmlns:r="http://schemas.openxmlformats.org/officeDocument/2006/relationships" r:embed="rId1"/>
          <a:srcRect r="3425"/>
          <a:stretch>
            <a:fillRect/>
          </a:stretch>
        </p:blipFill>
        <p:spPr>
          <a:xfrm>
            <a:off x="171450" y="152400"/>
            <a:ext cx="9422130" cy="6503670"/>
          </a:xfrm>
          <a:prstGeom prst="rect"/>
        </p:spPr>
      </p:pic>
      <p:sp>
        <p:nvSpPr>
          <p:cNvPr id="1048740" name="AutoShape 3"/>
          <p:cNvSpPr>
            <a:spLocks noChangeAspect="1" noChangeArrowheads="1" noTextEdit="1"/>
          </p:cNvSpPr>
          <p:nvPr/>
        </p:nvSpPr>
        <p:spPr bwMode="auto">
          <a:xfrm>
            <a:off x="0" y="209550"/>
            <a:ext cx="4860925" cy="6858000"/>
          </a:xfrm>
          <a:prstGeom prst="rect"/>
          <a:noFill/>
          <a:ln>
            <a:noFill/>
          </a:ln>
        </p:spPr>
        <p:txBody>
          <a:bodyPr anchor="t" anchorCtr="0" bIns="45720" compatLnSpc="1" lIns="91440" numCol="1" rIns="91440" tIns="45720" vert="horz" wrap="square"/>
          <a:p>
            <a:endParaRPr altLang="en-US" lang="zh-CN"/>
          </a:p>
        </p:txBody>
      </p:sp>
      <p:sp>
        <p:nvSpPr>
          <p:cNvPr id="1048741" name="矩形 4"/>
          <p:cNvSpPr/>
          <p:nvPr/>
        </p:nvSpPr>
        <p:spPr>
          <a:xfrm>
            <a:off x="1082675" y="1367155"/>
            <a:ext cx="3952875" cy="751840"/>
          </a:xfrm>
          <a:prstGeom prst="rect"/>
        </p:spPr>
        <p:txBody>
          <a:bodyPr wrap="square">
            <a:spAutoFit/>
          </a:bodyPr>
          <a:p>
            <a:pPr>
              <a:lnSpc>
                <a:spcPct val="125000"/>
              </a:lnSpc>
            </a:pPr>
            <a:r>
              <a:rPr altLang="en-US" dirty="0" lang="zh-CN" smtClean="0">
                <a:ln>
                  <a:noFill/>
                </a:ln>
                <a:solidFill>
                  <a:schemeClr val="bg1"/>
                </a:solidFill>
                <a:effectLst/>
                <a:latin typeface="黑体" panose="02010609060101010101" charset="-122"/>
                <a:ea typeface="黑体" panose="02010609060101010101" charset="-122"/>
                <a:cs typeface="黑体" panose="02010609060101010101" charset="-122"/>
                <a:sym typeface="+mn-ea"/>
              </a:rPr>
              <a:t>此处添加说明文字此处添加说明文字</a:t>
            </a:r>
            <a:r>
              <a:rPr altLang="en-US" dirty="0" lang="zh-CN" smtClean="0">
                <a:solidFill>
                  <a:schemeClr val="bg1"/>
                </a:solidFill>
                <a:latin typeface="黑体" panose="02010609060101010101" charset="-122"/>
                <a:ea typeface="黑体" panose="02010609060101010101" charset="-122"/>
                <a:cs typeface="黑体" panose="02010609060101010101" charset="-122"/>
                <a:sym typeface="+mn-ea"/>
              </a:rPr>
              <a:t>。</a:t>
            </a:r>
            <a:endParaRPr altLang="en-US" dirty="0" lang="zh-CN" smtClean="0">
              <a:solidFill>
                <a:schemeClr val="bg1"/>
              </a:solidFill>
              <a:latin typeface="黑体" panose="02010609060101010101" charset="-122"/>
              <a:ea typeface="黑体" panose="02010609060101010101" charset="-122"/>
              <a:cs typeface="黑体" panose="02010609060101010101" charset="-122"/>
              <a:sym typeface="+mn-ea"/>
            </a:endParaRPr>
          </a:p>
          <a:p>
            <a:pPr>
              <a:lnSpc>
                <a:spcPct val="125000"/>
              </a:lnSpc>
            </a:pPr>
            <a:r>
              <a:rPr altLang="en-US" dirty="0" lang="zh-CN" smtClean="0">
                <a:ln>
                  <a:noFill/>
                </a:ln>
                <a:solidFill>
                  <a:schemeClr val="bg1"/>
                </a:solidFill>
                <a:effectLst/>
                <a:latin typeface="黑体" panose="02010609060101010101" charset="-122"/>
                <a:ea typeface="黑体" panose="02010609060101010101" charset="-122"/>
                <a:cs typeface="黑体" panose="02010609060101010101" charset="-122"/>
                <a:sym typeface="+mn-ea"/>
              </a:rPr>
              <a:t>此处添加说明文字</a:t>
            </a:r>
            <a:r>
              <a:rPr altLang="en-US" dirty="0" lang="zh-CN" smtClean="0">
                <a:solidFill>
                  <a:schemeClr val="bg1"/>
                </a:solidFill>
                <a:latin typeface="黑体" panose="02010609060101010101" charset="-122"/>
                <a:ea typeface="黑体" panose="02010609060101010101" charset="-122"/>
                <a:cs typeface="黑体" panose="02010609060101010101" charset="-122"/>
                <a:sym typeface="+mn-ea"/>
              </a:rPr>
              <a:t>。</a:t>
            </a:r>
            <a:endParaRPr altLang="en-US" dirty="0" lang="zh-CN" smtClean="0">
              <a:solidFill>
                <a:schemeClr val="bg1"/>
              </a:solidFill>
              <a:latin typeface="黑体" panose="02010609060101010101" charset="-122"/>
              <a:ea typeface="黑体" panose="02010609060101010101" charset="-122"/>
              <a:cs typeface="黑体" panose="02010609060101010101" charset="-122"/>
              <a:sym typeface="+mn-ea"/>
            </a:endParaRPr>
          </a:p>
        </p:txBody>
      </p:sp>
      <p:sp>
        <p:nvSpPr>
          <p:cNvPr id="1048742" name="矩形 5"/>
          <p:cNvSpPr/>
          <p:nvPr/>
        </p:nvSpPr>
        <p:spPr>
          <a:xfrm>
            <a:off x="1082900" y="891257"/>
            <a:ext cx="690880" cy="396241"/>
          </a:xfrm>
          <a:prstGeom prst="rect"/>
        </p:spPr>
        <p:txBody>
          <a:bodyPr wrap="none">
            <a:spAutoFit/>
          </a:bodyPr>
          <a:p>
            <a:pPr>
              <a:lnSpc>
                <a:spcPct val="125000"/>
              </a:lnSpc>
            </a:pPr>
            <a:r>
              <a:rPr altLang="en-US" dirty="0" sz="2000" lang="zh-CN">
                <a:solidFill>
                  <a:schemeClr val="bg1"/>
                </a:solidFill>
                <a:latin typeface="华光标题宋_CNKI" panose="02000500000000000000" charset="-122"/>
                <a:ea typeface="华光标题宋_CNKI" panose="02000500000000000000" charset="-122"/>
                <a:cs typeface="Adobe Devanagari" panose="02040503050201020203" pitchFamily="18" charset="0"/>
              </a:rPr>
              <a:t>标题</a:t>
            </a:r>
            <a:endParaRPr altLang="en-US" dirty="0" sz="2000" lang="zh-CN">
              <a:solidFill>
                <a:schemeClr val="bg1"/>
              </a:solidFill>
              <a:latin typeface="华光标题宋_CNKI" panose="02000500000000000000" charset="-122"/>
              <a:ea typeface="华光标题宋_CNKI" panose="02000500000000000000" charset="-122"/>
              <a:cs typeface="Adobe Devanagari" panose="02040503050201020203" pitchFamily="18" charset="0"/>
            </a:endParaRPr>
          </a:p>
        </p:txBody>
      </p:sp>
      <p:pic>
        <p:nvPicPr>
          <p:cNvPr id="2097172" name="图片 1" descr="横向校标_画板 1"/>
          <p:cNvPicPr>
            <a:picLocks noChangeAspect="1"/>
          </p:cNvPicPr>
          <p:nvPr/>
        </p:nvPicPr>
        <p:blipFill>
          <a:blip xmlns:r="http://schemas.openxmlformats.org/officeDocument/2006/relationships" r:embed="rId2"/>
          <a:srcRect l="22083" t="56503" r="20244" b="24533"/>
          <a:stretch>
            <a:fillRect/>
          </a:stretch>
        </p:blipFill>
        <p:spPr>
          <a:xfrm>
            <a:off x="9906000" y="5782945"/>
            <a:ext cx="1592580" cy="52387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746" name="矩形 3"/>
          <p:cNvSpPr/>
          <p:nvPr/>
        </p:nvSpPr>
        <p:spPr>
          <a:xfrm>
            <a:off x="190500" y="180975"/>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73" name="图片 6" descr="375A3982"/>
          <p:cNvPicPr>
            <a:picLocks noChangeAspect="1"/>
          </p:cNvPicPr>
          <p:nvPr/>
        </p:nvPicPr>
        <p:blipFill>
          <a:blip xmlns:r="http://schemas.openxmlformats.org/officeDocument/2006/relationships" r:embed="rId1"/>
          <a:srcRect l="50524" t="195" r="1027" b="-195"/>
          <a:stretch>
            <a:fillRect/>
          </a:stretch>
        </p:blipFill>
        <p:spPr>
          <a:xfrm>
            <a:off x="7099935" y="180975"/>
            <a:ext cx="4900930" cy="6502400"/>
          </a:xfrm>
          <a:prstGeom prst="rect"/>
        </p:spPr>
      </p:pic>
      <p:sp>
        <p:nvSpPr>
          <p:cNvPr id="1048747" name="Oval 5"/>
          <p:cNvSpPr/>
          <p:nvPr/>
        </p:nvSpPr>
        <p:spPr>
          <a:xfrm>
            <a:off x="1136015" y="1104265"/>
            <a:ext cx="4649470" cy="4649470"/>
          </a:xfrm>
          <a:prstGeom prst="ellipse"/>
          <a:solidFill>
            <a:srgbClr val="902322"/>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sp>
        <p:nvSpPr>
          <p:cNvPr id="1048748" name="TextBox 14"/>
          <p:cNvSpPr txBox="1"/>
          <p:nvPr/>
        </p:nvSpPr>
        <p:spPr>
          <a:xfrm>
            <a:off x="5022850" y="1746885"/>
            <a:ext cx="906780" cy="3647441"/>
          </a:xfrm>
          <a:prstGeom prst="rect"/>
          <a:noFill/>
        </p:spPr>
        <p:txBody>
          <a:bodyPr rtlCol="0" wrap="square">
            <a:spAutoFit/>
          </a:bodyPr>
          <a:p>
            <a:r>
              <a:rPr altLang="en-US" dirty="0" sz="239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rPr>
              <a:t>肆</a:t>
            </a:r>
            <a:endParaRPr altLang="en-US" dirty="0" sz="23900" lang="zh-CN" smtClean="0">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749" name="TextBox 14"/>
          <p:cNvSpPr txBox="1"/>
          <p:nvPr/>
        </p:nvSpPr>
        <p:spPr>
          <a:xfrm>
            <a:off x="1506855" y="3013710"/>
            <a:ext cx="3907790" cy="829945"/>
          </a:xfrm>
          <a:prstGeom prst="rect"/>
          <a:noFill/>
        </p:spPr>
        <p:txBody>
          <a:bodyPr rtlCol="0" wrap="square">
            <a:spAutoFit/>
          </a:bodyPr>
          <a:p>
            <a:pPr algn="ctr"/>
            <a:r>
              <a:rPr altLang="en-US" dirty="0" sz="4800" lang="zh-CN" smtClean="0">
                <a:solidFill>
                  <a:schemeClr val="bg1"/>
                </a:solidFill>
                <a:latin typeface="华光标题宋_CNKI" panose="02000500000000000000" charset="-122"/>
                <a:ea typeface="华光标题宋_CNKI" panose="02000500000000000000" charset="-122"/>
                <a:cs typeface="Open Sans" panose="020B0606030504020204" pitchFamily="34" charset="0"/>
              </a:rPr>
              <a:t>标题四</a:t>
            </a:r>
            <a:endParaRPr altLang="en-US" dirty="0" sz="4800" lang="zh-CN" smtClean="0">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sp>
        <p:nvSpPr>
          <p:cNvPr id="1048750" name="Oval 5"/>
          <p:cNvSpPr/>
          <p:nvPr/>
        </p:nvSpPr>
        <p:spPr>
          <a:xfrm>
            <a:off x="3820795" y="653415"/>
            <a:ext cx="1858645" cy="1858645"/>
          </a:xfrm>
          <a:prstGeom prst="ellipse"/>
          <a:solidFill>
            <a:srgbClr val="FFFFFF"/>
          </a:solidFill>
          <a:ln>
            <a:noFill/>
          </a:ln>
          <a:effectLst>
            <a:outerShdw algn="t" blurRad="482600" dir="960000" dist="3683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p>
        </p:txBody>
      </p:sp>
      <p:pic>
        <p:nvPicPr>
          <p:cNvPr id="2097174" name="图片 4" descr="横向校标_画板 1"/>
          <p:cNvPicPr>
            <a:picLocks noChangeAspect="1"/>
          </p:cNvPicPr>
          <p:nvPr/>
        </p:nvPicPr>
        <p:blipFill>
          <a:blip xmlns:r="http://schemas.openxmlformats.org/officeDocument/2006/relationships" r:embed="rId2"/>
          <a:srcRect l="23404" t="57280" r="60019" b="25884"/>
          <a:stretch>
            <a:fillRect/>
          </a:stretch>
        </p:blipFill>
        <p:spPr>
          <a:xfrm>
            <a:off x="4029710" y="850900"/>
            <a:ext cx="1440180" cy="1463675"/>
          </a:xfrm>
          <a:prstGeom prst="ellipse"/>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754" name="矩形 3"/>
          <p:cNvSpPr/>
          <p:nvPr/>
        </p:nvSpPr>
        <p:spPr>
          <a:xfrm>
            <a:off x="171450" y="209550"/>
            <a:ext cx="11811000" cy="643890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75" name="图片 4" descr="375A3979"/>
          <p:cNvPicPr>
            <a:picLocks noChangeAspect="1"/>
          </p:cNvPicPr>
          <p:nvPr/>
        </p:nvPicPr>
        <p:blipFill>
          <a:blip xmlns:r="http://schemas.openxmlformats.org/officeDocument/2006/relationships" r:embed="rId1">
            <a:lum bright="70000" contrast="-70000"/>
          </a:blip>
          <a:stretch>
            <a:fillRect/>
          </a:stretch>
        </p:blipFill>
        <p:spPr>
          <a:xfrm>
            <a:off x="171450" y="212725"/>
            <a:ext cx="10401300" cy="6435725"/>
          </a:xfrm>
          <a:prstGeom prst="rect"/>
        </p:spPr>
      </p:pic>
      <p:sp>
        <p:nvSpPr>
          <p:cNvPr id="1048755" name="AutoShape 3"/>
          <p:cNvSpPr>
            <a:spLocks noChangeAspect="1" noChangeArrowheads="1" noTextEdit="1"/>
          </p:cNvSpPr>
          <p:nvPr/>
        </p:nvSpPr>
        <p:spPr bwMode="auto">
          <a:xfrm>
            <a:off x="0" y="209550"/>
            <a:ext cx="4860925" cy="6858000"/>
          </a:xfrm>
          <a:prstGeom prst="rect"/>
          <a:noFill/>
          <a:ln>
            <a:noFill/>
          </a:ln>
        </p:spPr>
        <p:txBody>
          <a:bodyPr anchor="t" anchorCtr="0" bIns="45720" compatLnSpc="1" lIns="91440" numCol="1" rIns="91440" tIns="45720" vert="horz" wrap="square"/>
          <a:p>
            <a:endParaRPr altLang="en-US" lang="zh-CN"/>
          </a:p>
        </p:txBody>
      </p:sp>
      <p:sp>
        <p:nvSpPr>
          <p:cNvPr id="1048756" name="矩形 5"/>
          <p:cNvSpPr/>
          <p:nvPr/>
        </p:nvSpPr>
        <p:spPr>
          <a:xfrm>
            <a:off x="1513205" y="1496060"/>
            <a:ext cx="8499475" cy="1082040"/>
          </a:xfrm>
          <a:prstGeom prst="rect"/>
        </p:spPr>
        <p:txBody>
          <a:bodyPr wrap="square">
            <a:spAutoFit/>
          </a:bodyPr>
          <a:p>
            <a:pPr indent="0">
              <a:lnSpc>
                <a:spcPct val="125000"/>
              </a:lnSpc>
              <a:spcAft>
                <a:spcPts val="0"/>
              </a:spcAft>
              <a:buNone/>
            </a:pPr>
            <a:r>
              <a:rPr altLang="zh-CN" dirty="0" kern="100" lang="en-US">
                <a:solidFill>
                  <a:srgbClr val="000000"/>
                </a:solidFill>
                <a:latin typeface="黑体" panose="02010609060101010101" charset="-122"/>
                <a:ea typeface="黑体" panose="02010609060101010101" charset="-122"/>
                <a:cs typeface="黑体" panose="02010609060101010101" charset="-122"/>
              </a:rPr>
              <a:t>   </a:t>
            </a:r>
            <a:r>
              <a:rPr altLang="en-US" dirty="0" lang="zh-CN" smtClean="0">
                <a:ln>
                  <a:noFill/>
                </a:ln>
                <a:solidFill>
                  <a:srgbClr val="902322"/>
                </a:solidFill>
                <a:effectLst/>
                <a:latin typeface="黑体" panose="02010609060101010101" charset="-122"/>
                <a:ea typeface="黑体" panose="02010609060101010101" charset="-122"/>
                <a:cs typeface="黑体" panose="02010609060101010101" charset="-122"/>
                <a:sym typeface="+mn-ea"/>
              </a:rPr>
              <a:t>此处添加说明文字此处添加说明文字</a:t>
            </a:r>
            <a:endParaRPr altLang="zh-CN" dirty="0" lang="zh-CN" smtClean="0">
              <a:solidFill>
                <a:srgbClr val="902322"/>
              </a:solidFill>
              <a:latin typeface="黑体" panose="02010609060101010101" charset="-122"/>
              <a:ea typeface="黑体" panose="02010609060101010101" charset="-122"/>
              <a:cs typeface="黑体" panose="02010609060101010101" charset="-122"/>
            </a:endParaRPr>
          </a:p>
          <a:p>
            <a:pPr indent="-285750" marL="285750">
              <a:lnSpc>
                <a:spcPct val="125000"/>
              </a:lnSpc>
              <a:spcAft>
                <a:spcPts val="0"/>
              </a:spcAft>
              <a:buFont typeface="Wingdings" panose="05000000000000000000" charset="0"/>
              <a:buChar char="l"/>
            </a:pPr>
            <a:r>
              <a:rPr altLang="en-US" dirty="0" lang="zh-CN" smtClean="0">
                <a:ln>
                  <a:noFill/>
                </a:ln>
                <a:solidFill>
                  <a:srgbClr val="000000"/>
                </a:solidFill>
                <a:effectLst/>
                <a:latin typeface="黑体" panose="02010609060101010101" charset="-122"/>
                <a:ea typeface="黑体" panose="02010609060101010101" charset="-122"/>
                <a:cs typeface="黑体" panose="02010609060101010101" charset="-122"/>
                <a:sym typeface="+mn-ea"/>
              </a:rPr>
              <a:t>此处添加说明文字此处添加说明文字。此处添加说明文字此处添加说明文字</a:t>
            </a:r>
            <a:r>
              <a:rPr altLang="en-US" dirty="0" lang="zh-CN" smtClean="0">
                <a:solidFill>
                  <a:srgbClr val="000000"/>
                </a:solidFill>
                <a:latin typeface="黑体" panose="02010609060101010101" charset="-122"/>
                <a:ea typeface="黑体" panose="02010609060101010101" charset="-122"/>
                <a:cs typeface="黑体" panose="02010609060101010101" charset="-122"/>
                <a:sym typeface="+mn-ea"/>
              </a:rPr>
              <a:t>。</a:t>
            </a:r>
            <a:endParaRPr altLang="zh-CN" dirty="0" sz="1800" lang="zh-CN">
              <a:solidFill>
                <a:srgbClr val="000000"/>
              </a:solidFill>
              <a:latin typeface="黑体" panose="02010609060101010101" charset="-122"/>
              <a:ea typeface="黑体" panose="02010609060101010101" charset="-122"/>
              <a:cs typeface="黑体" panose="02010609060101010101" charset="-122"/>
              <a:sym typeface="+mn-ea"/>
            </a:endParaRPr>
          </a:p>
          <a:p>
            <a:pPr indent="-285750" marL="285750">
              <a:lnSpc>
                <a:spcPct val="125000"/>
              </a:lnSpc>
              <a:spcAft>
                <a:spcPts val="0"/>
              </a:spcAft>
              <a:buFont typeface="Wingdings" panose="05000000000000000000" charset="0"/>
              <a:buChar char="l"/>
            </a:pPr>
            <a:r>
              <a:rPr altLang="en-US" dirty="0" lang="zh-CN" smtClean="0">
                <a:ln>
                  <a:noFill/>
                </a:ln>
                <a:solidFill>
                  <a:srgbClr val="000000"/>
                </a:solidFill>
                <a:effectLst/>
                <a:latin typeface="黑体" panose="02010609060101010101" charset="-122"/>
                <a:ea typeface="黑体" panose="02010609060101010101" charset="-122"/>
                <a:cs typeface="黑体" panose="02010609060101010101" charset="-122"/>
                <a:sym typeface="+mn-ea"/>
              </a:rPr>
              <a:t>此处添加说明文字此处添加说明文字</a:t>
            </a:r>
            <a:r>
              <a:rPr altLang="en-US" dirty="0" lang="zh-CN" smtClean="0">
                <a:solidFill>
                  <a:srgbClr val="000000"/>
                </a:solidFill>
                <a:latin typeface="黑体" panose="02010609060101010101" charset="-122"/>
                <a:ea typeface="黑体" panose="02010609060101010101" charset="-122"/>
                <a:cs typeface="黑体" panose="02010609060101010101" charset="-122"/>
                <a:sym typeface="+mn-ea"/>
              </a:rPr>
              <a:t>。</a:t>
            </a:r>
            <a:r>
              <a:rPr altLang="en-US" dirty="0" lang="zh-CN" smtClean="0">
                <a:ln>
                  <a:noFill/>
                </a:ln>
                <a:solidFill>
                  <a:srgbClr val="000000"/>
                </a:solidFill>
                <a:effectLst/>
                <a:latin typeface="黑体" panose="02010609060101010101" charset="-122"/>
                <a:ea typeface="黑体" panose="02010609060101010101" charset="-122"/>
                <a:cs typeface="黑体" panose="02010609060101010101" charset="-122"/>
                <a:sym typeface="+mn-ea"/>
              </a:rPr>
              <a:t>此处添加说明文字此处添加说明文字</a:t>
            </a:r>
            <a:r>
              <a:rPr altLang="en-US" dirty="0" lang="zh-CN" smtClean="0">
                <a:solidFill>
                  <a:srgbClr val="000000"/>
                </a:solidFill>
                <a:latin typeface="黑体" panose="02010609060101010101" charset="-122"/>
                <a:ea typeface="黑体" panose="02010609060101010101" charset="-122"/>
                <a:cs typeface="黑体" panose="02010609060101010101" charset="-122"/>
                <a:sym typeface="+mn-ea"/>
              </a:rPr>
              <a:t>。</a:t>
            </a:r>
            <a:endParaRPr altLang="zh-CN" dirty="0" sz="1800" lang="zh-CN">
              <a:solidFill>
                <a:srgbClr val="000000"/>
              </a:solidFill>
              <a:latin typeface="黑体" panose="02010609060101010101" charset="-122"/>
              <a:ea typeface="黑体" panose="02010609060101010101" charset="-122"/>
              <a:cs typeface="黑体" panose="02010609060101010101" charset="-122"/>
            </a:endParaRPr>
          </a:p>
        </p:txBody>
      </p:sp>
      <p:sp>
        <p:nvSpPr>
          <p:cNvPr id="1048757" name="矩形 6"/>
          <p:cNvSpPr/>
          <p:nvPr/>
        </p:nvSpPr>
        <p:spPr>
          <a:xfrm>
            <a:off x="727380" y="626045"/>
            <a:ext cx="1808480" cy="583565"/>
          </a:xfrm>
          <a:prstGeom prst="rect"/>
        </p:spPr>
        <p:txBody>
          <a:bodyPr wrap="none">
            <a:spAutoFit/>
          </a:bodyPr>
          <a:p>
            <a:r>
              <a:rPr altLang="zh-CN" dirty="0" sz="3200" lang="zh-CN">
                <a:solidFill>
                  <a:srgbClr val="902322"/>
                </a:solidFill>
                <a:latin typeface="华光标题宋_CNKI" panose="02000500000000000000" charset="-122"/>
                <a:ea typeface="华光标题宋_CNKI" panose="02000500000000000000" charset="-122"/>
                <a:cs typeface="华光标题宋_CNKI" panose="02000500000000000000" charset="-122"/>
              </a:rPr>
              <a:t>四、标题</a:t>
            </a:r>
            <a:r>
              <a:rPr altLang="zh-CN" dirty="0" sz="3200" lang="zh-CN">
                <a:latin typeface="华光标题宋_CNKI" panose="02000500000000000000" charset="-122"/>
                <a:ea typeface="华光标题宋_CNKI" panose="02000500000000000000" charset="-122"/>
                <a:cs typeface="华光标题宋_CNKI" panose="02000500000000000000" charset="-122"/>
              </a:rPr>
              <a:t> </a:t>
            </a:r>
            <a:endParaRPr altLang="en-US" dirty="0" sz="3200" lang="zh-CN">
              <a:latin typeface="华光标题宋_CNKI" panose="02000500000000000000" charset="-122"/>
              <a:ea typeface="华光标题宋_CNKI" panose="02000500000000000000" charset="-122"/>
              <a:cs typeface="华光标题宋_CNKI" panose="02000500000000000000" charset="-122"/>
            </a:endParaRPr>
          </a:p>
        </p:txBody>
      </p:sp>
      <p:pic>
        <p:nvPicPr>
          <p:cNvPr id="2097176" name="图片 1" descr="横向校标_画板 1"/>
          <p:cNvPicPr>
            <a:picLocks noChangeAspect="1"/>
          </p:cNvPicPr>
          <p:nvPr/>
        </p:nvPicPr>
        <p:blipFill>
          <a:blip xmlns:r="http://schemas.openxmlformats.org/officeDocument/2006/relationships" r:embed="rId2"/>
          <a:srcRect l="22083" t="56503" r="20244" b="24533"/>
          <a:stretch>
            <a:fillRect/>
          </a:stretch>
        </p:blipFill>
        <p:spPr>
          <a:xfrm>
            <a:off x="9906000" y="5782945"/>
            <a:ext cx="1592580" cy="52387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761" name="矩形 3"/>
          <p:cNvSpPr/>
          <p:nvPr/>
        </p:nvSpPr>
        <p:spPr>
          <a:xfrm>
            <a:off x="190500" y="152400"/>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pic>
        <p:nvPicPr>
          <p:cNvPr id="2097177" name="图片 9" descr="375A3983"/>
          <p:cNvPicPr>
            <a:picLocks noChangeAspect="1"/>
          </p:cNvPicPr>
          <p:nvPr/>
        </p:nvPicPr>
        <p:blipFill>
          <a:blip xmlns:r="http://schemas.openxmlformats.org/officeDocument/2006/relationships" r:embed="rId1">
            <a:lum bright="12000" contrast="18000"/>
          </a:blip>
          <a:srcRect/>
          <a:stretch>
            <a:fillRect/>
          </a:stretch>
        </p:blipFill>
        <p:spPr>
          <a:xfrm>
            <a:off x="190500" y="151765"/>
            <a:ext cx="11811000" cy="6525260"/>
          </a:xfrm>
          <a:prstGeom prst="rect"/>
        </p:spPr>
      </p:pic>
      <p:sp>
        <p:nvSpPr>
          <p:cNvPr id="1048762" name="AutoShape 3"/>
          <p:cNvSpPr>
            <a:spLocks noChangeAspect="1" noChangeArrowheads="1" noTextEdit="1"/>
          </p:cNvSpPr>
          <p:nvPr/>
        </p:nvSpPr>
        <p:spPr bwMode="auto">
          <a:xfrm>
            <a:off x="0" y="152400"/>
            <a:ext cx="4860925" cy="6858000"/>
          </a:xfrm>
          <a:prstGeom prst="rect"/>
          <a:noFill/>
          <a:ln>
            <a:noFill/>
          </a:ln>
        </p:spPr>
        <p:txBody>
          <a:bodyPr anchor="t" anchorCtr="0" bIns="45720" compatLnSpc="1" lIns="91440" numCol="1" rIns="91440" tIns="45720" vert="horz" wrap="square"/>
          <a:p>
            <a:endParaRPr altLang="en-US" lang="zh-CN"/>
          </a:p>
        </p:txBody>
      </p:sp>
      <p:grpSp>
        <p:nvGrpSpPr>
          <p:cNvPr id="98" name="Group 1"/>
          <p:cNvGrpSpPr/>
          <p:nvPr/>
        </p:nvGrpSpPr>
        <p:grpSpPr>
          <a:xfrm>
            <a:off x="5572760" y="1309370"/>
            <a:ext cx="1309370" cy="1309714"/>
            <a:chOff x="6553200" y="1314450"/>
            <a:chExt cx="1485900" cy="1485900"/>
          </a:xfrm>
          <a:solidFill>
            <a:srgbClr val="902322"/>
          </a:solidFill>
        </p:grpSpPr>
        <p:sp>
          <p:nvSpPr>
            <p:cNvPr id="1048763" name="Oval 5"/>
            <p:cNvSpPr/>
            <p:nvPr/>
          </p:nvSpPr>
          <p:spPr>
            <a:xfrm>
              <a:off x="6553200" y="1314450"/>
              <a:ext cx="1485900" cy="1485900"/>
            </a:xfrm>
            <a:prstGeom prst="ellipse"/>
            <a:grp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latin typeface="华光标题宋_CNKI" panose="02000500000000000000" charset="-122"/>
                <a:ea typeface="华光标题宋_CNKI" panose="02000500000000000000" charset="-122"/>
              </a:endParaRPr>
            </a:p>
          </p:txBody>
        </p:sp>
        <p:sp>
          <p:nvSpPr>
            <p:cNvPr id="1048764" name="TextBox 23"/>
            <p:cNvSpPr txBox="1"/>
            <p:nvPr/>
          </p:nvSpPr>
          <p:spPr>
            <a:xfrm>
              <a:off x="6656836" y="1765351"/>
              <a:ext cx="1278628" cy="662067"/>
            </a:xfrm>
            <a:prstGeom prst="rect"/>
            <a:grpFill/>
          </p:spPr>
          <p:txBody>
            <a:bodyPr rtlCol="0" wrap="square">
              <a:spAutoFit/>
            </a:bodyPr>
            <a:p>
              <a:pPr algn="ctr"/>
              <a:r>
                <a:rPr b="1" dirty="0" sz="3200" lang="zh-CN">
                  <a:solidFill>
                    <a:schemeClr val="bg1"/>
                  </a:solidFill>
                  <a:latin typeface="华光标题宋_CNKI" panose="02000500000000000000" charset="-122"/>
                  <a:ea typeface="华光标题宋_CNKI" panose="02000500000000000000" charset="-122"/>
                  <a:cs typeface="华康古籍木兰" panose="02020300000000000000" charset="-122"/>
                </a:rPr>
                <a:t>文本</a:t>
              </a:r>
              <a:endParaRPr b="1" dirty="0" sz="3200" lang="zh-CN">
                <a:solidFill>
                  <a:schemeClr val="bg1"/>
                </a:solidFill>
                <a:latin typeface="华光标题宋_CNKI" panose="02000500000000000000" charset="-122"/>
                <a:ea typeface="华光标题宋_CNKI" panose="02000500000000000000" charset="-122"/>
                <a:cs typeface="华康古籍木兰" panose="02020300000000000000" charset="-122"/>
              </a:endParaRPr>
            </a:p>
          </p:txBody>
        </p:sp>
      </p:grpSp>
      <p:grpSp>
        <p:nvGrpSpPr>
          <p:cNvPr id="99" name="Group 2"/>
          <p:cNvGrpSpPr/>
          <p:nvPr/>
        </p:nvGrpSpPr>
        <p:grpSpPr>
          <a:xfrm>
            <a:off x="4185920" y="2411095"/>
            <a:ext cx="1309370" cy="1309377"/>
            <a:chOff x="9752218" y="2419350"/>
            <a:chExt cx="1485900" cy="1485900"/>
          </a:xfrm>
          <a:solidFill>
            <a:srgbClr val="902322"/>
          </a:solidFill>
        </p:grpSpPr>
        <p:sp>
          <p:nvSpPr>
            <p:cNvPr id="1048765" name="Oval 6"/>
            <p:cNvSpPr/>
            <p:nvPr/>
          </p:nvSpPr>
          <p:spPr>
            <a:xfrm>
              <a:off x="9752218" y="2419350"/>
              <a:ext cx="1485900" cy="1485900"/>
            </a:xfrm>
            <a:prstGeom prst="ellipse"/>
            <a:grp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latin typeface="华光标题宋_CNKI" panose="02000500000000000000" charset="-122"/>
                <a:ea typeface="华光标题宋_CNKI" panose="02000500000000000000" charset="-122"/>
              </a:endParaRPr>
            </a:p>
          </p:txBody>
        </p:sp>
        <p:sp>
          <p:nvSpPr>
            <p:cNvPr id="1048766" name="TextBox 27"/>
            <p:cNvSpPr txBox="1"/>
            <p:nvPr/>
          </p:nvSpPr>
          <p:spPr>
            <a:xfrm>
              <a:off x="9752218" y="2870835"/>
              <a:ext cx="1485900" cy="662238"/>
            </a:xfrm>
            <a:prstGeom prst="rect"/>
            <a:noFill/>
          </p:spPr>
          <p:txBody>
            <a:bodyPr rtlCol="0" wrap="square">
              <a:spAutoFit/>
            </a:bodyPr>
            <a:p>
              <a:pPr algn="ctr"/>
              <a:r>
                <a:rPr altLang="en-US" b="1"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rPr>
                <a:t>文本</a:t>
              </a:r>
              <a:endParaRPr altLang="en-US" b="1"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grpSp>
      <p:sp>
        <p:nvSpPr>
          <p:cNvPr id="1048767" name="文本框 6"/>
          <p:cNvSpPr txBox="1"/>
          <p:nvPr/>
        </p:nvSpPr>
        <p:spPr>
          <a:xfrm>
            <a:off x="2251075" y="941070"/>
            <a:ext cx="2886075" cy="368300"/>
          </a:xfrm>
          <a:prstGeom prst="rect"/>
          <a:noFill/>
        </p:spPr>
        <p:txBody>
          <a:bodyPr rtlCol="0" wrap="square">
            <a:spAutoFit/>
          </a:bodyPr>
          <a:p>
            <a:pPr algn="l"/>
            <a:r>
              <a:rPr altLang="en-US" dirty="0" lang="zh-CN" smtClean="0">
                <a:ln>
                  <a:noFill/>
                </a:ln>
                <a:solidFill>
                  <a:schemeClr val="bg1"/>
                </a:solidFill>
                <a:effectLst/>
                <a:latin typeface="黑体" panose="02010609060101010101" charset="-122"/>
                <a:ea typeface="黑体" panose="02010609060101010101" charset="-122"/>
                <a:cs typeface="黑体" panose="02010609060101010101" charset="-122"/>
                <a:sym typeface="+mn-ea"/>
              </a:rPr>
              <a:t>此处添加说明文字</a:t>
            </a:r>
            <a:r>
              <a:rPr altLang="zh-CN" dirty="0" kern="100" lang="zh-CN" smtClean="0">
                <a:solidFill>
                  <a:schemeClr val="bg1"/>
                </a:solidFill>
                <a:latin typeface="黑体" panose="02010609060101010101" charset="-122"/>
                <a:ea typeface="黑体" panose="02010609060101010101" charset="-122"/>
                <a:cs typeface="黑体" panose="02010609060101010101" charset="-122"/>
                <a:sym typeface="+mn-ea"/>
              </a:rPr>
              <a:t>。</a:t>
            </a:r>
            <a:endParaRPr altLang="zh-CN" dirty="0" kern="100" lang="zh-CN" smtClean="0">
              <a:solidFill>
                <a:schemeClr val="bg1"/>
              </a:solidFill>
              <a:latin typeface="黑体" panose="02010609060101010101" charset="-122"/>
              <a:ea typeface="黑体" panose="02010609060101010101" charset="-122"/>
              <a:cs typeface="黑体" panose="02010609060101010101" charset="-122"/>
              <a:sym typeface="+mn-ea"/>
            </a:endParaRPr>
          </a:p>
        </p:txBody>
      </p:sp>
      <p:grpSp>
        <p:nvGrpSpPr>
          <p:cNvPr id="100" name="Group 1"/>
          <p:cNvGrpSpPr/>
          <p:nvPr/>
        </p:nvGrpSpPr>
        <p:grpSpPr>
          <a:xfrm>
            <a:off x="4498975" y="4095115"/>
            <a:ext cx="1497965" cy="1310005"/>
            <a:chOff x="6727825" y="376555"/>
            <a:chExt cx="1699260" cy="1485900"/>
          </a:xfrm>
          <a:solidFill>
            <a:srgbClr val="902322"/>
          </a:solidFill>
        </p:grpSpPr>
        <p:sp>
          <p:nvSpPr>
            <p:cNvPr id="1048768" name="Oval 5"/>
            <p:cNvSpPr/>
            <p:nvPr/>
          </p:nvSpPr>
          <p:spPr>
            <a:xfrm>
              <a:off x="6834505" y="376555"/>
              <a:ext cx="1485900" cy="1485900"/>
            </a:xfrm>
            <a:prstGeom prst="ellipse"/>
            <a:grp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latin typeface="华光标题宋_CNKI" panose="02000500000000000000" charset="-122"/>
                <a:ea typeface="华光标题宋_CNKI" panose="02000500000000000000" charset="-122"/>
              </a:endParaRPr>
            </a:p>
          </p:txBody>
        </p:sp>
        <p:sp>
          <p:nvSpPr>
            <p:cNvPr id="1048769" name="TextBox 23"/>
            <p:cNvSpPr txBox="1"/>
            <p:nvPr/>
          </p:nvSpPr>
          <p:spPr>
            <a:xfrm>
              <a:off x="6727825" y="832485"/>
              <a:ext cx="1699260" cy="661921"/>
            </a:xfrm>
            <a:prstGeom prst="rect"/>
            <a:noFill/>
          </p:spPr>
          <p:txBody>
            <a:bodyPr rtlCol="0" wrap="square">
              <a:spAutoFit/>
            </a:bodyPr>
            <a:p>
              <a:pPr algn="ctr"/>
              <a:r>
                <a:rPr b="1" dirty="0" sz="3200" lang="zh-CN">
                  <a:solidFill>
                    <a:schemeClr val="bg1"/>
                  </a:solidFill>
                  <a:latin typeface="华光标题宋_CNKI" panose="02000500000000000000" charset="-122"/>
                  <a:ea typeface="华光标题宋_CNKI" panose="02000500000000000000" charset="-122"/>
                  <a:cs typeface="华康古籍木兰" panose="02020300000000000000" charset="-122"/>
                </a:rPr>
                <a:t>文本</a:t>
              </a:r>
              <a:endParaRPr b="1" dirty="0" sz="3200" lang="zh-CN">
                <a:solidFill>
                  <a:schemeClr val="bg1"/>
                </a:solidFill>
                <a:latin typeface="华光标题宋_CNKI" panose="02000500000000000000" charset="-122"/>
                <a:ea typeface="华光标题宋_CNKI" panose="02000500000000000000" charset="-122"/>
                <a:cs typeface="华康古籍木兰" panose="02020300000000000000" charset="-122"/>
              </a:endParaRPr>
            </a:p>
          </p:txBody>
        </p:sp>
      </p:grpSp>
      <p:grpSp>
        <p:nvGrpSpPr>
          <p:cNvPr id="101" name="Group 2"/>
          <p:cNvGrpSpPr/>
          <p:nvPr/>
        </p:nvGrpSpPr>
        <p:grpSpPr>
          <a:xfrm>
            <a:off x="6967220" y="2411095"/>
            <a:ext cx="1309370" cy="1309377"/>
            <a:chOff x="9752218" y="2419350"/>
            <a:chExt cx="1485900" cy="1485900"/>
          </a:xfrm>
          <a:solidFill>
            <a:srgbClr val="902322"/>
          </a:solidFill>
        </p:grpSpPr>
        <p:sp>
          <p:nvSpPr>
            <p:cNvPr id="1048770" name="Oval 6"/>
            <p:cNvSpPr/>
            <p:nvPr/>
          </p:nvSpPr>
          <p:spPr>
            <a:xfrm>
              <a:off x="9752218" y="2419350"/>
              <a:ext cx="1485900" cy="1485900"/>
            </a:xfrm>
            <a:prstGeom prst="ellipse"/>
            <a:grp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latin typeface="华光标题宋_CNKI" panose="02000500000000000000" charset="-122"/>
                <a:ea typeface="华光标题宋_CNKI" panose="02000500000000000000" charset="-122"/>
              </a:endParaRPr>
            </a:p>
          </p:txBody>
        </p:sp>
        <p:sp>
          <p:nvSpPr>
            <p:cNvPr id="1048771" name="TextBox 27"/>
            <p:cNvSpPr txBox="1"/>
            <p:nvPr/>
          </p:nvSpPr>
          <p:spPr>
            <a:xfrm>
              <a:off x="9752218" y="2870835"/>
              <a:ext cx="1485900" cy="662238"/>
            </a:xfrm>
            <a:prstGeom prst="rect"/>
            <a:noFill/>
          </p:spPr>
          <p:txBody>
            <a:bodyPr rtlCol="0" wrap="square">
              <a:spAutoFit/>
            </a:bodyPr>
            <a:p>
              <a:pPr algn="ctr"/>
              <a:r>
                <a:rPr altLang="en-US" b="1"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rPr>
                <a:t>文本</a:t>
              </a:r>
              <a:endParaRPr altLang="en-US" b="1"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grpSp>
      <p:grpSp>
        <p:nvGrpSpPr>
          <p:cNvPr id="102" name="Group 2"/>
          <p:cNvGrpSpPr/>
          <p:nvPr/>
        </p:nvGrpSpPr>
        <p:grpSpPr>
          <a:xfrm>
            <a:off x="6419215" y="4102100"/>
            <a:ext cx="1309370" cy="1309377"/>
            <a:chOff x="9752218" y="2419350"/>
            <a:chExt cx="1485900" cy="1485900"/>
          </a:xfrm>
          <a:solidFill>
            <a:srgbClr val="902322"/>
          </a:solidFill>
        </p:grpSpPr>
        <p:sp>
          <p:nvSpPr>
            <p:cNvPr id="1048772" name="Oval 6"/>
            <p:cNvSpPr/>
            <p:nvPr/>
          </p:nvSpPr>
          <p:spPr>
            <a:xfrm>
              <a:off x="9752218" y="2419350"/>
              <a:ext cx="1485900" cy="1485900"/>
            </a:xfrm>
            <a:prstGeom prst="ellipse"/>
            <a:grp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latin typeface="华光标题宋_CNKI" panose="02000500000000000000" charset="-122"/>
                <a:ea typeface="华光标题宋_CNKI" panose="02000500000000000000" charset="-122"/>
              </a:endParaRPr>
            </a:p>
          </p:txBody>
        </p:sp>
        <p:sp>
          <p:nvSpPr>
            <p:cNvPr id="1048773" name="TextBox 27"/>
            <p:cNvSpPr txBox="1"/>
            <p:nvPr/>
          </p:nvSpPr>
          <p:spPr>
            <a:xfrm>
              <a:off x="9752218" y="2870835"/>
              <a:ext cx="1485900" cy="662238"/>
            </a:xfrm>
            <a:prstGeom prst="rect"/>
            <a:noFill/>
          </p:spPr>
          <p:txBody>
            <a:bodyPr rtlCol="0" wrap="square">
              <a:spAutoFit/>
            </a:bodyPr>
            <a:p>
              <a:pPr algn="ctr"/>
              <a:r>
                <a:rPr altLang="en-US" b="1"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rPr>
                <a:t>文本</a:t>
              </a:r>
              <a:endParaRPr altLang="en-US" b="1"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grpSp>
      <p:sp>
        <p:nvSpPr>
          <p:cNvPr id="1048774" name="文本框 1"/>
          <p:cNvSpPr txBox="1"/>
          <p:nvPr/>
        </p:nvSpPr>
        <p:spPr>
          <a:xfrm>
            <a:off x="8691245" y="2753995"/>
            <a:ext cx="2521585" cy="891540"/>
          </a:xfrm>
          <a:prstGeom prst="rect"/>
          <a:noFill/>
        </p:spPr>
        <p:txBody>
          <a:bodyPr rtlCol="0" wrap="square">
            <a:spAutoFit/>
          </a:bodyPr>
          <a:p>
            <a:pPr algn="l"/>
            <a:r>
              <a:rPr altLang="en-US" dirty="0" lang="zh-CN" smtClean="0">
                <a:ln>
                  <a:noFill/>
                </a:ln>
                <a:solidFill>
                  <a:schemeClr val="bg1"/>
                </a:solidFill>
                <a:effectLst/>
                <a:latin typeface="黑体" panose="02010609060101010101" charset="-122"/>
                <a:ea typeface="黑体" panose="02010609060101010101" charset="-122"/>
                <a:cs typeface="黑体" panose="02010609060101010101" charset="-122"/>
                <a:sym typeface="+mn-ea"/>
              </a:rPr>
              <a:t>此处添加说明文字此处添加说明文字。</a:t>
            </a:r>
            <a:endParaRPr altLang="en-US" lang="zh-CN">
              <a:solidFill>
                <a:schemeClr val="bg1"/>
              </a:solidFill>
            </a:endParaRPr>
          </a:p>
          <a:p>
            <a:pPr algn="l"/>
            <a:endParaRPr altLang="en-US" lang="zh-CN">
              <a:solidFill>
                <a:schemeClr val="bg1"/>
              </a:solidFill>
            </a:endParaRPr>
          </a:p>
        </p:txBody>
      </p:sp>
      <p:sp>
        <p:nvSpPr>
          <p:cNvPr id="1048775" name="文本框 2"/>
          <p:cNvSpPr txBox="1"/>
          <p:nvPr/>
        </p:nvSpPr>
        <p:spPr>
          <a:xfrm>
            <a:off x="8150860" y="4500245"/>
            <a:ext cx="2302510" cy="368300"/>
          </a:xfrm>
          <a:prstGeom prst="rect"/>
          <a:noFill/>
        </p:spPr>
        <p:txBody>
          <a:bodyPr rtlCol="0" wrap="square">
            <a:spAutoFit/>
          </a:bodyPr>
          <a:p>
            <a:pPr algn="l"/>
            <a:r>
              <a:rPr altLang="en-US" dirty="0" lang="zh-CN" smtClean="0">
                <a:ln>
                  <a:noFill/>
                </a:ln>
                <a:solidFill>
                  <a:schemeClr val="bg1"/>
                </a:solidFill>
                <a:effectLst/>
                <a:latin typeface="黑体" panose="02010609060101010101" charset="-122"/>
                <a:ea typeface="黑体" panose="02010609060101010101" charset="-122"/>
                <a:cs typeface="黑体" panose="02010609060101010101" charset="-122"/>
                <a:sym typeface="+mn-ea"/>
              </a:rPr>
              <a:t>此处添加说明文字</a:t>
            </a:r>
            <a:r>
              <a:rPr altLang="zh-CN" dirty="0" kern="100" lang="zh-CN" smtClean="0">
                <a:solidFill>
                  <a:schemeClr val="bg1"/>
                </a:solidFill>
                <a:latin typeface="黑体" panose="02010609060101010101" charset="-122"/>
                <a:ea typeface="黑体" panose="02010609060101010101" charset="-122"/>
                <a:cs typeface="黑体" panose="02010609060101010101" charset="-122"/>
                <a:sym typeface="+mn-ea"/>
              </a:rPr>
              <a:t>。</a:t>
            </a:r>
            <a:endParaRPr altLang="zh-CN" dirty="0" kern="100" lang="zh-CN" smtClean="0">
              <a:solidFill>
                <a:schemeClr val="bg1"/>
              </a:solidFill>
              <a:latin typeface="黑体" panose="02010609060101010101" charset="-122"/>
              <a:ea typeface="黑体" panose="02010609060101010101" charset="-122"/>
              <a:cs typeface="黑体" panose="02010609060101010101" charset="-122"/>
              <a:sym typeface="+mn-ea"/>
            </a:endParaRPr>
          </a:p>
        </p:txBody>
      </p:sp>
      <p:sp>
        <p:nvSpPr>
          <p:cNvPr id="1048776" name="文本框 4"/>
          <p:cNvSpPr txBox="1"/>
          <p:nvPr/>
        </p:nvSpPr>
        <p:spPr>
          <a:xfrm>
            <a:off x="1000760" y="2815590"/>
            <a:ext cx="2443480" cy="645160"/>
          </a:xfrm>
          <a:prstGeom prst="rect"/>
          <a:noFill/>
        </p:spPr>
        <p:txBody>
          <a:bodyPr rtlCol="0" wrap="square">
            <a:spAutoFit/>
          </a:bodyPr>
          <a:p>
            <a:pPr algn="l"/>
            <a:r>
              <a:rPr altLang="en-US" dirty="0" lang="zh-CN" smtClean="0">
                <a:ln>
                  <a:noFill/>
                </a:ln>
                <a:solidFill>
                  <a:schemeClr val="bg1"/>
                </a:solidFill>
                <a:effectLst/>
                <a:latin typeface="黑体" panose="02010609060101010101" charset="-122"/>
                <a:ea typeface="黑体" panose="02010609060101010101" charset="-122"/>
                <a:cs typeface="黑体" panose="02010609060101010101" charset="-122"/>
                <a:sym typeface="+mn-ea"/>
              </a:rPr>
              <a:t>此处添加说明文字此处添加说明文字</a:t>
            </a:r>
            <a:r>
              <a:rPr altLang="zh-CN" dirty="0" kern="0" lang="zh-CN" smtClean="0">
                <a:solidFill>
                  <a:schemeClr val="bg1"/>
                </a:solidFill>
                <a:latin typeface="黑体" panose="02010609060101010101" charset="-122"/>
                <a:ea typeface="黑体" panose="02010609060101010101" charset="-122"/>
                <a:cs typeface="黑体" panose="02010609060101010101" charset="-122"/>
                <a:sym typeface="+mn-ea"/>
              </a:rPr>
              <a:t>。</a:t>
            </a:r>
            <a:endParaRPr altLang="zh-CN" dirty="0" kern="0" lang="zh-CN" smtClean="0">
              <a:solidFill>
                <a:schemeClr val="bg1"/>
              </a:solidFill>
              <a:latin typeface="黑体" panose="02010609060101010101" charset="-122"/>
              <a:ea typeface="黑体" panose="02010609060101010101" charset="-122"/>
              <a:cs typeface="黑体" panose="02010609060101010101" charset="-122"/>
              <a:sym typeface="+mn-ea"/>
            </a:endParaRPr>
          </a:p>
        </p:txBody>
      </p:sp>
      <p:sp>
        <p:nvSpPr>
          <p:cNvPr id="1048777" name="文本框 8"/>
          <p:cNvSpPr txBox="1"/>
          <p:nvPr/>
        </p:nvSpPr>
        <p:spPr>
          <a:xfrm>
            <a:off x="1299845" y="4712335"/>
            <a:ext cx="2886075" cy="368300"/>
          </a:xfrm>
          <a:prstGeom prst="rect"/>
          <a:noFill/>
        </p:spPr>
        <p:txBody>
          <a:bodyPr rtlCol="0" wrap="square">
            <a:spAutoFit/>
          </a:bodyPr>
          <a:p>
            <a:pPr algn="l"/>
            <a:r>
              <a:rPr altLang="en-US" dirty="0" lang="zh-CN" smtClean="0">
                <a:ln>
                  <a:noFill/>
                </a:ln>
                <a:solidFill>
                  <a:schemeClr val="bg1"/>
                </a:solidFill>
                <a:effectLst/>
                <a:latin typeface="黑体" panose="02010609060101010101" charset="-122"/>
                <a:ea typeface="黑体" panose="02010609060101010101" charset="-122"/>
                <a:cs typeface="黑体" panose="02010609060101010101" charset="-122"/>
                <a:sym typeface="+mn-ea"/>
              </a:rPr>
              <a:t>此处添加说明文字</a:t>
            </a:r>
            <a:r>
              <a:rPr altLang="zh-CN" dirty="0" kern="100" lang="zh-CN" smtClean="0">
                <a:solidFill>
                  <a:schemeClr val="bg1"/>
                </a:solidFill>
                <a:latin typeface="黑体" panose="02010609060101010101" charset="-122"/>
                <a:ea typeface="黑体" panose="02010609060101010101" charset="-122"/>
                <a:cs typeface="黑体" panose="02010609060101010101" charset="-122"/>
                <a:sym typeface="+mn-ea"/>
              </a:rPr>
              <a:t>。</a:t>
            </a:r>
            <a:endParaRPr altLang="zh-CN" dirty="0" kern="100" lang="zh-CN" smtClean="0">
              <a:solidFill>
                <a:schemeClr val="bg1"/>
              </a:solidFill>
              <a:latin typeface="黑体" panose="02010609060101010101" charset="-122"/>
              <a:ea typeface="黑体" panose="02010609060101010101" charset="-122"/>
              <a:cs typeface="黑体" panose="02010609060101010101" charset="-122"/>
              <a:sym typeface="+mn-ea"/>
            </a:endParaRPr>
          </a:p>
        </p:txBody>
      </p:sp>
      <p:sp>
        <p:nvSpPr>
          <p:cNvPr id="1048778" name="矩形 10"/>
          <p:cNvSpPr/>
          <p:nvPr/>
        </p:nvSpPr>
        <p:spPr>
          <a:xfrm>
            <a:off x="5572462" y="3227783"/>
            <a:ext cx="1200150" cy="706755"/>
          </a:xfrm>
          <a:prstGeom prst="rect"/>
        </p:spPr>
        <p:txBody>
          <a:bodyPr wrap="none">
            <a:spAutoFit/>
          </a:bodyPr>
          <a:p>
            <a:pPr algn="ctr"/>
            <a:r>
              <a:rPr altLang="zh-CN" b="1" dirty="0" sz="4000" lang="zh-CN">
                <a:solidFill>
                  <a:srgbClr val="902322"/>
                </a:solidFill>
                <a:latin typeface="华光标题宋_CNKI" panose="02000500000000000000" charset="-122"/>
                <a:ea typeface="华光标题宋_CNKI" panose="02000500000000000000" charset="-122"/>
                <a:cs typeface="Open Sans" panose="020B0606030504020204" pitchFamily="34" charset="0"/>
              </a:rPr>
              <a:t>标题</a:t>
            </a:r>
            <a:endParaRPr altLang="zh-CN" b="1" dirty="0" sz="4000" lang="zh-CN">
              <a:solidFill>
                <a:srgbClr val="902322"/>
              </a:solidFill>
              <a:latin typeface="华光标题宋_CNKI" panose="02000500000000000000" charset="-122"/>
              <a:ea typeface="华光标题宋_CNKI" panose="02000500000000000000" charset="-122"/>
              <a:cs typeface="Open Sans" panose="020B0606030504020204" pitchFamily="34" charset="0"/>
            </a:endParaRPr>
          </a:p>
        </p:txBody>
      </p:sp>
      <p:pic>
        <p:nvPicPr>
          <p:cNvPr id="2097178" name="图片 5" descr="横向校标_画板 1"/>
          <p:cNvPicPr>
            <a:picLocks noChangeAspect="1"/>
          </p:cNvPicPr>
          <p:nvPr/>
        </p:nvPicPr>
        <p:blipFill>
          <a:blip xmlns:r="http://schemas.openxmlformats.org/officeDocument/2006/relationships" r:embed="rId2"/>
          <a:srcRect l="22083" t="56503" r="20244" b="24533"/>
          <a:stretch>
            <a:fillRect/>
          </a:stretch>
        </p:blipFill>
        <p:spPr>
          <a:xfrm>
            <a:off x="9985375" y="417195"/>
            <a:ext cx="1592580" cy="52387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782" name="矩形 3"/>
          <p:cNvSpPr/>
          <p:nvPr/>
        </p:nvSpPr>
        <p:spPr>
          <a:xfrm>
            <a:off x="190500" y="152400"/>
            <a:ext cx="11811000" cy="6496050"/>
          </a:xfrm>
          <a:prstGeom prst="rect"/>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p>
        </p:txBody>
      </p:sp>
      <p:sp>
        <p:nvSpPr>
          <p:cNvPr id="1048783" name="AutoShape 3"/>
          <p:cNvSpPr>
            <a:spLocks noChangeAspect="1" noChangeArrowheads="1" noTextEdit="1"/>
          </p:cNvSpPr>
          <p:nvPr/>
        </p:nvSpPr>
        <p:spPr bwMode="auto">
          <a:xfrm>
            <a:off x="0" y="152400"/>
            <a:ext cx="4860925" cy="6858000"/>
          </a:xfrm>
          <a:prstGeom prst="rect"/>
          <a:noFill/>
          <a:ln>
            <a:noFill/>
          </a:ln>
        </p:spPr>
        <p:txBody>
          <a:bodyPr anchor="t" anchorCtr="0" bIns="45720" compatLnSpc="1" lIns="91440" numCol="1" rIns="91440" tIns="45720" vert="horz" wrap="square"/>
          <a:p>
            <a:endParaRPr altLang="en-US" lang="zh-CN"/>
          </a:p>
        </p:txBody>
      </p:sp>
      <p:grpSp>
        <p:nvGrpSpPr>
          <p:cNvPr id="106" name="Group 1"/>
          <p:cNvGrpSpPr/>
          <p:nvPr/>
        </p:nvGrpSpPr>
        <p:grpSpPr>
          <a:xfrm>
            <a:off x="7425035" y="1665092"/>
            <a:ext cx="1485900" cy="1485900"/>
            <a:chOff x="6553200" y="1314450"/>
            <a:chExt cx="1485900" cy="1485900"/>
          </a:xfrm>
          <a:solidFill>
            <a:srgbClr val="902322"/>
          </a:solidFill>
        </p:grpSpPr>
        <p:sp>
          <p:nvSpPr>
            <p:cNvPr id="1048784" name="Oval 5"/>
            <p:cNvSpPr/>
            <p:nvPr/>
          </p:nvSpPr>
          <p:spPr>
            <a:xfrm>
              <a:off x="6553200" y="1314450"/>
              <a:ext cx="1485900" cy="1485900"/>
            </a:xfrm>
            <a:prstGeom prst="ellipse"/>
            <a:grp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latin typeface="华光标题宋_CNKI" panose="02000500000000000000" charset="-122"/>
                <a:ea typeface="华光标题宋_CNKI" panose="02000500000000000000" charset="-122"/>
              </a:endParaRPr>
            </a:p>
          </p:txBody>
        </p:sp>
        <p:sp>
          <p:nvSpPr>
            <p:cNvPr id="1048785" name="TextBox 23"/>
            <p:cNvSpPr txBox="1"/>
            <p:nvPr/>
          </p:nvSpPr>
          <p:spPr>
            <a:xfrm>
              <a:off x="6656836" y="1765351"/>
              <a:ext cx="1278628" cy="583565"/>
            </a:xfrm>
            <a:prstGeom prst="rect"/>
            <a:grpFill/>
          </p:spPr>
          <p:txBody>
            <a:bodyPr rtlCol="0" wrap="square">
              <a:spAutoFit/>
            </a:bodyPr>
            <a:p>
              <a:pPr algn="ctr"/>
              <a:r>
                <a:rPr altLang="en-US" dirty="0" sz="3200" lang="zh-CN">
                  <a:solidFill>
                    <a:schemeClr val="bg1"/>
                  </a:solidFill>
                  <a:latin typeface="华光标题宋_CNKI" panose="02000500000000000000" charset="-122"/>
                  <a:ea typeface="华光标题宋_CNKI" panose="02000500000000000000" charset="-122"/>
                  <a:cs typeface="华康古籍木兰" panose="02020300000000000000" charset="-122"/>
                </a:rPr>
                <a:t>标题</a:t>
              </a:r>
              <a:endParaRPr altLang="en-US" dirty="0" sz="3200" lang="zh-CN">
                <a:solidFill>
                  <a:schemeClr val="bg1"/>
                </a:solidFill>
                <a:latin typeface="华光标题宋_CNKI" panose="02000500000000000000" charset="-122"/>
                <a:ea typeface="华光标题宋_CNKI" panose="02000500000000000000" charset="-122"/>
                <a:cs typeface="华康古籍木兰" panose="02020300000000000000" charset="-122"/>
              </a:endParaRPr>
            </a:p>
          </p:txBody>
        </p:sp>
      </p:grpSp>
      <p:grpSp>
        <p:nvGrpSpPr>
          <p:cNvPr id="107" name="Group 2"/>
          <p:cNvGrpSpPr/>
          <p:nvPr/>
        </p:nvGrpSpPr>
        <p:grpSpPr>
          <a:xfrm>
            <a:off x="8782746" y="4030515"/>
            <a:ext cx="1485900" cy="1485900"/>
            <a:chOff x="9752218" y="2419350"/>
            <a:chExt cx="1485900" cy="1485900"/>
          </a:xfrm>
          <a:solidFill>
            <a:srgbClr val="902322"/>
          </a:solidFill>
        </p:grpSpPr>
        <p:sp>
          <p:nvSpPr>
            <p:cNvPr id="1048786" name="Oval 6"/>
            <p:cNvSpPr/>
            <p:nvPr/>
          </p:nvSpPr>
          <p:spPr>
            <a:xfrm>
              <a:off x="9752218" y="2419350"/>
              <a:ext cx="1485900" cy="1485900"/>
            </a:xfrm>
            <a:prstGeom prst="ellipse"/>
            <a:grpFill/>
            <a:ln>
              <a:noFill/>
            </a:ln>
            <a:effectLst>
              <a:outerShdw algn="tr" blurRad="1270000" dir="8100000" dist="850900" rotWithShape="0" sx="75000" sy="7500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id-ID">
                <a:latin typeface="华光标题宋_CNKI" panose="02000500000000000000" charset="-122"/>
                <a:ea typeface="华光标题宋_CNKI" panose="02000500000000000000" charset="-122"/>
              </a:endParaRPr>
            </a:p>
          </p:txBody>
        </p:sp>
        <p:sp>
          <p:nvSpPr>
            <p:cNvPr id="1048787" name="TextBox 27"/>
            <p:cNvSpPr txBox="1"/>
            <p:nvPr/>
          </p:nvSpPr>
          <p:spPr>
            <a:xfrm>
              <a:off x="9752218" y="2871470"/>
              <a:ext cx="1485900" cy="583565"/>
            </a:xfrm>
            <a:prstGeom prst="rect"/>
            <a:noFill/>
          </p:spPr>
          <p:txBody>
            <a:bodyPr rtlCol="0" wrap="square">
              <a:spAutoFit/>
            </a:bodyPr>
            <a:p>
              <a:pPr algn="ctr"/>
              <a:r>
                <a:rPr altLang="en-US"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rPr>
                <a:t>标题</a:t>
              </a:r>
              <a:endParaRPr altLang="en-US" dirty="0" sz="3200" lang="zh-CN">
                <a:solidFill>
                  <a:schemeClr val="bg1"/>
                </a:solidFill>
                <a:latin typeface="华光标题宋_CNKI" panose="02000500000000000000" charset="-122"/>
                <a:ea typeface="华光标题宋_CNKI" panose="02000500000000000000" charset="-122"/>
                <a:cs typeface="Open Sans" panose="020B0606030504020204" pitchFamily="34" charset="0"/>
              </a:endParaRPr>
            </a:p>
          </p:txBody>
        </p:sp>
      </p:grpSp>
      <p:sp>
        <p:nvSpPr>
          <p:cNvPr id="1048788" name="文本框 5"/>
          <p:cNvSpPr txBox="1"/>
          <p:nvPr/>
        </p:nvSpPr>
        <p:spPr>
          <a:xfrm>
            <a:off x="951230" y="1343660"/>
            <a:ext cx="2621280" cy="583565"/>
          </a:xfrm>
          <a:prstGeom prst="rect"/>
          <a:noFill/>
        </p:spPr>
        <p:txBody>
          <a:bodyPr rtlCol="0" wrap="none">
            <a:spAutoFit/>
          </a:bodyPr>
          <a:p>
            <a:pPr algn="ctr"/>
            <a:r>
              <a:rPr altLang="en-US" dirty="0" sz="3200" kern="100" lang="zh-CN">
                <a:solidFill>
                  <a:srgbClr val="902322"/>
                </a:solidFill>
                <a:latin typeface="华光标题宋_CNKI" panose="02000500000000000000" charset="-122"/>
                <a:ea typeface="华光标题宋_CNKI" panose="02000500000000000000" charset="-122"/>
                <a:cs typeface="华康古籍木兰" panose="02020300000000000000" charset="-122"/>
                <a:sym typeface="+mn-ea"/>
              </a:rPr>
              <a:t>此处添加文字</a:t>
            </a:r>
            <a:endParaRPr altLang="en-US" dirty="0" sz="3200" kern="100" lang="zh-CN">
              <a:solidFill>
                <a:srgbClr val="902322"/>
              </a:solidFill>
              <a:latin typeface="华光标题宋_CNKI" panose="02000500000000000000" charset="-122"/>
              <a:ea typeface="华光标题宋_CNKI" panose="02000500000000000000" charset="-122"/>
              <a:cs typeface="华康古籍木兰" panose="02020300000000000000" charset="-122"/>
              <a:sym typeface="+mn-ea"/>
            </a:endParaRPr>
          </a:p>
        </p:txBody>
      </p:sp>
      <p:sp>
        <p:nvSpPr>
          <p:cNvPr id="1048789" name="文本框 12"/>
          <p:cNvSpPr txBox="1"/>
          <p:nvPr/>
        </p:nvSpPr>
        <p:spPr>
          <a:xfrm>
            <a:off x="949325" y="2324100"/>
            <a:ext cx="6152515" cy="891540"/>
          </a:xfrm>
          <a:prstGeom prst="rect"/>
          <a:noFill/>
        </p:spPr>
        <p:txBody>
          <a:bodyPr rtlCol="0" wrap="square">
            <a:spAutoFit/>
          </a:bodyPr>
          <a:p>
            <a:pPr algn="l"/>
            <a:r>
              <a:rPr altLang="en-US" dirty="0" lang="zh-CN" smtClean="0">
                <a:ln>
                  <a:noFill/>
                </a:ln>
                <a:solidFill>
                  <a:srgbClr val="000000"/>
                </a:solidFill>
                <a:effectLst/>
                <a:latin typeface="黑体" panose="02010609060101010101" charset="-122"/>
                <a:ea typeface="黑体" panose="02010609060101010101" charset="-122"/>
                <a:cs typeface="黑体" panose="02010609060101010101" charset="-122"/>
                <a:sym typeface="+mn-ea"/>
              </a:rPr>
              <a:t>此处添加说明文字此处添加说明文字此处添加说明文字此处添加说明文字此处添加说明文字此处添加说明文字此处添加说明文字此处添加说明文字</a:t>
            </a:r>
            <a:r>
              <a:rPr altLang="zh-CN" dirty="0" lang="zh-CN" smtClean="0">
                <a:effectLst/>
                <a:latin typeface="黑体" panose="02010609060101010101" charset="-122"/>
                <a:ea typeface="黑体" panose="02010609060101010101" charset="-122"/>
                <a:cs typeface="黑体" panose="02010609060101010101" charset="-122"/>
                <a:sym typeface="+mn-ea"/>
              </a:rPr>
              <a:t>。</a:t>
            </a:r>
            <a:endParaRPr altLang="en-US" lang="zh-CN"/>
          </a:p>
        </p:txBody>
      </p:sp>
      <p:sp>
        <p:nvSpPr>
          <p:cNvPr id="1048790" name="文本框 6"/>
          <p:cNvSpPr txBox="1"/>
          <p:nvPr/>
        </p:nvSpPr>
        <p:spPr>
          <a:xfrm>
            <a:off x="949325" y="4220210"/>
            <a:ext cx="6152515" cy="891540"/>
          </a:xfrm>
          <a:prstGeom prst="rect"/>
          <a:noFill/>
        </p:spPr>
        <p:txBody>
          <a:bodyPr rtlCol="0" wrap="square">
            <a:spAutoFit/>
          </a:bodyPr>
          <a:p>
            <a:pPr algn="l"/>
            <a:r>
              <a:rPr altLang="en-US" dirty="0" lang="zh-CN" smtClean="0">
                <a:ln>
                  <a:noFill/>
                </a:ln>
                <a:solidFill>
                  <a:srgbClr val="000000"/>
                </a:solidFill>
                <a:effectLst/>
                <a:latin typeface="黑体" panose="02010609060101010101" charset="-122"/>
                <a:ea typeface="黑体" panose="02010609060101010101" charset="-122"/>
                <a:cs typeface="黑体" panose="02010609060101010101" charset="-122"/>
                <a:sym typeface="+mn-ea"/>
              </a:rPr>
              <a:t>此处添加说明文字此处添加说明文字此处添加说明文字此处添加说明文字此处添加说明文字此处添加说明文字此处添加说明文字此处添加说明文字</a:t>
            </a:r>
            <a:r>
              <a:rPr altLang="zh-CN" dirty="0" lang="zh-CN" smtClean="0">
                <a:effectLst/>
                <a:latin typeface="黑体" panose="02010609060101010101" charset="-122"/>
                <a:ea typeface="黑体" panose="02010609060101010101" charset="-122"/>
                <a:cs typeface="黑体" panose="02010609060101010101" charset="-122"/>
                <a:sym typeface="+mn-ea"/>
              </a:rPr>
              <a:t>。</a:t>
            </a:r>
            <a:endParaRPr altLang="en-US" lang="zh-CN"/>
          </a:p>
        </p:txBody>
      </p:sp>
      <p:pic>
        <p:nvPicPr>
          <p:cNvPr id="2097179" name="图片 4" descr="C:\Users\wai\Desktop\浙大建筑PPT\橙\375A3996.jpg375A3996"/>
          <p:cNvPicPr>
            <a:picLocks noChangeAspect="1"/>
          </p:cNvPicPr>
          <p:nvPr/>
        </p:nvPicPr>
        <p:blipFill>
          <a:blip xmlns:r="http://schemas.openxmlformats.org/officeDocument/2006/relationships" r:embed="rId1"/>
          <a:srcRect r="49240" b="29133"/>
          <a:stretch>
            <a:fillRect/>
          </a:stretch>
        </p:blipFill>
        <p:spPr>
          <a:xfrm>
            <a:off x="7425055" y="3725545"/>
            <a:ext cx="1567815" cy="1647825"/>
          </a:xfrm>
          <a:prstGeom prst="ellipse"/>
          <a:effectLst>
            <a:outerShdw algn="tr" blurRad="584200" dir="8100000" dist="368300" rotWithShape="0" sx="95000" sy="95000">
              <a:prstClr val="black">
                <a:alpha val="24000"/>
              </a:prstClr>
            </a:outerShdw>
          </a:effectLst>
        </p:spPr>
      </p:pic>
      <p:pic>
        <p:nvPicPr>
          <p:cNvPr id="2097180" name="图片 8" descr="C:\Users\wai\Desktop\浙大建筑PPT\橙\375A3996.jpg375A3996"/>
          <p:cNvPicPr>
            <a:picLocks noChangeAspect="1"/>
          </p:cNvPicPr>
          <p:nvPr/>
        </p:nvPicPr>
        <p:blipFill>
          <a:blip xmlns:r="http://schemas.openxmlformats.org/officeDocument/2006/relationships" r:embed="rId2"/>
          <a:srcRect/>
          <a:stretch>
            <a:fillRect/>
          </a:stretch>
        </p:blipFill>
        <p:spPr>
          <a:xfrm>
            <a:off x="8613140" y="1005840"/>
            <a:ext cx="2197100" cy="2240280"/>
          </a:xfrm>
          <a:prstGeom prst="ellipse"/>
          <a:effectLst>
            <a:outerShdw algn="t" blurRad="304800" dir="8160000" dist="177800" rotWithShape="0">
              <a:prstClr val="black">
                <a:alpha val="22000"/>
              </a:prstClr>
            </a:outerShdw>
          </a:effectLst>
        </p:spPr>
      </p:pic>
      <p:pic>
        <p:nvPicPr>
          <p:cNvPr id="2097181" name="图片 1" descr="横向校标_画板 1"/>
          <p:cNvPicPr>
            <a:picLocks noChangeAspect="1"/>
          </p:cNvPicPr>
          <p:nvPr/>
        </p:nvPicPr>
        <p:blipFill>
          <a:blip xmlns:r="http://schemas.openxmlformats.org/officeDocument/2006/relationships" r:embed="rId3"/>
          <a:srcRect l="22083" t="56503" r="20244" b="24533"/>
          <a:stretch>
            <a:fillRect/>
          </a:stretch>
        </p:blipFill>
        <p:spPr>
          <a:xfrm>
            <a:off x="9906000" y="5782945"/>
            <a:ext cx="1592580" cy="523875"/>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a:off x="0" y="0"/>
          <a:ext cx="0" cy="0"/>
          <a:chOff x="0" y="0"/>
          <a:chExt cx="0" cy="0"/>
        </a:xfrm>
      </p:grpSpPr>
      <p:sp>
        <p:nvSpPr>
          <p:cNvPr id="1048794" name="图文框 4"/>
          <p:cNvSpPr/>
          <p:nvPr/>
        </p:nvSpPr>
        <p:spPr>
          <a:xfrm>
            <a:off x="171450" y="190500"/>
            <a:ext cx="11811000" cy="6419850"/>
          </a:xfrm>
          <a:prstGeom prst="frame">
            <a:avLst>
              <a:gd name="adj1" fmla="val 2708"/>
            </a:avLst>
          </a:prstGeom>
          <a:solidFill>
            <a:srgbClr val="FAF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solidFill>
                <a:schemeClr val="tx1"/>
              </a:solidFill>
            </a:endParaRPr>
          </a:p>
        </p:txBody>
      </p:sp>
      <p:pic>
        <p:nvPicPr>
          <p:cNvPr id="2097182" name="图片 2" descr="375A3971"/>
          <p:cNvPicPr>
            <a:picLocks noChangeAspect="1"/>
          </p:cNvPicPr>
          <p:nvPr>
            <p:custDataLst>
              <p:tags r:id="rId1"/>
            </p:custDataLst>
          </p:nvPr>
        </p:nvPicPr>
        <p:blipFill>
          <a:blip xmlns:r="http://schemas.openxmlformats.org/officeDocument/2006/relationships" r:embed="rId2"/>
          <a:srcRect t="2580" b="14999"/>
          <a:stretch>
            <a:fillRect/>
          </a:stretch>
        </p:blipFill>
        <p:spPr>
          <a:xfrm>
            <a:off x="190500" y="180975"/>
            <a:ext cx="11811000" cy="6511925"/>
          </a:xfrm>
          <a:prstGeom prst="rect"/>
        </p:spPr>
      </p:pic>
      <p:sp>
        <p:nvSpPr>
          <p:cNvPr id="1048795" name="文本框 5"/>
          <p:cNvSpPr txBox="1"/>
          <p:nvPr/>
        </p:nvSpPr>
        <p:spPr>
          <a:xfrm>
            <a:off x="664210" y="1607185"/>
            <a:ext cx="4992370" cy="1170940"/>
          </a:xfrm>
          <a:prstGeom prst="rect"/>
          <a:noFill/>
        </p:spPr>
        <p:txBody>
          <a:bodyPr rtlCol="0" wrap="square">
            <a:spAutoFit/>
          </a:bodyPr>
          <a:p>
            <a:pPr algn="dist"/>
            <a:r>
              <a:rPr altLang="en-US" dirty="0" sz="7200" lang="zh-CN">
                <a:solidFill>
                  <a:srgbClr val="902322"/>
                </a:solidFill>
                <a:latin typeface="华光标题宋_CNKI" panose="02000500000000000000" charset="-122"/>
                <a:ea typeface="华光标题宋_CNKI" panose="02000500000000000000" charset="-122"/>
              </a:rPr>
              <a:t>谢谢观看</a:t>
            </a:r>
            <a:endParaRPr altLang="en-US" dirty="0" sz="7200" lang="zh-CN">
              <a:solidFill>
                <a:srgbClr val="902322"/>
              </a:solidFill>
              <a:latin typeface="华光标题宋_CNKI" panose="02000500000000000000" charset="-122"/>
              <a:ea typeface="华光标题宋_CNKI" panose="02000500000000000000" charset="-122"/>
            </a:endParaRPr>
          </a:p>
        </p:txBody>
      </p:sp>
      <p:pic>
        <p:nvPicPr>
          <p:cNvPr id="2097183" name="图片 3" descr="横向校标_画板 1"/>
          <p:cNvPicPr>
            <a:picLocks noChangeAspect="1"/>
          </p:cNvPicPr>
          <p:nvPr/>
        </p:nvPicPr>
        <p:blipFill>
          <a:blip xmlns:r="http://schemas.openxmlformats.org/officeDocument/2006/relationships" r:embed="rId3"/>
          <a:srcRect l="22083" t="56503" r="20244" b="24533"/>
          <a:stretch>
            <a:fillRect/>
          </a:stretch>
        </p:blipFill>
        <p:spPr>
          <a:xfrm>
            <a:off x="664210" y="520700"/>
            <a:ext cx="1592580" cy="523875"/>
          </a:xfrm>
          <a:prstGeom prst="rect"/>
        </p:spPr>
      </p:pic>
      <p:sp>
        <p:nvSpPr>
          <p:cNvPr id="1048796" name="文本框 1"/>
          <p:cNvSpPr txBox="1"/>
          <p:nvPr/>
        </p:nvSpPr>
        <p:spPr>
          <a:xfrm>
            <a:off x="664210" y="3220085"/>
            <a:ext cx="4992370" cy="521970"/>
          </a:xfrm>
          <a:prstGeom prst="rect"/>
          <a:noFill/>
        </p:spPr>
        <p:txBody>
          <a:bodyPr rtlCol="0" wrap="square">
            <a:spAutoFit/>
          </a:bodyPr>
          <a:p>
            <a:pPr algn="l"/>
            <a:r>
              <a:rPr altLang="en-US" dirty="0" sz="2800" lang="zh-CN">
                <a:solidFill>
                  <a:srgbClr val="902322"/>
                </a:solidFill>
                <a:latin typeface="华光标题宋_CNKI" panose="02000500000000000000" charset="-122"/>
                <a:ea typeface="华光标题宋_CNKI" panose="02000500000000000000" charset="-122"/>
              </a:rPr>
              <a:t>单击输入文本</a:t>
            </a:r>
            <a:endParaRPr altLang="en-US" dirty="0" sz="2800" lang="zh-CN">
              <a:solidFill>
                <a:srgbClr val="902322"/>
              </a:solidFill>
              <a:latin typeface="华光标题宋_CNKI" panose="02000500000000000000" charset="-122"/>
              <a:ea typeface="华光标题宋_CNKI" panose="02000500000000000000" charset="-122"/>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p14:dur="500">
        <p:fade/>
      </p:transition>
    </mc:Choice>
    <mc:Fallback>
      <p:transition spd="slow">
        <p:fade/>
      </p:transition>
    </mc:Fallback>
  </mc:AlternateContent>
  <p:timing/>
</p:sld>
</file>

<file path=ppt/tags/tag1.xml><?xml version="1.0" encoding="utf-8"?>
<p:tagLst xmlns:p="http://schemas.openxmlformats.org/presentationml/2006/main">
  <p:tag name="KSO_WM_UNIT_PLACING_PICTURE_USER_VIEWPORT" val="{&quot;height&quot;:10255,&quot;width&quot;:18600}"/>
</p:tagLst>
</file>

<file path=ppt/theme/theme1.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演示</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演示文稿</dc:title>
  <dc:creator>ANA-AN00</dc:creator>
  <cp:lastModifiedBy>iii</cp:lastModifiedBy>
  <dcterms:created xsi:type="dcterms:W3CDTF">2018-12-18T11:38:00Z</dcterms:created>
  <dcterms:modified xsi:type="dcterms:W3CDTF">2021-01-11T06:55:13Z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