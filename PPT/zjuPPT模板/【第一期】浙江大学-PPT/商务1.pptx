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5" r:id="rId5"/>
    <p:sldId id="266" r:id="rId6"/>
    <p:sldId id="268" r:id="rId7"/>
    <p:sldId id="262" r:id="rId8"/>
    <p:sldId id="267" r:id="rId9"/>
    <p:sldId id="269" r:id="rId10"/>
    <p:sldId id="270" r:id="rId11"/>
    <p:sldId id="260" r:id="rId12"/>
    <p:sldId id="264" r:id="rId13"/>
    <p:sldId id="271" r:id="rId14"/>
    <p:sldId id="272" r:id="rId15"/>
    <p:sldId id="273" r:id="rId16"/>
    <p:sldId id="261" r:id="rId17"/>
    <p:sldId id="274" r:id="rId18"/>
    <p:sldId id="275" r:id="rId19"/>
    <p:sldId id="276" r:id="rId20"/>
    <p:sldId id="278" r:id="rId21"/>
    <p:sldId id="277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7BB8B-DFA2-4428-9E69-6DF8625B565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37DFE-22DA-405A-B471-5D58E83B7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76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347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20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61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43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12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681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24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4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831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855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192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882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169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363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09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19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895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45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654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37DFE-22DA-405A-B471-5D58E83B718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84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9DE504E-9AE4-4D60-8931-8C5697A34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DF905BF3-760B-45B4-A506-346E82C4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A47605C-8850-41C0-99F5-61192F7D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757C173-C276-4524-93D6-A9DEE08F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E413454-A6FC-4CA1-8E53-577F6323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313395"/>
      </p:ext>
    </p:extLst>
  </p:cSld>
  <p:clrMapOvr>
    <a:masterClrMapping/>
  </p:clrMapOvr>
  <p:transition spd="slow" advTm="3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C6D32F88-2B40-405C-A711-918605CD75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-600067" y="-608767"/>
            <a:ext cx="3066637" cy="306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79270"/>
      </p:ext>
    </p:extLst>
  </p:cSld>
  <p:clrMapOvr>
    <a:masterClrMapping/>
  </p:clrMapOvr>
  <p:transition spd="slow" advTm="3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B652EDB-B85C-45ED-8D2D-8D0BD4B2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3D81C94A-2D63-43C6-BA88-CFCF3C703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9BA0933-0E9B-4C11-A0B6-39545278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F6246D6-E1F9-4DAF-872A-1EB03C53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28996ED-A9E0-4314-9CC6-271E9EDA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21429"/>
      </p:ext>
    </p:extLst>
  </p:cSld>
  <p:clrMapOvr>
    <a:masterClrMapping/>
  </p:clrMapOvr>
  <p:transition spd="slow" advTm="3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46D28E9-66D1-4849-97C5-0B22214D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7038447-1417-465E-A1FA-B19DFA66D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69BDEDB3-AB44-45C8-8BE8-1F98FA669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F9C38793-618F-4AD4-9DF1-7960C2BC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C3EA64B2-E2C2-4916-932E-21DB70E7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577A367-C237-452F-A768-3D973226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882181"/>
      </p:ext>
    </p:extLst>
  </p:cSld>
  <p:clrMapOvr>
    <a:masterClrMapping/>
  </p:clrMapOvr>
  <p:transition spd="slow" advTm="3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076C08B-F147-415C-9920-8E1F7289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5C828572-CF98-4D33-AAF9-75E7259F9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66A04FD2-12C3-4A4B-A1CB-18CA0AB35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6DDA3218-DFDE-48E7-B1F2-44F39D843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7B9A57FD-C9C0-4236-B3DA-814D7BDED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63DB83D7-9442-4BD4-90B3-0FD909F1E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7706153C-A140-4FD4-AF2C-1F4F7B8D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56AD87DE-6411-4E74-A6F4-A7E0C17F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060973"/>
      </p:ext>
    </p:extLst>
  </p:cSld>
  <p:clrMapOvr>
    <a:masterClrMapping/>
  </p:clrMapOvr>
  <p:transition spd="slow" advTm="3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94C9874-D786-4E3B-94A9-16AF5B1A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0F1C12B1-E09A-455C-9E33-481D9082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1BA44EC1-45A1-4FBC-843F-40A05A69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59D3422A-7FBB-4862-8823-E7581E0E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085114"/>
      </p:ext>
    </p:extLst>
  </p:cSld>
  <p:clrMapOvr>
    <a:masterClrMapping/>
  </p:clrMapOvr>
  <p:transition spd="slow" advTm="3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9E954086-EE2E-425E-AEFE-D456B806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9EC8EA93-24D2-4AE1-A8BB-B783214B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30B6EB7-64C4-46F3-9C13-6FD2764E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48224"/>
      </p:ext>
    </p:extLst>
  </p:cSld>
  <p:clrMapOvr>
    <a:masterClrMapping/>
  </p:clrMapOvr>
  <p:transition spd="slow" advTm="3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42E12C2-0297-4020-B587-3F9438A9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3B2694F-3219-4DDC-A804-B9B67028F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6467BB9C-5C3F-4DEC-B6C0-3F3B5874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BC814FFD-3066-486D-8162-6B7178AD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747B892E-07FC-4A5E-AD5F-D79E6884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C082CD7-8DE3-4B7E-B4C7-D29DB3AB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3166"/>
      </p:ext>
    </p:extLst>
  </p:cSld>
  <p:clrMapOvr>
    <a:masterClrMapping/>
  </p:clrMapOvr>
  <p:transition spd="slow" advTm="3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80B11DF-6BFB-4226-840D-CF45F26F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FDFA1ACF-19BF-4405-BF29-97AF74D78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5F9D728E-4767-4C66-8157-655DBC0BD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C7B4F74-7F56-4070-9C13-4B8A02AD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7A13A13-B656-4DE7-9676-1902A8DF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CE7AEDB-6AA6-4400-95DA-2FB43F02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537751"/>
      </p:ext>
    </p:extLst>
  </p:cSld>
  <p:clrMapOvr>
    <a:masterClrMapping/>
  </p:clrMapOvr>
  <p:transition spd="slow" advTm="3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42F100B-A1C7-4BE2-B956-8BB42046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914BD3D1-1879-4000-93AE-76B650A8F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846A99E-FF12-414A-9118-A4AC0C388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A43023D-ECDC-474B-A72E-8FBD2926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498CD75-7722-4E32-A7F1-69948328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265203"/>
      </p:ext>
    </p:extLst>
  </p:cSld>
  <p:clrMapOvr>
    <a:masterClrMapping/>
  </p:clrMapOvr>
  <p:transition spd="slow" advTm="3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1BC63897-1318-474A-B283-B0345B7FF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F90BD48F-0232-4B57-A52B-63D827723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137A3C4-9C0E-4CAB-9FF0-A83315D9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9F716A6-6F16-4F74-BB0D-B741FD47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E22F440-8845-40B8-B4AE-29189F0F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2892"/>
      </p:ext>
    </p:extLst>
  </p:cSld>
  <p:clrMapOvr>
    <a:masterClrMapping/>
  </p:clrMapOvr>
  <p:transition spd="slow" advTm="3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42D199F2-FD39-41AE-9F86-A0184426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BA861510-C106-4567-A5F4-CA694975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BB05771-31EF-4189-AC54-8097C4B47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60CDC-8AAF-4E8C-BA94-DED6C65D50C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F559750-D65E-4B7F-BA55-3CFFAA52A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22EA86-AEDA-4D12-9483-3C9367721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0DC1B-FA5C-438C-93B9-C4680925E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7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3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2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FB8919A-8B03-4B83-97C8-0C8A39041AA4}"/>
              </a:ext>
            </a:extLst>
          </p:cNvPr>
          <p:cNvGrpSpPr/>
          <p:nvPr/>
        </p:nvGrpSpPr>
        <p:grpSpPr>
          <a:xfrm>
            <a:off x="-625629" y="-612802"/>
            <a:ext cx="13443260" cy="8102422"/>
            <a:chOff x="-625629" y="-612802"/>
            <a:chExt cx="13443260" cy="810242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xmlns="" id="{4E48EAA9-BE92-48A2-9FF4-AA15D4DC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-625629" y="-612802"/>
              <a:ext cx="3573965" cy="357396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xmlns="" id="{615AF2E1-0F39-4B2A-BB40-B53DDA739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9243666" y="3915655"/>
              <a:ext cx="3573965" cy="357396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B0416D70-1CA5-46B7-ACCA-074AB64A9150}"/>
                </a:ext>
              </a:extLst>
            </p:cNvPr>
            <p:cNvSpPr/>
            <p:nvPr/>
          </p:nvSpPr>
          <p:spPr>
            <a:xfrm>
              <a:off x="478972" y="504372"/>
              <a:ext cx="11234057" cy="584925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43E41219-9B10-4BBA-A7F0-2E5DFC985B2F}"/>
                </a:ext>
              </a:extLst>
            </p:cNvPr>
            <p:cNvSpPr/>
            <p:nvPr/>
          </p:nvSpPr>
          <p:spPr>
            <a:xfrm>
              <a:off x="478973" y="485553"/>
              <a:ext cx="11234056" cy="5868076"/>
            </a:xfrm>
            <a:prstGeom prst="rect">
              <a:avLst/>
            </a:prstGeom>
            <a:solidFill>
              <a:schemeClr val="tx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68052BB4-7DAC-436B-9496-BECDAF2CD1BF}"/>
              </a:ext>
            </a:extLst>
          </p:cNvPr>
          <p:cNvGrpSpPr/>
          <p:nvPr/>
        </p:nvGrpSpPr>
        <p:grpSpPr>
          <a:xfrm>
            <a:off x="5008085" y="1472333"/>
            <a:ext cx="6342033" cy="1287683"/>
            <a:chOff x="6127085" y="2944251"/>
            <a:chExt cx="6342033" cy="128768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73C3135A-2ABE-4E1B-B478-20BEB2D3519C}"/>
                </a:ext>
              </a:extLst>
            </p:cNvPr>
            <p:cNvSpPr/>
            <p:nvPr/>
          </p:nvSpPr>
          <p:spPr>
            <a:xfrm>
              <a:off x="6127085" y="2944251"/>
              <a:ext cx="3262432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000" dirty="0" smtClean="0">
                  <a:solidFill>
                    <a:schemeClr val="accent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浙江大学</a:t>
              </a:r>
              <a:endParaRPr lang="zh-CN" altLang="en-US" sz="60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BB7D4D8C-32FF-4F05-9D55-8B6EE9AB8F3B}"/>
                </a:ext>
              </a:extLst>
            </p:cNvPr>
            <p:cNvSpPr/>
            <p:nvPr/>
          </p:nvSpPr>
          <p:spPr>
            <a:xfrm>
              <a:off x="9246761" y="2944251"/>
              <a:ext cx="322235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PPT</a:t>
              </a:r>
              <a:r>
                <a:rPr lang="zh-CN" altLang="en-US" sz="6000" dirty="0" smtClean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模板</a:t>
              </a:r>
              <a:endPara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F60175BF-9EB2-4DC4-9010-8AF2329852FA}"/>
                </a:ext>
              </a:extLst>
            </p:cNvPr>
            <p:cNvSpPr/>
            <p:nvPr/>
          </p:nvSpPr>
          <p:spPr>
            <a:xfrm>
              <a:off x="7272670" y="3862602"/>
              <a:ext cx="519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b="1" spc="300" dirty="0">
                  <a:solidFill>
                    <a:schemeClr val="bg1"/>
                  </a:solidFill>
                  <a:cs typeface="+mn-ea"/>
                  <a:sym typeface="+mn-lt"/>
                </a:rPr>
                <a:t>BUSINESS POWERPOINT</a:t>
              </a:r>
              <a:endParaRPr lang="zh-CN" altLang="en-US" b="1" spc="3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202CF555-5379-4DA1-80FE-6FBA61AF3DE0}"/>
              </a:ext>
            </a:extLst>
          </p:cNvPr>
          <p:cNvSpPr txBox="1"/>
          <p:nvPr/>
        </p:nvSpPr>
        <p:spPr>
          <a:xfrm>
            <a:off x="638523" y="5884929"/>
            <a:ext cx="610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企业宣传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企业汇报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企业简介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企业文化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60175BF-9EB2-4DC4-9010-8AF2329852FA}"/>
              </a:ext>
            </a:extLst>
          </p:cNvPr>
          <p:cNvSpPr/>
          <p:nvPr/>
        </p:nvSpPr>
        <p:spPr>
          <a:xfrm>
            <a:off x="8624486" y="3037015"/>
            <a:ext cx="2725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b="1" spc="300" dirty="0">
                <a:solidFill>
                  <a:schemeClr val="bg1"/>
                </a:solidFill>
                <a:cs typeface="+mn-ea"/>
                <a:sym typeface="+mn-lt"/>
              </a:rPr>
              <a:t>汇报</a:t>
            </a:r>
            <a:r>
              <a:rPr lang="zh-CN" altLang="en-US" b="1" spc="300" dirty="0" smtClean="0">
                <a:solidFill>
                  <a:schemeClr val="bg1"/>
                </a:solidFill>
                <a:cs typeface="+mn-ea"/>
                <a:sym typeface="+mn-lt"/>
              </a:rPr>
              <a:t>人</a:t>
            </a:r>
            <a:r>
              <a:rPr lang="en-US" altLang="zh-CN" b="1" spc="300" dirty="0" smtClean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求是情报站</a:t>
            </a:r>
            <a:endParaRPr lang="zh-CN" altLang="en-US" b="1" spc="300" dirty="0">
              <a:solidFill>
                <a:schemeClr val="accent4">
                  <a:lumMod val="60000"/>
                  <a:lumOff val="4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83212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xmlns="" id="{748B022F-9D56-4D19-AAA2-37D13A1F45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9243666" y="3915655"/>
            <a:ext cx="3573965" cy="357396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1F19DE46-AD1D-4EE8-A74A-8CD9F917097A}"/>
              </a:ext>
            </a:extLst>
          </p:cNvPr>
          <p:cNvSpPr/>
          <p:nvPr/>
        </p:nvSpPr>
        <p:spPr>
          <a:xfrm>
            <a:off x="8103253" y="0"/>
            <a:ext cx="2992973" cy="68580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672" r="-11246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70362DDA-C9B4-4518-AAAA-01B2AA030E0A}"/>
              </a:ext>
            </a:extLst>
          </p:cNvPr>
          <p:cNvGrpSpPr/>
          <p:nvPr/>
        </p:nvGrpSpPr>
        <p:grpSpPr>
          <a:xfrm>
            <a:off x="898013" y="1268760"/>
            <a:ext cx="7083017" cy="4742072"/>
            <a:chOff x="898013" y="1268760"/>
            <a:chExt cx="7083017" cy="4742072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xmlns="" id="{271EF1A6-85ED-4A33-83C5-083387B41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839" y="1840160"/>
              <a:ext cx="3573965" cy="3573965"/>
            </a:xfrm>
            <a:prstGeom prst="rect">
              <a:avLst/>
            </a:prstGeom>
          </p:spPr>
        </p:pic>
        <p:grpSp>
          <p:nvGrpSpPr>
            <p:cNvPr id="5" name="îśľîḓè">
              <a:extLst>
                <a:ext uri="{FF2B5EF4-FFF2-40B4-BE49-F238E27FC236}">
                  <a16:creationId xmlns:a16="http://schemas.microsoft.com/office/drawing/2014/main" xmlns="" id="{7CE93D7C-A2D8-42D0-9A09-0A097D3E9EEF}"/>
                </a:ext>
              </a:extLst>
            </p:cNvPr>
            <p:cNvGrpSpPr/>
            <p:nvPr/>
          </p:nvGrpSpPr>
          <p:grpSpPr>
            <a:xfrm>
              <a:off x="898013" y="2433127"/>
              <a:ext cx="2610872" cy="2371655"/>
              <a:chOff x="848856" y="2044717"/>
              <a:chExt cx="3047816" cy="2768566"/>
            </a:xfrm>
          </p:grpSpPr>
          <p:sp>
            <p:nvSpPr>
              <p:cNvPr id="22" name="ïṥľiḋê">
                <a:extLst>
                  <a:ext uri="{FF2B5EF4-FFF2-40B4-BE49-F238E27FC236}">
                    <a16:creationId xmlns:a16="http://schemas.microsoft.com/office/drawing/2014/main" xmlns="" id="{9F906EBC-C72D-4034-B8EF-7C4725309B13}"/>
                  </a:ext>
                </a:extLst>
              </p:cNvPr>
              <p:cNvSpPr/>
              <p:nvPr/>
            </p:nvSpPr>
            <p:spPr bwMode="auto">
              <a:xfrm>
                <a:off x="988481" y="2044717"/>
                <a:ext cx="2768566" cy="2768566"/>
              </a:xfrm>
              <a:prstGeom prst="diamond">
                <a:avLst/>
              </a:prstGeom>
              <a:solidFill>
                <a:schemeClr val="accent1"/>
              </a:solidFill>
              <a:ln w="50800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23" name="íṧḷiḍé">
                <a:extLst>
                  <a:ext uri="{FF2B5EF4-FFF2-40B4-BE49-F238E27FC236}">
                    <a16:creationId xmlns:a16="http://schemas.microsoft.com/office/drawing/2014/main" xmlns="" id="{DE10FD29-0042-41D3-A011-0FEB165DAF01}"/>
                  </a:ext>
                </a:extLst>
              </p:cNvPr>
              <p:cNvSpPr txBox="1"/>
              <p:nvPr/>
            </p:nvSpPr>
            <p:spPr>
              <a:xfrm>
                <a:off x="848856" y="3084413"/>
                <a:ext cx="3047816" cy="4354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</a:rPr>
                  <a:t>CONTENTS</a:t>
                </a:r>
              </a:p>
            </p:txBody>
          </p:sp>
        </p:grpSp>
        <p:sp>
          <p:nvSpPr>
            <p:cNvPr id="6" name="ïṣḷîḋê">
              <a:extLst>
                <a:ext uri="{FF2B5EF4-FFF2-40B4-BE49-F238E27FC236}">
                  <a16:creationId xmlns:a16="http://schemas.microsoft.com/office/drawing/2014/main" xmlns="" id="{3DACF42C-9638-451C-B249-0CBBA696E4CA}"/>
                </a:ext>
              </a:extLst>
            </p:cNvPr>
            <p:cNvSpPr/>
            <p:nvPr/>
          </p:nvSpPr>
          <p:spPr bwMode="auto">
            <a:xfrm>
              <a:off x="2505566" y="1268760"/>
              <a:ext cx="986397" cy="986397"/>
            </a:xfrm>
            <a:prstGeom prst="diamond">
              <a:avLst/>
            </a:pr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7" name="ïṥḷíḍé">
              <a:extLst>
                <a:ext uri="{FF2B5EF4-FFF2-40B4-BE49-F238E27FC236}">
                  <a16:creationId xmlns:a16="http://schemas.microsoft.com/office/drawing/2014/main" xmlns="" id="{967322A5-6F45-4708-87CB-E872F3209366}"/>
                </a:ext>
              </a:extLst>
            </p:cNvPr>
            <p:cNvSpPr/>
            <p:nvPr/>
          </p:nvSpPr>
          <p:spPr bwMode="auto">
            <a:xfrm>
              <a:off x="3609417" y="2350038"/>
              <a:ext cx="986397" cy="986397"/>
            </a:xfrm>
            <a:prstGeom prst="diamond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8" name="íŝľîde">
              <a:extLst>
                <a:ext uri="{FF2B5EF4-FFF2-40B4-BE49-F238E27FC236}">
                  <a16:creationId xmlns:a16="http://schemas.microsoft.com/office/drawing/2014/main" xmlns="" id="{3267BAC4-BA4F-4A3C-9544-4BDA4871B10B}"/>
                </a:ext>
              </a:extLst>
            </p:cNvPr>
            <p:cNvSpPr/>
            <p:nvPr/>
          </p:nvSpPr>
          <p:spPr bwMode="auto">
            <a:xfrm>
              <a:off x="3609417" y="3876719"/>
              <a:ext cx="986397" cy="986397"/>
            </a:xfrm>
            <a:prstGeom prst="diamond">
              <a:avLst/>
            </a:pr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9" name="íś1íďê">
              <a:extLst>
                <a:ext uri="{FF2B5EF4-FFF2-40B4-BE49-F238E27FC236}">
                  <a16:creationId xmlns:a16="http://schemas.microsoft.com/office/drawing/2014/main" xmlns="" id="{744AA86D-2553-4851-84A6-9D0DF3EF0B6E}"/>
                </a:ext>
              </a:extLst>
            </p:cNvPr>
            <p:cNvSpPr/>
            <p:nvPr/>
          </p:nvSpPr>
          <p:spPr bwMode="auto">
            <a:xfrm>
              <a:off x="2505566" y="5024435"/>
              <a:ext cx="986397" cy="986397"/>
            </a:xfrm>
            <a:prstGeom prst="diamond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anchor="ctr" anchorCtr="1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30" name="iṩļíďê">
              <a:extLst>
                <a:ext uri="{FF2B5EF4-FFF2-40B4-BE49-F238E27FC236}">
                  <a16:creationId xmlns:a16="http://schemas.microsoft.com/office/drawing/2014/main" xmlns="" id="{CCCFE734-C8F6-4FF6-A590-847EAD19C47D}"/>
                </a:ext>
              </a:extLst>
            </p:cNvPr>
            <p:cNvSpPr/>
            <p:nvPr/>
          </p:nvSpPr>
          <p:spPr>
            <a:xfrm flipH="1">
              <a:off x="3508885" y="1529787"/>
              <a:ext cx="3385216" cy="447087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32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公司文化</a:t>
              </a:r>
            </a:p>
          </p:txBody>
        </p:sp>
        <p:sp>
          <p:nvSpPr>
            <p:cNvPr id="31" name="iṩļíďê">
              <a:extLst>
                <a:ext uri="{FF2B5EF4-FFF2-40B4-BE49-F238E27FC236}">
                  <a16:creationId xmlns:a16="http://schemas.microsoft.com/office/drawing/2014/main" xmlns="" id="{4F39AFB2-115F-43DE-BBB6-C3DB1E95BFB2}"/>
                </a:ext>
              </a:extLst>
            </p:cNvPr>
            <p:cNvSpPr/>
            <p:nvPr/>
          </p:nvSpPr>
          <p:spPr>
            <a:xfrm flipH="1">
              <a:off x="3508885" y="5291631"/>
              <a:ext cx="3385216" cy="447087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32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未来发展</a:t>
              </a:r>
            </a:p>
          </p:txBody>
        </p:sp>
        <p:sp>
          <p:nvSpPr>
            <p:cNvPr id="32" name="iṩļíďê">
              <a:extLst>
                <a:ext uri="{FF2B5EF4-FFF2-40B4-BE49-F238E27FC236}">
                  <a16:creationId xmlns:a16="http://schemas.microsoft.com/office/drawing/2014/main" xmlns="" id="{8E9B3DD6-C8DB-44AA-A6BC-2FC3DC2A6B2C}"/>
                </a:ext>
              </a:extLst>
            </p:cNvPr>
            <p:cNvSpPr/>
            <p:nvPr/>
          </p:nvSpPr>
          <p:spPr>
            <a:xfrm flipH="1">
              <a:off x="4595814" y="2617802"/>
              <a:ext cx="3385216" cy="447087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32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公司架构</a:t>
              </a:r>
            </a:p>
          </p:txBody>
        </p:sp>
        <p:sp>
          <p:nvSpPr>
            <p:cNvPr id="33" name="iṩļíďê">
              <a:extLst>
                <a:ext uri="{FF2B5EF4-FFF2-40B4-BE49-F238E27FC236}">
                  <a16:creationId xmlns:a16="http://schemas.microsoft.com/office/drawing/2014/main" xmlns="" id="{4EBC55AD-0095-4F2A-A2EF-EC5E374057D2}"/>
                </a:ext>
              </a:extLst>
            </p:cNvPr>
            <p:cNvSpPr/>
            <p:nvPr/>
          </p:nvSpPr>
          <p:spPr>
            <a:xfrm flipH="1">
              <a:off x="4595814" y="4146373"/>
              <a:ext cx="3385216" cy="447087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32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产品服务</a:t>
              </a: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xmlns="" id="{3FC86105-FEE1-47DD-A9F6-1A4BA5E8DC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6041281" y="-419431"/>
            <a:ext cx="3573965" cy="35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8907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ís1îďé">
            <a:extLst>
              <a:ext uri="{FF2B5EF4-FFF2-40B4-BE49-F238E27FC236}">
                <a16:creationId xmlns:a16="http://schemas.microsoft.com/office/drawing/2014/main" xmlns="" id="{ABF802B1-832D-4912-A59A-02256F0E5C0F}"/>
              </a:ext>
            </a:extLst>
          </p:cNvPr>
          <p:cNvSpPr/>
          <p:nvPr/>
        </p:nvSpPr>
        <p:spPr bwMode="auto">
          <a:xfrm>
            <a:off x="673100" y="782828"/>
            <a:ext cx="10845800" cy="26461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53897" b="-5597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AABF6BE7-27BA-4AB9-A427-0035365CE76B}"/>
              </a:ext>
            </a:extLst>
          </p:cNvPr>
          <p:cNvGrpSpPr/>
          <p:nvPr/>
        </p:nvGrpSpPr>
        <p:grpSpPr>
          <a:xfrm>
            <a:off x="6892091" y="-343713"/>
            <a:ext cx="4910718" cy="4910718"/>
            <a:chOff x="6892091" y="-343713"/>
            <a:chExt cx="4910718" cy="4910718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4D9D561D-087D-4575-BA81-763823576657}"/>
                </a:ext>
              </a:extLst>
            </p:cNvPr>
            <p:cNvGrpSpPr/>
            <p:nvPr/>
          </p:nvGrpSpPr>
          <p:grpSpPr>
            <a:xfrm>
              <a:off x="6892091" y="-343713"/>
              <a:ext cx="4910718" cy="4910718"/>
              <a:chOff x="6892091" y="1293063"/>
              <a:chExt cx="4910718" cy="4910718"/>
            </a:xfrm>
          </p:grpSpPr>
          <p:sp>
            <p:nvSpPr>
              <p:cNvPr id="29" name="îṣliḑé">
                <a:extLst>
                  <a:ext uri="{FF2B5EF4-FFF2-40B4-BE49-F238E27FC236}">
                    <a16:creationId xmlns:a16="http://schemas.microsoft.com/office/drawing/2014/main" xmlns="" id="{55E1C15F-A325-4AFA-A2E2-7B62235EB5AC}"/>
                  </a:ext>
                </a:extLst>
              </p:cNvPr>
              <p:cNvSpPr txBox="1"/>
              <p:nvPr/>
            </p:nvSpPr>
            <p:spPr bwMode="auto">
              <a:xfrm>
                <a:off x="7647411" y="2101569"/>
                <a:ext cx="3400078" cy="3293706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>
                <a:outerShdw blurRad="12700" dist="12700" sx="102000" sy="102000" algn="ctr" rotWithShape="0">
                  <a:prstClr val="black">
                    <a:alpha val="8000"/>
                  </a:prstClr>
                </a:outerShdw>
              </a:effectLst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algn="ctr" defTabSz="914377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en-US" altLang="zh-CN" dirty="0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xmlns="" id="{079CF5FF-E7FB-427E-80E0-823FFB6C0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700000">
                <a:off x="6892091" y="1293063"/>
                <a:ext cx="4910718" cy="4910718"/>
              </a:xfrm>
              <a:prstGeom prst="rect">
                <a:avLst/>
              </a:prstGeom>
            </p:spPr>
          </p:pic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7E1DB9C9-40E0-4543-86C4-21E72F63774E}"/>
                </a:ext>
              </a:extLst>
            </p:cNvPr>
            <p:cNvSpPr txBox="1"/>
            <p:nvPr/>
          </p:nvSpPr>
          <p:spPr>
            <a:xfrm>
              <a:off x="8185914" y="911318"/>
              <a:ext cx="232307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5000" b="1" dirty="0">
                  <a:solidFill>
                    <a:schemeClr val="bg1"/>
                  </a:solidFill>
                </a:rPr>
                <a:t>01</a:t>
              </a:r>
              <a:endParaRPr lang="zh-CN" altLang="en-US" sz="15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378E3FC0-D555-4084-8653-AEAC6C9D30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382506" y="1967472"/>
            <a:ext cx="2923055" cy="2923055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5712776E-F339-48B9-BBEE-882CD7C8F9B9}"/>
              </a:ext>
            </a:extLst>
          </p:cNvPr>
          <p:cNvGrpSpPr/>
          <p:nvPr/>
        </p:nvGrpSpPr>
        <p:grpSpPr>
          <a:xfrm>
            <a:off x="3921374" y="3563277"/>
            <a:ext cx="3726037" cy="2338806"/>
            <a:chOff x="3921374" y="3563277"/>
            <a:chExt cx="3726037" cy="2338806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467D006B-B1E6-471B-AF5C-ABA508C7E931}"/>
                </a:ext>
              </a:extLst>
            </p:cNvPr>
            <p:cNvSpPr txBox="1"/>
            <p:nvPr/>
          </p:nvSpPr>
          <p:spPr>
            <a:xfrm>
              <a:off x="4077203" y="3563277"/>
              <a:ext cx="3570208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6600" dirty="0"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公司文化</a:t>
              </a:r>
            </a:p>
          </p:txBody>
        </p:sp>
        <p:sp>
          <p:nvSpPr>
            <p:cNvPr id="44" name="îslíḑê">
              <a:extLst>
                <a:ext uri="{FF2B5EF4-FFF2-40B4-BE49-F238E27FC236}">
                  <a16:creationId xmlns:a16="http://schemas.microsoft.com/office/drawing/2014/main" xmlns="" id="{6664B453-2D37-4FC8-9EB8-6248BAFE3A77}"/>
                </a:ext>
              </a:extLst>
            </p:cNvPr>
            <p:cNvSpPr/>
            <p:nvPr/>
          </p:nvSpPr>
          <p:spPr bwMode="auto">
            <a:xfrm>
              <a:off x="3921374" y="4645771"/>
              <a:ext cx="3726037" cy="125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dirty="0"/>
                <a:t>通过复制您的文本后，在此框中选择粘贴。</a:t>
              </a:r>
            </a:p>
            <a:p>
              <a:pPr algn="r"/>
              <a:endParaRPr lang="en-US" altLang="zh-CN" dirty="0"/>
            </a:p>
            <a:p>
              <a:pPr algn="r"/>
              <a:r>
                <a:rPr lang="en-US" altLang="zh-CN" dirty="0"/>
                <a:t>……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5F0A5717-01AA-49E1-803A-3654922FFC14}"/>
                </a:ext>
              </a:extLst>
            </p:cNvPr>
            <p:cNvSpPr/>
            <p:nvPr/>
          </p:nvSpPr>
          <p:spPr>
            <a:xfrm>
              <a:off x="5846020" y="4587432"/>
              <a:ext cx="1720959" cy="586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87657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sp>
        <p:nvSpPr>
          <p:cNvPr id="7" name="íṩļíḍè">
            <a:extLst>
              <a:ext uri="{FF2B5EF4-FFF2-40B4-BE49-F238E27FC236}">
                <a16:creationId xmlns:a16="http://schemas.microsoft.com/office/drawing/2014/main" xmlns="" id="{0E10EE1C-D0D7-4A1F-9D20-2E67C6B46258}"/>
              </a:ext>
            </a:extLst>
          </p:cNvPr>
          <p:cNvSpPr/>
          <p:nvPr/>
        </p:nvSpPr>
        <p:spPr>
          <a:xfrm>
            <a:off x="697189" y="5394546"/>
            <a:ext cx="10845800" cy="1428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49A6AAC3-04D5-49E1-B365-C37B6BE3AB45}"/>
              </a:ext>
            </a:extLst>
          </p:cNvPr>
          <p:cNvGrpSpPr/>
          <p:nvPr/>
        </p:nvGrpSpPr>
        <p:grpSpPr>
          <a:xfrm>
            <a:off x="1084819" y="1703994"/>
            <a:ext cx="10070541" cy="3912007"/>
            <a:chOff x="1060729" y="1544340"/>
            <a:chExt cx="10070541" cy="3912007"/>
          </a:xfrm>
        </p:grpSpPr>
        <p:grpSp>
          <p:nvGrpSpPr>
            <p:cNvPr id="9" name="îṥļîďê">
              <a:extLst>
                <a:ext uri="{FF2B5EF4-FFF2-40B4-BE49-F238E27FC236}">
                  <a16:creationId xmlns:a16="http://schemas.microsoft.com/office/drawing/2014/main" xmlns="" id="{6E3BE57E-17E9-43B8-BDB3-8676FF763961}"/>
                </a:ext>
              </a:extLst>
            </p:cNvPr>
            <p:cNvGrpSpPr/>
            <p:nvPr/>
          </p:nvGrpSpPr>
          <p:grpSpPr>
            <a:xfrm>
              <a:off x="1060729" y="2013946"/>
              <a:ext cx="1885667" cy="1975570"/>
              <a:chOff x="4438238" y="2424332"/>
              <a:chExt cx="2030357" cy="2127157"/>
            </a:xfrm>
          </p:grpSpPr>
          <p:sp>
            <p:nvSpPr>
              <p:cNvPr id="35" name="iṥḻíḑè">
                <a:extLst>
                  <a:ext uri="{FF2B5EF4-FFF2-40B4-BE49-F238E27FC236}">
                    <a16:creationId xmlns:a16="http://schemas.microsoft.com/office/drawing/2014/main" xmlns="" id="{9E5BE928-F9B0-4C3B-91FD-C03822B4E1AE}"/>
                  </a:ext>
                </a:extLst>
              </p:cNvPr>
              <p:cNvSpPr/>
              <p:nvPr/>
            </p:nvSpPr>
            <p:spPr>
              <a:xfrm rot="16200000">
                <a:off x="5034875" y="1827695"/>
                <a:ext cx="837084" cy="2030357"/>
              </a:xfrm>
              <a:prstGeom prst="homePlat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î$ḻîďé">
                <a:extLst>
                  <a:ext uri="{FF2B5EF4-FFF2-40B4-BE49-F238E27FC236}">
                    <a16:creationId xmlns:a16="http://schemas.microsoft.com/office/drawing/2014/main" xmlns="" id="{0489761A-25D1-40C2-93F6-9266E72B43D6}"/>
                  </a:ext>
                </a:extLst>
              </p:cNvPr>
              <p:cNvSpPr/>
              <p:nvPr/>
            </p:nvSpPr>
            <p:spPr>
              <a:xfrm rot="5400000" flipV="1">
                <a:off x="4829543" y="2912437"/>
                <a:ext cx="1247747" cy="203035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íṩľíḑé">
              <a:extLst>
                <a:ext uri="{FF2B5EF4-FFF2-40B4-BE49-F238E27FC236}">
                  <a16:creationId xmlns:a16="http://schemas.microsoft.com/office/drawing/2014/main" xmlns="" id="{B7521DD7-FCF8-4A4A-B2C0-F467D5C2EDE1}"/>
                </a:ext>
              </a:extLst>
            </p:cNvPr>
            <p:cNvGrpSpPr/>
            <p:nvPr/>
          </p:nvGrpSpPr>
          <p:grpSpPr>
            <a:xfrm>
              <a:off x="3789021" y="2013946"/>
              <a:ext cx="1885667" cy="1975570"/>
              <a:chOff x="4438238" y="2424332"/>
              <a:chExt cx="2030357" cy="2127157"/>
            </a:xfrm>
          </p:grpSpPr>
          <p:sp>
            <p:nvSpPr>
              <p:cNvPr id="33" name="îṣļiḑé">
                <a:extLst>
                  <a:ext uri="{FF2B5EF4-FFF2-40B4-BE49-F238E27FC236}">
                    <a16:creationId xmlns:a16="http://schemas.microsoft.com/office/drawing/2014/main" xmlns="" id="{310F07EA-A421-4241-8A9C-44ED4C483441}"/>
                  </a:ext>
                </a:extLst>
              </p:cNvPr>
              <p:cNvSpPr/>
              <p:nvPr/>
            </p:nvSpPr>
            <p:spPr>
              <a:xfrm rot="16200000">
                <a:off x="5034875" y="1827695"/>
                <a:ext cx="837084" cy="2030357"/>
              </a:xfrm>
              <a:prstGeom prst="homePlat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ïS1iďe">
                <a:extLst>
                  <a:ext uri="{FF2B5EF4-FFF2-40B4-BE49-F238E27FC236}">
                    <a16:creationId xmlns:a16="http://schemas.microsoft.com/office/drawing/2014/main" xmlns="" id="{6B1EB098-569B-4096-AA59-54DF9713C58A}"/>
                  </a:ext>
                </a:extLst>
              </p:cNvPr>
              <p:cNvSpPr/>
              <p:nvPr/>
            </p:nvSpPr>
            <p:spPr>
              <a:xfrm rot="5400000" flipV="1">
                <a:off x="4829543" y="2912437"/>
                <a:ext cx="1247747" cy="203035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iŝḻíďé">
              <a:extLst>
                <a:ext uri="{FF2B5EF4-FFF2-40B4-BE49-F238E27FC236}">
                  <a16:creationId xmlns:a16="http://schemas.microsoft.com/office/drawing/2014/main" xmlns="" id="{3F7D6BA3-BB9D-46BF-95E1-99694D34966A}"/>
                </a:ext>
              </a:extLst>
            </p:cNvPr>
            <p:cNvGrpSpPr/>
            <p:nvPr/>
          </p:nvGrpSpPr>
          <p:grpSpPr>
            <a:xfrm>
              <a:off x="6517312" y="2013946"/>
              <a:ext cx="1885667" cy="1975570"/>
              <a:chOff x="4438238" y="2424332"/>
              <a:chExt cx="2030357" cy="2127157"/>
            </a:xfrm>
          </p:grpSpPr>
          <p:sp>
            <p:nvSpPr>
              <p:cNvPr id="31" name="íśliḓê">
                <a:extLst>
                  <a:ext uri="{FF2B5EF4-FFF2-40B4-BE49-F238E27FC236}">
                    <a16:creationId xmlns:a16="http://schemas.microsoft.com/office/drawing/2014/main" xmlns="" id="{8FCB2884-5160-4C0F-BBC5-F6F3CDA39948}"/>
                  </a:ext>
                </a:extLst>
              </p:cNvPr>
              <p:cNvSpPr/>
              <p:nvPr/>
            </p:nvSpPr>
            <p:spPr>
              <a:xfrm rot="16200000">
                <a:off x="5034875" y="1827695"/>
                <a:ext cx="837084" cy="2030357"/>
              </a:xfrm>
              <a:prstGeom prst="homePlat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ïsľîḓè">
                <a:extLst>
                  <a:ext uri="{FF2B5EF4-FFF2-40B4-BE49-F238E27FC236}">
                    <a16:creationId xmlns:a16="http://schemas.microsoft.com/office/drawing/2014/main" xmlns="" id="{F3E8F10B-0260-4A8B-B04B-8F04B619252D}"/>
                  </a:ext>
                </a:extLst>
              </p:cNvPr>
              <p:cNvSpPr/>
              <p:nvPr/>
            </p:nvSpPr>
            <p:spPr>
              <a:xfrm rot="5400000" flipV="1">
                <a:off x="4829543" y="2912437"/>
                <a:ext cx="1247747" cy="203035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îšľiďé">
              <a:extLst>
                <a:ext uri="{FF2B5EF4-FFF2-40B4-BE49-F238E27FC236}">
                  <a16:creationId xmlns:a16="http://schemas.microsoft.com/office/drawing/2014/main" xmlns="" id="{4D0A41FE-5C68-427F-8C22-F0A97A09B8DA}"/>
                </a:ext>
              </a:extLst>
            </p:cNvPr>
            <p:cNvGrpSpPr/>
            <p:nvPr/>
          </p:nvGrpSpPr>
          <p:grpSpPr>
            <a:xfrm>
              <a:off x="9245603" y="2013946"/>
              <a:ext cx="1885667" cy="1975570"/>
              <a:chOff x="4438238" y="2424332"/>
              <a:chExt cx="2030357" cy="2127157"/>
            </a:xfrm>
          </p:grpSpPr>
          <p:sp>
            <p:nvSpPr>
              <p:cNvPr id="29" name="îṥľíḍé">
                <a:extLst>
                  <a:ext uri="{FF2B5EF4-FFF2-40B4-BE49-F238E27FC236}">
                    <a16:creationId xmlns:a16="http://schemas.microsoft.com/office/drawing/2014/main" xmlns="" id="{4205B937-0E12-4DBC-9F94-1C9C78D3505D}"/>
                  </a:ext>
                </a:extLst>
              </p:cNvPr>
              <p:cNvSpPr/>
              <p:nvPr/>
            </p:nvSpPr>
            <p:spPr>
              <a:xfrm rot="16200000">
                <a:off x="5034875" y="1827695"/>
                <a:ext cx="837084" cy="2030357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îṩḷîdé">
                <a:extLst>
                  <a:ext uri="{FF2B5EF4-FFF2-40B4-BE49-F238E27FC236}">
                    <a16:creationId xmlns:a16="http://schemas.microsoft.com/office/drawing/2014/main" xmlns="" id="{CD485174-8439-46D7-AE93-F81CF0CCA025}"/>
                  </a:ext>
                </a:extLst>
              </p:cNvPr>
              <p:cNvSpPr/>
              <p:nvPr/>
            </p:nvSpPr>
            <p:spPr>
              <a:xfrm rot="5400000" flipV="1">
                <a:off x="4829543" y="2912437"/>
                <a:ext cx="1247747" cy="203035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i$ḷiḍè">
              <a:extLst>
                <a:ext uri="{FF2B5EF4-FFF2-40B4-BE49-F238E27FC236}">
                  <a16:creationId xmlns:a16="http://schemas.microsoft.com/office/drawing/2014/main" xmlns="" id="{0A91CB8F-E2A0-4503-8063-9C80DB0DD1A7}"/>
                </a:ext>
              </a:extLst>
            </p:cNvPr>
            <p:cNvSpPr txBox="1"/>
            <p:nvPr/>
          </p:nvSpPr>
          <p:spPr bwMode="auto">
            <a:xfrm>
              <a:off x="1060730" y="2358777"/>
              <a:ext cx="1885667" cy="43259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14" name="ïSļïdè">
              <a:extLst>
                <a:ext uri="{FF2B5EF4-FFF2-40B4-BE49-F238E27FC236}">
                  <a16:creationId xmlns:a16="http://schemas.microsoft.com/office/drawing/2014/main" xmlns="" id="{C27DE5A2-9283-4FB5-82EC-3FD115DC500E}"/>
                </a:ext>
              </a:extLst>
            </p:cNvPr>
            <p:cNvSpPr txBox="1"/>
            <p:nvPr/>
          </p:nvSpPr>
          <p:spPr bwMode="auto">
            <a:xfrm>
              <a:off x="3789021" y="2358777"/>
              <a:ext cx="1885667" cy="43259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15" name="iṣľiďê">
              <a:extLst>
                <a:ext uri="{FF2B5EF4-FFF2-40B4-BE49-F238E27FC236}">
                  <a16:creationId xmlns:a16="http://schemas.microsoft.com/office/drawing/2014/main" xmlns="" id="{8019D445-9912-42AC-AD4E-CE3539B2C22C}"/>
                </a:ext>
              </a:extLst>
            </p:cNvPr>
            <p:cNvSpPr txBox="1"/>
            <p:nvPr/>
          </p:nvSpPr>
          <p:spPr bwMode="auto">
            <a:xfrm>
              <a:off x="6517312" y="2358777"/>
              <a:ext cx="1885667" cy="43259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16" name="işḻiḍe">
              <a:extLst>
                <a:ext uri="{FF2B5EF4-FFF2-40B4-BE49-F238E27FC236}">
                  <a16:creationId xmlns:a16="http://schemas.microsoft.com/office/drawing/2014/main" xmlns="" id="{42EACF4A-E1C0-4210-9A5A-E8AFC6311CBE}"/>
                </a:ext>
              </a:extLst>
            </p:cNvPr>
            <p:cNvSpPr txBox="1"/>
            <p:nvPr/>
          </p:nvSpPr>
          <p:spPr bwMode="auto">
            <a:xfrm>
              <a:off x="9245603" y="2358777"/>
              <a:ext cx="1885667" cy="43259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17" name="íṥ1ïdé">
              <a:extLst>
                <a:ext uri="{FF2B5EF4-FFF2-40B4-BE49-F238E27FC236}">
                  <a16:creationId xmlns:a16="http://schemas.microsoft.com/office/drawing/2014/main" xmlns="" id="{D3058297-EBCB-4BCD-8B7D-1F2749C1AE32}"/>
                </a:ext>
              </a:extLst>
            </p:cNvPr>
            <p:cNvSpPr/>
            <p:nvPr/>
          </p:nvSpPr>
          <p:spPr>
            <a:xfrm>
              <a:off x="1853544" y="5156310"/>
              <a:ext cx="300037" cy="3000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475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iṣļiďé">
              <a:extLst>
                <a:ext uri="{FF2B5EF4-FFF2-40B4-BE49-F238E27FC236}">
                  <a16:creationId xmlns:a16="http://schemas.microsoft.com/office/drawing/2014/main" xmlns="" id="{BB864602-9040-42C6-B611-33D2A8C6F156}"/>
                </a:ext>
              </a:extLst>
            </p:cNvPr>
            <p:cNvSpPr/>
            <p:nvPr/>
          </p:nvSpPr>
          <p:spPr>
            <a:xfrm>
              <a:off x="4581835" y="5156310"/>
              <a:ext cx="300037" cy="3000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475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ïṧļiḋê">
              <a:extLst>
                <a:ext uri="{FF2B5EF4-FFF2-40B4-BE49-F238E27FC236}">
                  <a16:creationId xmlns:a16="http://schemas.microsoft.com/office/drawing/2014/main" xmlns="" id="{1E7E1DC1-65B8-465B-86B9-803C623D3C8D}"/>
                </a:ext>
              </a:extLst>
            </p:cNvPr>
            <p:cNvSpPr/>
            <p:nvPr/>
          </p:nvSpPr>
          <p:spPr>
            <a:xfrm>
              <a:off x="7310126" y="5156310"/>
              <a:ext cx="300037" cy="3000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47500" lnSpcReduction="2000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íṣļïḑe">
              <a:extLst>
                <a:ext uri="{FF2B5EF4-FFF2-40B4-BE49-F238E27FC236}">
                  <a16:creationId xmlns:a16="http://schemas.microsoft.com/office/drawing/2014/main" xmlns="" id="{8A6B3C11-1E49-465A-A58F-454862112B5D}"/>
                </a:ext>
              </a:extLst>
            </p:cNvPr>
            <p:cNvSpPr/>
            <p:nvPr/>
          </p:nvSpPr>
          <p:spPr>
            <a:xfrm>
              <a:off x="10038417" y="5156310"/>
              <a:ext cx="300037" cy="300037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47500" lnSpcReduction="20000"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xmlns="" id="{A4AD171B-C048-434D-84FD-8CB5B7B39AE3}"/>
                </a:ext>
              </a:extLst>
            </p:cNvPr>
            <p:cNvCxnSpPr>
              <a:stCxn id="30" idx="3"/>
              <a:endCxn id="20" idx="0"/>
            </p:cNvCxnSpPr>
            <p:nvPr/>
          </p:nvCxnSpPr>
          <p:spPr>
            <a:xfrm flipH="1">
              <a:off x="10188436" y="3989514"/>
              <a:ext cx="1" cy="116679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02DC38E0-3B56-445C-9C10-B6E0F1F4BC8D}"/>
                </a:ext>
              </a:extLst>
            </p:cNvPr>
            <p:cNvCxnSpPr>
              <a:stCxn id="32" idx="3"/>
              <a:endCxn id="19" idx="0"/>
            </p:cNvCxnSpPr>
            <p:nvPr/>
          </p:nvCxnSpPr>
          <p:spPr>
            <a:xfrm flipH="1">
              <a:off x="7460145" y="3989514"/>
              <a:ext cx="1" cy="116679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B0F78CB2-CD09-416E-BC76-A1BD43DE5265}"/>
                </a:ext>
              </a:extLst>
            </p:cNvPr>
            <p:cNvCxnSpPr>
              <a:stCxn id="34" idx="3"/>
              <a:endCxn id="18" idx="0"/>
            </p:cNvCxnSpPr>
            <p:nvPr/>
          </p:nvCxnSpPr>
          <p:spPr>
            <a:xfrm flipH="1">
              <a:off x="4731854" y="3989514"/>
              <a:ext cx="1" cy="116679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8FD8F329-05D5-485A-BAC3-70FFFD120A4C}"/>
                </a:ext>
              </a:extLst>
            </p:cNvPr>
            <p:cNvCxnSpPr>
              <a:cxnSpLocks/>
              <a:stCxn id="36" idx="3"/>
              <a:endCxn id="17" idx="0"/>
            </p:cNvCxnSpPr>
            <p:nvPr/>
          </p:nvCxnSpPr>
          <p:spPr>
            <a:xfrm>
              <a:off x="2003563" y="3989514"/>
              <a:ext cx="0" cy="116679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îšḷîďê">
              <a:extLst>
                <a:ext uri="{FF2B5EF4-FFF2-40B4-BE49-F238E27FC236}">
                  <a16:creationId xmlns:a16="http://schemas.microsoft.com/office/drawing/2014/main" xmlns="" id="{D1682B6C-E600-49CA-A1E7-BF1A9630A21F}"/>
                </a:ext>
              </a:extLst>
            </p:cNvPr>
            <p:cNvSpPr/>
            <p:nvPr/>
          </p:nvSpPr>
          <p:spPr bwMode="auto">
            <a:xfrm>
              <a:off x="1844897" y="1563136"/>
              <a:ext cx="317332" cy="279740"/>
            </a:xfrm>
            <a:custGeom>
              <a:avLst/>
              <a:gdLst>
                <a:gd name="T0" fmla="*/ 4218 w 4948"/>
                <a:gd name="T1" fmla="*/ 571 h 4368"/>
                <a:gd name="T2" fmla="*/ 2474 w 4948"/>
                <a:gd name="T3" fmla="*/ 0 h 4368"/>
                <a:gd name="T4" fmla="*/ 730 w 4948"/>
                <a:gd name="T5" fmla="*/ 571 h 4368"/>
                <a:gd name="T6" fmla="*/ 0 w 4948"/>
                <a:gd name="T7" fmla="*/ 1967 h 4368"/>
                <a:gd name="T8" fmla="*/ 282 w 4948"/>
                <a:gd name="T9" fmla="*/ 2879 h 4368"/>
                <a:gd name="T10" fmla="*/ 990 w 4948"/>
                <a:gd name="T11" fmla="*/ 3540 h 4368"/>
                <a:gd name="T12" fmla="*/ 511 w 4948"/>
                <a:gd name="T13" fmla="*/ 4244 h 4368"/>
                <a:gd name="T14" fmla="*/ 490 w 4948"/>
                <a:gd name="T15" fmla="*/ 4313 h 4368"/>
                <a:gd name="T16" fmla="*/ 545 w 4948"/>
                <a:gd name="T17" fmla="*/ 4361 h 4368"/>
                <a:gd name="T18" fmla="*/ 706 w 4948"/>
                <a:gd name="T19" fmla="*/ 4368 h 4368"/>
                <a:gd name="T20" fmla="*/ 2307 w 4948"/>
                <a:gd name="T21" fmla="*/ 3929 h 4368"/>
                <a:gd name="T22" fmla="*/ 2474 w 4948"/>
                <a:gd name="T23" fmla="*/ 3933 h 4368"/>
                <a:gd name="T24" fmla="*/ 4218 w 4948"/>
                <a:gd name="T25" fmla="*/ 3362 h 4368"/>
                <a:gd name="T26" fmla="*/ 4948 w 4948"/>
                <a:gd name="T27" fmla="*/ 1967 h 4368"/>
                <a:gd name="T28" fmla="*/ 4218 w 4948"/>
                <a:gd name="T29" fmla="*/ 571 h 4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48" h="4368">
                  <a:moveTo>
                    <a:pt x="4218" y="571"/>
                  </a:moveTo>
                  <a:cubicBezTo>
                    <a:pt x="3751" y="203"/>
                    <a:pt x="3132" y="0"/>
                    <a:pt x="2474" y="0"/>
                  </a:cubicBezTo>
                  <a:cubicBezTo>
                    <a:pt x="1816" y="0"/>
                    <a:pt x="1197" y="203"/>
                    <a:pt x="730" y="571"/>
                  </a:cubicBezTo>
                  <a:cubicBezTo>
                    <a:pt x="259" y="943"/>
                    <a:pt x="0" y="1438"/>
                    <a:pt x="0" y="1967"/>
                  </a:cubicBezTo>
                  <a:cubicBezTo>
                    <a:pt x="0" y="2284"/>
                    <a:pt x="97" y="2600"/>
                    <a:pt x="282" y="2879"/>
                  </a:cubicBezTo>
                  <a:cubicBezTo>
                    <a:pt x="452" y="3137"/>
                    <a:pt x="696" y="3365"/>
                    <a:pt x="990" y="3540"/>
                  </a:cubicBezTo>
                  <a:cubicBezTo>
                    <a:pt x="976" y="3635"/>
                    <a:pt x="903" y="3913"/>
                    <a:pt x="511" y="4244"/>
                  </a:cubicBezTo>
                  <a:cubicBezTo>
                    <a:pt x="491" y="4261"/>
                    <a:pt x="483" y="4288"/>
                    <a:pt x="490" y="4313"/>
                  </a:cubicBezTo>
                  <a:cubicBezTo>
                    <a:pt x="498" y="4339"/>
                    <a:pt x="519" y="4357"/>
                    <a:pt x="545" y="4361"/>
                  </a:cubicBezTo>
                  <a:cubicBezTo>
                    <a:pt x="548" y="4361"/>
                    <a:pt x="605" y="4368"/>
                    <a:pt x="706" y="4368"/>
                  </a:cubicBezTo>
                  <a:cubicBezTo>
                    <a:pt x="995" y="4368"/>
                    <a:pt x="1585" y="4311"/>
                    <a:pt x="2307" y="3929"/>
                  </a:cubicBezTo>
                  <a:cubicBezTo>
                    <a:pt x="2363" y="3932"/>
                    <a:pt x="2419" y="3933"/>
                    <a:pt x="2474" y="3933"/>
                  </a:cubicBezTo>
                  <a:cubicBezTo>
                    <a:pt x="3132" y="3933"/>
                    <a:pt x="3751" y="3730"/>
                    <a:pt x="4218" y="3362"/>
                  </a:cubicBezTo>
                  <a:cubicBezTo>
                    <a:pt x="4689" y="2991"/>
                    <a:pt x="4948" y="2495"/>
                    <a:pt x="4948" y="1967"/>
                  </a:cubicBezTo>
                  <a:cubicBezTo>
                    <a:pt x="4948" y="1438"/>
                    <a:pt x="4689" y="943"/>
                    <a:pt x="4218" y="57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îṩļíḍè">
              <a:extLst>
                <a:ext uri="{FF2B5EF4-FFF2-40B4-BE49-F238E27FC236}">
                  <a16:creationId xmlns:a16="http://schemas.microsoft.com/office/drawing/2014/main" xmlns="" id="{FF2E1D93-BF6F-4B6F-8E96-05626176ECF9}"/>
                </a:ext>
              </a:extLst>
            </p:cNvPr>
            <p:cNvSpPr/>
            <p:nvPr/>
          </p:nvSpPr>
          <p:spPr bwMode="auto">
            <a:xfrm>
              <a:off x="4558327" y="1551670"/>
              <a:ext cx="317332" cy="302671"/>
            </a:xfrm>
            <a:custGeom>
              <a:avLst/>
              <a:gdLst>
                <a:gd name="connsiteX0" fmla="*/ 0 w 574179"/>
                <a:gd name="connsiteY0" fmla="*/ 451358 h 547653"/>
                <a:gd name="connsiteX1" fmla="*/ 574179 w 574179"/>
                <a:gd name="connsiteY1" fmla="*/ 451358 h 547653"/>
                <a:gd name="connsiteX2" fmla="*/ 574179 w 574179"/>
                <a:gd name="connsiteY2" fmla="*/ 475432 h 547653"/>
                <a:gd name="connsiteX3" fmla="*/ 531137 w 574179"/>
                <a:gd name="connsiteY3" fmla="*/ 547653 h 547653"/>
                <a:gd name="connsiteX4" fmla="*/ 42181 w 574179"/>
                <a:gd name="connsiteY4" fmla="*/ 547653 h 547653"/>
                <a:gd name="connsiteX5" fmla="*/ 0 w 574179"/>
                <a:gd name="connsiteY5" fmla="*/ 475432 h 547653"/>
                <a:gd name="connsiteX6" fmla="*/ 392503 w 574179"/>
                <a:gd name="connsiteY6" fmla="*/ 318175 h 547653"/>
                <a:gd name="connsiteX7" fmla="*/ 416711 w 574179"/>
                <a:gd name="connsiteY7" fmla="*/ 337076 h 547653"/>
                <a:gd name="connsiteX8" fmla="*/ 419305 w 574179"/>
                <a:gd name="connsiteY8" fmla="*/ 345668 h 547653"/>
                <a:gd name="connsiteX9" fmla="*/ 395097 w 574179"/>
                <a:gd name="connsiteY9" fmla="*/ 343091 h 547653"/>
                <a:gd name="connsiteX10" fmla="*/ 298695 w 574179"/>
                <a:gd name="connsiteY10" fmla="*/ 263188 h 547653"/>
                <a:gd name="connsiteX11" fmla="*/ 320244 w 574179"/>
                <a:gd name="connsiteY11" fmla="*/ 272640 h 547653"/>
                <a:gd name="connsiteX12" fmla="*/ 330588 w 574179"/>
                <a:gd name="connsiteY12" fmla="*/ 270062 h 547653"/>
                <a:gd name="connsiteX13" fmla="*/ 377997 w 574179"/>
                <a:gd name="connsiteY13" fmla="*/ 307013 h 547653"/>
                <a:gd name="connsiteX14" fmla="*/ 377997 w 574179"/>
                <a:gd name="connsiteY14" fmla="*/ 341385 h 547653"/>
                <a:gd name="connsiteX15" fmla="*/ 308177 w 574179"/>
                <a:gd name="connsiteY15" fmla="*/ 338807 h 547653"/>
                <a:gd name="connsiteX16" fmla="*/ 320247 w 574179"/>
                <a:gd name="connsiteY16" fmla="*/ 224505 h 547653"/>
                <a:gd name="connsiteX17" fmla="*/ 336603 w 574179"/>
                <a:gd name="connsiteY17" fmla="*/ 241694 h 547653"/>
                <a:gd name="connsiteX18" fmla="*/ 335742 w 574179"/>
                <a:gd name="connsiteY18" fmla="*/ 246851 h 547653"/>
                <a:gd name="connsiteX19" fmla="*/ 433876 w 574179"/>
                <a:gd name="connsiteY19" fmla="*/ 324202 h 547653"/>
                <a:gd name="connsiteX20" fmla="*/ 435597 w 574179"/>
                <a:gd name="connsiteY20" fmla="*/ 325921 h 547653"/>
                <a:gd name="connsiteX21" fmla="*/ 446788 w 574179"/>
                <a:gd name="connsiteY21" fmla="*/ 364597 h 547653"/>
                <a:gd name="connsiteX22" fmla="*/ 499298 w 574179"/>
                <a:gd name="connsiteY22" fmla="*/ 380926 h 547653"/>
                <a:gd name="connsiteX23" fmla="*/ 499298 w 574179"/>
                <a:gd name="connsiteY23" fmla="*/ 438510 h 547653"/>
                <a:gd name="connsiteX24" fmla="*/ 74052 w 574179"/>
                <a:gd name="connsiteY24" fmla="*/ 438510 h 547653"/>
                <a:gd name="connsiteX25" fmla="*/ 74052 w 574179"/>
                <a:gd name="connsiteY25" fmla="*/ 380926 h 547653"/>
                <a:gd name="connsiteX26" fmla="*/ 286675 w 574179"/>
                <a:gd name="connsiteY26" fmla="*/ 352564 h 547653"/>
                <a:gd name="connsiteX27" fmla="*/ 439040 w 574179"/>
                <a:gd name="connsiteY27" fmla="*/ 362878 h 547653"/>
                <a:gd name="connsiteX28" fmla="*/ 428711 w 574179"/>
                <a:gd name="connsiteY28" fmla="*/ 329359 h 547653"/>
                <a:gd name="connsiteX29" fmla="*/ 332299 w 574179"/>
                <a:gd name="connsiteY29" fmla="*/ 252867 h 547653"/>
                <a:gd name="connsiteX30" fmla="*/ 320247 w 574179"/>
                <a:gd name="connsiteY30" fmla="*/ 258024 h 547653"/>
                <a:gd name="connsiteX31" fmla="*/ 303031 w 574179"/>
                <a:gd name="connsiteY31" fmla="*/ 241694 h 547653"/>
                <a:gd name="connsiteX32" fmla="*/ 320247 w 574179"/>
                <a:gd name="connsiteY32" fmla="*/ 224505 h 547653"/>
                <a:gd name="connsiteX33" fmla="*/ 299567 w 574179"/>
                <a:gd name="connsiteY33" fmla="*/ 186650 h 547653"/>
                <a:gd name="connsiteX34" fmla="*/ 427837 w 574179"/>
                <a:gd name="connsiteY34" fmla="*/ 215021 h 547653"/>
                <a:gd name="connsiteX35" fmla="*/ 433002 w 574179"/>
                <a:gd name="connsiteY35" fmla="*/ 217600 h 547653"/>
                <a:gd name="connsiteX36" fmla="*/ 438168 w 574179"/>
                <a:gd name="connsiteY36" fmla="*/ 220179 h 547653"/>
                <a:gd name="connsiteX37" fmla="*/ 442472 w 574179"/>
                <a:gd name="connsiteY37" fmla="*/ 225337 h 547653"/>
                <a:gd name="connsiteX38" fmla="*/ 445915 w 574179"/>
                <a:gd name="connsiteY38" fmla="*/ 230496 h 547653"/>
                <a:gd name="connsiteX39" fmla="*/ 447637 w 574179"/>
                <a:gd name="connsiteY39" fmla="*/ 237374 h 547653"/>
                <a:gd name="connsiteX40" fmla="*/ 449359 w 574179"/>
                <a:gd name="connsiteY40" fmla="*/ 241672 h 547653"/>
                <a:gd name="connsiteX41" fmla="*/ 462272 w 574179"/>
                <a:gd name="connsiteY41" fmla="*/ 352576 h 547653"/>
                <a:gd name="connsiteX42" fmla="*/ 457968 w 574179"/>
                <a:gd name="connsiteY42" fmla="*/ 351716 h 547653"/>
                <a:gd name="connsiteX43" fmla="*/ 448498 w 574179"/>
                <a:gd name="connsiteY43" fmla="*/ 321626 h 547653"/>
                <a:gd name="connsiteX44" fmla="*/ 446776 w 574179"/>
                <a:gd name="connsiteY44" fmla="*/ 315608 h 547653"/>
                <a:gd name="connsiteX45" fmla="*/ 351219 w 574179"/>
                <a:gd name="connsiteY45" fmla="*/ 240812 h 547653"/>
                <a:gd name="connsiteX46" fmla="*/ 320228 w 574179"/>
                <a:gd name="connsiteY46" fmla="*/ 210722 h 547653"/>
                <a:gd name="connsiteX47" fmla="*/ 293541 w 574179"/>
                <a:gd name="connsiteY47" fmla="*/ 226197 h 547653"/>
                <a:gd name="connsiteX48" fmla="*/ 290958 w 574179"/>
                <a:gd name="connsiteY48" fmla="*/ 203844 h 547653"/>
                <a:gd name="connsiteX49" fmla="*/ 274612 w 574179"/>
                <a:gd name="connsiteY49" fmla="*/ 186650 h 547653"/>
                <a:gd name="connsiteX50" fmla="*/ 282360 w 574179"/>
                <a:gd name="connsiteY50" fmla="*/ 203844 h 547653"/>
                <a:gd name="connsiteX51" fmla="*/ 283221 w 574179"/>
                <a:gd name="connsiteY51" fmla="*/ 203844 h 547653"/>
                <a:gd name="connsiteX52" fmla="*/ 265143 w 574179"/>
                <a:gd name="connsiteY52" fmla="*/ 338820 h 547653"/>
                <a:gd name="connsiteX53" fmla="*/ 195412 w 574179"/>
                <a:gd name="connsiteY53" fmla="*/ 341400 h 547653"/>
                <a:gd name="connsiteX54" fmla="*/ 195412 w 574179"/>
                <a:gd name="connsiteY54" fmla="*/ 266604 h 547653"/>
                <a:gd name="connsiteX55" fmla="*/ 186803 w 574179"/>
                <a:gd name="connsiteY55" fmla="*/ 269183 h 547653"/>
                <a:gd name="connsiteX56" fmla="*/ 178194 w 574179"/>
                <a:gd name="connsiteY56" fmla="*/ 343119 h 547653"/>
                <a:gd name="connsiteX57" fmla="*/ 111907 w 574179"/>
                <a:gd name="connsiteY57" fmla="*/ 352576 h 547653"/>
                <a:gd name="connsiteX58" fmla="*/ 124820 w 574179"/>
                <a:gd name="connsiteY58" fmla="*/ 241672 h 547653"/>
                <a:gd name="connsiteX59" fmla="*/ 125681 w 574179"/>
                <a:gd name="connsiteY59" fmla="*/ 237373 h 547653"/>
                <a:gd name="connsiteX60" fmla="*/ 128264 w 574179"/>
                <a:gd name="connsiteY60" fmla="*/ 230496 h 547653"/>
                <a:gd name="connsiteX61" fmla="*/ 131707 w 574179"/>
                <a:gd name="connsiteY61" fmla="*/ 226197 h 547653"/>
                <a:gd name="connsiteX62" fmla="*/ 136011 w 574179"/>
                <a:gd name="connsiteY62" fmla="*/ 220179 h 547653"/>
                <a:gd name="connsiteX63" fmla="*/ 141177 w 574179"/>
                <a:gd name="connsiteY63" fmla="*/ 217600 h 547653"/>
                <a:gd name="connsiteX64" fmla="*/ 145481 w 574179"/>
                <a:gd name="connsiteY64" fmla="*/ 215021 h 547653"/>
                <a:gd name="connsiteX65" fmla="*/ 274612 w 574179"/>
                <a:gd name="connsiteY65" fmla="*/ 186650 h 547653"/>
                <a:gd name="connsiteX66" fmla="*/ 287089 w 574179"/>
                <a:gd name="connsiteY66" fmla="*/ 0 h 547653"/>
                <a:gd name="connsiteX67" fmla="*/ 369292 w 574179"/>
                <a:gd name="connsiteY67" fmla="*/ 89871 h 547653"/>
                <a:gd name="connsiteX68" fmla="*/ 287089 w 574179"/>
                <a:gd name="connsiteY68" fmla="*/ 179742 h 547653"/>
                <a:gd name="connsiteX69" fmla="*/ 204886 w 574179"/>
                <a:gd name="connsiteY69" fmla="*/ 89871 h 547653"/>
                <a:gd name="connsiteX70" fmla="*/ 287089 w 574179"/>
                <a:gd name="connsiteY70" fmla="*/ 0 h 547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74179" h="547653">
                  <a:moveTo>
                    <a:pt x="0" y="451358"/>
                  </a:moveTo>
                  <a:lnTo>
                    <a:pt x="574179" y="451358"/>
                  </a:lnTo>
                  <a:lnTo>
                    <a:pt x="574179" y="475432"/>
                  </a:lnTo>
                  <a:lnTo>
                    <a:pt x="531137" y="547653"/>
                  </a:lnTo>
                  <a:lnTo>
                    <a:pt x="42181" y="547653"/>
                  </a:lnTo>
                  <a:lnTo>
                    <a:pt x="0" y="475432"/>
                  </a:lnTo>
                  <a:close/>
                  <a:moveTo>
                    <a:pt x="392503" y="318175"/>
                  </a:moveTo>
                  <a:lnTo>
                    <a:pt x="416711" y="337076"/>
                  </a:lnTo>
                  <a:lnTo>
                    <a:pt x="419305" y="345668"/>
                  </a:lnTo>
                  <a:cubicBezTo>
                    <a:pt x="411524" y="344809"/>
                    <a:pt x="403743" y="343950"/>
                    <a:pt x="395097" y="343091"/>
                  </a:cubicBezTo>
                  <a:close/>
                  <a:moveTo>
                    <a:pt x="298695" y="263188"/>
                  </a:moveTo>
                  <a:cubicBezTo>
                    <a:pt x="304729" y="269203"/>
                    <a:pt x="311625" y="272640"/>
                    <a:pt x="320244" y="272640"/>
                  </a:cubicBezTo>
                  <a:cubicBezTo>
                    <a:pt x="323692" y="272640"/>
                    <a:pt x="327140" y="271781"/>
                    <a:pt x="330588" y="270062"/>
                  </a:cubicBezTo>
                  <a:lnTo>
                    <a:pt x="377997" y="307013"/>
                  </a:lnTo>
                  <a:lnTo>
                    <a:pt x="377997" y="341385"/>
                  </a:lnTo>
                  <a:cubicBezTo>
                    <a:pt x="356448" y="339666"/>
                    <a:pt x="333174" y="338807"/>
                    <a:pt x="308177" y="338807"/>
                  </a:cubicBezTo>
                  <a:close/>
                  <a:moveTo>
                    <a:pt x="320247" y="224505"/>
                  </a:moveTo>
                  <a:cubicBezTo>
                    <a:pt x="329716" y="224505"/>
                    <a:pt x="336603" y="232240"/>
                    <a:pt x="336603" y="241694"/>
                  </a:cubicBezTo>
                  <a:cubicBezTo>
                    <a:pt x="336603" y="243413"/>
                    <a:pt x="336603" y="245132"/>
                    <a:pt x="335742" y="246851"/>
                  </a:cubicBezTo>
                  <a:lnTo>
                    <a:pt x="433876" y="324202"/>
                  </a:lnTo>
                  <a:cubicBezTo>
                    <a:pt x="434736" y="325062"/>
                    <a:pt x="434736" y="325062"/>
                    <a:pt x="435597" y="325921"/>
                  </a:cubicBezTo>
                  <a:lnTo>
                    <a:pt x="446788" y="364597"/>
                  </a:lnTo>
                  <a:cubicBezTo>
                    <a:pt x="488107" y="372332"/>
                    <a:pt x="499298" y="380926"/>
                    <a:pt x="499298" y="380926"/>
                  </a:cubicBezTo>
                  <a:lnTo>
                    <a:pt x="499298" y="438510"/>
                  </a:lnTo>
                  <a:lnTo>
                    <a:pt x="74052" y="438510"/>
                  </a:lnTo>
                  <a:lnTo>
                    <a:pt x="74052" y="380926"/>
                  </a:lnTo>
                  <a:cubicBezTo>
                    <a:pt x="74052" y="380926"/>
                    <a:pt x="109346" y="352564"/>
                    <a:pt x="286675" y="352564"/>
                  </a:cubicBezTo>
                  <a:cubicBezTo>
                    <a:pt x="358984" y="352564"/>
                    <a:pt x="406329" y="357721"/>
                    <a:pt x="439040" y="362878"/>
                  </a:cubicBezTo>
                  <a:lnTo>
                    <a:pt x="428711" y="329359"/>
                  </a:lnTo>
                  <a:lnTo>
                    <a:pt x="332299" y="252867"/>
                  </a:lnTo>
                  <a:cubicBezTo>
                    <a:pt x="328855" y="256305"/>
                    <a:pt x="324551" y="258024"/>
                    <a:pt x="320247" y="258024"/>
                  </a:cubicBezTo>
                  <a:cubicBezTo>
                    <a:pt x="310778" y="258024"/>
                    <a:pt x="303031" y="250289"/>
                    <a:pt x="303031" y="241694"/>
                  </a:cubicBezTo>
                  <a:cubicBezTo>
                    <a:pt x="303031" y="232240"/>
                    <a:pt x="310778" y="224505"/>
                    <a:pt x="320247" y="224505"/>
                  </a:cubicBezTo>
                  <a:close/>
                  <a:moveTo>
                    <a:pt x="299567" y="186650"/>
                  </a:moveTo>
                  <a:cubicBezTo>
                    <a:pt x="359828" y="190089"/>
                    <a:pt x="425254" y="213301"/>
                    <a:pt x="427837" y="215021"/>
                  </a:cubicBezTo>
                  <a:cubicBezTo>
                    <a:pt x="430420" y="215021"/>
                    <a:pt x="431281" y="216740"/>
                    <a:pt x="433002" y="217600"/>
                  </a:cubicBezTo>
                  <a:cubicBezTo>
                    <a:pt x="434724" y="218460"/>
                    <a:pt x="436446" y="219319"/>
                    <a:pt x="438168" y="220179"/>
                  </a:cubicBezTo>
                  <a:cubicBezTo>
                    <a:pt x="439889" y="221899"/>
                    <a:pt x="440750" y="223618"/>
                    <a:pt x="442472" y="225337"/>
                  </a:cubicBezTo>
                  <a:cubicBezTo>
                    <a:pt x="443333" y="227057"/>
                    <a:pt x="445055" y="228776"/>
                    <a:pt x="445915" y="230496"/>
                  </a:cubicBezTo>
                  <a:cubicBezTo>
                    <a:pt x="446776" y="232215"/>
                    <a:pt x="447637" y="234794"/>
                    <a:pt x="447637" y="237374"/>
                  </a:cubicBezTo>
                  <a:cubicBezTo>
                    <a:pt x="448498" y="238233"/>
                    <a:pt x="449359" y="239953"/>
                    <a:pt x="449359" y="241672"/>
                  </a:cubicBezTo>
                  <a:lnTo>
                    <a:pt x="462272" y="352576"/>
                  </a:lnTo>
                  <a:cubicBezTo>
                    <a:pt x="460550" y="352576"/>
                    <a:pt x="459689" y="352576"/>
                    <a:pt x="457968" y="351716"/>
                  </a:cubicBezTo>
                  <a:lnTo>
                    <a:pt x="448498" y="321626"/>
                  </a:lnTo>
                  <a:lnTo>
                    <a:pt x="446776" y="315608"/>
                  </a:lnTo>
                  <a:lnTo>
                    <a:pt x="351219" y="240812"/>
                  </a:lnTo>
                  <a:cubicBezTo>
                    <a:pt x="351219" y="224478"/>
                    <a:pt x="337445" y="210722"/>
                    <a:pt x="320228" y="210722"/>
                  </a:cubicBezTo>
                  <a:cubicBezTo>
                    <a:pt x="309036" y="210722"/>
                    <a:pt x="299567" y="216740"/>
                    <a:pt x="293541" y="226197"/>
                  </a:cubicBezTo>
                  <a:lnTo>
                    <a:pt x="290958" y="203844"/>
                  </a:lnTo>
                  <a:close/>
                  <a:moveTo>
                    <a:pt x="274612" y="186650"/>
                  </a:moveTo>
                  <a:lnTo>
                    <a:pt x="282360" y="203844"/>
                  </a:lnTo>
                  <a:lnTo>
                    <a:pt x="283221" y="203844"/>
                  </a:lnTo>
                  <a:lnTo>
                    <a:pt x="265143" y="338820"/>
                  </a:lnTo>
                  <a:cubicBezTo>
                    <a:pt x="239316" y="338820"/>
                    <a:pt x="216073" y="340540"/>
                    <a:pt x="195412" y="341400"/>
                  </a:cubicBezTo>
                  <a:lnTo>
                    <a:pt x="195412" y="266604"/>
                  </a:lnTo>
                  <a:cubicBezTo>
                    <a:pt x="192829" y="268323"/>
                    <a:pt x="189386" y="269183"/>
                    <a:pt x="186803" y="269183"/>
                  </a:cubicBezTo>
                  <a:lnTo>
                    <a:pt x="178194" y="343119"/>
                  </a:lnTo>
                  <a:cubicBezTo>
                    <a:pt x="149785" y="345698"/>
                    <a:pt x="128264" y="349137"/>
                    <a:pt x="111907" y="352576"/>
                  </a:cubicBezTo>
                  <a:lnTo>
                    <a:pt x="124820" y="241672"/>
                  </a:lnTo>
                  <a:cubicBezTo>
                    <a:pt x="124820" y="239953"/>
                    <a:pt x="125681" y="239093"/>
                    <a:pt x="125681" y="237373"/>
                  </a:cubicBezTo>
                  <a:cubicBezTo>
                    <a:pt x="126542" y="234794"/>
                    <a:pt x="126542" y="232215"/>
                    <a:pt x="128264" y="230496"/>
                  </a:cubicBezTo>
                  <a:cubicBezTo>
                    <a:pt x="129124" y="228776"/>
                    <a:pt x="129985" y="227057"/>
                    <a:pt x="131707" y="226197"/>
                  </a:cubicBezTo>
                  <a:cubicBezTo>
                    <a:pt x="132568" y="223618"/>
                    <a:pt x="134290" y="221899"/>
                    <a:pt x="136011" y="220179"/>
                  </a:cubicBezTo>
                  <a:cubicBezTo>
                    <a:pt x="137733" y="219319"/>
                    <a:pt x="139455" y="218460"/>
                    <a:pt x="141177" y="217600"/>
                  </a:cubicBezTo>
                  <a:cubicBezTo>
                    <a:pt x="142898" y="216740"/>
                    <a:pt x="143759" y="215021"/>
                    <a:pt x="145481" y="215021"/>
                  </a:cubicBezTo>
                  <a:cubicBezTo>
                    <a:pt x="148925" y="213301"/>
                    <a:pt x="214351" y="190089"/>
                    <a:pt x="274612" y="186650"/>
                  </a:cubicBezTo>
                  <a:close/>
                  <a:moveTo>
                    <a:pt x="287089" y="0"/>
                  </a:moveTo>
                  <a:cubicBezTo>
                    <a:pt x="332488" y="0"/>
                    <a:pt x="369292" y="40237"/>
                    <a:pt x="369292" y="89871"/>
                  </a:cubicBezTo>
                  <a:cubicBezTo>
                    <a:pt x="369292" y="139505"/>
                    <a:pt x="332488" y="179742"/>
                    <a:pt x="287089" y="179742"/>
                  </a:cubicBezTo>
                  <a:cubicBezTo>
                    <a:pt x="241690" y="179742"/>
                    <a:pt x="204886" y="139505"/>
                    <a:pt x="204886" y="89871"/>
                  </a:cubicBezTo>
                  <a:cubicBezTo>
                    <a:pt x="204886" y="40237"/>
                    <a:pt x="241690" y="0"/>
                    <a:pt x="28708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endParaRPr lang="zh-CN" altLang="en-US"/>
            </a:p>
          </p:txBody>
        </p:sp>
        <p:sp>
          <p:nvSpPr>
            <p:cNvPr id="27" name="iśļïḓè">
              <a:extLst>
                <a:ext uri="{FF2B5EF4-FFF2-40B4-BE49-F238E27FC236}">
                  <a16:creationId xmlns:a16="http://schemas.microsoft.com/office/drawing/2014/main" xmlns="" id="{BD78F6F2-1BAE-411E-87F5-9D4904075964}"/>
                </a:ext>
              </a:extLst>
            </p:cNvPr>
            <p:cNvSpPr/>
            <p:nvPr/>
          </p:nvSpPr>
          <p:spPr bwMode="auto">
            <a:xfrm>
              <a:off x="7279711" y="1544340"/>
              <a:ext cx="301423" cy="317332"/>
            </a:xfrm>
            <a:custGeom>
              <a:avLst/>
              <a:gdLst>
                <a:gd name="connsiteX0" fmla="*/ 17244 w 576909"/>
                <a:gd name="connsiteY0" fmla="*/ 412385 h 607357"/>
                <a:gd name="connsiteX1" fmla="*/ 49769 w 576909"/>
                <a:gd name="connsiteY1" fmla="*/ 412385 h 607357"/>
                <a:gd name="connsiteX2" fmla="*/ 57152 w 576909"/>
                <a:gd name="connsiteY2" fmla="*/ 412385 h 607357"/>
                <a:gd name="connsiteX3" fmla="*/ 60095 w 576909"/>
                <a:gd name="connsiteY3" fmla="*/ 412643 h 607357"/>
                <a:gd name="connsiteX4" fmla="*/ 72020 w 576909"/>
                <a:gd name="connsiteY4" fmla="*/ 420839 h 607357"/>
                <a:gd name="connsiteX5" fmla="*/ 74292 w 576909"/>
                <a:gd name="connsiteY5" fmla="*/ 429498 h 607357"/>
                <a:gd name="connsiteX6" fmla="*/ 74447 w 576909"/>
                <a:gd name="connsiteY6" fmla="*/ 577176 h 607357"/>
                <a:gd name="connsiteX7" fmla="*/ 72588 w 576909"/>
                <a:gd name="connsiteY7" fmla="*/ 585011 h 607357"/>
                <a:gd name="connsiteX8" fmla="*/ 60714 w 576909"/>
                <a:gd name="connsiteY8" fmla="*/ 594083 h 607357"/>
                <a:gd name="connsiteX9" fmla="*/ 57307 w 576909"/>
                <a:gd name="connsiteY9" fmla="*/ 594444 h 607357"/>
                <a:gd name="connsiteX10" fmla="*/ 50389 w 576909"/>
                <a:gd name="connsiteY10" fmla="*/ 594444 h 607357"/>
                <a:gd name="connsiteX11" fmla="*/ 17347 w 576909"/>
                <a:gd name="connsiteY11" fmla="*/ 594444 h 607357"/>
                <a:gd name="connsiteX12" fmla="*/ 155 w 576909"/>
                <a:gd name="connsiteY12" fmla="*/ 577280 h 607357"/>
                <a:gd name="connsiteX13" fmla="*/ 0 w 576909"/>
                <a:gd name="connsiteY13" fmla="*/ 429550 h 607357"/>
                <a:gd name="connsiteX14" fmla="*/ 17244 w 576909"/>
                <a:gd name="connsiteY14" fmla="*/ 412385 h 607357"/>
                <a:gd name="connsiteX15" fmla="*/ 196520 w 576909"/>
                <a:gd name="connsiteY15" fmla="*/ 401870 h 607357"/>
                <a:gd name="connsiteX16" fmla="*/ 308583 w 576909"/>
                <a:gd name="connsiteY16" fmla="*/ 433626 h 607357"/>
                <a:gd name="connsiteX17" fmla="*/ 325823 w 576909"/>
                <a:gd name="connsiteY17" fmla="*/ 438369 h 607357"/>
                <a:gd name="connsiteX18" fmla="*/ 392669 w 576909"/>
                <a:gd name="connsiteY18" fmla="*/ 438782 h 607357"/>
                <a:gd name="connsiteX19" fmla="*/ 409806 w 576909"/>
                <a:gd name="connsiteY19" fmla="*/ 456052 h 607357"/>
                <a:gd name="connsiteX20" fmla="*/ 409651 w 576909"/>
                <a:gd name="connsiteY20" fmla="*/ 484096 h 607357"/>
                <a:gd name="connsiteX21" fmla="*/ 409599 w 576909"/>
                <a:gd name="connsiteY21" fmla="*/ 494252 h 607357"/>
                <a:gd name="connsiteX22" fmla="*/ 392410 w 576909"/>
                <a:gd name="connsiteY22" fmla="*/ 511367 h 607357"/>
                <a:gd name="connsiteX23" fmla="*/ 257584 w 576909"/>
                <a:gd name="connsiteY23" fmla="*/ 511161 h 607357"/>
                <a:gd name="connsiteX24" fmla="*/ 249325 w 576909"/>
                <a:gd name="connsiteY24" fmla="*/ 519358 h 607357"/>
                <a:gd name="connsiteX25" fmla="*/ 249325 w 576909"/>
                <a:gd name="connsiteY25" fmla="*/ 521987 h 607357"/>
                <a:gd name="connsiteX26" fmla="*/ 257584 w 576909"/>
                <a:gd name="connsiteY26" fmla="*/ 530287 h 607357"/>
                <a:gd name="connsiteX27" fmla="*/ 407122 w 576909"/>
                <a:gd name="connsiteY27" fmla="*/ 530493 h 607357"/>
                <a:gd name="connsiteX28" fmla="*/ 407793 w 576909"/>
                <a:gd name="connsiteY28" fmla="*/ 530493 h 607357"/>
                <a:gd name="connsiteX29" fmla="*/ 507519 w 576909"/>
                <a:gd name="connsiteY29" fmla="*/ 429296 h 607357"/>
                <a:gd name="connsiteX30" fmla="*/ 524656 w 576909"/>
                <a:gd name="connsiteY30" fmla="*/ 413573 h 607357"/>
                <a:gd name="connsiteX31" fmla="*/ 524811 w 576909"/>
                <a:gd name="connsiteY31" fmla="*/ 413573 h 607357"/>
                <a:gd name="connsiteX32" fmla="*/ 529921 w 576909"/>
                <a:gd name="connsiteY32" fmla="*/ 413573 h 607357"/>
                <a:gd name="connsiteX33" fmla="*/ 560066 w 576909"/>
                <a:gd name="connsiteY33" fmla="*/ 413779 h 607357"/>
                <a:gd name="connsiteX34" fmla="*/ 576842 w 576909"/>
                <a:gd name="connsiteY34" fmla="*/ 432131 h 607357"/>
                <a:gd name="connsiteX35" fmla="*/ 416258 w 576909"/>
                <a:gd name="connsiteY35" fmla="*/ 607357 h 607357"/>
                <a:gd name="connsiteX36" fmla="*/ 360252 w 576909"/>
                <a:gd name="connsiteY36" fmla="*/ 606996 h 607357"/>
                <a:gd name="connsiteX37" fmla="*/ 233943 w 576909"/>
                <a:gd name="connsiteY37" fmla="*/ 594779 h 607357"/>
                <a:gd name="connsiteX38" fmla="*/ 197191 w 576909"/>
                <a:gd name="connsiteY38" fmla="*/ 587819 h 607357"/>
                <a:gd name="connsiteX39" fmla="*/ 168801 w 576909"/>
                <a:gd name="connsiteY39" fmla="*/ 585138 h 607357"/>
                <a:gd name="connsiteX40" fmla="*/ 94162 w 576909"/>
                <a:gd name="connsiteY40" fmla="*/ 585138 h 607357"/>
                <a:gd name="connsiteX41" fmla="*/ 94988 w 576909"/>
                <a:gd name="connsiteY41" fmla="*/ 577302 h 607357"/>
                <a:gd name="connsiteX42" fmla="*/ 94884 w 576909"/>
                <a:gd name="connsiteY42" fmla="*/ 429605 h 607357"/>
                <a:gd name="connsiteX43" fmla="*/ 93852 w 576909"/>
                <a:gd name="connsiteY43" fmla="*/ 420738 h 607357"/>
                <a:gd name="connsiteX44" fmla="*/ 117028 w 576909"/>
                <a:gd name="connsiteY44" fmla="*/ 420584 h 607357"/>
                <a:gd name="connsiteX45" fmla="*/ 196520 w 576909"/>
                <a:gd name="connsiteY45" fmla="*/ 401870 h 607357"/>
                <a:gd name="connsiteX46" fmla="*/ 468886 w 576909"/>
                <a:gd name="connsiteY46" fmla="*/ 357273 h 607357"/>
                <a:gd name="connsiteX47" fmla="*/ 512800 w 576909"/>
                <a:gd name="connsiteY47" fmla="*/ 357273 h 607357"/>
                <a:gd name="connsiteX48" fmla="*/ 529984 w 576909"/>
                <a:gd name="connsiteY48" fmla="*/ 374594 h 607357"/>
                <a:gd name="connsiteX49" fmla="*/ 529881 w 576909"/>
                <a:gd name="connsiteY49" fmla="*/ 392946 h 607357"/>
                <a:gd name="connsiteX50" fmla="*/ 524772 w 576909"/>
                <a:gd name="connsiteY50" fmla="*/ 392946 h 607357"/>
                <a:gd name="connsiteX51" fmla="*/ 524566 w 576909"/>
                <a:gd name="connsiteY51" fmla="*/ 392946 h 607357"/>
                <a:gd name="connsiteX52" fmla="*/ 498971 w 576909"/>
                <a:gd name="connsiteY52" fmla="*/ 402895 h 607357"/>
                <a:gd name="connsiteX53" fmla="*/ 486844 w 576909"/>
                <a:gd name="connsiteY53" fmla="*/ 427485 h 607357"/>
                <a:gd name="connsiteX54" fmla="*/ 447368 w 576909"/>
                <a:gd name="connsiteY54" fmla="*/ 498985 h 607357"/>
                <a:gd name="connsiteX55" fmla="*/ 428120 w 576909"/>
                <a:gd name="connsiteY55" fmla="*/ 506872 h 607357"/>
                <a:gd name="connsiteX56" fmla="*/ 430287 w 576909"/>
                <a:gd name="connsiteY56" fmla="*/ 494449 h 607357"/>
                <a:gd name="connsiteX57" fmla="*/ 430391 w 576909"/>
                <a:gd name="connsiteY57" fmla="*/ 470478 h 607357"/>
                <a:gd name="connsiteX58" fmla="*/ 451496 w 576909"/>
                <a:gd name="connsiteY58" fmla="*/ 405524 h 607357"/>
                <a:gd name="connsiteX59" fmla="*/ 451702 w 576909"/>
                <a:gd name="connsiteY59" fmla="*/ 374285 h 607357"/>
                <a:gd name="connsiteX60" fmla="*/ 468886 w 576909"/>
                <a:gd name="connsiteY60" fmla="*/ 357273 h 607357"/>
                <a:gd name="connsiteX61" fmla="*/ 361457 w 576909"/>
                <a:gd name="connsiteY61" fmla="*/ 0 h 607357"/>
                <a:gd name="connsiteX62" fmla="*/ 386592 w 576909"/>
                <a:gd name="connsiteY62" fmla="*/ 0 h 607357"/>
                <a:gd name="connsiteX63" fmla="*/ 407237 w 576909"/>
                <a:gd name="connsiteY63" fmla="*/ 20619 h 607357"/>
                <a:gd name="connsiteX64" fmla="*/ 407237 w 576909"/>
                <a:gd name="connsiteY64" fmla="*/ 127010 h 607357"/>
                <a:gd name="connsiteX65" fmla="*/ 455649 w 576909"/>
                <a:gd name="connsiteY65" fmla="*/ 175463 h 607357"/>
                <a:gd name="connsiteX66" fmla="*/ 445946 w 576909"/>
                <a:gd name="connsiteY66" fmla="*/ 198917 h 607357"/>
                <a:gd name="connsiteX67" fmla="*/ 423753 w 576909"/>
                <a:gd name="connsiteY67" fmla="*/ 198917 h 607357"/>
                <a:gd name="connsiteX68" fmla="*/ 406514 w 576909"/>
                <a:gd name="connsiteY68" fmla="*/ 216081 h 607357"/>
                <a:gd name="connsiteX69" fmla="*/ 406514 w 576909"/>
                <a:gd name="connsiteY69" fmla="*/ 349070 h 607357"/>
                <a:gd name="connsiteX70" fmla="*/ 389327 w 576909"/>
                <a:gd name="connsiteY70" fmla="*/ 366235 h 607357"/>
                <a:gd name="connsiteX71" fmla="*/ 352631 w 576909"/>
                <a:gd name="connsiteY71" fmla="*/ 366235 h 607357"/>
                <a:gd name="connsiteX72" fmla="*/ 335444 w 576909"/>
                <a:gd name="connsiteY72" fmla="*/ 349070 h 607357"/>
                <a:gd name="connsiteX73" fmla="*/ 335444 w 576909"/>
                <a:gd name="connsiteY73" fmla="*/ 289895 h 607357"/>
                <a:gd name="connsiteX74" fmla="*/ 318257 w 576909"/>
                <a:gd name="connsiteY74" fmla="*/ 272731 h 607357"/>
                <a:gd name="connsiteX75" fmla="*/ 241871 w 576909"/>
                <a:gd name="connsiteY75" fmla="*/ 272731 h 607357"/>
                <a:gd name="connsiteX76" fmla="*/ 224633 w 576909"/>
                <a:gd name="connsiteY76" fmla="*/ 289895 h 607357"/>
                <a:gd name="connsiteX77" fmla="*/ 224633 w 576909"/>
                <a:gd name="connsiteY77" fmla="*/ 349019 h 607357"/>
                <a:gd name="connsiteX78" fmla="*/ 207446 w 576909"/>
                <a:gd name="connsiteY78" fmla="*/ 366184 h 607357"/>
                <a:gd name="connsiteX79" fmla="*/ 170750 w 576909"/>
                <a:gd name="connsiteY79" fmla="*/ 366184 h 607357"/>
                <a:gd name="connsiteX80" fmla="*/ 153563 w 576909"/>
                <a:gd name="connsiteY80" fmla="*/ 349019 h 607357"/>
                <a:gd name="connsiteX81" fmla="*/ 153563 w 576909"/>
                <a:gd name="connsiteY81" fmla="*/ 216030 h 607357"/>
                <a:gd name="connsiteX82" fmla="*/ 136376 w 576909"/>
                <a:gd name="connsiteY82" fmla="*/ 198814 h 607357"/>
                <a:gd name="connsiteX83" fmla="*/ 114131 w 576909"/>
                <a:gd name="connsiteY83" fmla="*/ 198814 h 607357"/>
                <a:gd name="connsiteX84" fmla="*/ 104428 w 576909"/>
                <a:gd name="connsiteY84" fmla="*/ 175412 h 607357"/>
                <a:gd name="connsiteX85" fmla="*/ 267884 w 576909"/>
                <a:gd name="connsiteY85" fmla="*/ 12165 h 607357"/>
                <a:gd name="connsiteX86" fmla="*/ 292245 w 576909"/>
                <a:gd name="connsiteY86" fmla="*/ 12165 h 607357"/>
                <a:gd name="connsiteX87" fmla="*/ 340812 w 576909"/>
                <a:gd name="connsiteY87" fmla="*/ 60670 h 607357"/>
                <a:gd name="connsiteX88" fmla="*/ 340812 w 576909"/>
                <a:gd name="connsiteY88" fmla="*/ 20619 h 607357"/>
                <a:gd name="connsiteX89" fmla="*/ 361457 w 576909"/>
                <a:gd name="connsiteY89" fmla="*/ 0 h 607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76909" h="607357">
                  <a:moveTo>
                    <a:pt x="17244" y="412385"/>
                  </a:moveTo>
                  <a:lnTo>
                    <a:pt x="49769" y="412385"/>
                  </a:lnTo>
                  <a:lnTo>
                    <a:pt x="57152" y="412385"/>
                  </a:lnTo>
                  <a:cubicBezTo>
                    <a:pt x="58184" y="412385"/>
                    <a:pt x="59165" y="412540"/>
                    <a:pt x="60095" y="412643"/>
                  </a:cubicBezTo>
                  <a:cubicBezTo>
                    <a:pt x="65206" y="413571"/>
                    <a:pt x="69491" y="416560"/>
                    <a:pt x="72020" y="420839"/>
                  </a:cubicBezTo>
                  <a:cubicBezTo>
                    <a:pt x="73518" y="423364"/>
                    <a:pt x="74447" y="426406"/>
                    <a:pt x="74292" y="429498"/>
                  </a:cubicBezTo>
                  <a:lnTo>
                    <a:pt x="74447" y="577176"/>
                  </a:lnTo>
                  <a:cubicBezTo>
                    <a:pt x="74447" y="580011"/>
                    <a:pt x="73724" y="582692"/>
                    <a:pt x="72588" y="585011"/>
                  </a:cubicBezTo>
                  <a:cubicBezTo>
                    <a:pt x="70214" y="589651"/>
                    <a:pt x="65877" y="593053"/>
                    <a:pt x="60714" y="594083"/>
                  </a:cubicBezTo>
                  <a:cubicBezTo>
                    <a:pt x="59630" y="594290"/>
                    <a:pt x="58442" y="594444"/>
                    <a:pt x="57307" y="594444"/>
                  </a:cubicBezTo>
                  <a:lnTo>
                    <a:pt x="50389" y="594444"/>
                  </a:lnTo>
                  <a:lnTo>
                    <a:pt x="17347" y="594444"/>
                  </a:lnTo>
                  <a:cubicBezTo>
                    <a:pt x="7847" y="594444"/>
                    <a:pt x="155" y="586764"/>
                    <a:pt x="155" y="577280"/>
                  </a:cubicBezTo>
                  <a:lnTo>
                    <a:pt x="0" y="429550"/>
                  </a:lnTo>
                  <a:cubicBezTo>
                    <a:pt x="0" y="420066"/>
                    <a:pt x="7744" y="412385"/>
                    <a:pt x="17244" y="412385"/>
                  </a:cubicBezTo>
                  <a:close/>
                  <a:moveTo>
                    <a:pt x="196520" y="401870"/>
                  </a:moveTo>
                  <a:cubicBezTo>
                    <a:pt x="248809" y="401870"/>
                    <a:pt x="291859" y="423831"/>
                    <a:pt x="308583" y="433626"/>
                  </a:cubicBezTo>
                  <a:cubicBezTo>
                    <a:pt x="313796" y="436720"/>
                    <a:pt x="319784" y="438318"/>
                    <a:pt x="325823" y="438369"/>
                  </a:cubicBezTo>
                  <a:lnTo>
                    <a:pt x="392669" y="438782"/>
                  </a:lnTo>
                  <a:cubicBezTo>
                    <a:pt x="402218" y="438782"/>
                    <a:pt x="409857" y="446566"/>
                    <a:pt x="409806" y="456052"/>
                  </a:cubicBezTo>
                  <a:lnTo>
                    <a:pt x="409651" y="484096"/>
                  </a:lnTo>
                  <a:lnTo>
                    <a:pt x="409599" y="494252"/>
                  </a:lnTo>
                  <a:cubicBezTo>
                    <a:pt x="409548" y="503737"/>
                    <a:pt x="401805" y="511367"/>
                    <a:pt x="392410" y="511367"/>
                  </a:cubicBezTo>
                  <a:lnTo>
                    <a:pt x="257584" y="511161"/>
                  </a:lnTo>
                  <a:cubicBezTo>
                    <a:pt x="253042" y="511161"/>
                    <a:pt x="249325" y="514821"/>
                    <a:pt x="249325" y="519358"/>
                  </a:cubicBezTo>
                  <a:lnTo>
                    <a:pt x="249325" y="521987"/>
                  </a:lnTo>
                  <a:cubicBezTo>
                    <a:pt x="249325" y="526575"/>
                    <a:pt x="253042" y="530287"/>
                    <a:pt x="257584" y="530287"/>
                  </a:cubicBezTo>
                  <a:lnTo>
                    <a:pt x="407122" y="530493"/>
                  </a:lnTo>
                  <a:lnTo>
                    <a:pt x="407793" y="530493"/>
                  </a:lnTo>
                  <a:cubicBezTo>
                    <a:pt x="416361" y="530493"/>
                    <a:pt x="499002" y="527967"/>
                    <a:pt x="507519" y="429296"/>
                  </a:cubicBezTo>
                  <a:cubicBezTo>
                    <a:pt x="508293" y="420377"/>
                    <a:pt x="515726" y="413573"/>
                    <a:pt x="524656" y="413573"/>
                  </a:cubicBezTo>
                  <a:lnTo>
                    <a:pt x="524811" y="413573"/>
                  </a:lnTo>
                  <a:lnTo>
                    <a:pt x="529921" y="413573"/>
                  </a:lnTo>
                  <a:lnTo>
                    <a:pt x="560066" y="413779"/>
                  </a:lnTo>
                  <a:cubicBezTo>
                    <a:pt x="569976" y="413830"/>
                    <a:pt x="577719" y="422233"/>
                    <a:pt x="576842" y="432131"/>
                  </a:cubicBezTo>
                  <a:cubicBezTo>
                    <a:pt x="565744" y="600346"/>
                    <a:pt x="416258" y="607357"/>
                    <a:pt x="416258" y="607357"/>
                  </a:cubicBezTo>
                  <a:lnTo>
                    <a:pt x="360252" y="606996"/>
                  </a:lnTo>
                  <a:cubicBezTo>
                    <a:pt x="317874" y="606739"/>
                    <a:pt x="275599" y="602666"/>
                    <a:pt x="233943" y="594779"/>
                  </a:cubicBezTo>
                  <a:lnTo>
                    <a:pt x="197191" y="587819"/>
                  </a:lnTo>
                  <a:cubicBezTo>
                    <a:pt x="187848" y="586015"/>
                    <a:pt x="178351" y="585138"/>
                    <a:pt x="168801" y="585138"/>
                  </a:cubicBezTo>
                  <a:lnTo>
                    <a:pt x="94162" y="585138"/>
                  </a:lnTo>
                  <a:cubicBezTo>
                    <a:pt x="94730" y="582612"/>
                    <a:pt x="94988" y="579983"/>
                    <a:pt x="94988" y="577302"/>
                  </a:cubicBezTo>
                  <a:lnTo>
                    <a:pt x="94884" y="429605"/>
                  </a:lnTo>
                  <a:cubicBezTo>
                    <a:pt x="94884" y="426512"/>
                    <a:pt x="94523" y="423522"/>
                    <a:pt x="93852" y="420738"/>
                  </a:cubicBezTo>
                  <a:lnTo>
                    <a:pt x="117028" y="420584"/>
                  </a:lnTo>
                  <a:cubicBezTo>
                    <a:pt x="144438" y="406922"/>
                    <a:pt x="171537" y="401870"/>
                    <a:pt x="196520" y="401870"/>
                  </a:cubicBezTo>
                  <a:close/>
                  <a:moveTo>
                    <a:pt x="468886" y="357273"/>
                  </a:moveTo>
                  <a:lnTo>
                    <a:pt x="512800" y="357273"/>
                  </a:lnTo>
                  <a:cubicBezTo>
                    <a:pt x="522347" y="357273"/>
                    <a:pt x="530087" y="365006"/>
                    <a:pt x="529984" y="374594"/>
                  </a:cubicBezTo>
                  <a:lnTo>
                    <a:pt x="529881" y="392946"/>
                  </a:lnTo>
                  <a:lnTo>
                    <a:pt x="524772" y="392946"/>
                  </a:lnTo>
                  <a:lnTo>
                    <a:pt x="524566" y="392946"/>
                  </a:lnTo>
                  <a:cubicBezTo>
                    <a:pt x="515071" y="392946"/>
                    <a:pt x="505989" y="396451"/>
                    <a:pt x="498971" y="402895"/>
                  </a:cubicBezTo>
                  <a:cubicBezTo>
                    <a:pt x="491953" y="409288"/>
                    <a:pt x="487670" y="418103"/>
                    <a:pt x="486844" y="427485"/>
                  </a:cubicBezTo>
                  <a:cubicBezTo>
                    <a:pt x="483903" y="461714"/>
                    <a:pt x="470641" y="485737"/>
                    <a:pt x="447368" y="498985"/>
                  </a:cubicBezTo>
                  <a:cubicBezTo>
                    <a:pt x="440763" y="502851"/>
                    <a:pt x="434003" y="505326"/>
                    <a:pt x="428120" y="506872"/>
                  </a:cubicBezTo>
                  <a:cubicBezTo>
                    <a:pt x="429565" y="502954"/>
                    <a:pt x="430287" y="498779"/>
                    <a:pt x="430287" y="494449"/>
                  </a:cubicBezTo>
                  <a:lnTo>
                    <a:pt x="430391" y="470478"/>
                  </a:lnTo>
                  <a:cubicBezTo>
                    <a:pt x="443085" y="457899"/>
                    <a:pt x="452064" y="437692"/>
                    <a:pt x="451496" y="405524"/>
                  </a:cubicBezTo>
                  <a:lnTo>
                    <a:pt x="451702" y="374285"/>
                  </a:lnTo>
                  <a:cubicBezTo>
                    <a:pt x="451754" y="364903"/>
                    <a:pt x="459494" y="357273"/>
                    <a:pt x="468886" y="357273"/>
                  </a:cubicBezTo>
                  <a:close/>
                  <a:moveTo>
                    <a:pt x="361457" y="0"/>
                  </a:moveTo>
                  <a:lnTo>
                    <a:pt x="386592" y="0"/>
                  </a:lnTo>
                  <a:cubicBezTo>
                    <a:pt x="397998" y="0"/>
                    <a:pt x="407237" y="9227"/>
                    <a:pt x="407237" y="20619"/>
                  </a:cubicBezTo>
                  <a:lnTo>
                    <a:pt x="407237" y="127010"/>
                  </a:lnTo>
                  <a:lnTo>
                    <a:pt x="455649" y="175463"/>
                  </a:lnTo>
                  <a:cubicBezTo>
                    <a:pt x="464320" y="184123"/>
                    <a:pt x="458230" y="198917"/>
                    <a:pt x="445946" y="198917"/>
                  </a:cubicBezTo>
                  <a:lnTo>
                    <a:pt x="423753" y="198917"/>
                  </a:lnTo>
                  <a:cubicBezTo>
                    <a:pt x="414256" y="198917"/>
                    <a:pt x="406514" y="206597"/>
                    <a:pt x="406514" y="216081"/>
                  </a:cubicBezTo>
                  <a:lnTo>
                    <a:pt x="406514" y="349070"/>
                  </a:lnTo>
                  <a:cubicBezTo>
                    <a:pt x="406514" y="358555"/>
                    <a:pt x="398824" y="366235"/>
                    <a:pt x="389327" y="366235"/>
                  </a:cubicBezTo>
                  <a:lnTo>
                    <a:pt x="352631" y="366235"/>
                  </a:lnTo>
                  <a:cubicBezTo>
                    <a:pt x="343134" y="366235"/>
                    <a:pt x="335444" y="358555"/>
                    <a:pt x="335444" y="349070"/>
                  </a:cubicBezTo>
                  <a:lnTo>
                    <a:pt x="335444" y="289895"/>
                  </a:lnTo>
                  <a:cubicBezTo>
                    <a:pt x="335444" y="280411"/>
                    <a:pt x="327754" y="272731"/>
                    <a:pt x="318257" y="272731"/>
                  </a:cubicBezTo>
                  <a:lnTo>
                    <a:pt x="241871" y="272731"/>
                  </a:lnTo>
                  <a:cubicBezTo>
                    <a:pt x="232375" y="272731"/>
                    <a:pt x="224633" y="280411"/>
                    <a:pt x="224633" y="289895"/>
                  </a:cubicBezTo>
                  <a:lnTo>
                    <a:pt x="224633" y="349019"/>
                  </a:lnTo>
                  <a:cubicBezTo>
                    <a:pt x="224633" y="358503"/>
                    <a:pt x="216943" y="366184"/>
                    <a:pt x="207446" y="366184"/>
                  </a:cubicBezTo>
                  <a:lnTo>
                    <a:pt x="170750" y="366184"/>
                  </a:lnTo>
                  <a:cubicBezTo>
                    <a:pt x="161253" y="366184"/>
                    <a:pt x="153563" y="358503"/>
                    <a:pt x="153563" y="349019"/>
                  </a:cubicBezTo>
                  <a:lnTo>
                    <a:pt x="153563" y="216030"/>
                  </a:lnTo>
                  <a:cubicBezTo>
                    <a:pt x="153563" y="206545"/>
                    <a:pt x="145872" y="198814"/>
                    <a:pt x="136376" y="198814"/>
                  </a:cubicBezTo>
                  <a:lnTo>
                    <a:pt x="114131" y="198814"/>
                  </a:lnTo>
                  <a:cubicBezTo>
                    <a:pt x="101899" y="198814"/>
                    <a:pt x="95757" y="184071"/>
                    <a:pt x="104428" y="175412"/>
                  </a:cubicBezTo>
                  <a:lnTo>
                    <a:pt x="267884" y="12165"/>
                  </a:lnTo>
                  <a:cubicBezTo>
                    <a:pt x="274593" y="5413"/>
                    <a:pt x="285484" y="5413"/>
                    <a:pt x="292245" y="12165"/>
                  </a:cubicBezTo>
                  <a:lnTo>
                    <a:pt x="340812" y="60670"/>
                  </a:lnTo>
                  <a:lnTo>
                    <a:pt x="340812" y="20619"/>
                  </a:lnTo>
                  <a:cubicBezTo>
                    <a:pt x="340812" y="9227"/>
                    <a:pt x="350050" y="0"/>
                    <a:pt x="361457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iş1iḍé">
              <a:extLst>
                <a:ext uri="{FF2B5EF4-FFF2-40B4-BE49-F238E27FC236}">
                  <a16:creationId xmlns:a16="http://schemas.microsoft.com/office/drawing/2014/main" xmlns="" id="{673004C1-F409-490D-80C5-5BFFD3AA74EB}"/>
                </a:ext>
              </a:extLst>
            </p:cNvPr>
            <p:cNvSpPr/>
            <p:nvPr/>
          </p:nvSpPr>
          <p:spPr bwMode="auto">
            <a:xfrm>
              <a:off x="9985187" y="1563217"/>
              <a:ext cx="317332" cy="279578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 fontScale="85000" lnSpcReduction="20000"/>
            </a:bodyPr>
            <a:lstStyle/>
            <a:p>
              <a:endParaRPr lang="zh-CN" altLang="en-US"/>
            </a:p>
          </p:txBody>
        </p:sp>
      </p:grpSp>
      <p:sp>
        <p:nvSpPr>
          <p:cNvPr id="37" name="î$lïdê">
            <a:extLst>
              <a:ext uri="{FF2B5EF4-FFF2-40B4-BE49-F238E27FC236}">
                <a16:creationId xmlns:a16="http://schemas.microsoft.com/office/drawing/2014/main" xmlns="" id="{2B1249D7-6E53-4581-B853-B9A960A62319}"/>
              </a:ext>
            </a:extLst>
          </p:cNvPr>
          <p:cNvSpPr txBox="1"/>
          <p:nvPr/>
        </p:nvSpPr>
        <p:spPr bwMode="auto">
          <a:xfrm>
            <a:off x="1084813" y="2990339"/>
            <a:ext cx="1885667" cy="68461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>
              <a:spcBef>
                <a:spcPct val="0"/>
              </a:spcBef>
            </a:pPr>
            <a:r>
              <a:rPr lang="en-US" altLang="zh-CN" sz="1600" dirty="0"/>
              <a:t>.…..</a:t>
            </a:r>
          </a:p>
        </p:txBody>
      </p:sp>
      <p:sp>
        <p:nvSpPr>
          <p:cNvPr id="38" name="ïṥḻïḋe">
            <a:extLst>
              <a:ext uri="{FF2B5EF4-FFF2-40B4-BE49-F238E27FC236}">
                <a16:creationId xmlns:a16="http://schemas.microsoft.com/office/drawing/2014/main" xmlns="" id="{E619469B-8A2C-4BC7-8E1E-4FAE8C0E0496}"/>
              </a:ext>
            </a:extLst>
          </p:cNvPr>
          <p:cNvSpPr txBox="1"/>
          <p:nvPr/>
        </p:nvSpPr>
        <p:spPr bwMode="auto">
          <a:xfrm>
            <a:off x="3813111" y="2990339"/>
            <a:ext cx="1885667" cy="68461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>
              <a:spcBef>
                <a:spcPct val="0"/>
              </a:spcBef>
            </a:pPr>
            <a:r>
              <a:rPr lang="en-US" altLang="zh-CN" sz="1600" dirty="0"/>
              <a:t>.…..</a:t>
            </a:r>
          </a:p>
        </p:txBody>
      </p:sp>
      <p:sp>
        <p:nvSpPr>
          <p:cNvPr id="39" name="ïṥḷîḍè">
            <a:extLst>
              <a:ext uri="{FF2B5EF4-FFF2-40B4-BE49-F238E27FC236}">
                <a16:creationId xmlns:a16="http://schemas.microsoft.com/office/drawing/2014/main" xmlns="" id="{5F6FF318-E144-4ED5-B6C1-F5CC279297ED}"/>
              </a:ext>
            </a:extLst>
          </p:cNvPr>
          <p:cNvSpPr txBox="1"/>
          <p:nvPr/>
        </p:nvSpPr>
        <p:spPr bwMode="auto">
          <a:xfrm>
            <a:off x="6541409" y="2990339"/>
            <a:ext cx="1885667" cy="68461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>
              <a:spcBef>
                <a:spcPct val="0"/>
              </a:spcBef>
            </a:pPr>
            <a:r>
              <a:rPr lang="en-US" altLang="zh-CN" sz="1600" dirty="0"/>
              <a:t>.…..</a:t>
            </a:r>
          </a:p>
        </p:txBody>
      </p:sp>
      <p:sp>
        <p:nvSpPr>
          <p:cNvPr id="40" name="iṥľiḓê">
            <a:extLst>
              <a:ext uri="{FF2B5EF4-FFF2-40B4-BE49-F238E27FC236}">
                <a16:creationId xmlns:a16="http://schemas.microsoft.com/office/drawing/2014/main" xmlns="" id="{A282D3BB-063D-4E41-81B5-5C53D9B3F1D2}"/>
              </a:ext>
            </a:extLst>
          </p:cNvPr>
          <p:cNvSpPr txBox="1"/>
          <p:nvPr/>
        </p:nvSpPr>
        <p:spPr bwMode="auto">
          <a:xfrm>
            <a:off x="9269707" y="2990339"/>
            <a:ext cx="1885667" cy="68461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>
              <a:spcBef>
                <a:spcPct val="0"/>
              </a:spcBef>
            </a:pPr>
            <a:r>
              <a:rPr lang="en-US" altLang="zh-CN" sz="1600" dirty="0"/>
              <a:t>.…..</a:t>
            </a:r>
          </a:p>
        </p:txBody>
      </p:sp>
      <p:sp>
        <p:nvSpPr>
          <p:cNvPr id="41" name="iṩḷiḓé">
            <a:extLst>
              <a:ext uri="{FF2B5EF4-FFF2-40B4-BE49-F238E27FC236}">
                <a16:creationId xmlns:a16="http://schemas.microsoft.com/office/drawing/2014/main" xmlns="" id="{4B38CC44-BD83-46E1-B0B2-0356F354CA8D}"/>
              </a:ext>
            </a:extLst>
          </p:cNvPr>
          <p:cNvSpPr txBox="1"/>
          <p:nvPr/>
        </p:nvSpPr>
        <p:spPr bwMode="auto">
          <a:xfrm>
            <a:off x="1084820" y="4434094"/>
            <a:ext cx="1885667" cy="43259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i="1" dirty="0"/>
              <a:t>此处输入标题</a:t>
            </a:r>
            <a:endParaRPr lang="en-US" altLang="zh-CN" sz="1600" b="1" i="1" dirty="0"/>
          </a:p>
        </p:txBody>
      </p:sp>
      <p:sp>
        <p:nvSpPr>
          <p:cNvPr id="42" name="iṩľidé">
            <a:extLst>
              <a:ext uri="{FF2B5EF4-FFF2-40B4-BE49-F238E27FC236}">
                <a16:creationId xmlns:a16="http://schemas.microsoft.com/office/drawing/2014/main" xmlns="" id="{64FC83A4-1792-4D04-98E7-01197E3BB41A}"/>
              </a:ext>
            </a:extLst>
          </p:cNvPr>
          <p:cNvSpPr txBox="1"/>
          <p:nvPr/>
        </p:nvSpPr>
        <p:spPr bwMode="auto">
          <a:xfrm>
            <a:off x="3813109" y="4434094"/>
            <a:ext cx="1885667" cy="43259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i="1" dirty="0"/>
              <a:t>此处输入标题</a:t>
            </a:r>
            <a:endParaRPr lang="en-US" altLang="zh-CN" sz="1600" b="1" i="1" dirty="0"/>
          </a:p>
        </p:txBody>
      </p:sp>
      <p:sp>
        <p:nvSpPr>
          <p:cNvPr id="43" name="îṧľîḍê">
            <a:extLst>
              <a:ext uri="{FF2B5EF4-FFF2-40B4-BE49-F238E27FC236}">
                <a16:creationId xmlns:a16="http://schemas.microsoft.com/office/drawing/2014/main" xmlns="" id="{977B2CA9-1279-4F2D-A50C-B41BC675647E}"/>
              </a:ext>
            </a:extLst>
          </p:cNvPr>
          <p:cNvSpPr txBox="1"/>
          <p:nvPr/>
        </p:nvSpPr>
        <p:spPr bwMode="auto">
          <a:xfrm>
            <a:off x="6541398" y="4434094"/>
            <a:ext cx="1885667" cy="43259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i="1" dirty="0"/>
              <a:t>此处输入标题</a:t>
            </a:r>
            <a:endParaRPr lang="en-US" altLang="zh-CN" sz="1600" b="1" i="1" dirty="0"/>
          </a:p>
        </p:txBody>
      </p:sp>
      <p:sp>
        <p:nvSpPr>
          <p:cNvPr id="44" name="íś1íďe">
            <a:extLst>
              <a:ext uri="{FF2B5EF4-FFF2-40B4-BE49-F238E27FC236}">
                <a16:creationId xmlns:a16="http://schemas.microsoft.com/office/drawing/2014/main" xmlns="" id="{15F299A2-57F6-4245-B633-7E8BB2E0D0A0}"/>
              </a:ext>
            </a:extLst>
          </p:cNvPr>
          <p:cNvSpPr txBox="1"/>
          <p:nvPr/>
        </p:nvSpPr>
        <p:spPr bwMode="auto">
          <a:xfrm>
            <a:off x="9269687" y="4434094"/>
            <a:ext cx="1885667" cy="43259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1" i="1" dirty="0"/>
              <a:t>此处输入标题</a:t>
            </a:r>
            <a:endParaRPr lang="en-US" altLang="zh-CN" sz="1600" b="1" i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101" y="3276"/>
            <a:ext cx="1882505" cy="6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8426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7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40D61AF-3011-4A43-A9CA-F92B067950EE}"/>
              </a:ext>
            </a:extLst>
          </p:cNvPr>
          <p:cNvGrpSpPr/>
          <p:nvPr/>
        </p:nvGrpSpPr>
        <p:grpSpPr>
          <a:xfrm>
            <a:off x="2598378" y="5001219"/>
            <a:ext cx="8794632" cy="738359"/>
            <a:chOff x="2598378" y="5001219"/>
            <a:chExt cx="8794632" cy="738359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xmlns="" id="{C638FBD1-F7AA-4D1A-9AD5-75146DE25A92}"/>
                </a:ext>
              </a:extLst>
            </p:cNvPr>
            <p:cNvCxnSpPr/>
            <p:nvPr/>
          </p:nvCxnSpPr>
          <p:spPr>
            <a:xfrm flipV="1">
              <a:off x="2598378" y="5739578"/>
              <a:ext cx="8794632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işḷidê">
              <a:extLst>
                <a:ext uri="{FF2B5EF4-FFF2-40B4-BE49-F238E27FC236}">
                  <a16:creationId xmlns:a16="http://schemas.microsoft.com/office/drawing/2014/main" xmlns="" id="{64A7DA09-469B-4739-8A90-6F558D476FAD}"/>
                </a:ext>
              </a:extLst>
            </p:cNvPr>
            <p:cNvGrpSpPr/>
            <p:nvPr/>
          </p:nvGrpSpPr>
          <p:grpSpPr>
            <a:xfrm>
              <a:off x="3799898" y="5001219"/>
              <a:ext cx="3881448" cy="738359"/>
              <a:chOff x="5617659" y="5037563"/>
              <a:chExt cx="3881448" cy="738359"/>
            </a:xfrm>
          </p:grpSpPr>
          <p:sp>
            <p:nvSpPr>
              <p:cNvPr id="10" name="i$ļíḍê">
                <a:extLst>
                  <a:ext uri="{FF2B5EF4-FFF2-40B4-BE49-F238E27FC236}">
                    <a16:creationId xmlns:a16="http://schemas.microsoft.com/office/drawing/2014/main" xmlns="" id="{890E957B-D625-49E8-A203-D94CED803120}"/>
                  </a:ext>
                </a:extLst>
              </p:cNvPr>
              <p:cNvSpPr/>
              <p:nvPr/>
            </p:nvSpPr>
            <p:spPr bwMode="auto">
              <a:xfrm>
                <a:off x="5617659" y="5425161"/>
                <a:ext cx="3881448" cy="350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1" name="iṡḷide">
                <a:extLst>
                  <a:ext uri="{FF2B5EF4-FFF2-40B4-BE49-F238E27FC236}">
                    <a16:creationId xmlns:a16="http://schemas.microsoft.com/office/drawing/2014/main" xmlns="" id="{887D44EB-0D1A-4513-AF79-9E51EF8EB420}"/>
                  </a:ext>
                </a:extLst>
              </p:cNvPr>
              <p:cNvSpPr txBox="1"/>
              <p:nvPr/>
            </p:nvSpPr>
            <p:spPr bwMode="auto">
              <a:xfrm>
                <a:off x="5617659" y="5037563"/>
                <a:ext cx="3881448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在此输入标题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05E53F24-97FC-4B8B-BDB7-8F19C60E2AEF}"/>
              </a:ext>
            </a:extLst>
          </p:cNvPr>
          <p:cNvGrpSpPr/>
          <p:nvPr/>
        </p:nvGrpSpPr>
        <p:grpSpPr>
          <a:xfrm>
            <a:off x="3405679" y="4197444"/>
            <a:ext cx="7987331" cy="738359"/>
            <a:chOff x="3405679" y="4197444"/>
            <a:chExt cx="7987331" cy="738359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5E025743-8E65-49CF-AFE8-CEF918F719DF}"/>
                </a:ext>
              </a:extLst>
            </p:cNvPr>
            <p:cNvCxnSpPr/>
            <p:nvPr/>
          </p:nvCxnSpPr>
          <p:spPr>
            <a:xfrm flipV="1">
              <a:off x="3405679" y="4935803"/>
              <a:ext cx="798733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iṣlíḋê">
              <a:extLst>
                <a:ext uri="{FF2B5EF4-FFF2-40B4-BE49-F238E27FC236}">
                  <a16:creationId xmlns:a16="http://schemas.microsoft.com/office/drawing/2014/main" xmlns="" id="{EEDA9A6D-EE56-4F59-A180-C72462751D06}"/>
                </a:ext>
              </a:extLst>
            </p:cNvPr>
            <p:cNvGrpSpPr/>
            <p:nvPr/>
          </p:nvGrpSpPr>
          <p:grpSpPr>
            <a:xfrm>
              <a:off x="4608562" y="4197444"/>
              <a:ext cx="3881448" cy="738359"/>
              <a:chOff x="5617659" y="5037563"/>
              <a:chExt cx="3881448" cy="738359"/>
            </a:xfrm>
          </p:grpSpPr>
          <p:sp>
            <p:nvSpPr>
              <p:cNvPr id="15" name="iş1ïďé">
                <a:extLst>
                  <a:ext uri="{FF2B5EF4-FFF2-40B4-BE49-F238E27FC236}">
                    <a16:creationId xmlns:a16="http://schemas.microsoft.com/office/drawing/2014/main" xmlns="" id="{4E69A656-94E5-4FC6-980E-C3E23418DA85}"/>
                  </a:ext>
                </a:extLst>
              </p:cNvPr>
              <p:cNvSpPr/>
              <p:nvPr/>
            </p:nvSpPr>
            <p:spPr bwMode="auto">
              <a:xfrm>
                <a:off x="5617659" y="5425161"/>
                <a:ext cx="3881448" cy="350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6" name="işļídé">
                <a:extLst>
                  <a:ext uri="{FF2B5EF4-FFF2-40B4-BE49-F238E27FC236}">
                    <a16:creationId xmlns:a16="http://schemas.microsoft.com/office/drawing/2014/main" xmlns="" id="{0312271E-EFDD-473D-9EDB-9FDEA88D8D4C}"/>
                  </a:ext>
                </a:extLst>
              </p:cNvPr>
              <p:cNvSpPr txBox="1"/>
              <p:nvPr/>
            </p:nvSpPr>
            <p:spPr bwMode="auto">
              <a:xfrm>
                <a:off x="5617659" y="5037563"/>
                <a:ext cx="3881448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在此输入标题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16435D33-36F0-4C0E-BAAE-72D7E4D44C04}"/>
              </a:ext>
            </a:extLst>
          </p:cNvPr>
          <p:cNvGrpSpPr/>
          <p:nvPr/>
        </p:nvGrpSpPr>
        <p:grpSpPr>
          <a:xfrm>
            <a:off x="4212980" y="3462296"/>
            <a:ext cx="7180031" cy="738359"/>
            <a:chOff x="4212980" y="3462296"/>
            <a:chExt cx="7180031" cy="738359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B68CC720-D627-4C19-AFBB-3DD69FF27974}"/>
                </a:ext>
              </a:extLst>
            </p:cNvPr>
            <p:cNvCxnSpPr/>
            <p:nvPr/>
          </p:nvCxnSpPr>
          <p:spPr>
            <a:xfrm>
              <a:off x="4212980" y="4200655"/>
              <a:ext cx="718003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îṩ1ïďé">
              <a:extLst>
                <a:ext uri="{FF2B5EF4-FFF2-40B4-BE49-F238E27FC236}">
                  <a16:creationId xmlns:a16="http://schemas.microsoft.com/office/drawing/2014/main" xmlns="" id="{F95B9134-ACC9-41B6-83E7-6D4BBF3DE3AB}"/>
                </a:ext>
              </a:extLst>
            </p:cNvPr>
            <p:cNvGrpSpPr/>
            <p:nvPr/>
          </p:nvGrpSpPr>
          <p:grpSpPr>
            <a:xfrm>
              <a:off x="5415862" y="3462296"/>
              <a:ext cx="3881448" cy="738359"/>
              <a:chOff x="5617659" y="5037563"/>
              <a:chExt cx="3881448" cy="738359"/>
            </a:xfrm>
          </p:grpSpPr>
          <p:sp>
            <p:nvSpPr>
              <p:cNvPr id="20" name="íślîḑê">
                <a:extLst>
                  <a:ext uri="{FF2B5EF4-FFF2-40B4-BE49-F238E27FC236}">
                    <a16:creationId xmlns:a16="http://schemas.microsoft.com/office/drawing/2014/main" xmlns="" id="{6DD39064-8909-4652-A588-C0F0362E5FCE}"/>
                  </a:ext>
                </a:extLst>
              </p:cNvPr>
              <p:cNvSpPr/>
              <p:nvPr/>
            </p:nvSpPr>
            <p:spPr bwMode="auto">
              <a:xfrm>
                <a:off x="5617659" y="5425161"/>
                <a:ext cx="3881448" cy="350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1" name="îśḻiḋe">
                <a:extLst>
                  <a:ext uri="{FF2B5EF4-FFF2-40B4-BE49-F238E27FC236}">
                    <a16:creationId xmlns:a16="http://schemas.microsoft.com/office/drawing/2014/main" xmlns="" id="{0D8465B7-8C25-43E4-B241-BD0DD7EC9446}"/>
                  </a:ext>
                </a:extLst>
              </p:cNvPr>
              <p:cNvSpPr txBox="1"/>
              <p:nvPr/>
            </p:nvSpPr>
            <p:spPr bwMode="auto">
              <a:xfrm>
                <a:off x="5617659" y="5037563"/>
                <a:ext cx="3881448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在此输入标题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41DD7534-4158-4E9C-91BB-D6981875F1D0}"/>
              </a:ext>
            </a:extLst>
          </p:cNvPr>
          <p:cNvGrpSpPr/>
          <p:nvPr/>
        </p:nvGrpSpPr>
        <p:grpSpPr>
          <a:xfrm>
            <a:off x="5020280" y="2644104"/>
            <a:ext cx="6372729" cy="738359"/>
            <a:chOff x="5020280" y="2644104"/>
            <a:chExt cx="6372729" cy="738359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A8BCF2CB-A10B-4958-AF9A-1D5DA0AB1540}"/>
                </a:ext>
              </a:extLst>
            </p:cNvPr>
            <p:cNvCxnSpPr/>
            <p:nvPr/>
          </p:nvCxnSpPr>
          <p:spPr>
            <a:xfrm flipV="1">
              <a:off x="5020280" y="3382463"/>
              <a:ext cx="637272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î$ļîḑê">
              <a:extLst>
                <a:ext uri="{FF2B5EF4-FFF2-40B4-BE49-F238E27FC236}">
                  <a16:creationId xmlns:a16="http://schemas.microsoft.com/office/drawing/2014/main" xmlns="" id="{D508CD5F-142C-443E-A7A5-D8FA5B5DEA2C}"/>
                </a:ext>
              </a:extLst>
            </p:cNvPr>
            <p:cNvGrpSpPr/>
            <p:nvPr/>
          </p:nvGrpSpPr>
          <p:grpSpPr>
            <a:xfrm>
              <a:off x="6223162" y="2644104"/>
              <a:ext cx="3881448" cy="738359"/>
              <a:chOff x="5617659" y="5037563"/>
              <a:chExt cx="3881448" cy="738359"/>
            </a:xfrm>
          </p:grpSpPr>
          <p:sp>
            <p:nvSpPr>
              <p:cNvPr id="25" name="íşḷîḍê">
                <a:extLst>
                  <a:ext uri="{FF2B5EF4-FFF2-40B4-BE49-F238E27FC236}">
                    <a16:creationId xmlns:a16="http://schemas.microsoft.com/office/drawing/2014/main" xmlns="" id="{491334AA-0FD3-4776-95A0-9E6325515FD9}"/>
                  </a:ext>
                </a:extLst>
              </p:cNvPr>
              <p:cNvSpPr/>
              <p:nvPr/>
            </p:nvSpPr>
            <p:spPr bwMode="auto">
              <a:xfrm>
                <a:off x="5617659" y="5425161"/>
                <a:ext cx="3881448" cy="350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6" name="îṥḻidè">
                <a:extLst>
                  <a:ext uri="{FF2B5EF4-FFF2-40B4-BE49-F238E27FC236}">
                    <a16:creationId xmlns:a16="http://schemas.microsoft.com/office/drawing/2014/main" xmlns="" id="{C58CE9C3-EDBE-4614-A0DD-F752D23CB30C}"/>
                  </a:ext>
                </a:extLst>
              </p:cNvPr>
              <p:cNvSpPr txBox="1"/>
              <p:nvPr/>
            </p:nvSpPr>
            <p:spPr bwMode="auto">
              <a:xfrm>
                <a:off x="5617659" y="5037563"/>
                <a:ext cx="3881448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在此输入标题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7636FBBF-9323-4D7D-BF40-FD023217708D}"/>
              </a:ext>
            </a:extLst>
          </p:cNvPr>
          <p:cNvGrpSpPr/>
          <p:nvPr/>
        </p:nvGrpSpPr>
        <p:grpSpPr>
          <a:xfrm>
            <a:off x="1778825" y="1759695"/>
            <a:ext cx="4284956" cy="4274744"/>
            <a:chOff x="1778825" y="1759695"/>
            <a:chExt cx="4284956" cy="4274744"/>
          </a:xfrm>
        </p:grpSpPr>
        <p:sp>
          <p:nvSpPr>
            <p:cNvPr id="28" name="iṣḻïḑè">
              <a:extLst>
                <a:ext uri="{FF2B5EF4-FFF2-40B4-BE49-F238E27FC236}">
                  <a16:creationId xmlns:a16="http://schemas.microsoft.com/office/drawing/2014/main" xmlns="" id="{8E00BFF7-349C-4F03-8779-8B4D81FBB7A0}"/>
                </a:ext>
              </a:extLst>
            </p:cNvPr>
            <p:cNvSpPr/>
            <p:nvPr/>
          </p:nvSpPr>
          <p:spPr bwMode="auto">
            <a:xfrm>
              <a:off x="4202089" y="2483950"/>
              <a:ext cx="1551978" cy="898513"/>
            </a:xfrm>
            <a:custGeom>
              <a:avLst/>
              <a:gdLst>
                <a:gd name="T0" fmla="*/ 546 w 1140"/>
                <a:gd name="T1" fmla="*/ 660 h 660"/>
                <a:gd name="T2" fmla="*/ 0 w 1140"/>
                <a:gd name="T3" fmla="*/ 342 h 660"/>
                <a:gd name="T4" fmla="*/ 594 w 1140"/>
                <a:gd name="T5" fmla="*/ 0 h 660"/>
                <a:gd name="T6" fmla="*/ 1140 w 1140"/>
                <a:gd name="T7" fmla="*/ 317 h 660"/>
                <a:gd name="T8" fmla="*/ 546 w 1140"/>
                <a:gd name="T9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660">
                  <a:moveTo>
                    <a:pt x="546" y="660"/>
                  </a:moveTo>
                  <a:lnTo>
                    <a:pt x="0" y="342"/>
                  </a:lnTo>
                  <a:lnTo>
                    <a:pt x="594" y="0"/>
                  </a:lnTo>
                  <a:lnTo>
                    <a:pt x="1140" y="317"/>
                  </a:lnTo>
                  <a:lnTo>
                    <a:pt x="546" y="6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9" name="îṧ1ide">
              <a:extLst>
                <a:ext uri="{FF2B5EF4-FFF2-40B4-BE49-F238E27FC236}">
                  <a16:creationId xmlns:a16="http://schemas.microsoft.com/office/drawing/2014/main" xmlns="" id="{9848733D-9C00-4A1E-803B-55683A00AF65}"/>
                </a:ext>
              </a:extLst>
            </p:cNvPr>
            <p:cNvSpPr/>
            <p:nvPr/>
          </p:nvSpPr>
          <p:spPr bwMode="auto">
            <a:xfrm>
              <a:off x="4202089" y="2949543"/>
              <a:ext cx="744677" cy="743315"/>
            </a:xfrm>
            <a:custGeom>
              <a:avLst/>
              <a:gdLst>
                <a:gd name="T0" fmla="*/ 547 w 547"/>
                <a:gd name="T1" fmla="*/ 546 h 546"/>
                <a:gd name="T2" fmla="*/ 1 w 547"/>
                <a:gd name="T3" fmla="*/ 228 h 546"/>
                <a:gd name="T4" fmla="*/ 0 w 547"/>
                <a:gd name="T5" fmla="*/ 0 h 546"/>
                <a:gd name="T6" fmla="*/ 546 w 547"/>
                <a:gd name="T7" fmla="*/ 318 h 546"/>
                <a:gd name="T8" fmla="*/ 547 w 547"/>
                <a:gd name="T9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46">
                  <a:moveTo>
                    <a:pt x="547" y="546"/>
                  </a:moveTo>
                  <a:lnTo>
                    <a:pt x="1" y="228"/>
                  </a:lnTo>
                  <a:lnTo>
                    <a:pt x="0" y="0"/>
                  </a:lnTo>
                  <a:lnTo>
                    <a:pt x="546" y="318"/>
                  </a:lnTo>
                  <a:lnTo>
                    <a:pt x="547" y="54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îṡḻïḑê">
              <a:extLst>
                <a:ext uri="{FF2B5EF4-FFF2-40B4-BE49-F238E27FC236}">
                  <a16:creationId xmlns:a16="http://schemas.microsoft.com/office/drawing/2014/main" xmlns="" id="{57B0B7A6-5EEA-4C8D-BBF7-0A713D8CEB5E}"/>
                </a:ext>
              </a:extLst>
            </p:cNvPr>
            <p:cNvSpPr/>
            <p:nvPr/>
          </p:nvSpPr>
          <p:spPr bwMode="auto">
            <a:xfrm>
              <a:off x="3394788" y="3259939"/>
              <a:ext cx="1551978" cy="899875"/>
            </a:xfrm>
            <a:custGeom>
              <a:avLst/>
              <a:gdLst>
                <a:gd name="T0" fmla="*/ 546 w 1140"/>
                <a:gd name="T1" fmla="*/ 661 h 661"/>
                <a:gd name="T2" fmla="*/ 0 w 1140"/>
                <a:gd name="T3" fmla="*/ 343 h 661"/>
                <a:gd name="T4" fmla="*/ 594 w 1140"/>
                <a:gd name="T5" fmla="*/ 0 h 661"/>
                <a:gd name="T6" fmla="*/ 1140 w 1140"/>
                <a:gd name="T7" fmla="*/ 318 h 661"/>
                <a:gd name="T8" fmla="*/ 546 w 1140"/>
                <a:gd name="T9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661">
                  <a:moveTo>
                    <a:pt x="546" y="661"/>
                  </a:moveTo>
                  <a:lnTo>
                    <a:pt x="0" y="343"/>
                  </a:lnTo>
                  <a:lnTo>
                    <a:pt x="594" y="0"/>
                  </a:lnTo>
                  <a:lnTo>
                    <a:pt x="1140" y="318"/>
                  </a:lnTo>
                  <a:lnTo>
                    <a:pt x="546" y="6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1" name="í$ļiḍê">
              <a:extLst>
                <a:ext uri="{FF2B5EF4-FFF2-40B4-BE49-F238E27FC236}">
                  <a16:creationId xmlns:a16="http://schemas.microsoft.com/office/drawing/2014/main" xmlns="" id="{7BE3FFD8-E4F1-4F2D-84E8-DE1FF0994A12}"/>
                </a:ext>
              </a:extLst>
            </p:cNvPr>
            <p:cNvSpPr/>
            <p:nvPr/>
          </p:nvSpPr>
          <p:spPr bwMode="auto">
            <a:xfrm>
              <a:off x="3394788" y="3726894"/>
              <a:ext cx="744677" cy="741954"/>
            </a:xfrm>
            <a:custGeom>
              <a:avLst/>
              <a:gdLst>
                <a:gd name="T0" fmla="*/ 547 w 547"/>
                <a:gd name="T1" fmla="*/ 545 h 545"/>
                <a:gd name="T2" fmla="*/ 0 w 547"/>
                <a:gd name="T3" fmla="*/ 227 h 545"/>
                <a:gd name="T4" fmla="*/ 0 w 547"/>
                <a:gd name="T5" fmla="*/ 0 h 545"/>
                <a:gd name="T6" fmla="*/ 546 w 547"/>
                <a:gd name="T7" fmla="*/ 318 h 545"/>
                <a:gd name="T8" fmla="*/ 547 w 547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45">
                  <a:moveTo>
                    <a:pt x="547" y="545"/>
                  </a:moveTo>
                  <a:lnTo>
                    <a:pt x="0" y="227"/>
                  </a:lnTo>
                  <a:lnTo>
                    <a:pt x="0" y="0"/>
                  </a:lnTo>
                  <a:lnTo>
                    <a:pt x="546" y="318"/>
                  </a:lnTo>
                  <a:lnTo>
                    <a:pt x="547" y="5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2" name="ïṩļîḓé">
              <a:extLst>
                <a:ext uri="{FF2B5EF4-FFF2-40B4-BE49-F238E27FC236}">
                  <a16:creationId xmlns:a16="http://schemas.microsoft.com/office/drawing/2014/main" xmlns="" id="{E624350A-0D9B-4847-A7B4-FAD5015D7902}"/>
                </a:ext>
              </a:extLst>
            </p:cNvPr>
            <p:cNvSpPr/>
            <p:nvPr/>
          </p:nvSpPr>
          <p:spPr bwMode="auto">
            <a:xfrm>
              <a:off x="2587487" y="4502882"/>
              <a:ext cx="743315" cy="741954"/>
            </a:xfrm>
            <a:custGeom>
              <a:avLst/>
              <a:gdLst>
                <a:gd name="T0" fmla="*/ 546 w 546"/>
                <a:gd name="T1" fmla="*/ 545 h 545"/>
                <a:gd name="T2" fmla="*/ 0 w 546"/>
                <a:gd name="T3" fmla="*/ 227 h 545"/>
                <a:gd name="T4" fmla="*/ 0 w 546"/>
                <a:gd name="T5" fmla="*/ 0 h 545"/>
                <a:gd name="T6" fmla="*/ 545 w 546"/>
                <a:gd name="T7" fmla="*/ 318 h 545"/>
                <a:gd name="T8" fmla="*/ 546 w 546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545">
                  <a:moveTo>
                    <a:pt x="546" y="545"/>
                  </a:moveTo>
                  <a:lnTo>
                    <a:pt x="0" y="227"/>
                  </a:lnTo>
                  <a:lnTo>
                    <a:pt x="0" y="0"/>
                  </a:lnTo>
                  <a:lnTo>
                    <a:pt x="545" y="318"/>
                  </a:lnTo>
                  <a:lnTo>
                    <a:pt x="546" y="54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3" name="îslïḍê">
              <a:extLst>
                <a:ext uri="{FF2B5EF4-FFF2-40B4-BE49-F238E27FC236}">
                  <a16:creationId xmlns:a16="http://schemas.microsoft.com/office/drawing/2014/main" xmlns="" id="{845590A6-BA48-46F5-95B1-1C2C3277E432}"/>
                </a:ext>
              </a:extLst>
            </p:cNvPr>
            <p:cNvSpPr/>
            <p:nvPr/>
          </p:nvSpPr>
          <p:spPr bwMode="auto">
            <a:xfrm>
              <a:off x="2587487" y="4035928"/>
              <a:ext cx="1551978" cy="899875"/>
            </a:xfrm>
            <a:custGeom>
              <a:avLst/>
              <a:gdLst>
                <a:gd name="T0" fmla="*/ 545 w 1140"/>
                <a:gd name="T1" fmla="*/ 661 h 661"/>
                <a:gd name="T2" fmla="*/ 0 w 1140"/>
                <a:gd name="T3" fmla="*/ 343 h 661"/>
                <a:gd name="T4" fmla="*/ 593 w 1140"/>
                <a:gd name="T5" fmla="*/ 0 h 661"/>
                <a:gd name="T6" fmla="*/ 1140 w 1140"/>
                <a:gd name="T7" fmla="*/ 318 h 661"/>
                <a:gd name="T8" fmla="*/ 545 w 1140"/>
                <a:gd name="T9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661">
                  <a:moveTo>
                    <a:pt x="545" y="661"/>
                  </a:moveTo>
                  <a:lnTo>
                    <a:pt x="0" y="343"/>
                  </a:lnTo>
                  <a:lnTo>
                    <a:pt x="593" y="0"/>
                  </a:lnTo>
                  <a:lnTo>
                    <a:pt x="1140" y="318"/>
                  </a:lnTo>
                  <a:lnTo>
                    <a:pt x="545" y="6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4" name="ïŝḷíḑé">
              <a:extLst>
                <a:ext uri="{FF2B5EF4-FFF2-40B4-BE49-F238E27FC236}">
                  <a16:creationId xmlns:a16="http://schemas.microsoft.com/office/drawing/2014/main" xmlns="" id="{2832F16A-54D2-400C-B9ED-3062536879E3}"/>
                </a:ext>
              </a:extLst>
            </p:cNvPr>
            <p:cNvSpPr/>
            <p:nvPr/>
          </p:nvSpPr>
          <p:spPr bwMode="auto">
            <a:xfrm>
              <a:off x="1778825" y="5278871"/>
              <a:ext cx="744677" cy="755568"/>
            </a:xfrm>
            <a:custGeom>
              <a:avLst/>
              <a:gdLst>
                <a:gd name="T0" fmla="*/ 547 w 547"/>
                <a:gd name="T1" fmla="*/ 555 h 555"/>
                <a:gd name="T2" fmla="*/ 1 w 547"/>
                <a:gd name="T3" fmla="*/ 237 h 555"/>
                <a:gd name="T4" fmla="*/ 0 w 547"/>
                <a:gd name="T5" fmla="*/ 0 h 555"/>
                <a:gd name="T6" fmla="*/ 547 w 547"/>
                <a:gd name="T7" fmla="*/ 318 h 555"/>
                <a:gd name="T8" fmla="*/ 547 w 547"/>
                <a:gd name="T9" fmla="*/ 555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55">
                  <a:moveTo>
                    <a:pt x="547" y="555"/>
                  </a:moveTo>
                  <a:lnTo>
                    <a:pt x="1" y="237"/>
                  </a:lnTo>
                  <a:lnTo>
                    <a:pt x="0" y="0"/>
                  </a:lnTo>
                  <a:lnTo>
                    <a:pt x="547" y="318"/>
                  </a:lnTo>
                  <a:lnTo>
                    <a:pt x="547" y="55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5" name="iṡḻîde">
              <a:extLst>
                <a:ext uri="{FF2B5EF4-FFF2-40B4-BE49-F238E27FC236}">
                  <a16:creationId xmlns:a16="http://schemas.microsoft.com/office/drawing/2014/main" xmlns="" id="{668C6154-CA8C-4AC1-8826-2483258280B1}"/>
                </a:ext>
              </a:extLst>
            </p:cNvPr>
            <p:cNvSpPr/>
            <p:nvPr/>
          </p:nvSpPr>
          <p:spPr bwMode="auto">
            <a:xfrm>
              <a:off x="2523502" y="2662292"/>
              <a:ext cx="3306802" cy="3372147"/>
            </a:xfrm>
            <a:custGeom>
              <a:avLst/>
              <a:gdLst>
                <a:gd name="T0" fmla="*/ 2428 w 2429"/>
                <a:gd name="T1" fmla="*/ 0 h 2477"/>
                <a:gd name="T2" fmla="*/ 2429 w 2429"/>
                <a:gd name="T3" fmla="*/ 218 h 2477"/>
                <a:gd name="T4" fmla="*/ 1834 w 2429"/>
                <a:gd name="T5" fmla="*/ 561 h 2477"/>
                <a:gd name="T6" fmla="*/ 1835 w 2429"/>
                <a:gd name="T7" fmla="*/ 788 h 2477"/>
                <a:gd name="T8" fmla="*/ 1241 w 2429"/>
                <a:gd name="T9" fmla="*/ 1130 h 2477"/>
                <a:gd name="T10" fmla="*/ 1242 w 2429"/>
                <a:gd name="T11" fmla="*/ 1358 h 2477"/>
                <a:gd name="T12" fmla="*/ 648 w 2429"/>
                <a:gd name="T13" fmla="*/ 1701 h 2477"/>
                <a:gd name="T14" fmla="*/ 648 w 2429"/>
                <a:gd name="T15" fmla="*/ 1928 h 2477"/>
                <a:gd name="T16" fmla="*/ 55 w 2429"/>
                <a:gd name="T17" fmla="*/ 2271 h 2477"/>
                <a:gd name="T18" fmla="*/ 55 w 2429"/>
                <a:gd name="T19" fmla="*/ 2445 h 2477"/>
                <a:gd name="T20" fmla="*/ 0 w 2429"/>
                <a:gd name="T21" fmla="*/ 2477 h 2477"/>
                <a:gd name="T22" fmla="*/ 0 w 2429"/>
                <a:gd name="T23" fmla="*/ 2240 h 2477"/>
                <a:gd name="T24" fmla="*/ 593 w 2429"/>
                <a:gd name="T25" fmla="*/ 1897 h 2477"/>
                <a:gd name="T26" fmla="*/ 592 w 2429"/>
                <a:gd name="T27" fmla="*/ 1670 h 2477"/>
                <a:gd name="T28" fmla="*/ 1187 w 2429"/>
                <a:gd name="T29" fmla="*/ 1327 h 2477"/>
                <a:gd name="T30" fmla="*/ 1186 w 2429"/>
                <a:gd name="T31" fmla="*/ 1100 h 2477"/>
                <a:gd name="T32" fmla="*/ 1780 w 2429"/>
                <a:gd name="T33" fmla="*/ 757 h 2477"/>
                <a:gd name="T34" fmla="*/ 1779 w 2429"/>
                <a:gd name="T35" fmla="*/ 529 h 2477"/>
                <a:gd name="T36" fmla="*/ 2373 w 2429"/>
                <a:gd name="T37" fmla="*/ 186 h 2477"/>
                <a:gd name="T38" fmla="*/ 2373 w 2429"/>
                <a:gd name="T39" fmla="*/ 31 h 2477"/>
                <a:gd name="T40" fmla="*/ 2428 w 2429"/>
                <a:gd name="T41" fmla="*/ 0 h 2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29" h="2477">
                  <a:moveTo>
                    <a:pt x="2428" y="0"/>
                  </a:moveTo>
                  <a:lnTo>
                    <a:pt x="2429" y="218"/>
                  </a:lnTo>
                  <a:lnTo>
                    <a:pt x="1834" y="561"/>
                  </a:lnTo>
                  <a:lnTo>
                    <a:pt x="1835" y="788"/>
                  </a:lnTo>
                  <a:lnTo>
                    <a:pt x="1241" y="1130"/>
                  </a:lnTo>
                  <a:lnTo>
                    <a:pt x="1242" y="1358"/>
                  </a:lnTo>
                  <a:lnTo>
                    <a:pt x="648" y="1701"/>
                  </a:lnTo>
                  <a:lnTo>
                    <a:pt x="648" y="1928"/>
                  </a:lnTo>
                  <a:lnTo>
                    <a:pt x="55" y="2271"/>
                  </a:lnTo>
                  <a:lnTo>
                    <a:pt x="55" y="2445"/>
                  </a:lnTo>
                  <a:lnTo>
                    <a:pt x="0" y="2477"/>
                  </a:lnTo>
                  <a:lnTo>
                    <a:pt x="0" y="2240"/>
                  </a:lnTo>
                  <a:lnTo>
                    <a:pt x="593" y="1897"/>
                  </a:lnTo>
                  <a:lnTo>
                    <a:pt x="592" y="1670"/>
                  </a:lnTo>
                  <a:lnTo>
                    <a:pt x="1187" y="1327"/>
                  </a:lnTo>
                  <a:lnTo>
                    <a:pt x="1186" y="1100"/>
                  </a:lnTo>
                  <a:lnTo>
                    <a:pt x="1780" y="757"/>
                  </a:lnTo>
                  <a:lnTo>
                    <a:pt x="1779" y="529"/>
                  </a:lnTo>
                  <a:lnTo>
                    <a:pt x="2373" y="186"/>
                  </a:lnTo>
                  <a:lnTo>
                    <a:pt x="2373" y="31"/>
                  </a:lnTo>
                  <a:lnTo>
                    <a:pt x="242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6" name="iṣḻiďê">
              <a:extLst>
                <a:ext uri="{FF2B5EF4-FFF2-40B4-BE49-F238E27FC236}">
                  <a16:creationId xmlns:a16="http://schemas.microsoft.com/office/drawing/2014/main" xmlns="" id="{A0BBC52A-0F33-4722-9B40-A81D568E2C99}"/>
                </a:ext>
              </a:extLst>
            </p:cNvPr>
            <p:cNvSpPr/>
            <p:nvPr/>
          </p:nvSpPr>
          <p:spPr bwMode="auto">
            <a:xfrm>
              <a:off x="1778825" y="4811917"/>
              <a:ext cx="1551978" cy="899875"/>
            </a:xfrm>
            <a:custGeom>
              <a:avLst/>
              <a:gdLst>
                <a:gd name="T0" fmla="*/ 547 w 1140"/>
                <a:gd name="T1" fmla="*/ 661 h 661"/>
                <a:gd name="T2" fmla="*/ 0 w 1140"/>
                <a:gd name="T3" fmla="*/ 343 h 661"/>
                <a:gd name="T4" fmla="*/ 594 w 1140"/>
                <a:gd name="T5" fmla="*/ 0 h 661"/>
                <a:gd name="T6" fmla="*/ 1140 w 1140"/>
                <a:gd name="T7" fmla="*/ 318 h 661"/>
                <a:gd name="T8" fmla="*/ 547 w 1140"/>
                <a:gd name="T9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661">
                  <a:moveTo>
                    <a:pt x="547" y="661"/>
                  </a:moveTo>
                  <a:lnTo>
                    <a:pt x="0" y="343"/>
                  </a:lnTo>
                  <a:lnTo>
                    <a:pt x="594" y="0"/>
                  </a:lnTo>
                  <a:lnTo>
                    <a:pt x="1140" y="318"/>
                  </a:lnTo>
                  <a:lnTo>
                    <a:pt x="547" y="6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7" name="ï$lide">
              <a:extLst>
                <a:ext uri="{FF2B5EF4-FFF2-40B4-BE49-F238E27FC236}">
                  <a16:creationId xmlns:a16="http://schemas.microsoft.com/office/drawing/2014/main" xmlns="" id="{884AE5AC-8224-466B-9F5E-820C8ADC9943}"/>
                </a:ext>
              </a:extLst>
            </p:cNvPr>
            <p:cNvSpPr/>
            <p:nvPr/>
          </p:nvSpPr>
          <p:spPr bwMode="auto">
            <a:xfrm>
              <a:off x="5384450" y="1759695"/>
              <a:ext cx="679331" cy="1097275"/>
            </a:xfrm>
            <a:custGeom>
              <a:avLst/>
              <a:gdLst>
                <a:gd name="T0" fmla="*/ 50 w 499"/>
                <a:gd name="T1" fmla="*/ 0 h 806"/>
                <a:gd name="T2" fmla="*/ 0 w 499"/>
                <a:gd name="T3" fmla="*/ 30 h 806"/>
                <a:gd name="T4" fmla="*/ 448 w 499"/>
                <a:gd name="T5" fmla="*/ 806 h 806"/>
                <a:gd name="T6" fmla="*/ 499 w 499"/>
                <a:gd name="T7" fmla="*/ 777 h 806"/>
                <a:gd name="T8" fmla="*/ 50 w 499"/>
                <a:gd name="T9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9" h="806">
                  <a:moveTo>
                    <a:pt x="50" y="0"/>
                  </a:moveTo>
                  <a:lnTo>
                    <a:pt x="0" y="30"/>
                  </a:lnTo>
                  <a:lnTo>
                    <a:pt x="448" y="806"/>
                  </a:lnTo>
                  <a:lnTo>
                    <a:pt x="499" y="777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8" name="ïšḻîḍê">
              <a:extLst>
                <a:ext uri="{FF2B5EF4-FFF2-40B4-BE49-F238E27FC236}">
                  <a16:creationId xmlns:a16="http://schemas.microsoft.com/office/drawing/2014/main" xmlns="" id="{1779E6E9-8979-4C9A-B3BF-ED022A4F66CD}"/>
                </a:ext>
              </a:extLst>
            </p:cNvPr>
            <p:cNvSpPr/>
            <p:nvPr/>
          </p:nvSpPr>
          <p:spPr bwMode="auto">
            <a:xfrm>
              <a:off x="4769105" y="1800537"/>
              <a:ext cx="1225245" cy="1123142"/>
            </a:xfrm>
            <a:custGeom>
              <a:avLst/>
              <a:gdLst>
                <a:gd name="T0" fmla="*/ 900 w 900"/>
                <a:gd name="T1" fmla="*/ 776 h 825"/>
                <a:gd name="T2" fmla="*/ 452 w 900"/>
                <a:gd name="T3" fmla="*/ 0 h 825"/>
                <a:gd name="T4" fmla="*/ 0 w 900"/>
                <a:gd name="T5" fmla="*/ 257 h 825"/>
                <a:gd name="T6" fmla="*/ 175 w 900"/>
                <a:gd name="T7" fmla="*/ 358 h 825"/>
                <a:gd name="T8" fmla="*/ 176 w 900"/>
                <a:gd name="T9" fmla="*/ 508 h 825"/>
                <a:gd name="T10" fmla="*/ 722 w 900"/>
                <a:gd name="T11" fmla="*/ 825 h 825"/>
                <a:gd name="T12" fmla="*/ 722 w 900"/>
                <a:gd name="T13" fmla="*/ 673 h 825"/>
                <a:gd name="T14" fmla="*/ 900 w 900"/>
                <a:gd name="T15" fmla="*/ 776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0" h="825">
                  <a:moveTo>
                    <a:pt x="900" y="776"/>
                  </a:moveTo>
                  <a:lnTo>
                    <a:pt x="452" y="0"/>
                  </a:lnTo>
                  <a:lnTo>
                    <a:pt x="0" y="257"/>
                  </a:lnTo>
                  <a:lnTo>
                    <a:pt x="175" y="358"/>
                  </a:lnTo>
                  <a:lnTo>
                    <a:pt x="176" y="508"/>
                  </a:lnTo>
                  <a:lnTo>
                    <a:pt x="722" y="825"/>
                  </a:lnTo>
                  <a:lnTo>
                    <a:pt x="722" y="673"/>
                  </a:lnTo>
                  <a:lnTo>
                    <a:pt x="900" y="77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9" name="îṣḻiďê">
              <a:extLst>
                <a:ext uri="{FF2B5EF4-FFF2-40B4-BE49-F238E27FC236}">
                  <a16:creationId xmlns:a16="http://schemas.microsoft.com/office/drawing/2014/main" xmlns="" id="{A840E14B-F8FE-44A7-8A33-2077DEA2D9E9}"/>
                </a:ext>
              </a:extLst>
            </p:cNvPr>
            <p:cNvSpPr/>
            <p:nvPr/>
          </p:nvSpPr>
          <p:spPr bwMode="auto">
            <a:xfrm>
              <a:off x="4818171" y="2704122"/>
              <a:ext cx="354830" cy="326032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08909" h="559493">
                  <a:moveTo>
                    <a:pt x="470180" y="272856"/>
                  </a:moveTo>
                  <a:lnTo>
                    <a:pt x="476019" y="272856"/>
                  </a:lnTo>
                  <a:lnTo>
                    <a:pt x="481953" y="272856"/>
                  </a:lnTo>
                  <a:cubicBezTo>
                    <a:pt x="509171" y="272856"/>
                    <a:pt x="531210" y="294963"/>
                    <a:pt x="531210" y="322056"/>
                  </a:cubicBezTo>
                  <a:lnTo>
                    <a:pt x="531210" y="376617"/>
                  </a:lnTo>
                  <a:cubicBezTo>
                    <a:pt x="531210" y="385084"/>
                    <a:pt x="526783" y="392609"/>
                    <a:pt x="520096" y="397031"/>
                  </a:cubicBezTo>
                  <a:lnTo>
                    <a:pt x="520096" y="449711"/>
                  </a:lnTo>
                  <a:cubicBezTo>
                    <a:pt x="520096" y="450558"/>
                    <a:pt x="520661" y="451498"/>
                    <a:pt x="521509" y="451875"/>
                  </a:cubicBezTo>
                  <a:cubicBezTo>
                    <a:pt x="528949" y="455450"/>
                    <a:pt x="565492" y="473888"/>
                    <a:pt x="599209" y="501639"/>
                  </a:cubicBezTo>
                  <a:cubicBezTo>
                    <a:pt x="605425" y="506625"/>
                    <a:pt x="608909" y="514150"/>
                    <a:pt x="608909" y="522052"/>
                  </a:cubicBezTo>
                  <a:lnTo>
                    <a:pt x="608909" y="559493"/>
                  </a:lnTo>
                  <a:lnTo>
                    <a:pt x="483083" y="559493"/>
                  </a:lnTo>
                  <a:lnTo>
                    <a:pt x="483083" y="515561"/>
                  </a:lnTo>
                  <a:cubicBezTo>
                    <a:pt x="483083" y="499475"/>
                    <a:pt x="476019" y="484424"/>
                    <a:pt x="463587" y="474264"/>
                  </a:cubicBezTo>
                  <a:cubicBezTo>
                    <a:pt x="453039" y="465609"/>
                    <a:pt x="442302" y="457707"/>
                    <a:pt x="431848" y="450558"/>
                  </a:cubicBezTo>
                  <a:cubicBezTo>
                    <a:pt x="431848" y="450370"/>
                    <a:pt x="431942" y="450087"/>
                    <a:pt x="431942" y="449711"/>
                  </a:cubicBezTo>
                  <a:lnTo>
                    <a:pt x="431942" y="397031"/>
                  </a:lnTo>
                  <a:cubicBezTo>
                    <a:pt x="425350" y="392609"/>
                    <a:pt x="420923" y="385084"/>
                    <a:pt x="420923" y="376617"/>
                  </a:cubicBezTo>
                  <a:lnTo>
                    <a:pt x="420923" y="322056"/>
                  </a:lnTo>
                  <a:cubicBezTo>
                    <a:pt x="420923" y="294775"/>
                    <a:pt x="443056" y="272856"/>
                    <a:pt x="470180" y="272856"/>
                  </a:cubicBezTo>
                  <a:close/>
                  <a:moveTo>
                    <a:pt x="127004" y="272856"/>
                  </a:moveTo>
                  <a:lnTo>
                    <a:pt x="132940" y="272856"/>
                  </a:lnTo>
                  <a:lnTo>
                    <a:pt x="138781" y="272856"/>
                  </a:lnTo>
                  <a:cubicBezTo>
                    <a:pt x="166104" y="272856"/>
                    <a:pt x="188057" y="294963"/>
                    <a:pt x="188057" y="322056"/>
                  </a:cubicBezTo>
                  <a:lnTo>
                    <a:pt x="188057" y="376617"/>
                  </a:lnTo>
                  <a:cubicBezTo>
                    <a:pt x="188057" y="385084"/>
                    <a:pt x="183629" y="392609"/>
                    <a:pt x="177033" y="397031"/>
                  </a:cubicBezTo>
                  <a:lnTo>
                    <a:pt x="177033" y="449711"/>
                  </a:lnTo>
                  <a:cubicBezTo>
                    <a:pt x="177033" y="449993"/>
                    <a:pt x="177128" y="450370"/>
                    <a:pt x="177128" y="450558"/>
                  </a:cubicBezTo>
                  <a:cubicBezTo>
                    <a:pt x="166670" y="457613"/>
                    <a:pt x="155929" y="465609"/>
                    <a:pt x="145376" y="474264"/>
                  </a:cubicBezTo>
                  <a:cubicBezTo>
                    <a:pt x="133034" y="484424"/>
                    <a:pt x="125874" y="499475"/>
                    <a:pt x="125874" y="515561"/>
                  </a:cubicBezTo>
                  <a:lnTo>
                    <a:pt x="125874" y="559493"/>
                  </a:lnTo>
                  <a:lnTo>
                    <a:pt x="0" y="559493"/>
                  </a:lnTo>
                  <a:lnTo>
                    <a:pt x="0" y="522052"/>
                  </a:lnTo>
                  <a:cubicBezTo>
                    <a:pt x="0" y="514150"/>
                    <a:pt x="3486" y="506625"/>
                    <a:pt x="9704" y="501639"/>
                  </a:cubicBezTo>
                  <a:cubicBezTo>
                    <a:pt x="43434" y="473888"/>
                    <a:pt x="79990" y="455450"/>
                    <a:pt x="87433" y="451875"/>
                  </a:cubicBezTo>
                  <a:cubicBezTo>
                    <a:pt x="88281" y="451498"/>
                    <a:pt x="88846" y="450558"/>
                    <a:pt x="88846" y="449711"/>
                  </a:cubicBezTo>
                  <a:lnTo>
                    <a:pt x="88846" y="397031"/>
                  </a:lnTo>
                  <a:cubicBezTo>
                    <a:pt x="82157" y="392609"/>
                    <a:pt x="77729" y="385084"/>
                    <a:pt x="77729" y="376617"/>
                  </a:cubicBezTo>
                  <a:lnTo>
                    <a:pt x="77729" y="322056"/>
                  </a:lnTo>
                  <a:cubicBezTo>
                    <a:pt x="77729" y="294775"/>
                    <a:pt x="99870" y="272856"/>
                    <a:pt x="127004" y="272856"/>
                  </a:cubicBezTo>
                  <a:close/>
                  <a:moveTo>
                    <a:pt x="297600" y="222543"/>
                  </a:moveTo>
                  <a:lnTo>
                    <a:pt x="304477" y="222543"/>
                  </a:lnTo>
                  <a:lnTo>
                    <a:pt x="311260" y="222543"/>
                  </a:lnTo>
                  <a:cubicBezTo>
                    <a:pt x="343291" y="222543"/>
                    <a:pt x="369198" y="248506"/>
                    <a:pt x="369198" y="280395"/>
                  </a:cubicBezTo>
                  <a:lnTo>
                    <a:pt x="369198" y="344455"/>
                  </a:lnTo>
                  <a:cubicBezTo>
                    <a:pt x="369198" y="354520"/>
                    <a:pt x="364017" y="363456"/>
                    <a:pt x="356198" y="368536"/>
                  </a:cubicBezTo>
                  <a:lnTo>
                    <a:pt x="356198" y="430432"/>
                  </a:lnTo>
                  <a:cubicBezTo>
                    <a:pt x="356198" y="431561"/>
                    <a:pt x="356857" y="432502"/>
                    <a:pt x="357893" y="433066"/>
                  </a:cubicBezTo>
                  <a:cubicBezTo>
                    <a:pt x="366655" y="437299"/>
                    <a:pt x="409520" y="459029"/>
                    <a:pt x="449275" y="491576"/>
                  </a:cubicBezTo>
                  <a:cubicBezTo>
                    <a:pt x="456435" y="497502"/>
                    <a:pt x="460580" y="506251"/>
                    <a:pt x="460580" y="515563"/>
                  </a:cubicBezTo>
                  <a:lnTo>
                    <a:pt x="460580" y="559493"/>
                  </a:lnTo>
                  <a:lnTo>
                    <a:pt x="304477" y="559493"/>
                  </a:lnTo>
                  <a:lnTo>
                    <a:pt x="148187" y="559493"/>
                  </a:lnTo>
                  <a:lnTo>
                    <a:pt x="148187" y="515563"/>
                  </a:lnTo>
                  <a:cubicBezTo>
                    <a:pt x="148187" y="506251"/>
                    <a:pt x="152332" y="497502"/>
                    <a:pt x="159492" y="491576"/>
                  </a:cubicBezTo>
                  <a:cubicBezTo>
                    <a:pt x="199342" y="459029"/>
                    <a:pt x="242206" y="437299"/>
                    <a:pt x="250967" y="433066"/>
                  </a:cubicBezTo>
                  <a:cubicBezTo>
                    <a:pt x="252004" y="432502"/>
                    <a:pt x="252569" y="431561"/>
                    <a:pt x="252569" y="430432"/>
                  </a:cubicBezTo>
                  <a:lnTo>
                    <a:pt x="252569" y="368536"/>
                  </a:lnTo>
                  <a:cubicBezTo>
                    <a:pt x="244844" y="363456"/>
                    <a:pt x="239663" y="354520"/>
                    <a:pt x="239663" y="344455"/>
                  </a:cubicBezTo>
                  <a:lnTo>
                    <a:pt x="239663" y="280395"/>
                  </a:lnTo>
                  <a:cubicBezTo>
                    <a:pt x="239663" y="248412"/>
                    <a:pt x="265664" y="222543"/>
                    <a:pt x="297600" y="222543"/>
                  </a:cubicBezTo>
                  <a:close/>
                  <a:moveTo>
                    <a:pt x="492495" y="40775"/>
                  </a:moveTo>
                  <a:cubicBezTo>
                    <a:pt x="488350" y="40775"/>
                    <a:pt x="487596" y="41528"/>
                    <a:pt x="487502" y="45854"/>
                  </a:cubicBezTo>
                  <a:lnTo>
                    <a:pt x="487502" y="51498"/>
                  </a:lnTo>
                  <a:cubicBezTo>
                    <a:pt x="487502" y="57142"/>
                    <a:pt x="487502" y="56953"/>
                    <a:pt x="482038" y="59023"/>
                  </a:cubicBezTo>
                  <a:cubicBezTo>
                    <a:pt x="469036" y="63726"/>
                    <a:pt x="460934" y="72661"/>
                    <a:pt x="460086" y="86864"/>
                  </a:cubicBezTo>
                  <a:cubicBezTo>
                    <a:pt x="459332" y="99374"/>
                    <a:pt x="465833" y="107934"/>
                    <a:pt x="476196" y="114048"/>
                  </a:cubicBezTo>
                  <a:cubicBezTo>
                    <a:pt x="482414" y="117810"/>
                    <a:pt x="489480" y="120068"/>
                    <a:pt x="496264" y="123078"/>
                  </a:cubicBezTo>
                  <a:cubicBezTo>
                    <a:pt x="498902" y="124206"/>
                    <a:pt x="501445" y="125617"/>
                    <a:pt x="503706" y="127310"/>
                  </a:cubicBezTo>
                  <a:cubicBezTo>
                    <a:pt x="510207" y="132578"/>
                    <a:pt x="508982" y="141513"/>
                    <a:pt x="501257" y="144900"/>
                  </a:cubicBezTo>
                  <a:cubicBezTo>
                    <a:pt x="497112" y="146781"/>
                    <a:pt x="492778" y="147157"/>
                    <a:pt x="488350" y="146687"/>
                  </a:cubicBezTo>
                  <a:cubicBezTo>
                    <a:pt x="481472" y="145746"/>
                    <a:pt x="474783" y="144053"/>
                    <a:pt x="468659" y="140761"/>
                  </a:cubicBezTo>
                  <a:cubicBezTo>
                    <a:pt x="464985" y="138880"/>
                    <a:pt x="463949" y="139350"/>
                    <a:pt x="462724" y="143301"/>
                  </a:cubicBezTo>
                  <a:cubicBezTo>
                    <a:pt x="461593" y="146687"/>
                    <a:pt x="460557" y="150167"/>
                    <a:pt x="459709" y="153553"/>
                  </a:cubicBezTo>
                  <a:cubicBezTo>
                    <a:pt x="458484" y="158162"/>
                    <a:pt x="458861" y="159291"/>
                    <a:pt x="463572" y="161548"/>
                  </a:cubicBezTo>
                  <a:cubicBezTo>
                    <a:pt x="469130" y="164370"/>
                    <a:pt x="475160" y="165687"/>
                    <a:pt x="481284" y="166722"/>
                  </a:cubicBezTo>
                  <a:cubicBezTo>
                    <a:pt x="486089" y="167474"/>
                    <a:pt x="486371" y="167568"/>
                    <a:pt x="486371" y="172647"/>
                  </a:cubicBezTo>
                  <a:lnTo>
                    <a:pt x="486371" y="179420"/>
                  </a:lnTo>
                  <a:cubicBezTo>
                    <a:pt x="486371" y="182147"/>
                    <a:pt x="487690" y="183934"/>
                    <a:pt x="490611" y="183934"/>
                  </a:cubicBezTo>
                  <a:cubicBezTo>
                    <a:pt x="493908" y="184029"/>
                    <a:pt x="497300" y="184029"/>
                    <a:pt x="500503" y="183934"/>
                  </a:cubicBezTo>
                  <a:cubicBezTo>
                    <a:pt x="503330" y="183934"/>
                    <a:pt x="504649" y="182430"/>
                    <a:pt x="504649" y="179608"/>
                  </a:cubicBezTo>
                  <a:cubicBezTo>
                    <a:pt x="504649" y="176504"/>
                    <a:pt x="504837" y="173494"/>
                    <a:pt x="504649" y="170390"/>
                  </a:cubicBezTo>
                  <a:cubicBezTo>
                    <a:pt x="504554" y="167192"/>
                    <a:pt x="505968" y="165687"/>
                    <a:pt x="508982" y="164840"/>
                  </a:cubicBezTo>
                  <a:cubicBezTo>
                    <a:pt x="515860" y="162959"/>
                    <a:pt x="521889" y="159197"/>
                    <a:pt x="526412" y="153647"/>
                  </a:cubicBezTo>
                  <a:cubicBezTo>
                    <a:pt x="538942" y="138221"/>
                    <a:pt x="534231" y="115835"/>
                    <a:pt x="516237" y="105865"/>
                  </a:cubicBezTo>
                  <a:cubicBezTo>
                    <a:pt x="510584" y="102761"/>
                    <a:pt x="504554" y="100503"/>
                    <a:pt x="498619" y="97964"/>
                  </a:cubicBezTo>
                  <a:cubicBezTo>
                    <a:pt x="495227" y="96647"/>
                    <a:pt x="492024" y="94860"/>
                    <a:pt x="489104" y="92602"/>
                  </a:cubicBezTo>
                  <a:cubicBezTo>
                    <a:pt x="483451" y="88087"/>
                    <a:pt x="484581" y="80657"/>
                    <a:pt x="491270" y="77835"/>
                  </a:cubicBezTo>
                  <a:cubicBezTo>
                    <a:pt x="493155" y="76894"/>
                    <a:pt x="495133" y="76706"/>
                    <a:pt x="497112" y="76518"/>
                  </a:cubicBezTo>
                  <a:cubicBezTo>
                    <a:pt x="504931" y="76142"/>
                    <a:pt x="512186" y="77553"/>
                    <a:pt x="519252" y="80939"/>
                  </a:cubicBezTo>
                  <a:cubicBezTo>
                    <a:pt x="522643" y="82538"/>
                    <a:pt x="523868" y="82067"/>
                    <a:pt x="524998" y="78399"/>
                  </a:cubicBezTo>
                  <a:cubicBezTo>
                    <a:pt x="526317" y="74543"/>
                    <a:pt x="527260" y="70686"/>
                    <a:pt x="528390" y="66736"/>
                  </a:cubicBezTo>
                  <a:cubicBezTo>
                    <a:pt x="529144" y="64102"/>
                    <a:pt x="528296" y="62503"/>
                    <a:pt x="525752" y="61374"/>
                  </a:cubicBezTo>
                  <a:cubicBezTo>
                    <a:pt x="521230" y="59399"/>
                    <a:pt x="516708" y="57988"/>
                    <a:pt x="511809" y="57236"/>
                  </a:cubicBezTo>
                  <a:cubicBezTo>
                    <a:pt x="505402" y="56201"/>
                    <a:pt x="505402" y="56201"/>
                    <a:pt x="505402" y="49805"/>
                  </a:cubicBezTo>
                  <a:cubicBezTo>
                    <a:pt x="505402" y="40775"/>
                    <a:pt x="505402" y="40775"/>
                    <a:pt x="496358" y="40775"/>
                  </a:cubicBezTo>
                  <a:close/>
                  <a:moveTo>
                    <a:pt x="496111" y="0"/>
                  </a:moveTo>
                  <a:cubicBezTo>
                    <a:pt x="524951" y="0"/>
                    <a:pt x="553781" y="10958"/>
                    <a:pt x="575779" y="32874"/>
                  </a:cubicBezTo>
                  <a:cubicBezTo>
                    <a:pt x="619776" y="76894"/>
                    <a:pt x="619776" y="148192"/>
                    <a:pt x="575779" y="192024"/>
                  </a:cubicBezTo>
                  <a:cubicBezTo>
                    <a:pt x="538754" y="229083"/>
                    <a:pt x="482226" y="234821"/>
                    <a:pt x="438982" y="209519"/>
                  </a:cubicBezTo>
                  <a:lnTo>
                    <a:pt x="438700" y="209237"/>
                  </a:lnTo>
                  <a:cubicBezTo>
                    <a:pt x="421742" y="222029"/>
                    <a:pt x="403559" y="224286"/>
                    <a:pt x="390840" y="222311"/>
                  </a:cubicBezTo>
                  <a:cubicBezTo>
                    <a:pt x="386600" y="221653"/>
                    <a:pt x="385752" y="215915"/>
                    <a:pt x="389615" y="214034"/>
                  </a:cubicBezTo>
                  <a:cubicBezTo>
                    <a:pt x="401297" y="208202"/>
                    <a:pt x="408552" y="196915"/>
                    <a:pt x="412886" y="187791"/>
                  </a:cubicBezTo>
                  <a:lnTo>
                    <a:pt x="411567" y="187038"/>
                  </a:lnTo>
                  <a:cubicBezTo>
                    <a:pt x="372374" y="142736"/>
                    <a:pt x="374070" y="75201"/>
                    <a:pt x="416371" y="32874"/>
                  </a:cubicBezTo>
                  <a:cubicBezTo>
                    <a:pt x="438417" y="10958"/>
                    <a:pt x="467270" y="0"/>
                    <a:pt x="4961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10000"/>
            </a:bodyPr>
            <a:lstStyle/>
            <a:p>
              <a:endParaRPr lang="zh-CN" altLang="en-US"/>
            </a:p>
          </p:txBody>
        </p:sp>
        <p:sp>
          <p:nvSpPr>
            <p:cNvPr id="40" name="išḷiďê">
              <a:extLst>
                <a:ext uri="{FF2B5EF4-FFF2-40B4-BE49-F238E27FC236}">
                  <a16:creationId xmlns:a16="http://schemas.microsoft.com/office/drawing/2014/main" xmlns="" id="{FB739A44-AB52-4962-86C3-BB3F6E7E27E6}"/>
                </a:ext>
              </a:extLst>
            </p:cNvPr>
            <p:cNvSpPr/>
            <p:nvPr/>
          </p:nvSpPr>
          <p:spPr bwMode="auto">
            <a:xfrm>
              <a:off x="2375832" y="5057805"/>
              <a:ext cx="322453" cy="354830"/>
            </a:xfrm>
            <a:custGeom>
              <a:avLst/>
              <a:gdLst>
                <a:gd name="T0" fmla="*/ 462 w 473"/>
                <a:gd name="T1" fmla="*/ 99 h 521"/>
                <a:gd name="T2" fmla="*/ 442 w 473"/>
                <a:gd name="T3" fmla="*/ 82 h 521"/>
                <a:gd name="T4" fmla="*/ 345 w 473"/>
                <a:gd name="T5" fmla="*/ 130 h 521"/>
                <a:gd name="T6" fmla="*/ 379 w 473"/>
                <a:gd name="T7" fmla="*/ 27 h 521"/>
                <a:gd name="T8" fmla="*/ 359 w 473"/>
                <a:gd name="T9" fmla="*/ 10 h 521"/>
                <a:gd name="T10" fmla="*/ 290 w 473"/>
                <a:gd name="T11" fmla="*/ 49 h 521"/>
                <a:gd name="T12" fmla="*/ 242 w 473"/>
                <a:gd name="T13" fmla="*/ 105 h 521"/>
                <a:gd name="T14" fmla="*/ 249 w 473"/>
                <a:gd name="T15" fmla="*/ 209 h 521"/>
                <a:gd name="T16" fmla="*/ 234 w 473"/>
                <a:gd name="T17" fmla="*/ 225 h 521"/>
                <a:gd name="T18" fmla="*/ 132 w 473"/>
                <a:gd name="T19" fmla="*/ 91 h 521"/>
                <a:gd name="T20" fmla="*/ 138 w 473"/>
                <a:gd name="T21" fmla="*/ 58 h 521"/>
                <a:gd name="T22" fmla="*/ 73 w 473"/>
                <a:gd name="T23" fmla="*/ 31 h 521"/>
                <a:gd name="T24" fmla="*/ 50 w 473"/>
                <a:gd name="T25" fmla="*/ 51 h 521"/>
                <a:gd name="T26" fmla="*/ 57 w 473"/>
                <a:gd name="T27" fmla="*/ 115 h 521"/>
                <a:gd name="T28" fmla="*/ 96 w 473"/>
                <a:gd name="T29" fmla="*/ 120 h 521"/>
                <a:gd name="T30" fmla="*/ 194 w 473"/>
                <a:gd name="T31" fmla="*/ 249 h 521"/>
                <a:gd name="T32" fmla="*/ 153 w 473"/>
                <a:gd name="T33" fmla="*/ 262 h 521"/>
                <a:gd name="T34" fmla="*/ 0 w 473"/>
                <a:gd name="T35" fmla="*/ 440 h 521"/>
                <a:gd name="T36" fmla="*/ 58 w 473"/>
                <a:gd name="T37" fmla="*/ 490 h 521"/>
                <a:gd name="T38" fmla="*/ 117 w 473"/>
                <a:gd name="T39" fmla="*/ 486 h 521"/>
                <a:gd name="T40" fmla="*/ 253 w 473"/>
                <a:gd name="T41" fmla="*/ 327 h 521"/>
                <a:gd name="T42" fmla="*/ 287 w 473"/>
                <a:gd name="T43" fmla="*/ 372 h 521"/>
                <a:gd name="T44" fmla="*/ 288 w 473"/>
                <a:gd name="T45" fmla="*/ 423 h 521"/>
                <a:gd name="T46" fmla="*/ 362 w 473"/>
                <a:gd name="T47" fmla="*/ 521 h 521"/>
                <a:gd name="T48" fmla="*/ 417 w 473"/>
                <a:gd name="T49" fmla="*/ 480 h 521"/>
                <a:gd name="T50" fmla="*/ 416 w 473"/>
                <a:gd name="T51" fmla="*/ 429 h 521"/>
                <a:gd name="T52" fmla="*/ 342 w 473"/>
                <a:gd name="T53" fmla="*/ 330 h 521"/>
                <a:gd name="T54" fmla="*/ 324 w 473"/>
                <a:gd name="T55" fmla="*/ 343 h 521"/>
                <a:gd name="T56" fmla="*/ 261 w 473"/>
                <a:gd name="T57" fmla="*/ 261 h 521"/>
                <a:gd name="T58" fmla="*/ 281 w 473"/>
                <a:gd name="T59" fmla="*/ 237 h 521"/>
                <a:gd name="T60" fmla="*/ 385 w 473"/>
                <a:gd name="T61" fmla="*/ 229 h 521"/>
                <a:gd name="T62" fmla="*/ 434 w 473"/>
                <a:gd name="T63" fmla="*/ 172 h 521"/>
                <a:gd name="T64" fmla="*/ 462 w 473"/>
                <a:gd name="T65" fmla="*/ 99 h 521"/>
                <a:gd name="T66" fmla="*/ 109 w 473"/>
                <a:gd name="T67" fmla="*/ 443 h 521"/>
                <a:gd name="T68" fmla="*/ 73 w 473"/>
                <a:gd name="T69" fmla="*/ 446 h 521"/>
                <a:gd name="T70" fmla="*/ 70 w 473"/>
                <a:gd name="T71" fmla="*/ 410 h 521"/>
                <a:gd name="T72" fmla="*/ 106 w 473"/>
                <a:gd name="T73" fmla="*/ 407 h 521"/>
                <a:gd name="T74" fmla="*/ 109 w 473"/>
                <a:gd name="T75" fmla="*/ 443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3" h="521">
                  <a:moveTo>
                    <a:pt x="462" y="99"/>
                  </a:moveTo>
                  <a:lnTo>
                    <a:pt x="442" y="82"/>
                  </a:lnTo>
                  <a:cubicBezTo>
                    <a:pt x="400" y="121"/>
                    <a:pt x="382" y="162"/>
                    <a:pt x="345" y="130"/>
                  </a:cubicBezTo>
                  <a:cubicBezTo>
                    <a:pt x="308" y="98"/>
                    <a:pt x="346" y="75"/>
                    <a:pt x="379" y="27"/>
                  </a:cubicBezTo>
                  <a:cubicBezTo>
                    <a:pt x="379" y="27"/>
                    <a:pt x="370" y="19"/>
                    <a:pt x="359" y="10"/>
                  </a:cubicBezTo>
                  <a:cubicBezTo>
                    <a:pt x="348" y="0"/>
                    <a:pt x="317" y="18"/>
                    <a:pt x="290" y="49"/>
                  </a:cubicBezTo>
                  <a:lnTo>
                    <a:pt x="242" y="105"/>
                  </a:lnTo>
                  <a:cubicBezTo>
                    <a:pt x="215" y="136"/>
                    <a:pt x="218" y="182"/>
                    <a:pt x="249" y="209"/>
                  </a:cubicBezTo>
                  <a:lnTo>
                    <a:pt x="234" y="225"/>
                  </a:lnTo>
                  <a:lnTo>
                    <a:pt x="132" y="91"/>
                  </a:lnTo>
                  <a:cubicBezTo>
                    <a:pt x="137" y="79"/>
                    <a:pt x="150" y="67"/>
                    <a:pt x="138" y="58"/>
                  </a:cubicBezTo>
                  <a:lnTo>
                    <a:pt x="73" y="31"/>
                  </a:lnTo>
                  <a:lnTo>
                    <a:pt x="50" y="51"/>
                  </a:lnTo>
                  <a:cubicBezTo>
                    <a:pt x="50" y="51"/>
                    <a:pt x="57" y="115"/>
                    <a:pt x="57" y="115"/>
                  </a:cubicBezTo>
                  <a:cubicBezTo>
                    <a:pt x="63" y="131"/>
                    <a:pt x="82" y="125"/>
                    <a:pt x="96" y="120"/>
                  </a:cubicBezTo>
                  <a:lnTo>
                    <a:pt x="194" y="249"/>
                  </a:lnTo>
                  <a:cubicBezTo>
                    <a:pt x="179" y="246"/>
                    <a:pt x="164" y="250"/>
                    <a:pt x="153" y="262"/>
                  </a:cubicBezTo>
                  <a:lnTo>
                    <a:pt x="0" y="440"/>
                  </a:lnTo>
                  <a:lnTo>
                    <a:pt x="58" y="490"/>
                  </a:lnTo>
                  <a:cubicBezTo>
                    <a:pt x="75" y="505"/>
                    <a:pt x="102" y="503"/>
                    <a:pt x="117" y="486"/>
                  </a:cubicBezTo>
                  <a:lnTo>
                    <a:pt x="253" y="327"/>
                  </a:lnTo>
                  <a:lnTo>
                    <a:pt x="287" y="372"/>
                  </a:lnTo>
                  <a:cubicBezTo>
                    <a:pt x="271" y="386"/>
                    <a:pt x="274" y="405"/>
                    <a:pt x="288" y="423"/>
                  </a:cubicBezTo>
                  <a:lnTo>
                    <a:pt x="362" y="521"/>
                  </a:lnTo>
                  <a:lnTo>
                    <a:pt x="417" y="480"/>
                  </a:lnTo>
                  <a:cubicBezTo>
                    <a:pt x="435" y="466"/>
                    <a:pt x="430" y="447"/>
                    <a:pt x="416" y="429"/>
                  </a:cubicBezTo>
                  <a:lnTo>
                    <a:pt x="342" y="330"/>
                  </a:lnTo>
                  <a:lnTo>
                    <a:pt x="324" y="343"/>
                  </a:lnTo>
                  <a:lnTo>
                    <a:pt x="261" y="261"/>
                  </a:lnTo>
                  <a:lnTo>
                    <a:pt x="281" y="237"/>
                  </a:lnTo>
                  <a:cubicBezTo>
                    <a:pt x="313" y="263"/>
                    <a:pt x="359" y="259"/>
                    <a:pt x="385" y="229"/>
                  </a:cubicBezTo>
                  <a:lnTo>
                    <a:pt x="434" y="172"/>
                  </a:lnTo>
                  <a:cubicBezTo>
                    <a:pt x="461" y="141"/>
                    <a:pt x="473" y="108"/>
                    <a:pt x="462" y="99"/>
                  </a:cubicBezTo>
                  <a:close/>
                  <a:moveTo>
                    <a:pt x="109" y="443"/>
                  </a:moveTo>
                  <a:cubicBezTo>
                    <a:pt x="100" y="454"/>
                    <a:pt x="84" y="455"/>
                    <a:pt x="73" y="446"/>
                  </a:cubicBezTo>
                  <a:cubicBezTo>
                    <a:pt x="62" y="437"/>
                    <a:pt x="61" y="420"/>
                    <a:pt x="70" y="410"/>
                  </a:cubicBezTo>
                  <a:cubicBezTo>
                    <a:pt x="80" y="399"/>
                    <a:pt x="96" y="398"/>
                    <a:pt x="106" y="407"/>
                  </a:cubicBezTo>
                  <a:cubicBezTo>
                    <a:pt x="117" y="416"/>
                    <a:pt x="118" y="432"/>
                    <a:pt x="109" y="44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lnSpcReduction="10000"/>
            </a:bodyPr>
            <a:lstStyle/>
            <a:p>
              <a:endParaRPr lang="zh-CN" altLang="en-US"/>
            </a:p>
          </p:txBody>
        </p:sp>
        <p:sp>
          <p:nvSpPr>
            <p:cNvPr id="41" name="ïsľîḓe">
              <a:extLst>
                <a:ext uri="{FF2B5EF4-FFF2-40B4-BE49-F238E27FC236}">
                  <a16:creationId xmlns:a16="http://schemas.microsoft.com/office/drawing/2014/main" xmlns="" id="{06159CA0-FEF2-43F5-96E2-FEAC5959DCAB}"/>
                </a:ext>
              </a:extLst>
            </p:cNvPr>
            <p:cNvSpPr/>
            <p:nvPr/>
          </p:nvSpPr>
          <p:spPr bwMode="auto">
            <a:xfrm>
              <a:off x="3201675" y="4308450"/>
              <a:ext cx="323603" cy="354830"/>
            </a:xfrm>
            <a:custGeom>
              <a:avLst/>
              <a:gdLst>
                <a:gd name="connsiteX0" fmla="*/ 257952 w 552598"/>
                <a:gd name="connsiteY0" fmla="*/ 238897 h 605921"/>
                <a:gd name="connsiteX1" fmla="*/ 252845 w 552598"/>
                <a:gd name="connsiteY1" fmla="*/ 243996 h 605921"/>
                <a:gd name="connsiteX2" fmla="*/ 252845 w 552598"/>
                <a:gd name="connsiteY2" fmla="*/ 308986 h 605921"/>
                <a:gd name="connsiteX3" fmla="*/ 228056 w 552598"/>
                <a:gd name="connsiteY3" fmla="*/ 308986 h 605921"/>
                <a:gd name="connsiteX4" fmla="*/ 225642 w 552598"/>
                <a:gd name="connsiteY4" fmla="*/ 314085 h 605921"/>
                <a:gd name="connsiteX5" fmla="*/ 273271 w 552598"/>
                <a:gd name="connsiteY5" fmla="*/ 372123 h 605921"/>
                <a:gd name="connsiteX6" fmla="*/ 279306 w 552598"/>
                <a:gd name="connsiteY6" fmla="*/ 372123 h 605921"/>
                <a:gd name="connsiteX7" fmla="*/ 327027 w 552598"/>
                <a:gd name="connsiteY7" fmla="*/ 314085 h 605921"/>
                <a:gd name="connsiteX8" fmla="*/ 324520 w 552598"/>
                <a:gd name="connsiteY8" fmla="*/ 308986 h 605921"/>
                <a:gd name="connsiteX9" fmla="*/ 299731 w 552598"/>
                <a:gd name="connsiteY9" fmla="*/ 308986 h 605921"/>
                <a:gd name="connsiteX10" fmla="*/ 299731 w 552598"/>
                <a:gd name="connsiteY10" fmla="*/ 243996 h 605921"/>
                <a:gd name="connsiteX11" fmla="*/ 294718 w 552598"/>
                <a:gd name="connsiteY11" fmla="*/ 238897 h 605921"/>
                <a:gd name="connsiteX12" fmla="*/ 260737 w 552598"/>
                <a:gd name="connsiteY12" fmla="*/ 130146 h 605921"/>
                <a:gd name="connsiteX13" fmla="*/ 291932 w 552598"/>
                <a:gd name="connsiteY13" fmla="*/ 130146 h 605921"/>
                <a:gd name="connsiteX14" fmla="*/ 303445 w 552598"/>
                <a:gd name="connsiteY14" fmla="*/ 141642 h 605921"/>
                <a:gd name="connsiteX15" fmla="*/ 303445 w 552598"/>
                <a:gd name="connsiteY15" fmla="*/ 167602 h 605921"/>
                <a:gd name="connsiteX16" fmla="*/ 353580 w 552598"/>
                <a:gd name="connsiteY16" fmla="*/ 188369 h 605921"/>
                <a:gd name="connsiteX17" fmla="*/ 371963 w 552598"/>
                <a:gd name="connsiteY17" fmla="*/ 170012 h 605921"/>
                <a:gd name="connsiteX18" fmla="*/ 388118 w 552598"/>
                <a:gd name="connsiteY18" fmla="*/ 170012 h 605921"/>
                <a:gd name="connsiteX19" fmla="*/ 410215 w 552598"/>
                <a:gd name="connsiteY19" fmla="*/ 192077 h 605921"/>
                <a:gd name="connsiteX20" fmla="*/ 410215 w 552598"/>
                <a:gd name="connsiteY20" fmla="*/ 208209 h 605921"/>
                <a:gd name="connsiteX21" fmla="*/ 391832 w 552598"/>
                <a:gd name="connsiteY21" fmla="*/ 226566 h 605921"/>
                <a:gd name="connsiteX22" fmla="*/ 412628 w 552598"/>
                <a:gd name="connsiteY22" fmla="*/ 276630 h 605921"/>
                <a:gd name="connsiteX23" fmla="*/ 438625 w 552598"/>
                <a:gd name="connsiteY23" fmla="*/ 276630 h 605921"/>
                <a:gd name="connsiteX24" fmla="*/ 450137 w 552598"/>
                <a:gd name="connsiteY24" fmla="*/ 288126 h 605921"/>
                <a:gd name="connsiteX25" fmla="*/ 450137 w 552598"/>
                <a:gd name="connsiteY25" fmla="*/ 319277 h 605921"/>
                <a:gd name="connsiteX26" fmla="*/ 438625 w 552598"/>
                <a:gd name="connsiteY26" fmla="*/ 330773 h 605921"/>
                <a:gd name="connsiteX27" fmla="*/ 412628 w 552598"/>
                <a:gd name="connsiteY27" fmla="*/ 330773 h 605921"/>
                <a:gd name="connsiteX28" fmla="*/ 391832 w 552598"/>
                <a:gd name="connsiteY28" fmla="*/ 380838 h 605921"/>
                <a:gd name="connsiteX29" fmla="*/ 410215 w 552598"/>
                <a:gd name="connsiteY29" fmla="*/ 399102 h 605921"/>
                <a:gd name="connsiteX30" fmla="*/ 410215 w 552598"/>
                <a:gd name="connsiteY30" fmla="*/ 415326 h 605921"/>
                <a:gd name="connsiteX31" fmla="*/ 388118 w 552598"/>
                <a:gd name="connsiteY31" fmla="*/ 437299 h 605921"/>
                <a:gd name="connsiteX32" fmla="*/ 371963 w 552598"/>
                <a:gd name="connsiteY32" fmla="*/ 437299 h 605921"/>
                <a:gd name="connsiteX33" fmla="*/ 353580 w 552598"/>
                <a:gd name="connsiteY33" fmla="*/ 419035 h 605921"/>
                <a:gd name="connsiteX34" fmla="*/ 303445 w 552598"/>
                <a:gd name="connsiteY34" fmla="*/ 439802 h 605921"/>
                <a:gd name="connsiteX35" fmla="*/ 303445 w 552598"/>
                <a:gd name="connsiteY35" fmla="*/ 465761 h 605921"/>
                <a:gd name="connsiteX36" fmla="*/ 291932 w 552598"/>
                <a:gd name="connsiteY36" fmla="*/ 477257 h 605921"/>
                <a:gd name="connsiteX37" fmla="*/ 260737 w 552598"/>
                <a:gd name="connsiteY37" fmla="*/ 477257 h 605921"/>
                <a:gd name="connsiteX38" fmla="*/ 249224 w 552598"/>
                <a:gd name="connsiteY38" fmla="*/ 465761 h 605921"/>
                <a:gd name="connsiteX39" fmla="*/ 249224 w 552598"/>
                <a:gd name="connsiteY39" fmla="*/ 439802 h 605921"/>
                <a:gd name="connsiteX40" fmla="*/ 199089 w 552598"/>
                <a:gd name="connsiteY40" fmla="*/ 419035 h 605921"/>
                <a:gd name="connsiteX41" fmla="*/ 180799 w 552598"/>
                <a:gd name="connsiteY41" fmla="*/ 437299 h 605921"/>
                <a:gd name="connsiteX42" fmla="*/ 164551 w 552598"/>
                <a:gd name="connsiteY42" fmla="*/ 437299 h 605921"/>
                <a:gd name="connsiteX43" fmla="*/ 142547 w 552598"/>
                <a:gd name="connsiteY43" fmla="*/ 415326 h 605921"/>
                <a:gd name="connsiteX44" fmla="*/ 142547 w 552598"/>
                <a:gd name="connsiteY44" fmla="*/ 399102 h 605921"/>
                <a:gd name="connsiteX45" fmla="*/ 160837 w 552598"/>
                <a:gd name="connsiteY45" fmla="*/ 380838 h 605921"/>
                <a:gd name="connsiteX46" fmla="*/ 140041 w 552598"/>
                <a:gd name="connsiteY46" fmla="*/ 330773 h 605921"/>
                <a:gd name="connsiteX47" fmla="*/ 114044 w 552598"/>
                <a:gd name="connsiteY47" fmla="*/ 330773 h 605921"/>
                <a:gd name="connsiteX48" fmla="*/ 102532 w 552598"/>
                <a:gd name="connsiteY48" fmla="*/ 319277 h 605921"/>
                <a:gd name="connsiteX49" fmla="*/ 102532 w 552598"/>
                <a:gd name="connsiteY49" fmla="*/ 288126 h 605921"/>
                <a:gd name="connsiteX50" fmla="*/ 114044 w 552598"/>
                <a:gd name="connsiteY50" fmla="*/ 276630 h 605921"/>
                <a:gd name="connsiteX51" fmla="*/ 140041 w 552598"/>
                <a:gd name="connsiteY51" fmla="*/ 276630 h 605921"/>
                <a:gd name="connsiteX52" fmla="*/ 160837 w 552598"/>
                <a:gd name="connsiteY52" fmla="*/ 226566 h 605921"/>
                <a:gd name="connsiteX53" fmla="*/ 142547 w 552598"/>
                <a:gd name="connsiteY53" fmla="*/ 208209 h 605921"/>
                <a:gd name="connsiteX54" fmla="*/ 142547 w 552598"/>
                <a:gd name="connsiteY54" fmla="*/ 192077 h 605921"/>
                <a:gd name="connsiteX55" fmla="*/ 164551 w 552598"/>
                <a:gd name="connsiteY55" fmla="*/ 170012 h 605921"/>
                <a:gd name="connsiteX56" fmla="*/ 180799 w 552598"/>
                <a:gd name="connsiteY56" fmla="*/ 170012 h 605921"/>
                <a:gd name="connsiteX57" fmla="*/ 199089 w 552598"/>
                <a:gd name="connsiteY57" fmla="*/ 188369 h 605921"/>
                <a:gd name="connsiteX58" fmla="*/ 249224 w 552598"/>
                <a:gd name="connsiteY58" fmla="*/ 167602 h 605921"/>
                <a:gd name="connsiteX59" fmla="*/ 249224 w 552598"/>
                <a:gd name="connsiteY59" fmla="*/ 141642 h 605921"/>
                <a:gd name="connsiteX60" fmla="*/ 260737 w 552598"/>
                <a:gd name="connsiteY60" fmla="*/ 130146 h 605921"/>
                <a:gd name="connsiteX61" fmla="*/ 438507 w 552598"/>
                <a:gd name="connsiteY61" fmla="*/ 79551 h 605921"/>
                <a:gd name="connsiteX62" fmla="*/ 552598 w 552598"/>
                <a:gd name="connsiteY62" fmla="*/ 302952 h 605921"/>
                <a:gd name="connsiteX63" fmla="*/ 276329 w 552598"/>
                <a:gd name="connsiteY63" fmla="*/ 578821 h 605921"/>
                <a:gd name="connsiteX64" fmla="*/ 276329 w 552598"/>
                <a:gd name="connsiteY64" fmla="*/ 602737 h 605921"/>
                <a:gd name="connsiteX65" fmla="*/ 271316 w 552598"/>
                <a:gd name="connsiteY65" fmla="*/ 605332 h 605921"/>
                <a:gd name="connsiteX66" fmla="*/ 206426 w 552598"/>
                <a:gd name="connsiteY66" fmla="*/ 560837 h 605921"/>
                <a:gd name="connsiteX67" fmla="*/ 206426 w 552598"/>
                <a:gd name="connsiteY67" fmla="*/ 555553 h 605921"/>
                <a:gd name="connsiteX68" fmla="*/ 271316 w 552598"/>
                <a:gd name="connsiteY68" fmla="*/ 511059 h 605921"/>
                <a:gd name="connsiteX69" fmla="*/ 276329 w 552598"/>
                <a:gd name="connsiteY69" fmla="*/ 513654 h 605921"/>
                <a:gd name="connsiteX70" fmla="*/ 276329 w 552598"/>
                <a:gd name="connsiteY70" fmla="*/ 537663 h 605921"/>
                <a:gd name="connsiteX71" fmla="*/ 511381 w 552598"/>
                <a:gd name="connsiteY71" fmla="*/ 302952 h 605921"/>
                <a:gd name="connsiteX72" fmla="*/ 414278 w 552598"/>
                <a:gd name="connsiteY72" fmla="*/ 112830 h 605921"/>
                <a:gd name="connsiteX73" fmla="*/ 281414 w 552598"/>
                <a:gd name="connsiteY73" fmla="*/ 589 h 605921"/>
                <a:gd name="connsiteX74" fmla="*/ 346313 w 552598"/>
                <a:gd name="connsiteY74" fmla="*/ 45086 h 605921"/>
                <a:gd name="connsiteX75" fmla="*/ 346313 w 552598"/>
                <a:gd name="connsiteY75" fmla="*/ 50277 h 605921"/>
                <a:gd name="connsiteX76" fmla="*/ 281414 w 552598"/>
                <a:gd name="connsiteY76" fmla="*/ 94775 h 605921"/>
                <a:gd name="connsiteX77" fmla="*/ 276308 w 552598"/>
                <a:gd name="connsiteY77" fmla="*/ 92179 h 605921"/>
                <a:gd name="connsiteX78" fmla="*/ 276308 w 552598"/>
                <a:gd name="connsiteY78" fmla="*/ 68262 h 605921"/>
                <a:gd name="connsiteX79" fmla="*/ 41223 w 552598"/>
                <a:gd name="connsiteY79" fmla="*/ 303077 h 605921"/>
                <a:gd name="connsiteX80" fmla="*/ 138432 w 552598"/>
                <a:gd name="connsiteY80" fmla="*/ 493302 h 605921"/>
                <a:gd name="connsiteX81" fmla="*/ 114200 w 552598"/>
                <a:gd name="connsiteY81" fmla="*/ 526582 h 605921"/>
                <a:gd name="connsiteX82" fmla="*/ 0 w 552598"/>
                <a:gd name="connsiteY82" fmla="*/ 303077 h 605921"/>
                <a:gd name="connsiteX83" fmla="*/ 276308 w 552598"/>
                <a:gd name="connsiteY83" fmla="*/ 27195 h 605921"/>
                <a:gd name="connsiteX84" fmla="*/ 276308 w 552598"/>
                <a:gd name="connsiteY84" fmla="*/ 3185 h 605921"/>
                <a:gd name="connsiteX85" fmla="*/ 281414 w 552598"/>
                <a:gd name="connsiteY85" fmla="*/ 589 h 60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îṣlídè">
              <a:extLst>
                <a:ext uri="{FF2B5EF4-FFF2-40B4-BE49-F238E27FC236}">
                  <a16:creationId xmlns:a16="http://schemas.microsoft.com/office/drawing/2014/main" xmlns="" id="{FC5A8406-233A-4F58-AA6D-123A7EB82317}"/>
                </a:ext>
              </a:extLst>
            </p:cNvPr>
            <p:cNvSpPr/>
            <p:nvPr/>
          </p:nvSpPr>
          <p:spPr bwMode="auto">
            <a:xfrm>
              <a:off x="3992726" y="3520575"/>
              <a:ext cx="356102" cy="378602"/>
            </a:xfrm>
            <a:custGeom>
              <a:avLst/>
              <a:gdLst>
                <a:gd name="connsiteX0" fmla="*/ 133148 w 570667"/>
                <a:gd name="connsiteY0" fmla="*/ 372716 h 606722"/>
                <a:gd name="connsiteX1" fmla="*/ 98615 w 570667"/>
                <a:gd name="connsiteY1" fmla="*/ 385336 h 606722"/>
                <a:gd name="connsiteX2" fmla="*/ 157624 w 570667"/>
                <a:gd name="connsiteY2" fmla="*/ 426037 h 606722"/>
                <a:gd name="connsiteX3" fmla="*/ 133148 w 570667"/>
                <a:gd name="connsiteY3" fmla="*/ 372716 h 606722"/>
                <a:gd name="connsiteX4" fmla="*/ 222418 w 570667"/>
                <a:gd name="connsiteY4" fmla="*/ 358586 h 606722"/>
                <a:gd name="connsiteX5" fmla="*/ 170885 w 570667"/>
                <a:gd name="connsiteY5" fmla="*/ 364096 h 606722"/>
                <a:gd name="connsiteX6" fmla="*/ 222418 w 570667"/>
                <a:gd name="connsiteY6" fmla="*/ 439368 h 606722"/>
                <a:gd name="connsiteX7" fmla="*/ 152195 w 570667"/>
                <a:gd name="connsiteY7" fmla="*/ 260564 h 606722"/>
                <a:gd name="connsiteX8" fmla="*/ 160472 w 570667"/>
                <a:gd name="connsiteY8" fmla="*/ 326949 h 606722"/>
                <a:gd name="connsiteX9" fmla="*/ 222418 w 570667"/>
                <a:gd name="connsiteY9" fmla="*/ 320195 h 606722"/>
                <a:gd name="connsiteX10" fmla="*/ 222418 w 570667"/>
                <a:gd name="connsiteY10" fmla="*/ 260564 h 606722"/>
                <a:gd name="connsiteX11" fmla="*/ 39339 w 570667"/>
                <a:gd name="connsiteY11" fmla="*/ 260564 h 606722"/>
                <a:gd name="connsiteX12" fmla="*/ 73338 w 570667"/>
                <a:gd name="connsiteY12" fmla="*/ 354854 h 606722"/>
                <a:gd name="connsiteX13" fmla="*/ 123091 w 570667"/>
                <a:gd name="connsiteY13" fmla="*/ 335658 h 606722"/>
                <a:gd name="connsiteX14" fmla="*/ 113657 w 570667"/>
                <a:gd name="connsiteY14" fmla="*/ 260564 h 606722"/>
                <a:gd name="connsiteX15" fmla="*/ 435071 w 570667"/>
                <a:gd name="connsiteY15" fmla="*/ 190994 h 606722"/>
                <a:gd name="connsiteX16" fmla="*/ 449493 w 570667"/>
                <a:gd name="connsiteY16" fmla="*/ 199593 h 606722"/>
                <a:gd name="connsiteX17" fmla="*/ 568250 w 570667"/>
                <a:gd name="connsiteY17" fmla="*/ 420443 h 606722"/>
                <a:gd name="connsiteX18" fmla="*/ 550445 w 570667"/>
                <a:gd name="connsiteY18" fmla="*/ 450127 h 606722"/>
                <a:gd name="connsiteX19" fmla="*/ 488574 w 570667"/>
                <a:gd name="connsiteY19" fmla="*/ 450127 h 606722"/>
                <a:gd name="connsiteX20" fmla="*/ 488574 w 570667"/>
                <a:gd name="connsiteY20" fmla="*/ 590370 h 606722"/>
                <a:gd name="connsiteX21" fmla="*/ 472194 w 570667"/>
                <a:gd name="connsiteY21" fmla="*/ 606722 h 606722"/>
                <a:gd name="connsiteX22" fmla="*/ 397948 w 570667"/>
                <a:gd name="connsiteY22" fmla="*/ 606722 h 606722"/>
                <a:gd name="connsiteX23" fmla="*/ 381568 w 570667"/>
                <a:gd name="connsiteY23" fmla="*/ 590370 h 606722"/>
                <a:gd name="connsiteX24" fmla="*/ 381568 w 570667"/>
                <a:gd name="connsiteY24" fmla="*/ 450127 h 606722"/>
                <a:gd name="connsiteX25" fmla="*/ 319697 w 570667"/>
                <a:gd name="connsiteY25" fmla="*/ 450127 h 606722"/>
                <a:gd name="connsiteX26" fmla="*/ 301892 w 570667"/>
                <a:gd name="connsiteY26" fmla="*/ 420443 h 606722"/>
                <a:gd name="connsiteX27" fmla="*/ 420649 w 570667"/>
                <a:gd name="connsiteY27" fmla="*/ 199593 h 606722"/>
                <a:gd name="connsiteX28" fmla="*/ 435071 w 570667"/>
                <a:gd name="connsiteY28" fmla="*/ 190994 h 606722"/>
                <a:gd name="connsiteX29" fmla="*/ 322724 w 570667"/>
                <a:gd name="connsiteY29" fmla="*/ 155254 h 606722"/>
                <a:gd name="connsiteX30" fmla="*/ 260956 w 570667"/>
                <a:gd name="connsiteY30" fmla="*/ 162008 h 606722"/>
                <a:gd name="connsiteX31" fmla="*/ 260956 w 570667"/>
                <a:gd name="connsiteY31" fmla="*/ 222083 h 606722"/>
                <a:gd name="connsiteX32" fmla="*/ 331180 w 570667"/>
                <a:gd name="connsiteY32" fmla="*/ 222083 h 606722"/>
                <a:gd name="connsiteX33" fmla="*/ 322724 w 570667"/>
                <a:gd name="connsiteY33" fmla="*/ 155254 h 606722"/>
                <a:gd name="connsiteX34" fmla="*/ 160650 w 570667"/>
                <a:gd name="connsiteY34" fmla="*/ 155254 h 606722"/>
                <a:gd name="connsiteX35" fmla="*/ 152195 w 570667"/>
                <a:gd name="connsiteY35" fmla="*/ 222083 h 606722"/>
                <a:gd name="connsiteX36" fmla="*/ 222418 w 570667"/>
                <a:gd name="connsiteY36" fmla="*/ 222083 h 606722"/>
                <a:gd name="connsiteX37" fmla="*/ 222418 w 570667"/>
                <a:gd name="connsiteY37" fmla="*/ 162008 h 606722"/>
                <a:gd name="connsiteX38" fmla="*/ 160650 w 570667"/>
                <a:gd name="connsiteY38" fmla="*/ 155254 h 606722"/>
                <a:gd name="connsiteX39" fmla="*/ 73605 w 570667"/>
                <a:gd name="connsiteY39" fmla="*/ 127438 h 606722"/>
                <a:gd name="connsiteX40" fmla="*/ 39339 w 570667"/>
                <a:gd name="connsiteY40" fmla="*/ 222083 h 606722"/>
                <a:gd name="connsiteX41" fmla="*/ 113746 w 570667"/>
                <a:gd name="connsiteY41" fmla="*/ 222083 h 606722"/>
                <a:gd name="connsiteX42" fmla="*/ 123269 w 570667"/>
                <a:gd name="connsiteY42" fmla="*/ 146544 h 606722"/>
                <a:gd name="connsiteX43" fmla="*/ 73605 w 570667"/>
                <a:gd name="connsiteY43" fmla="*/ 127438 h 606722"/>
                <a:gd name="connsiteX44" fmla="*/ 325305 w 570667"/>
                <a:gd name="connsiteY44" fmla="*/ 56431 h 606722"/>
                <a:gd name="connsiteX45" fmla="*/ 349870 w 570667"/>
                <a:gd name="connsiteY45" fmla="*/ 109575 h 606722"/>
                <a:gd name="connsiteX46" fmla="*/ 384403 w 570667"/>
                <a:gd name="connsiteY46" fmla="*/ 97045 h 606722"/>
                <a:gd name="connsiteX47" fmla="*/ 325305 w 570667"/>
                <a:gd name="connsiteY47" fmla="*/ 56431 h 606722"/>
                <a:gd name="connsiteX48" fmla="*/ 158069 w 570667"/>
                <a:gd name="connsiteY48" fmla="*/ 56431 h 606722"/>
                <a:gd name="connsiteX49" fmla="*/ 98971 w 570667"/>
                <a:gd name="connsiteY49" fmla="*/ 97045 h 606722"/>
                <a:gd name="connsiteX50" fmla="*/ 133504 w 570667"/>
                <a:gd name="connsiteY50" fmla="*/ 109575 h 606722"/>
                <a:gd name="connsiteX51" fmla="*/ 158069 w 570667"/>
                <a:gd name="connsiteY51" fmla="*/ 56431 h 606722"/>
                <a:gd name="connsiteX52" fmla="*/ 260956 w 570667"/>
                <a:gd name="connsiteY52" fmla="*/ 43723 h 606722"/>
                <a:gd name="connsiteX53" fmla="*/ 260956 w 570667"/>
                <a:gd name="connsiteY53" fmla="*/ 123616 h 606722"/>
                <a:gd name="connsiteX54" fmla="*/ 312222 w 570667"/>
                <a:gd name="connsiteY54" fmla="*/ 118195 h 606722"/>
                <a:gd name="connsiteX55" fmla="*/ 260956 w 570667"/>
                <a:gd name="connsiteY55" fmla="*/ 43723 h 606722"/>
                <a:gd name="connsiteX56" fmla="*/ 222418 w 570667"/>
                <a:gd name="connsiteY56" fmla="*/ 43723 h 606722"/>
                <a:gd name="connsiteX57" fmla="*/ 171152 w 570667"/>
                <a:gd name="connsiteY57" fmla="*/ 118195 h 606722"/>
                <a:gd name="connsiteX58" fmla="*/ 222418 w 570667"/>
                <a:gd name="connsiteY58" fmla="*/ 123616 h 606722"/>
                <a:gd name="connsiteX59" fmla="*/ 241643 w 570667"/>
                <a:gd name="connsiteY59" fmla="*/ 0 h 606722"/>
                <a:gd name="connsiteX60" fmla="*/ 471448 w 570667"/>
                <a:gd name="connsiteY60" fmla="*/ 166362 h 606722"/>
                <a:gd name="connsiteX61" fmla="*/ 424900 w 570667"/>
                <a:gd name="connsiteY61" fmla="*/ 153565 h 606722"/>
                <a:gd name="connsiteX62" fmla="*/ 409769 w 570667"/>
                <a:gd name="connsiteY62" fmla="*/ 127438 h 606722"/>
                <a:gd name="connsiteX63" fmla="*/ 360105 w 570667"/>
                <a:gd name="connsiteY63" fmla="*/ 146544 h 606722"/>
                <a:gd name="connsiteX64" fmla="*/ 369273 w 570667"/>
                <a:gd name="connsiteY64" fmla="*/ 213996 h 606722"/>
                <a:gd name="connsiteX65" fmla="*/ 329043 w 570667"/>
                <a:gd name="connsiteY65" fmla="*/ 288824 h 606722"/>
                <a:gd name="connsiteX66" fmla="*/ 331180 w 570667"/>
                <a:gd name="connsiteY66" fmla="*/ 260564 h 606722"/>
                <a:gd name="connsiteX67" fmla="*/ 260956 w 570667"/>
                <a:gd name="connsiteY67" fmla="*/ 260564 h 606722"/>
                <a:gd name="connsiteX68" fmla="*/ 260956 w 570667"/>
                <a:gd name="connsiteY68" fmla="*/ 320195 h 606722"/>
                <a:gd name="connsiteX69" fmla="*/ 309730 w 570667"/>
                <a:gd name="connsiteY69" fmla="*/ 324727 h 606722"/>
                <a:gd name="connsiteX70" fmla="*/ 290238 w 570667"/>
                <a:gd name="connsiteY70" fmla="*/ 360897 h 606722"/>
                <a:gd name="connsiteX71" fmla="*/ 260956 w 570667"/>
                <a:gd name="connsiteY71" fmla="*/ 358586 h 606722"/>
                <a:gd name="connsiteX72" fmla="*/ 260956 w 570667"/>
                <a:gd name="connsiteY72" fmla="*/ 439368 h 606722"/>
                <a:gd name="connsiteX73" fmla="*/ 261757 w 570667"/>
                <a:gd name="connsiteY73" fmla="*/ 438835 h 606722"/>
                <a:gd name="connsiteX74" fmla="*/ 287212 w 570667"/>
                <a:gd name="connsiteY74" fmla="*/ 478648 h 606722"/>
                <a:gd name="connsiteX75" fmla="*/ 241643 w 570667"/>
                <a:gd name="connsiteY75" fmla="*/ 483091 h 606722"/>
                <a:gd name="connsiteX76" fmla="*/ 0 w 570667"/>
                <a:gd name="connsiteY76" fmla="*/ 241368 h 606722"/>
                <a:gd name="connsiteX77" fmla="*/ 241643 w 570667"/>
                <a:gd name="connsiteY7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70667" h="606722">
                  <a:moveTo>
                    <a:pt x="133148" y="372716"/>
                  </a:moveTo>
                  <a:cubicBezTo>
                    <a:pt x="120866" y="376271"/>
                    <a:pt x="109295" y="380537"/>
                    <a:pt x="98615" y="385336"/>
                  </a:cubicBezTo>
                  <a:cubicBezTo>
                    <a:pt x="115615" y="402132"/>
                    <a:pt x="135551" y="415995"/>
                    <a:pt x="157624" y="426037"/>
                  </a:cubicBezTo>
                  <a:cubicBezTo>
                    <a:pt x="147478" y="409597"/>
                    <a:pt x="139467" y="391379"/>
                    <a:pt x="133148" y="372716"/>
                  </a:cubicBezTo>
                  <a:close/>
                  <a:moveTo>
                    <a:pt x="222418" y="358586"/>
                  </a:moveTo>
                  <a:cubicBezTo>
                    <a:pt x="204618" y="359386"/>
                    <a:pt x="187351" y="361252"/>
                    <a:pt x="170885" y="364096"/>
                  </a:cubicBezTo>
                  <a:cubicBezTo>
                    <a:pt x="180320" y="391023"/>
                    <a:pt x="197586" y="425682"/>
                    <a:pt x="222418" y="439368"/>
                  </a:cubicBezTo>
                  <a:close/>
                  <a:moveTo>
                    <a:pt x="152195" y="260564"/>
                  </a:moveTo>
                  <a:cubicBezTo>
                    <a:pt x="153174" y="283758"/>
                    <a:pt x="156022" y="306153"/>
                    <a:pt x="160472" y="326949"/>
                  </a:cubicBezTo>
                  <a:cubicBezTo>
                    <a:pt x="180320" y="323305"/>
                    <a:pt x="201057" y="320994"/>
                    <a:pt x="222418" y="320195"/>
                  </a:cubicBezTo>
                  <a:lnTo>
                    <a:pt x="222418" y="260564"/>
                  </a:lnTo>
                  <a:close/>
                  <a:moveTo>
                    <a:pt x="39339" y="260564"/>
                  </a:moveTo>
                  <a:cubicBezTo>
                    <a:pt x="42632" y="295223"/>
                    <a:pt x="54737" y="327482"/>
                    <a:pt x="73338" y="354854"/>
                  </a:cubicBezTo>
                  <a:cubicBezTo>
                    <a:pt x="88291" y="347389"/>
                    <a:pt x="105023" y="340901"/>
                    <a:pt x="123091" y="335658"/>
                  </a:cubicBezTo>
                  <a:cubicBezTo>
                    <a:pt x="117929" y="312019"/>
                    <a:pt x="114725" y="286691"/>
                    <a:pt x="113657" y="260564"/>
                  </a:cubicBezTo>
                  <a:close/>
                  <a:moveTo>
                    <a:pt x="435071" y="190994"/>
                  </a:moveTo>
                  <a:cubicBezTo>
                    <a:pt x="440746" y="190994"/>
                    <a:pt x="446422" y="193861"/>
                    <a:pt x="449493" y="199593"/>
                  </a:cubicBezTo>
                  <a:lnTo>
                    <a:pt x="568250" y="420443"/>
                  </a:lnTo>
                  <a:cubicBezTo>
                    <a:pt x="575461" y="433863"/>
                    <a:pt x="565668" y="450127"/>
                    <a:pt x="550445" y="450127"/>
                  </a:cubicBezTo>
                  <a:lnTo>
                    <a:pt x="488574" y="450127"/>
                  </a:lnTo>
                  <a:lnTo>
                    <a:pt x="488574" y="590370"/>
                  </a:lnTo>
                  <a:cubicBezTo>
                    <a:pt x="488574" y="599346"/>
                    <a:pt x="481274" y="606722"/>
                    <a:pt x="472194" y="606722"/>
                  </a:cubicBezTo>
                  <a:lnTo>
                    <a:pt x="397948" y="606722"/>
                  </a:lnTo>
                  <a:cubicBezTo>
                    <a:pt x="388868" y="606722"/>
                    <a:pt x="381568" y="599346"/>
                    <a:pt x="381568" y="590370"/>
                  </a:cubicBezTo>
                  <a:lnTo>
                    <a:pt x="381568" y="450127"/>
                  </a:lnTo>
                  <a:lnTo>
                    <a:pt x="319697" y="450127"/>
                  </a:lnTo>
                  <a:cubicBezTo>
                    <a:pt x="304474" y="450127"/>
                    <a:pt x="294681" y="433863"/>
                    <a:pt x="301892" y="420443"/>
                  </a:cubicBezTo>
                  <a:lnTo>
                    <a:pt x="420649" y="199593"/>
                  </a:lnTo>
                  <a:cubicBezTo>
                    <a:pt x="423720" y="193861"/>
                    <a:pt x="429396" y="190994"/>
                    <a:pt x="435071" y="190994"/>
                  </a:cubicBezTo>
                  <a:close/>
                  <a:moveTo>
                    <a:pt x="322724" y="155254"/>
                  </a:moveTo>
                  <a:cubicBezTo>
                    <a:pt x="302966" y="158897"/>
                    <a:pt x="282228" y="161208"/>
                    <a:pt x="260956" y="162008"/>
                  </a:cubicBezTo>
                  <a:lnTo>
                    <a:pt x="260956" y="222083"/>
                  </a:lnTo>
                  <a:lnTo>
                    <a:pt x="331180" y="222083"/>
                  </a:lnTo>
                  <a:cubicBezTo>
                    <a:pt x="330112" y="198711"/>
                    <a:pt x="327263" y="176227"/>
                    <a:pt x="322724" y="155254"/>
                  </a:cubicBezTo>
                  <a:close/>
                  <a:moveTo>
                    <a:pt x="160650" y="155254"/>
                  </a:moveTo>
                  <a:cubicBezTo>
                    <a:pt x="156111" y="176227"/>
                    <a:pt x="153263" y="198711"/>
                    <a:pt x="152195" y="222083"/>
                  </a:cubicBezTo>
                  <a:lnTo>
                    <a:pt x="222418" y="222083"/>
                  </a:lnTo>
                  <a:lnTo>
                    <a:pt x="222418" y="162008"/>
                  </a:lnTo>
                  <a:cubicBezTo>
                    <a:pt x="201146" y="161119"/>
                    <a:pt x="180409" y="158897"/>
                    <a:pt x="160650" y="155254"/>
                  </a:cubicBezTo>
                  <a:close/>
                  <a:moveTo>
                    <a:pt x="73605" y="127438"/>
                  </a:moveTo>
                  <a:cubicBezTo>
                    <a:pt x="54826" y="154898"/>
                    <a:pt x="42632" y="187246"/>
                    <a:pt x="39339" y="222083"/>
                  </a:cubicBezTo>
                  <a:lnTo>
                    <a:pt x="113746" y="222083"/>
                  </a:lnTo>
                  <a:cubicBezTo>
                    <a:pt x="114814" y="195778"/>
                    <a:pt x="118018" y="170361"/>
                    <a:pt x="123269" y="146544"/>
                  </a:cubicBezTo>
                  <a:cubicBezTo>
                    <a:pt x="105201" y="141390"/>
                    <a:pt x="88558" y="134903"/>
                    <a:pt x="73605" y="127438"/>
                  </a:cubicBezTo>
                  <a:close/>
                  <a:moveTo>
                    <a:pt x="325305" y="56431"/>
                  </a:moveTo>
                  <a:cubicBezTo>
                    <a:pt x="335719" y="72961"/>
                    <a:pt x="343729" y="91179"/>
                    <a:pt x="349870" y="109575"/>
                  </a:cubicBezTo>
                  <a:cubicBezTo>
                    <a:pt x="362242" y="106020"/>
                    <a:pt x="373812" y="101843"/>
                    <a:pt x="384403" y="97045"/>
                  </a:cubicBezTo>
                  <a:cubicBezTo>
                    <a:pt x="367404" y="80248"/>
                    <a:pt x="347378" y="66385"/>
                    <a:pt x="325305" y="56431"/>
                  </a:cubicBezTo>
                  <a:close/>
                  <a:moveTo>
                    <a:pt x="158069" y="56431"/>
                  </a:moveTo>
                  <a:cubicBezTo>
                    <a:pt x="135996" y="66385"/>
                    <a:pt x="115971" y="80248"/>
                    <a:pt x="98971" y="97045"/>
                  </a:cubicBezTo>
                  <a:cubicBezTo>
                    <a:pt x="109562" y="101843"/>
                    <a:pt x="121133" y="106020"/>
                    <a:pt x="133504" y="109575"/>
                  </a:cubicBezTo>
                  <a:cubicBezTo>
                    <a:pt x="139645" y="91179"/>
                    <a:pt x="147656" y="72961"/>
                    <a:pt x="158069" y="56431"/>
                  </a:cubicBezTo>
                  <a:close/>
                  <a:moveTo>
                    <a:pt x="260956" y="43723"/>
                  </a:moveTo>
                  <a:lnTo>
                    <a:pt x="260956" y="123616"/>
                  </a:lnTo>
                  <a:cubicBezTo>
                    <a:pt x="278579" y="122816"/>
                    <a:pt x="295845" y="120950"/>
                    <a:pt x="312222" y="118195"/>
                  </a:cubicBezTo>
                  <a:cubicBezTo>
                    <a:pt x="302699" y="91446"/>
                    <a:pt x="285610" y="57320"/>
                    <a:pt x="260956" y="43723"/>
                  </a:cubicBezTo>
                  <a:close/>
                  <a:moveTo>
                    <a:pt x="222418" y="43723"/>
                  </a:moveTo>
                  <a:cubicBezTo>
                    <a:pt x="197764" y="57231"/>
                    <a:pt x="180676" y="91446"/>
                    <a:pt x="171152" y="118195"/>
                  </a:cubicBezTo>
                  <a:cubicBezTo>
                    <a:pt x="187529" y="120950"/>
                    <a:pt x="204707" y="122816"/>
                    <a:pt x="222418" y="123616"/>
                  </a:cubicBezTo>
                  <a:close/>
                  <a:moveTo>
                    <a:pt x="241643" y="0"/>
                  </a:moveTo>
                  <a:cubicBezTo>
                    <a:pt x="348802" y="0"/>
                    <a:pt x="439763" y="69940"/>
                    <a:pt x="471448" y="166362"/>
                  </a:cubicBezTo>
                  <a:cubicBezTo>
                    <a:pt x="458988" y="155342"/>
                    <a:pt x="441988" y="150366"/>
                    <a:pt x="424900" y="153565"/>
                  </a:cubicBezTo>
                  <a:cubicBezTo>
                    <a:pt x="420449" y="144500"/>
                    <a:pt x="415465" y="135702"/>
                    <a:pt x="409769" y="127438"/>
                  </a:cubicBezTo>
                  <a:cubicBezTo>
                    <a:pt x="394817" y="134903"/>
                    <a:pt x="378173" y="141390"/>
                    <a:pt x="360105" y="146544"/>
                  </a:cubicBezTo>
                  <a:cubicBezTo>
                    <a:pt x="364823" y="167873"/>
                    <a:pt x="367849" y="190535"/>
                    <a:pt x="369273" y="213996"/>
                  </a:cubicBezTo>
                  <a:lnTo>
                    <a:pt x="329043" y="288824"/>
                  </a:lnTo>
                  <a:cubicBezTo>
                    <a:pt x="330022" y="279582"/>
                    <a:pt x="330735" y="270162"/>
                    <a:pt x="331180" y="260564"/>
                  </a:cubicBezTo>
                  <a:lnTo>
                    <a:pt x="260956" y="260564"/>
                  </a:lnTo>
                  <a:lnTo>
                    <a:pt x="260956" y="320195"/>
                  </a:lnTo>
                  <a:cubicBezTo>
                    <a:pt x="277600" y="320817"/>
                    <a:pt x="293887" y="322416"/>
                    <a:pt x="309730" y="324727"/>
                  </a:cubicBezTo>
                  <a:lnTo>
                    <a:pt x="290238" y="360897"/>
                  </a:lnTo>
                  <a:cubicBezTo>
                    <a:pt x="280715" y="359830"/>
                    <a:pt x="270925" y="359030"/>
                    <a:pt x="260956" y="358586"/>
                  </a:cubicBezTo>
                  <a:lnTo>
                    <a:pt x="260956" y="439368"/>
                  </a:lnTo>
                  <a:cubicBezTo>
                    <a:pt x="261223" y="439190"/>
                    <a:pt x="261490" y="439012"/>
                    <a:pt x="261757" y="438835"/>
                  </a:cubicBezTo>
                  <a:cubicBezTo>
                    <a:pt x="264249" y="455186"/>
                    <a:pt x="273417" y="469494"/>
                    <a:pt x="287212" y="478648"/>
                  </a:cubicBezTo>
                  <a:cubicBezTo>
                    <a:pt x="272438" y="481580"/>
                    <a:pt x="257218" y="483091"/>
                    <a:pt x="241643" y="483091"/>
                  </a:cubicBezTo>
                  <a:cubicBezTo>
                    <a:pt x="112233" y="483091"/>
                    <a:pt x="0" y="377337"/>
                    <a:pt x="0" y="241368"/>
                  </a:cubicBezTo>
                  <a:cubicBezTo>
                    <a:pt x="0" y="108242"/>
                    <a:pt x="108405" y="0"/>
                    <a:pt x="241643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iṡļiḑè">
            <a:extLst>
              <a:ext uri="{FF2B5EF4-FFF2-40B4-BE49-F238E27FC236}">
                <a16:creationId xmlns:a16="http://schemas.microsoft.com/office/drawing/2014/main" xmlns="" id="{15F23E57-6F58-43C2-949B-C5B465F26376}"/>
              </a:ext>
            </a:extLst>
          </p:cNvPr>
          <p:cNvGrpSpPr/>
          <p:nvPr/>
        </p:nvGrpSpPr>
        <p:grpSpPr>
          <a:xfrm>
            <a:off x="964413" y="1556949"/>
            <a:ext cx="2641600" cy="925667"/>
            <a:chOff x="1091890" y="1779568"/>
            <a:chExt cx="2641600" cy="925667"/>
          </a:xfrm>
        </p:grpSpPr>
        <p:sp>
          <p:nvSpPr>
            <p:cNvPr id="44" name="îşļîḍé">
              <a:extLst>
                <a:ext uri="{FF2B5EF4-FFF2-40B4-BE49-F238E27FC236}">
                  <a16:creationId xmlns:a16="http://schemas.microsoft.com/office/drawing/2014/main" xmlns="" id="{5334CAF1-1D40-46F5-94F0-1054E314BA2F}"/>
                </a:ext>
              </a:extLst>
            </p:cNvPr>
            <p:cNvSpPr txBox="1"/>
            <p:nvPr/>
          </p:nvSpPr>
          <p:spPr>
            <a:xfrm>
              <a:off x="1091890" y="1779568"/>
              <a:ext cx="2641600" cy="8521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buSzPct val="25000"/>
              </a:pPr>
              <a:r>
                <a:rPr lang="zh-CN" altLang="en-US" sz="2000" b="1" dirty="0"/>
                <a:t>在此输入标题</a:t>
              </a:r>
              <a:endParaRPr lang="en-US" sz="2000" b="1" dirty="0"/>
            </a:p>
          </p:txBody>
        </p:sp>
        <p:sp>
          <p:nvSpPr>
            <p:cNvPr id="45" name="îṥ1idè">
              <a:extLst>
                <a:ext uri="{FF2B5EF4-FFF2-40B4-BE49-F238E27FC236}">
                  <a16:creationId xmlns:a16="http://schemas.microsoft.com/office/drawing/2014/main" xmlns="" id="{E70F10E9-E481-4447-A347-674505C4C80C}"/>
                </a:ext>
              </a:extLst>
            </p:cNvPr>
            <p:cNvSpPr/>
            <p:nvPr/>
          </p:nvSpPr>
          <p:spPr>
            <a:xfrm>
              <a:off x="1177490" y="2659516"/>
              <a:ext cx="2556000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101" y="3276"/>
            <a:ext cx="1882505" cy="6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0445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sp>
        <p:nvSpPr>
          <p:cNvPr id="7" name="îŝ1îďè">
            <a:extLst>
              <a:ext uri="{FF2B5EF4-FFF2-40B4-BE49-F238E27FC236}">
                <a16:creationId xmlns:a16="http://schemas.microsoft.com/office/drawing/2014/main" xmlns="" id="{49D198CB-1DA0-4280-A2D1-A17BBC9E7CCA}"/>
              </a:ext>
            </a:extLst>
          </p:cNvPr>
          <p:cNvSpPr txBox="1"/>
          <p:nvPr/>
        </p:nvSpPr>
        <p:spPr>
          <a:xfrm>
            <a:off x="584200" y="1491025"/>
            <a:ext cx="6071986" cy="59773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通过复制您的文本后，在此框中选择粘贴。</a:t>
            </a:r>
            <a:endParaRPr lang="en-US" altLang="zh-CN" sz="2400" dirty="0"/>
          </a:p>
        </p:txBody>
      </p:sp>
      <p:sp>
        <p:nvSpPr>
          <p:cNvPr id="8" name="išlïḓé">
            <a:extLst>
              <a:ext uri="{FF2B5EF4-FFF2-40B4-BE49-F238E27FC236}">
                <a16:creationId xmlns:a16="http://schemas.microsoft.com/office/drawing/2014/main" xmlns="" id="{8B9D3BBF-C13C-4B97-A4EF-51FB71500548}"/>
              </a:ext>
            </a:extLst>
          </p:cNvPr>
          <p:cNvSpPr txBox="1"/>
          <p:nvPr/>
        </p:nvSpPr>
        <p:spPr>
          <a:xfrm>
            <a:off x="1574799" y="5002687"/>
            <a:ext cx="7847445" cy="7833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600" dirty="0"/>
              <a:t>通过复制您的文本后，在此框中选择粘贴。通过复制您的文本后，在此框中选择粘贴。</a:t>
            </a:r>
            <a:endParaRPr lang="en-US" altLang="zh-CN" sz="1600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600" dirty="0"/>
              <a:t>通过复制您的文本后，在此框中选择粘贴。通过复制您的文本后，在此框中选择粘贴。</a:t>
            </a:r>
            <a:endParaRPr lang="en-US" altLang="zh-CN" sz="1600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zh-CN" sz="16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016F9AAB-E49F-4CA6-8E3D-69DF883DCEA8}"/>
              </a:ext>
            </a:extLst>
          </p:cNvPr>
          <p:cNvGrpSpPr/>
          <p:nvPr/>
        </p:nvGrpSpPr>
        <p:grpSpPr>
          <a:xfrm>
            <a:off x="0" y="2221468"/>
            <a:ext cx="12192000" cy="2648510"/>
            <a:chOff x="0" y="2221468"/>
            <a:chExt cx="12192000" cy="2648510"/>
          </a:xfrm>
        </p:grpSpPr>
        <p:sp>
          <p:nvSpPr>
            <p:cNvPr id="10" name="îşľíďé">
              <a:extLst>
                <a:ext uri="{FF2B5EF4-FFF2-40B4-BE49-F238E27FC236}">
                  <a16:creationId xmlns:a16="http://schemas.microsoft.com/office/drawing/2014/main" xmlns="" id="{8E0A7F9F-9FC8-4816-BDE7-4AE31B761229}"/>
                </a:ext>
              </a:extLst>
            </p:cNvPr>
            <p:cNvSpPr/>
            <p:nvPr/>
          </p:nvSpPr>
          <p:spPr>
            <a:xfrm>
              <a:off x="0" y="2221468"/>
              <a:ext cx="12192000" cy="2475649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14159" b="-114159"/>
              </a:stretch>
            </a:blip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1" name="îṩ1iďe">
              <a:extLst>
                <a:ext uri="{FF2B5EF4-FFF2-40B4-BE49-F238E27FC236}">
                  <a16:creationId xmlns:a16="http://schemas.microsoft.com/office/drawing/2014/main" xmlns="" id="{7789467D-ACDA-49B9-BEED-2D8BD26E4E37}"/>
                </a:ext>
              </a:extLst>
            </p:cNvPr>
            <p:cNvGrpSpPr/>
            <p:nvPr/>
          </p:nvGrpSpPr>
          <p:grpSpPr>
            <a:xfrm>
              <a:off x="673100" y="2221468"/>
              <a:ext cx="1742858" cy="2648510"/>
              <a:chOff x="673100" y="2221468"/>
              <a:chExt cx="1742858" cy="2648510"/>
            </a:xfrm>
          </p:grpSpPr>
          <p:sp>
            <p:nvSpPr>
              <p:cNvPr id="30" name="ísḻíḍê">
                <a:extLst>
                  <a:ext uri="{FF2B5EF4-FFF2-40B4-BE49-F238E27FC236}">
                    <a16:creationId xmlns:a16="http://schemas.microsoft.com/office/drawing/2014/main" xmlns="" id="{4A00CF0C-A62D-4812-B26F-80DDA7D94E2B}"/>
                  </a:ext>
                </a:extLst>
              </p:cNvPr>
              <p:cNvSpPr/>
              <p:nvPr/>
            </p:nvSpPr>
            <p:spPr>
              <a:xfrm rot="5400000">
                <a:off x="220274" y="2687568"/>
                <a:ext cx="2648510" cy="1716309"/>
              </a:xfrm>
              <a:prstGeom prst="homePlate">
                <a:avLst>
                  <a:gd name="adj" fmla="val 11812"/>
                </a:avLst>
              </a:prstGeom>
              <a:solidFill>
                <a:schemeClr val="accent1">
                  <a:alpha val="70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íSḻîďé">
                <a:extLst>
                  <a:ext uri="{FF2B5EF4-FFF2-40B4-BE49-F238E27FC236}">
                    <a16:creationId xmlns:a16="http://schemas.microsoft.com/office/drawing/2014/main" xmlns="" id="{E385DC4C-5A98-4066-9969-6B2636F21B69}"/>
                  </a:ext>
                </a:extLst>
              </p:cNvPr>
              <p:cNvSpPr/>
              <p:nvPr/>
            </p:nvSpPr>
            <p:spPr>
              <a:xfrm>
                <a:off x="1371412" y="2400391"/>
                <a:ext cx="346234" cy="332652"/>
              </a:xfrm>
              <a:custGeom>
                <a:avLst/>
                <a:gdLst>
                  <a:gd name="T0" fmla="*/ 4061 w 4135"/>
                  <a:gd name="T1" fmla="*/ 1951 h 3979"/>
                  <a:gd name="T2" fmla="*/ 4045 w 4135"/>
                  <a:gd name="T3" fmla="*/ 1672 h 3979"/>
                  <a:gd name="T4" fmla="*/ 2217 w 4135"/>
                  <a:gd name="T5" fmla="*/ 73 h 3979"/>
                  <a:gd name="T6" fmla="*/ 1920 w 4135"/>
                  <a:gd name="T7" fmla="*/ 76 h 3979"/>
                  <a:gd name="T8" fmla="*/ 86 w 4135"/>
                  <a:gd name="T9" fmla="*/ 1757 h 3979"/>
                  <a:gd name="T10" fmla="*/ 77 w 4135"/>
                  <a:gd name="T11" fmla="*/ 2036 h 3979"/>
                  <a:gd name="T12" fmla="*/ 123 w 4135"/>
                  <a:gd name="T13" fmla="*/ 2084 h 3979"/>
                  <a:gd name="T14" fmla="*/ 398 w 4135"/>
                  <a:gd name="T15" fmla="*/ 2105 h 3979"/>
                  <a:gd name="T16" fmla="*/ 535 w 4135"/>
                  <a:gd name="T17" fmla="*/ 1982 h 3979"/>
                  <a:gd name="T18" fmla="*/ 535 w 4135"/>
                  <a:gd name="T19" fmla="*/ 3780 h 3979"/>
                  <a:gd name="T20" fmla="*/ 735 w 4135"/>
                  <a:gd name="T21" fmla="*/ 3979 h 3979"/>
                  <a:gd name="T22" fmla="*/ 1450 w 4135"/>
                  <a:gd name="T23" fmla="*/ 3979 h 3979"/>
                  <a:gd name="T24" fmla="*/ 1649 w 4135"/>
                  <a:gd name="T25" fmla="*/ 3780 h 3979"/>
                  <a:gd name="T26" fmla="*/ 1649 w 4135"/>
                  <a:gd name="T27" fmla="*/ 2522 h 3979"/>
                  <a:gd name="T28" fmla="*/ 2561 w 4135"/>
                  <a:gd name="T29" fmla="*/ 2522 h 3979"/>
                  <a:gd name="T30" fmla="*/ 2561 w 4135"/>
                  <a:gd name="T31" fmla="*/ 3780 h 3979"/>
                  <a:gd name="T32" fmla="*/ 2749 w 4135"/>
                  <a:gd name="T33" fmla="*/ 3979 h 3979"/>
                  <a:gd name="T34" fmla="*/ 3506 w 4135"/>
                  <a:gd name="T35" fmla="*/ 3979 h 3979"/>
                  <a:gd name="T36" fmla="*/ 3706 w 4135"/>
                  <a:gd name="T37" fmla="*/ 3779 h 3979"/>
                  <a:gd name="T38" fmla="*/ 3706 w 4135"/>
                  <a:gd name="T39" fmla="*/ 2008 h 3979"/>
                  <a:gd name="T40" fmla="*/ 3790 w 4135"/>
                  <a:gd name="T41" fmla="*/ 2082 h 3979"/>
                  <a:gd name="T42" fmla="*/ 4009 w 4135"/>
                  <a:gd name="T43" fmla="*/ 2008 h 3979"/>
                  <a:gd name="T44" fmla="*/ 4061 w 4135"/>
                  <a:gd name="T45" fmla="*/ 1951 h 3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35" h="3979">
                    <a:moveTo>
                      <a:pt x="4061" y="1951"/>
                    </a:moveTo>
                    <a:cubicBezTo>
                      <a:pt x="4135" y="1870"/>
                      <a:pt x="4128" y="1745"/>
                      <a:pt x="4045" y="1672"/>
                    </a:cubicBezTo>
                    <a:lnTo>
                      <a:pt x="2217" y="73"/>
                    </a:lnTo>
                    <a:cubicBezTo>
                      <a:pt x="2134" y="0"/>
                      <a:pt x="2001" y="2"/>
                      <a:pt x="1920" y="76"/>
                    </a:cubicBezTo>
                    <a:lnTo>
                      <a:pt x="86" y="1757"/>
                    </a:lnTo>
                    <a:cubicBezTo>
                      <a:pt x="4" y="1832"/>
                      <a:pt x="0" y="1957"/>
                      <a:pt x="77" y="2036"/>
                    </a:cubicBezTo>
                    <a:lnTo>
                      <a:pt x="123" y="2084"/>
                    </a:lnTo>
                    <a:cubicBezTo>
                      <a:pt x="199" y="2163"/>
                      <a:pt x="322" y="2173"/>
                      <a:pt x="398" y="2105"/>
                    </a:cubicBezTo>
                    <a:lnTo>
                      <a:pt x="535" y="1982"/>
                    </a:lnTo>
                    <a:lnTo>
                      <a:pt x="535" y="3780"/>
                    </a:lnTo>
                    <a:cubicBezTo>
                      <a:pt x="535" y="3890"/>
                      <a:pt x="624" y="3979"/>
                      <a:pt x="735" y="3979"/>
                    </a:cubicBezTo>
                    <a:lnTo>
                      <a:pt x="1450" y="3979"/>
                    </a:lnTo>
                    <a:cubicBezTo>
                      <a:pt x="1560" y="3979"/>
                      <a:pt x="1649" y="3890"/>
                      <a:pt x="1649" y="3780"/>
                    </a:cubicBezTo>
                    <a:lnTo>
                      <a:pt x="1649" y="2522"/>
                    </a:lnTo>
                    <a:lnTo>
                      <a:pt x="2561" y="2522"/>
                    </a:lnTo>
                    <a:lnTo>
                      <a:pt x="2561" y="3780"/>
                    </a:lnTo>
                    <a:cubicBezTo>
                      <a:pt x="2560" y="3890"/>
                      <a:pt x="2638" y="3979"/>
                      <a:pt x="2749" y="3979"/>
                    </a:cubicBezTo>
                    <a:lnTo>
                      <a:pt x="3506" y="3979"/>
                    </a:lnTo>
                    <a:cubicBezTo>
                      <a:pt x="3616" y="3979"/>
                      <a:pt x="3706" y="3890"/>
                      <a:pt x="3706" y="3779"/>
                    </a:cubicBezTo>
                    <a:lnTo>
                      <a:pt x="3706" y="2008"/>
                    </a:lnTo>
                    <a:cubicBezTo>
                      <a:pt x="3706" y="2008"/>
                      <a:pt x="3744" y="2041"/>
                      <a:pt x="3790" y="2082"/>
                    </a:cubicBezTo>
                    <a:cubicBezTo>
                      <a:pt x="3837" y="2123"/>
                      <a:pt x="3935" y="2090"/>
                      <a:pt x="4009" y="2008"/>
                    </a:cubicBezTo>
                    <a:lnTo>
                      <a:pt x="4061" y="1951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2" name="ïŝ1íďé">
                <a:extLst>
                  <a:ext uri="{FF2B5EF4-FFF2-40B4-BE49-F238E27FC236}">
                    <a16:creationId xmlns:a16="http://schemas.microsoft.com/office/drawing/2014/main" xmlns="" id="{FE478C16-70D8-4A33-8ACC-DF631735DBBF}"/>
                  </a:ext>
                </a:extLst>
              </p:cNvPr>
              <p:cNvGrpSpPr/>
              <p:nvPr/>
            </p:nvGrpSpPr>
            <p:grpSpPr>
              <a:xfrm>
                <a:off x="673100" y="2855323"/>
                <a:ext cx="1742858" cy="1662870"/>
                <a:chOff x="1842772" y="3115319"/>
                <a:chExt cx="1518993" cy="1662870"/>
              </a:xfrm>
            </p:grpSpPr>
            <p:sp>
              <p:nvSpPr>
                <p:cNvPr id="33" name="íṡļiḍê">
                  <a:extLst>
                    <a:ext uri="{FF2B5EF4-FFF2-40B4-BE49-F238E27FC236}">
                      <a16:creationId xmlns:a16="http://schemas.microsoft.com/office/drawing/2014/main" xmlns="" id="{11138808-3B50-4B23-A429-2EFCB4667535}"/>
                    </a:ext>
                  </a:extLst>
                </p:cNvPr>
                <p:cNvSpPr txBox="1"/>
                <p:nvPr/>
              </p:nvSpPr>
              <p:spPr>
                <a:xfrm>
                  <a:off x="1842772" y="3562083"/>
                  <a:ext cx="1518993" cy="12161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1600" dirty="0">
                      <a:solidFill>
                        <a:schemeClr val="bg1"/>
                      </a:solidFill>
                    </a:rPr>
                    <a:t>通过复制您的文本后，在此框中选择粘贴。</a:t>
                  </a:r>
                  <a:endParaRPr lang="en-US" altLang="zh-CN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ïṩļíḋè">
                  <a:extLst>
                    <a:ext uri="{FF2B5EF4-FFF2-40B4-BE49-F238E27FC236}">
                      <a16:creationId xmlns:a16="http://schemas.microsoft.com/office/drawing/2014/main" xmlns="" id="{8650709F-733E-44FC-A2F2-90398616909D}"/>
                    </a:ext>
                  </a:extLst>
                </p:cNvPr>
                <p:cNvSpPr/>
                <p:nvPr/>
              </p:nvSpPr>
              <p:spPr>
                <a:xfrm>
                  <a:off x="1842772" y="3115319"/>
                  <a:ext cx="1518993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sz="2000" b="1" dirty="0">
                      <a:solidFill>
                        <a:schemeClr val="bg1"/>
                      </a:solidFill>
                    </a:rPr>
                    <a:t>此处输入标题</a:t>
                  </a:r>
                </a:p>
              </p:txBody>
            </p:sp>
          </p:grpSp>
        </p:grpSp>
        <p:grpSp>
          <p:nvGrpSpPr>
            <p:cNvPr id="12" name="íṡḻidé">
              <a:extLst>
                <a:ext uri="{FF2B5EF4-FFF2-40B4-BE49-F238E27FC236}">
                  <a16:creationId xmlns:a16="http://schemas.microsoft.com/office/drawing/2014/main" xmlns="" id="{0B794F32-4D63-41A2-A8E1-325C418E4BD6}"/>
                </a:ext>
              </a:extLst>
            </p:cNvPr>
            <p:cNvGrpSpPr/>
            <p:nvPr/>
          </p:nvGrpSpPr>
          <p:grpSpPr>
            <a:xfrm>
              <a:off x="2362358" y="2221468"/>
              <a:ext cx="1742858" cy="2648510"/>
              <a:chOff x="2206399" y="2221468"/>
              <a:chExt cx="1742858" cy="2648510"/>
            </a:xfrm>
          </p:grpSpPr>
          <p:sp>
            <p:nvSpPr>
              <p:cNvPr id="25" name="îṥľîḓê">
                <a:extLst>
                  <a:ext uri="{FF2B5EF4-FFF2-40B4-BE49-F238E27FC236}">
                    <a16:creationId xmlns:a16="http://schemas.microsoft.com/office/drawing/2014/main" xmlns="" id="{CE0616ED-8E41-446A-B96A-AEDF8AF097EC}"/>
                  </a:ext>
                </a:extLst>
              </p:cNvPr>
              <p:cNvSpPr/>
              <p:nvPr/>
            </p:nvSpPr>
            <p:spPr>
              <a:xfrm rot="5400000">
                <a:off x="1753573" y="2687568"/>
                <a:ext cx="2648510" cy="1716309"/>
              </a:xfrm>
              <a:prstGeom prst="homePlate">
                <a:avLst>
                  <a:gd name="adj" fmla="val 11812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i$ḷïďe">
                <a:extLst>
                  <a:ext uri="{FF2B5EF4-FFF2-40B4-BE49-F238E27FC236}">
                    <a16:creationId xmlns:a16="http://schemas.microsoft.com/office/drawing/2014/main" xmlns="" id="{58A278DA-29EF-46F6-B597-09D0E53A3A2C}"/>
                  </a:ext>
                </a:extLst>
              </p:cNvPr>
              <p:cNvSpPr/>
              <p:nvPr/>
            </p:nvSpPr>
            <p:spPr>
              <a:xfrm>
                <a:off x="2904711" y="2400391"/>
                <a:ext cx="346234" cy="332652"/>
              </a:xfrm>
              <a:custGeom>
                <a:avLst/>
                <a:gdLst>
                  <a:gd name="T0" fmla="*/ 4061 w 4135"/>
                  <a:gd name="T1" fmla="*/ 1951 h 3979"/>
                  <a:gd name="T2" fmla="*/ 4045 w 4135"/>
                  <a:gd name="T3" fmla="*/ 1672 h 3979"/>
                  <a:gd name="T4" fmla="*/ 2217 w 4135"/>
                  <a:gd name="T5" fmla="*/ 73 h 3979"/>
                  <a:gd name="T6" fmla="*/ 1920 w 4135"/>
                  <a:gd name="T7" fmla="*/ 76 h 3979"/>
                  <a:gd name="T8" fmla="*/ 86 w 4135"/>
                  <a:gd name="T9" fmla="*/ 1757 h 3979"/>
                  <a:gd name="T10" fmla="*/ 77 w 4135"/>
                  <a:gd name="T11" fmla="*/ 2036 h 3979"/>
                  <a:gd name="T12" fmla="*/ 123 w 4135"/>
                  <a:gd name="T13" fmla="*/ 2084 h 3979"/>
                  <a:gd name="T14" fmla="*/ 398 w 4135"/>
                  <a:gd name="T15" fmla="*/ 2105 h 3979"/>
                  <a:gd name="T16" fmla="*/ 535 w 4135"/>
                  <a:gd name="T17" fmla="*/ 1982 h 3979"/>
                  <a:gd name="T18" fmla="*/ 535 w 4135"/>
                  <a:gd name="T19" fmla="*/ 3780 h 3979"/>
                  <a:gd name="T20" fmla="*/ 735 w 4135"/>
                  <a:gd name="T21" fmla="*/ 3979 h 3979"/>
                  <a:gd name="T22" fmla="*/ 1450 w 4135"/>
                  <a:gd name="T23" fmla="*/ 3979 h 3979"/>
                  <a:gd name="T24" fmla="*/ 1649 w 4135"/>
                  <a:gd name="T25" fmla="*/ 3780 h 3979"/>
                  <a:gd name="T26" fmla="*/ 1649 w 4135"/>
                  <a:gd name="T27" fmla="*/ 2522 h 3979"/>
                  <a:gd name="T28" fmla="*/ 2561 w 4135"/>
                  <a:gd name="T29" fmla="*/ 2522 h 3979"/>
                  <a:gd name="T30" fmla="*/ 2561 w 4135"/>
                  <a:gd name="T31" fmla="*/ 3780 h 3979"/>
                  <a:gd name="T32" fmla="*/ 2749 w 4135"/>
                  <a:gd name="T33" fmla="*/ 3979 h 3979"/>
                  <a:gd name="T34" fmla="*/ 3506 w 4135"/>
                  <a:gd name="T35" fmla="*/ 3979 h 3979"/>
                  <a:gd name="T36" fmla="*/ 3706 w 4135"/>
                  <a:gd name="T37" fmla="*/ 3779 h 3979"/>
                  <a:gd name="T38" fmla="*/ 3706 w 4135"/>
                  <a:gd name="T39" fmla="*/ 2008 h 3979"/>
                  <a:gd name="T40" fmla="*/ 3790 w 4135"/>
                  <a:gd name="T41" fmla="*/ 2082 h 3979"/>
                  <a:gd name="T42" fmla="*/ 4009 w 4135"/>
                  <a:gd name="T43" fmla="*/ 2008 h 3979"/>
                  <a:gd name="T44" fmla="*/ 4061 w 4135"/>
                  <a:gd name="T45" fmla="*/ 1951 h 3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35" h="3979">
                    <a:moveTo>
                      <a:pt x="4061" y="1951"/>
                    </a:moveTo>
                    <a:cubicBezTo>
                      <a:pt x="4135" y="1870"/>
                      <a:pt x="4128" y="1745"/>
                      <a:pt x="4045" y="1672"/>
                    </a:cubicBezTo>
                    <a:lnTo>
                      <a:pt x="2217" y="73"/>
                    </a:lnTo>
                    <a:cubicBezTo>
                      <a:pt x="2134" y="0"/>
                      <a:pt x="2001" y="2"/>
                      <a:pt x="1920" y="76"/>
                    </a:cubicBezTo>
                    <a:lnTo>
                      <a:pt x="86" y="1757"/>
                    </a:lnTo>
                    <a:cubicBezTo>
                      <a:pt x="4" y="1832"/>
                      <a:pt x="0" y="1957"/>
                      <a:pt x="77" y="2036"/>
                    </a:cubicBezTo>
                    <a:lnTo>
                      <a:pt x="123" y="2084"/>
                    </a:lnTo>
                    <a:cubicBezTo>
                      <a:pt x="199" y="2163"/>
                      <a:pt x="322" y="2173"/>
                      <a:pt x="398" y="2105"/>
                    </a:cubicBezTo>
                    <a:lnTo>
                      <a:pt x="535" y="1982"/>
                    </a:lnTo>
                    <a:lnTo>
                      <a:pt x="535" y="3780"/>
                    </a:lnTo>
                    <a:cubicBezTo>
                      <a:pt x="535" y="3890"/>
                      <a:pt x="624" y="3979"/>
                      <a:pt x="735" y="3979"/>
                    </a:cubicBezTo>
                    <a:lnTo>
                      <a:pt x="1450" y="3979"/>
                    </a:lnTo>
                    <a:cubicBezTo>
                      <a:pt x="1560" y="3979"/>
                      <a:pt x="1649" y="3890"/>
                      <a:pt x="1649" y="3780"/>
                    </a:cubicBezTo>
                    <a:lnTo>
                      <a:pt x="1649" y="2522"/>
                    </a:lnTo>
                    <a:lnTo>
                      <a:pt x="2561" y="2522"/>
                    </a:lnTo>
                    <a:lnTo>
                      <a:pt x="2561" y="3780"/>
                    </a:lnTo>
                    <a:cubicBezTo>
                      <a:pt x="2560" y="3890"/>
                      <a:pt x="2638" y="3979"/>
                      <a:pt x="2749" y="3979"/>
                    </a:cubicBezTo>
                    <a:lnTo>
                      <a:pt x="3506" y="3979"/>
                    </a:lnTo>
                    <a:cubicBezTo>
                      <a:pt x="3616" y="3979"/>
                      <a:pt x="3706" y="3890"/>
                      <a:pt x="3706" y="3779"/>
                    </a:cubicBezTo>
                    <a:lnTo>
                      <a:pt x="3706" y="2008"/>
                    </a:lnTo>
                    <a:cubicBezTo>
                      <a:pt x="3706" y="2008"/>
                      <a:pt x="3744" y="2041"/>
                      <a:pt x="3790" y="2082"/>
                    </a:cubicBezTo>
                    <a:cubicBezTo>
                      <a:pt x="3837" y="2123"/>
                      <a:pt x="3935" y="2090"/>
                      <a:pt x="4009" y="2008"/>
                    </a:cubicBezTo>
                    <a:lnTo>
                      <a:pt x="4061" y="1951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7" name="ï$liďé">
                <a:extLst>
                  <a:ext uri="{FF2B5EF4-FFF2-40B4-BE49-F238E27FC236}">
                    <a16:creationId xmlns:a16="http://schemas.microsoft.com/office/drawing/2014/main" xmlns="" id="{B4EA0F3C-7E0F-48FC-A605-2FB6F0B2340F}"/>
                  </a:ext>
                </a:extLst>
              </p:cNvPr>
              <p:cNvGrpSpPr/>
              <p:nvPr/>
            </p:nvGrpSpPr>
            <p:grpSpPr>
              <a:xfrm>
                <a:off x="2206399" y="2855323"/>
                <a:ext cx="1742858" cy="1662870"/>
                <a:chOff x="1842772" y="3115319"/>
                <a:chExt cx="1518993" cy="1662870"/>
              </a:xfrm>
            </p:grpSpPr>
            <p:sp>
              <p:nvSpPr>
                <p:cNvPr id="28" name="î$ľíḍê">
                  <a:extLst>
                    <a:ext uri="{FF2B5EF4-FFF2-40B4-BE49-F238E27FC236}">
                      <a16:creationId xmlns:a16="http://schemas.microsoft.com/office/drawing/2014/main" xmlns="" id="{A7ECA620-8AB4-41D0-95BC-97AB9179B6DE}"/>
                    </a:ext>
                  </a:extLst>
                </p:cNvPr>
                <p:cNvSpPr txBox="1"/>
                <p:nvPr/>
              </p:nvSpPr>
              <p:spPr>
                <a:xfrm>
                  <a:off x="1842772" y="3562083"/>
                  <a:ext cx="1518993" cy="12161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1600" dirty="0">
                      <a:solidFill>
                        <a:schemeClr val="bg1"/>
                      </a:solidFill>
                    </a:rPr>
                    <a:t>通过复制您的文本后，在此框中选择粘贴。</a:t>
                  </a:r>
                  <a:endParaRPr lang="en-US" altLang="zh-CN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îṥḻîḑè">
                  <a:extLst>
                    <a:ext uri="{FF2B5EF4-FFF2-40B4-BE49-F238E27FC236}">
                      <a16:creationId xmlns:a16="http://schemas.microsoft.com/office/drawing/2014/main" xmlns="" id="{AA3FA6B2-16A8-4A74-8E8C-D744070C7020}"/>
                    </a:ext>
                  </a:extLst>
                </p:cNvPr>
                <p:cNvSpPr/>
                <p:nvPr/>
              </p:nvSpPr>
              <p:spPr>
                <a:xfrm>
                  <a:off x="1842772" y="3115319"/>
                  <a:ext cx="1518993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sz="2000" b="1" dirty="0">
                      <a:solidFill>
                        <a:schemeClr val="bg1"/>
                      </a:solidFill>
                    </a:rPr>
                    <a:t>此处输入标题</a:t>
                  </a:r>
                </a:p>
              </p:txBody>
            </p:sp>
          </p:grpSp>
        </p:grpSp>
        <p:grpSp>
          <p:nvGrpSpPr>
            <p:cNvPr id="13" name="ïṡḷíďè">
              <a:extLst>
                <a:ext uri="{FF2B5EF4-FFF2-40B4-BE49-F238E27FC236}">
                  <a16:creationId xmlns:a16="http://schemas.microsoft.com/office/drawing/2014/main" xmlns="" id="{E30B69F0-18C5-474C-B0FC-81DC9147C6B3}"/>
                </a:ext>
              </a:extLst>
            </p:cNvPr>
            <p:cNvGrpSpPr/>
            <p:nvPr/>
          </p:nvGrpSpPr>
          <p:grpSpPr>
            <a:xfrm>
              <a:off x="4051616" y="2221468"/>
              <a:ext cx="1742858" cy="2648510"/>
              <a:chOff x="3739698" y="2221468"/>
              <a:chExt cx="1742858" cy="2648510"/>
            </a:xfrm>
          </p:grpSpPr>
          <p:sp>
            <p:nvSpPr>
              <p:cNvPr id="20" name="iṣļíḍè">
                <a:extLst>
                  <a:ext uri="{FF2B5EF4-FFF2-40B4-BE49-F238E27FC236}">
                    <a16:creationId xmlns:a16="http://schemas.microsoft.com/office/drawing/2014/main" xmlns="" id="{8D52C9D4-5A2F-43D2-BC72-9D479B68B6D1}"/>
                  </a:ext>
                </a:extLst>
              </p:cNvPr>
              <p:cNvSpPr/>
              <p:nvPr/>
            </p:nvSpPr>
            <p:spPr>
              <a:xfrm rot="5400000">
                <a:off x="3286872" y="2687568"/>
                <a:ext cx="2648510" cy="1716309"/>
              </a:xfrm>
              <a:prstGeom prst="homePlate">
                <a:avLst>
                  <a:gd name="adj" fmla="val 11812"/>
                </a:avLst>
              </a:prstGeom>
              <a:solidFill>
                <a:schemeClr val="accent1">
                  <a:alpha val="70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išḷîḓê">
                <a:extLst>
                  <a:ext uri="{FF2B5EF4-FFF2-40B4-BE49-F238E27FC236}">
                    <a16:creationId xmlns:a16="http://schemas.microsoft.com/office/drawing/2014/main" xmlns="" id="{872461A0-E1BA-4167-8445-AAEF08215CF6}"/>
                  </a:ext>
                </a:extLst>
              </p:cNvPr>
              <p:cNvSpPr/>
              <p:nvPr/>
            </p:nvSpPr>
            <p:spPr>
              <a:xfrm>
                <a:off x="4438010" y="2400391"/>
                <a:ext cx="346234" cy="332652"/>
              </a:xfrm>
              <a:custGeom>
                <a:avLst/>
                <a:gdLst>
                  <a:gd name="T0" fmla="*/ 4061 w 4135"/>
                  <a:gd name="T1" fmla="*/ 1951 h 3979"/>
                  <a:gd name="T2" fmla="*/ 4045 w 4135"/>
                  <a:gd name="T3" fmla="*/ 1672 h 3979"/>
                  <a:gd name="T4" fmla="*/ 2217 w 4135"/>
                  <a:gd name="T5" fmla="*/ 73 h 3979"/>
                  <a:gd name="T6" fmla="*/ 1920 w 4135"/>
                  <a:gd name="T7" fmla="*/ 76 h 3979"/>
                  <a:gd name="T8" fmla="*/ 86 w 4135"/>
                  <a:gd name="T9" fmla="*/ 1757 h 3979"/>
                  <a:gd name="T10" fmla="*/ 77 w 4135"/>
                  <a:gd name="T11" fmla="*/ 2036 h 3979"/>
                  <a:gd name="T12" fmla="*/ 123 w 4135"/>
                  <a:gd name="T13" fmla="*/ 2084 h 3979"/>
                  <a:gd name="T14" fmla="*/ 398 w 4135"/>
                  <a:gd name="T15" fmla="*/ 2105 h 3979"/>
                  <a:gd name="T16" fmla="*/ 535 w 4135"/>
                  <a:gd name="T17" fmla="*/ 1982 h 3979"/>
                  <a:gd name="T18" fmla="*/ 535 w 4135"/>
                  <a:gd name="T19" fmla="*/ 3780 h 3979"/>
                  <a:gd name="T20" fmla="*/ 735 w 4135"/>
                  <a:gd name="T21" fmla="*/ 3979 h 3979"/>
                  <a:gd name="T22" fmla="*/ 1450 w 4135"/>
                  <a:gd name="T23" fmla="*/ 3979 h 3979"/>
                  <a:gd name="T24" fmla="*/ 1649 w 4135"/>
                  <a:gd name="T25" fmla="*/ 3780 h 3979"/>
                  <a:gd name="T26" fmla="*/ 1649 w 4135"/>
                  <a:gd name="T27" fmla="*/ 2522 h 3979"/>
                  <a:gd name="T28" fmla="*/ 2561 w 4135"/>
                  <a:gd name="T29" fmla="*/ 2522 h 3979"/>
                  <a:gd name="T30" fmla="*/ 2561 w 4135"/>
                  <a:gd name="T31" fmla="*/ 3780 h 3979"/>
                  <a:gd name="T32" fmla="*/ 2749 w 4135"/>
                  <a:gd name="T33" fmla="*/ 3979 h 3979"/>
                  <a:gd name="T34" fmla="*/ 3506 w 4135"/>
                  <a:gd name="T35" fmla="*/ 3979 h 3979"/>
                  <a:gd name="T36" fmla="*/ 3706 w 4135"/>
                  <a:gd name="T37" fmla="*/ 3779 h 3979"/>
                  <a:gd name="T38" fmla="*/ 3706 w 4135"/>
                  <a:gd name="T39" fmla="*/ 2008 h 3979"/>
                  <a:gd name="T40" fmla="*/ 3790 w 4135"/>
                  <a:gd name="T41" fmla="*/ 2082 h 3979"/>
                  <a:gd name="T42" fmla="*/ 4009 w 4135"/>
                  <a:gd name="T43" fmla="*/ 2008 h 3979"/>
                  <a:gd name="T44" fmla="*/ 4061 w 4135"/>
                  <a:gd name="T45" fmla="*/ 1951 h 3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35" h="3979">
                    <a:moveTo>
                      <a:pt x="4061" y="1951"/>
                    </a:moveTo>
                    <a:cubicBezTo>
                      <a:pt x="4135" y="1870"/>
                      <a:pt x="4128" y="1745"/>
                      <a:pt x="4045" y="1672"/>
                    </a:cubicBezTo>
                    <a:lnTo>
                      <a:pt x="2217" y="73"/>
                    </a:lnTo>
                    <a:cubicBezTo>
                      <a:pt x="2134" y="0"/>
                      <a:pt x="2001" y="2"/>
                      <a:pt x="1920" y="76"/>
                    </a:cubicBezTo>
                    <a:lnTo>
                      <a:pt x="86" y="1757"/>
                    </a:lnTo>
                    <a:cubicBezTo>
                      <a:pt x="4" y="1832"/>
                      <a:pt x="0" y="1957"/>
                      <a:pt x="77" y="2036"/>
                    </a:cubicBezTo>
                    <a:lnTo>
                      <a:pt x="123" y="2084"/>
                    </a:lnTo>
                    <a:cubicBezTo>
                      <a:pt x="199" y="2163"/>
                      <a:pt x="322" y="2173"/>
                      <a:pt x="398" y="2105"/>
                    </a:cubicBezTo>
                    <a:lnTo>
                      <a:pt x="535" y="1982"/>
                    </a:lnTo>
                    <a:lnTo>
                      <a:pt x="535" y="3780"/>
                    </a:lnTo>
                    <a:cubicBezTo>
                      <a:pt x="535" y="3890"/>
                      <a:pt x="624" y="3979"/>
                      <a:pt x="735" y="3979"/>
                    </a:cubicBezTo>
                    <a:lnTo>
                      <a:pt x="1450" y="3979"/>
                    </a:lnTo>
                    <a:cubicBezTo>
                      <a:pt x="1560" y="3979"/>
                      <a:pt x="1649" y="3890"/>
                      <a:pt x="1649" y="3780"/>
                    </a:cubicBezTo>
                    <a:lnTo>
                      <a:pt x="1649" y="2522"/>
                    </a:lnTo>
                    <a:lnTo>
                      <a:pt x="2561" y="2522"/>
                    </a:lnTo>
                    <a:lnTo>
                      <a:pt x="2561" y="3780"/>
                    </a:lnTo>
                    <a:cubicBezTo>
                      <a:pt x="2560" y="3890"/>
                      <a:pt x="2638" y="3979"/>
                      <a:pt x="2749" y="3979"/>
                    </a:cubicBezTo>
                    <a:lnTo>
                      <a:pt x="3506" y="3979"/>
                    </a:lnTo>
                    <a:cubicBezTo>
                      <a:pt x="3616" y="3979"/>
                      <a:pt x="3706" y="3890"/>
                      <a:pt x="3706" y="3779"/>
                    </a:cubicBezTo>
                    <a:lnTo>
                      <a:pt x="3706" y="2008"/>
                    </a:lnTo>
                    <a:cubicBezTo>
                      <a:pt x="3706" y="2008"/>
                      <a:pt x="3744" y="2041"/>
                      <a:pt x="3790" y="2082"/>
                    </a:cubicBezTo>
                    <a:cubicBezTo>
                      <a:pt x="3837" y="2123"/>
                      <a:pt x="3935" y="2090"/>
                      <a:pt x="4009" y="2008"/>
                    </a:cubicBezTo>
                    <a:lnTo>
                      <a:pt x="4061" y="1951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2" name="îSḷídè">
                <a:extLst>
                  <a:ext uri="{FF2B5EF4-FFF2-40B4-BE49-F238E27FC236}">
                    <a16:creationId xmlns:a16="http://schemas.microsoft.com/office/drawing/2014/main" xmlns="" id="{902CF88B-9A1E-4A52-AC2A-2AA5D592EF78}"/>
                  </a:ext>
                </a:extLst>
              </p:cNvPr>
              <p:cNvGrpSpPr/>
              <p:nvPr/>
            </p:nvGrpSpPr>
            <p:grpSpPr>
              <a:xfrm>
                <a:off x="3739698" y="2855323"/>
                <a:ext cx="1742858" cy="1662870"/>
                <a:chOff x="1842772" y="3115319"/>
                <a:chExt cx="1518993" cy="1662870"/>
              </a:xfrm>
            </p:grpSpPr>
            <p:sp>
              <p:nvSpPr>
                <p:cNvPr id="23" name="íŝliḍé">
                  <a:extLst>
                    <a:ext uri="{FF2B5EF4-FFF2-40B4-BE49-F238E27FC236}">
                      <a16:creationId xmlns:a16="http://schemas.microsoft.com/office/drawing/2014/main" xmlns="" id="{0D42A346-8C4D-40A4-8A59-B30F9D975B7A}"/>
                    </a:ext>
                  </a:extLst>
                </p:cNvPr>
                <p:cNvSpPr txBox="1"/>
                <p:nvPr/>
              </p:nvSpPr>
              <p:spPr>
                <a:xfrm>
                  <a:off x="1842772" y="3562083"/>
                  <a:ext cx="1518993" cy="12161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1600" dirty="0">
                      <a:solidFill>
                        <a:schemeClr val="bg1"/>
                      </a:solidFill>
                    </a:rPr>
                    <a:t>通过复制您的文本后，在此框中选择粘贴。</a:t>
                  </a:r>
                  <a:endParaRPr lang="en-US" altLang="zh-CN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ïṥľíḍe">
                  <a:extLst>
                    <a:ext uri="{FF2B5EF4-FFF2-40B4-BE49-F238E27FC236}">
                      <a16:creationId xmlns:a16="http://schemas.microsoft.com/office/drawing/2014/main" xmlns="" id="{54C6F923-E051-4288-967B-50E72153DF3A}"/>
                    </a:ext>
                  </a:extLst>
                </p:cNvPr>
                <p:cNvSpPr/>
                <p:nvPr/>
              </p:nvSpPr>
              <p:spPr>
                <a:xfrm>
                  <a:off x="1842772" y="3115319"/>
                  <a:ext cx="1518993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sz="2000" b="1" dirty="0">
                      <a:solidFill>
                        <a:schemeClr val="bg1"/>
                      </a:solidFill>
                    </a:rPr>
                    <a:t>此处输入标题</a:t>
                  </a:r>
                </a:p>
              </p:txBody>
            </p:sp>
          </p:grpSp>
        </p:grpSp>
        <p:grpSp>
          <p:nvGrpSpPr>
            <p:cNvPr id="14" name="î$lïdê">
              <a:extLst>
                <a:ext uri="{FF2B5EF4-FFF2-40B4-BE49-F238E27FC236}">
                  <a16:creationId xmlns:a16="http://schemas.microsoft.com/office/drawing/2014/main" xmlns="" id="{A113B25B-E9CD-49CF-A8E2-1AA4B659B987}"/>
                </a:ext>
              </a:extLst>
            </p:cNvPr>
            <p:cNvGrpSpPr/>
            <p:nvPr/>
          </p:nvGrpSpPr>
          <p:grpSpPr>
            <a:xfrm>
              <a:off x="5740875" y="2221468"/>
              <a:ext cx="1742858" cy="2648510"/>
              <a:chOff x="5272997" y="2221468"/>
              <a:chExt cx="1742858" cy="2648510"/>
            </a:xfrm>
          </p:grpSpPr>
          <p:sp>
            <p:nvSpPr>
              <p:cNvPr id="15" name="îŝ1îďê">
                <a:extLst>
                  <a:ext uri="{FF2B5EF4-FFF2-40B4-BE49-F238E27FC236}">
                    <a16:creationId xmlns:a16="http://schemas.microsoft.com/office/drawing/2014/main" xmlns="" id="{963F26A8-B7F9-41D6-9AD0-807E9DC3461A}"/>
                  </a:ext>
                </a:extLst>
              </p:cNvPr>
              <p:cNvSpPr/>
              <p:nvPr/>
            </p:nvSpPr>
            <p:spPr>
              <a:xfrm rot="5400000">
                <a:off x="4820171" y="2687568"/>
                <a:ext cx="2648510" cy="1716309"/>
              </a:xfrm>
              <a:prstGeom prst="homePlate">
                <a:avLst>
                  <a:gd name="adj" fmla="val 11812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ísḻiḑe">
                <a:extLst>
                  <a:ext uri="{FF2B5EF4-FFF2-40B4-BE49-F238E27FC236}">
                    <a16:creationId xmlns:a16="http://schemas.microsoft.com/office/drawing/2014/main" xmlns="" id="{AF0DB631-3F77-47DF-A31F-5F2454CC93CD}"/>
                  </a:ext>
                </a:extLst>
              </p:cNvPr>
              <p:cNvSpPr/>
              <p:nvPr/>
            </p:nvSpPr>
            <p:spPr>
              <a:xfrm>
                <a:off x="5971309" y="2400391"/>
                <a:ext cx="346234" cy="332652"/>
              </a:xfrm>
              <a:custGeom>
                <a:avLst/>
                <a:gdLst>
                  <a:gd name="T0" fmla="*/ 4061 w 4135"/>
                  <a:gd name="T1" fmla="*/ 1951 h 3979"/>
                  <a:gd name="T2" fmla="*/ 4045 w 4135"/>
                  <a:gd name="T3" fmla="*/ 1672 h 3979"/>
                  <a:gd name="T4" fmla="*/ 2217 w 4135"/>
                  <a:gd name="T5" fmla="*/ 73 h 3979"/>
                  <a:gd name="T6" fmla="*/ 1920 w 4135"/>
                  <a:gd name="T7" fmla="*/ 76 h 3979"/>
                  <a:gd name="T8" fmla="*/ 86 w 4135"/>
                  <a:gd name="T9" fmla="*/ 1757 h 3979"/>
                  <a:gd name="T10" fmla="*/ 77 w 4135"/>
                  <a:gd name="T11" fmla="*/ 2036 h 3979"/>
                  <a:gd name="T12" fmla="*/ 123 w 4135"/>
                  <a:gd name="T13" fmla="*/ 2084 h 3979"/>
                  <a:gd name="T14" fmla="*/ 398 w 4135"/>
                  <a:gd name="T15" fmla="*/ 2105 h 3979"/>
                  <a:gd name="T16" fmla="*/ 535 w 4135"/>
                  <a:gd name="T17" fmla="*/ 1982 h 3979"/>
                  <a:gd name="T18" fmla="*/ 535 w 4135"/>
                  <a:gd name="T19" fmla="*/ 3780 h 3979"/>
                  <a:gd name="T20" fmla="*/ 735 w 4135"/>
                  <a:gd name="T21" fmla="*/ 3979 h 3979"/>
                  <a:gd name="T22" fmla="*/ 1450 w 4135"/>
                  <a:gd name="T23" fmla="*/ 3979 h 3979"/>
                  <a:gd name="T24" fmla="*/ 1649 w 4135"/>
                  <a:gd name="T25" fmla="*/ 3780 h 3979"/>
                  <a:gd name="T26" fmla="*/ 1649 w 4135"/>
                  <a:gd name="T27" fmla="*/ 2522 h 3979"/>
                  <a:gd name="T28" fmla="*/ 2561 w 4135"/>
                  <a:gd name="T29" fmla="*/ 2522 h 3979"/>
                  <a:gd name="T30" fmla="*/ 2561 w 4135"/>
                  <a:gd name="T31" fmla="*/ 3780 h 3979"/>
                  <a:gd name="T32" fmla="*/ 2749 w 4135"/>
                  <a:gd name="T33" fmla="*/ 3979 h 3979"/>
                  <a:gd name="T34" fmla="*/ 3506 w 4135"/>
                  <a:gd name="T35" fmla="*/ 3979 h 3979"/>
                  <a:gd name="T36" fmla="*/ 3706 w 4135"/>
                  <a:gd name="T37" fmla="*/ 3779 h 3979"/>
                  <a:gd name="T38" fmla="*/ 3706 w 4135"/>
                  <a:gd name="T39" fmla="*/ 2008 h 3979"/>
                  <a:gd name="T40" fmla="*/ 3790 w 4135"/>
                  <a:gd name="T41" fmla="*/ 2082 h 3979"/>
                  <a:gd name="T42" fmla="*/ 4009 w 4135"/>
                  <a:gd name="T43" fmla="*/ 2008 h 3979"/>
                  <a:gd name="T44" fmla="*/ 4061 w 4135"/>
                  <a:gd name="T45" fmla="*/ 1951 h 3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35" h="3979">
                    <a:moveTo>
                      <a:pt x="4061" y="1951"/>
                    </a:moveTo>
                    <a:cubicBezTo>
                      <a:pt x="4135" y="1870"/>
                      <a:pt x="4128" y="1745"/>
                      <a:pt x="4045" y="1672"/>
                    </a:cubicBezTo>
                    <a:lnTo>
                      <a:pt x="2217" y="73"/>
                    </a:lnTo>
                    <a:cubicBezTo>
                      <a:pt x="2134" y="0"/>
                      <a:pt x="2001" y="2"/>
                      <a:pt x="1920" y="76"/>
                    </a:cubicBezTo>
                    <a:lnTo>
                      <a:pt x="86" y="1757"/>
                    </a:lnTo>
                    <a:cubicBezTo>
                      <a:pt x="4" y="1832"/>
                      <a:pt x="0" y="1957"/>
                      <a:pt x="77" y="2036"/>
                    </a:cubicBezTo>
                    <a:lnTo>
                      <a:pt x="123" y="2084"/>
                    </a:lnTo>
                    <a:cubicBezTo>
                      <a:pt x="199" y="2163"/>
                      <a:pt x="322" y="2173"/>
                      <a:pt x="398" y="2105"/>
                    </a:cubicBezTo>
                    <a:lnTo>
                      <a:pt x="535" y="1982"/>
                    </a:lnTo>
                    <a:lnTo>
                      <a:pt x="535" y="3780"/>
                    </a:lnTo>
                    <a:cubicBezTo>
                      <a:pt x="535" y="3890"/>
                      <a:pt x="624" y="3979"/>
                      <a:pt x="735" y="3979"/>
                    </a:cubicBezTo>
                    <a:lnTo>
                      <a:pt x="1450" y="3979"/>
                    </a:lnTo>
                    <a:cubicBezTo>
                      <a:pt x="1560" y="3979"/>
                      <a:pt x="1649" y="3890"/>
                      <a:pt x="1649" y="3780"/>
                    </a:cubicBezTo>
                    <a:lnTo>
                      <a:pt x="1649" y="2522"/>
                    </a:lnTo>
                    <a:lnTo>
                      <a:pt x="2561" y="2522"/>
                    </a:lnTo>
                    <a:lnTo>
                      <a:pt x="2561" y="3780"/>
                    </a:lnTo>
                    <a:cubicBezTo>
                      <a:pt x="2560" y="3890"/>
                      <a:pt x="2638" y="3979"/>
                      <a:pt x="2749" y="3979"/>
                    </a:cubicBezTo>
                    <a:lnTo>
                      <a:pt x="3506" y="3979"/>
                    </a:lnTo>
                    <a:cubicBezTo>
                      <a:pt x="3616" y="3979"/>
                      <a:pt x="3706" y="3890"/>
                      <a:pt x="3706" y="3779"/>
                    </a:cubicBezTo>
                    <a:lnTo>
                      <a:pt x="3706" y="2008"/>
                    </a:lnTo>
                    <a:cubicBezTo>
                      <a:pt x="3706" y="2008"/>
                      <a:pt x="3744" y="2041"/>
                      <a:pt x="3790" y="2082"/>
                    </a:cubicBezTo>
                    <a:cubicBezTo>
                      <a:pt x="3837" y="2123"/>
                      <a:pt x="3935" y="2090"/>
                      <a:pt x="4009" y="2008"/>
                    </a:cubicBezTo>
                    <a:lnTo>
                      <a:pt x="4061" y="1951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" name="ïšḻiďè">
                <a:extLst>
                  <a:ext uri="{FF2B5EF4-FFF2-40B4-BE49-F238E27FC236}">
                    <a16:creationId xmlns:a16="http://schemas.microsoft.com/office/drawing/2014/main" xmlns="" id="{A7D7A819-3EE0-4DE6-9F23-A643F360A923}"/>
                  </a:ext>
                </a:extLst>
              </p:cNvPr>
              <p:cNvGrpSpPr/>
              <p:nvPr/>
            </p:nvGrpSpPr>
            <p:grpSpPr>
              <a:xfrm>
                <a:off x="5272997" y="2855323"/>
                <a:ext cx="1742858" cy="1662870"/>
                <a:chOff x="1842772" y="3115319"/>
                <a:chExt cx="1518993" cy="1662870"/>
              </a:xfrm>
            </p:grpSpPr>
            <p:sp>
              <p:nvSpPr>
                <p:cNvPr id="18" name="iŝḷíḓe">
                  <a:extLst>
                    <a:ext uri="{FF2B5EF4-FFF2-40B4-BE49-F238E27FC236}">
                      <a16:creationId xmlns:a16="http://schemas.microsoft.com/office/drawing/2014/main" xmlns="" id="{F7D3B187-66DD-4CB0-9094-2C8EF50EE537}"/>
                    </a:ext>
                  </a:extLst>
                </p:cNvPr>
                <p:cNvSpPr txBox="1"/>
                <p:nvPr/>
              </p:nvSpPr>
              <p:spPr>
                <a:xfrm>
                  <a:off x="1842772" y="3562083"/>
                  <a:ext cx="1518993" cy="12161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1600" dirty="0">
                      <a:solidFill>
                        <a:schemeClr val="bg1"/>
                      </a:solidFill>
                    </a:rPr>
                    <a:t>通过复制您的文本后，在此框中选择粘贴。</a:t>
                  </a:r>
                  <a:endParaRPr lang="en-US" altLang="zh-CN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íSľîďé">
                  <a:extLst>
                    <a:ext uri="{FF2B5EF4-FFF2-40B4-BE49-F238E27FC236}">
                      <a16:creationId xmlns:a16="http://schemas.microsoft.com/office/drawing/2014/main" xmlns="" id="{C65C5EE9-79EF-438B-A229-7617C1CFC2F8}"/>
                    </a:ext>
                  </a:extLst>
                </p:cNvPr>
                <p:cNvSpPr/>
                <p:nvPr/>
              </p:nvSpPr>
              <p:spPr>
                <a:xfrm>
                  <a:off x="1842772" y="3115319"/>
                  <a:ext cx="1518993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sz="2000" b="1" dirty="0">
                      <a:solidFill>
                        <a:schemeClr val="bg1"/>
                      </a:solidFill>
                    </a:rPr>
                    <a:t>此处输入标题</a:t>
                  </a:r>
                </a:p>
              </p:txBody>
            </p:sp>
          </p:grpSp>
        </p:grp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101" y="3276"/>
            <a:ext cx="1882505" cy="6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87849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ís1îďé">
            <a:extLst>
              <a:ext uri="{FF2B5EF4-FFF2-40B4-BE49-F238E27FC236}">
                <a16:creationId xmlns:a16="http://schemas.microsoft.com/office/drawing/2014/main" xmlns="" id="{ABF802B1-832D-4912-A59A-02256F0E5C0F}"/>
              </a:ext>
            </a:extLst>
          </p:cNvPr>
          <p:cNvSpPr/>
          <p:nvPr/>
        </p:nvSpPr>
        <p:spPr bwMode="auto">
          <a:xfrm>
            <a:off x="673100" y="782828"/>
            <a:ext cx="10845800" cy="26461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53897" b="-5597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AABF6BE7-27BA-4AB9-A427-0035365CE76B}"/>
              </a:ext>
            </a:extLst>
          </p:cNvPr>
          <p:cNvGrpSpPr/>
          <p:nvPr/>
        </p:nvGrpSpPr>
        <p:grpSpPr>
          <a:xfrm>
            <a:off x="6892091" y="-343713"/>
            <a:ext cx="4910718" cy="4910718"/>
            <a:chOff x="6892091" y="-343713"/>
            <a:chExt cx="4910718" cy="4910718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4D9D561D-087D-4575-BA81-763823576657}"/>
                </a:ext>
              </a:extLst>
            </p:cNvPr>
            <p:cNvGrpSpPr/>
            <p:nvPr/>
          </p:nvGrpSpPr>
          <p:grpSpPr>
            <a:xfrm>
              <a:off x="6892091" y="-343713"/>
              <a:ext cx="4910718" cy="4910718"/>
              <a:chOff x="6892091" y="1293063"/>
              <a:chExt cx="4910718" cy="4910718"/>
            </a:xfrm>
          </p:grpSpPr>
          <p:sp>
            <p:nvSpPr>
              <p:cNvPr id="29" name="îṣliḑé">
                <a:extLst>
                  <a:ext uri="{FF2B5EF4-FFF2-40B4-BE49-F238E27FC236}">
                    <a16:creationId xmlns:a16="http://schemas.microsoft.com/office/drawing/2014/main" xmlns="" id="{55E1C15F-A325-4AFA-A2E2-7B62235EB5AC}"/>
                  </a:ext>
                </a:extLst>
              </p:cNvPr>
              <p:cNvSpPr txBox="1"/>
              <p:nvPr/>
            </p:nvSpPr>
            <p:spPr bwMode="auto">
              <a:xfrm>
                <a:off x="7647411" y="2101569"/>
                <a:ext cx="3400078" cy="3293706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>
                <a:outerShdw blurRad="12700" dist="12700" sx="102000" sy="102000" algn="ctr" rotWithShape="0">
                  <a:prstClr val="black">
                    <a:alpha val="8000"/>
                  </a:prstClr>
                </a:outerShdw>
              </a:effectLst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algn="ctr" defTabSz="914377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en-US" altLang="zh-CN" dirty="0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xmlns="" id="{079CF5FF-E7FB-427E-80E0-823FFB6C0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700000">
                <a:off x="6892091" y="1293063"/>
                <a:ext cx="4910718" cy="4910718"/>
              </a:xfrm>
              <a:prstGeom prst="rect">
                <a:avLst/>
              </a:prstGeom>
            </p:spPr>
          </p:pic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7E1DB9C9-40E0-4543-86C4-21E72F63774E}"/>
                </a:ext>
              </a:extLst>
            </p:cNvPr>
            <p:cNvSpPr txBox="1"/>
            <p:nvPr/>
          </p:nvSpPr>
          <p:spPr>
            <a:xfrm>
              <a:off x="8185914" y="911318"/>
              <a:ext cx="232307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5000" b="1" dirty="0">
                  <a:solidFill>
                    <a:schemeClr val="bg1"/>
                  </a:solidFill>
                </a:rPr>
                <a:t>02</a:t>
              </a:r>
              <a:endParaRPr lang="zh-CN" altLang="en-US" sz="15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378E3FC0-D555-4084-8653-AEAC6C9D30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382506" y="1967472"/>
            <a:ext cx="2923055" cy="2923055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5712776E-F339-48B9-BBEE-882CD7C8F9B9}"/>
              </a:ext>
            </a:extLst>
          </p:cNvPr>
          <p:cNvGrpSpPr/>
          <p:nvPr/>
        </p:nvGrpSpPr>
        <p:grpSpPr>
          <a:xfrm>
            <a:off x="3921374" y="3563277"/>
            <a:ext cx="3726037" cy="2338806"/>
            <a:chOff x="3921374" y="3563277"/>
            <a:chExt cx="3726037" cy="2338806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467D006B-B1E6-471B-AF5C-ABA508C7E931}"/>
                </a:ext>
              </a:extLst>
            </p:cNvPr>
            <p:cNvSpPr txBox="1"/>
            <p:nvPr/>
          </p:nvSpPr>
          <p:spPr>
            <a:xfrm>
              <a:off x="4077203" y="3563277"/>
              <a:ext cx="3570208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6600" dirty="0"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公司架构</a:t>
              </a:r>
            </a:p>
          </p:txBody>
        </p:sp>
        <p:sp>
          <p:nvSpPr>
            <p:cNvPr id="44" name="îslíḑê">
              <a:extLst>
                <a:ext uri="{FF2B5EF4-FFF2-40B4-BE49-F238E27FC236}">
                  <a16:creationId xmlns:a16="http://schemas.microsoft.com/office/drawing/2014/main" xmlns="" id="{6664B453-2D37-4FC8-9EB8-6248BAFE3A77}"/>
                </a:ext>
              </a:extLst>
            </p:cNvPr>
            <p:cNvSpPr/>
            <p:nvPr/>
          </p:nvSpPr>
          <p:spPr bwMode="auto">
            <a:xfrm>
              <a:off x="3921374" y="4645771"/>
              <a:ext cx="3726037" cy="125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dirty="0"/>
                <a:t>通过复制您的文本后，在此框中选择粘贴。</a:t>
              </a:r>
            </a:p>
            <a:p>
              <a:pPr algn="r"/>
              <a:endParaRPr lang="en-US" altLang="zh-CN" dirty="0"/>
            </a:p>
            <a:p>
              <a:pPr algn="r"/>
              <a:r>
                <a:rPr lang="en-US" altLang="zh-CN" dirty="0"/>
                <a:t>……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5F0A5717-01AA-49E1-803A-3654922FFC14}"/>
                </a:ext>
              </a:extLst>
            </p:cNvPr>
            <p:cNvSpPr/>
            <p:nvPr/>
          </p:nvSpPr>
          <p:spPr>
            <a:xfrm>
              <a:off x="5846020" y="4587432"/>
              <a:ext cx="1720959" cy="586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18209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iSḻíḓè">
            <a:extLst>
              <a:ext uri="{FF2B5EF4-FFF2-40B4-BE49-F238E27FC236}">
                <a16:creationId xmlns:a16="http://schemas.microsoft.com/office/drawing/2014/main" xmlns="" id="{B1591391-8C1F-4731-9F8B-BBF79095C598}"/>
              </a:ext>
            </a:extLst>
          </p:cNvPr>
          <p:cNvGrpSpPr/>
          <p:nvPr/>
        </p:nvGrpSpPr>
        <p:grpSpPr>
          <a:xfrm>
            <a:off x="669925" y="3136324"/>
            <a:ext cx="2684264" cy="1292496"/>
            <a:chOff x="719137" y="1429926"/>
            <a:chExt cx="5376847" cy="1292496"/>
          </a:xfrm>
        </p:grpSpPr>
        <p:sp>
          <p:nvSpPr>
            <p:cNvPr id="8" name="ïṡļïḋé">
              <a:extLst>
                <a:ext uri="{FF2B5EF4-FFF2-40B4-BE49-F238E27FC236}">
                  <a16:creationId xmlns:a16="http://schemas.microsoft.com/office/drawing/2014/main" xmlns="" id="{F0F71278-C5BE-46C0-9184-1EDBE9E33366}"/>
                </a:ext>
              </a:extLst>
            </p:cNvPr>
            <p:cNvSpPr/>
            <p:nvPr/>
          </p:nvSpPr>
          <p:spPr bwMode="auto">
            <a:xfrm>
              <a:off x="719137" y="1871731"/>
              <a:ext cx="5376847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>
                  <a:cs typeface="+mn-ea"/>
                  <a:sym typeface="+mn-lt"/>
                </a:rPr>
                <a:t>通过复制您的文本后，在此框中选择粘贴。</a:t>
              </a:r>
              <a:endParaRPr lang="en-US" altLang="zh-CN" sz="1600" dirty="0"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9" name="ï$ḷiḋe">
              <a:extLst>
                <a:ext uri="{FF2B5EF4-FFF2-40B4-BE49-F238E27FC236}">
                  <a16:creationId xmlns:a16="http://schemas.microsoft.com/office/drawing/2014/main" xmlns="" id="{72EB6FCE-F78F-491F-BA29-632076BB2763}"/>
                </a:ext>
              </a:extLst>
            </p:cNvPr>
            <p:cNvSpPr txBox="1"/>
            <p:nvPr/>
          </p:nvSpPr>
          <p:spPr bwMode="auto">
            <a:xfrm>
              <a:off x="719137" y="1429926"/>
              <a:ext cx="537684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>
                  <a:cs typeface="+mn-ea"/>
                  <a:sym typeface="+mn-lt"/>
                </a:rPr>
                <a:t>此处添加标题</a:t>
              </a:r>
              <a:endParaRPr lang="en-US" altLang="zh-CN" sz="2000" b="1" dirty="0"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597838ED-1F80-4791-BD9B-A7F59B63B37B}"/>
              </a:ext>
            </a:extLst>
          </p:cNvPr>
          <p:cNvGrpSpPr/>
          <p:nvPr/>
        </p:nvGrpSpPr>
        <p:grpSpPr>
          <a:xfrm>
            <a:off x="5657850" y="1637349"/>
            <a:ext cx="3391099" cy="1981200"/>
            <a:chOff x="5657850" y="1637349"/>
            <a:chExt cx="3391099" cy="1981200"/>
          </a:xfrm>
        </p:grpSpPr>
        <p:sp>
          <p:nvSpPr>
            <p:cNvPr id="11" name="ïṡľîḑê">
              <a:extLst>
                <a:ext uri="{FF2B5EF4-FFF2-40B4-BE49-F238E27FC236}">
                  <a16:creationId xmlns:a16="http://schemas.microsoft.com/office/drawing/2014/main" xmlns="" id="{E18E2FE7-7891-4616-B3A7-3A9983FADF4F}"/>
                </a:ext>
              </a:extLst>
            </p:cNvPr>
            <p:cNvSpPr/>
            <p:nvPr/>
          </p:nvSpPr>
          <p:spPr>
            <a:xfrm>
              <a:off x="5657850" y="1637349"/>
              <a:ext cx="3052763" cy="1981200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362" b="-1362"/>
              </a:stretch>
            </a:blipFill>
            <a:ln w="3175">
              <a:noFill/>
              <a:prstDash val="sysDash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2800" b="1" dirty="0">
                  <a:cs typeface="+mn-ea"/>
                  <a:sym typeface="+mn-lt"/>
                </a:rPr>
                <a:t>      </a:t>
              </a:r>
            </a:p>
          </p:txBody>
        </p:sp>
        <p:grpSp>
          <p:nvGrpSpPr>
            <p:cNvPr id="12" name="ïṥḻiḑé">
              <a:extLst>
                <a:ext uri="{FF2B5EF4-FFF2-40B4-BE49-F238E27FC236}">
                  <a16:creationId xmlns:a16="http://schemas.microsoft.com/office/drawing/2014/main" xmlns="" id="{58C1909D-2EBC-447C-A863-B08921A5A897}"/>
                </a:ext>
              </a:extLst>
            </p:cNvPr>
            <p:cNvGrpSpPr/>
            <p:nvPr/>
          </p:nvGrpSpPr>
          <p:grpSpPr>
            <a:xfrm>
              <a:off x="8372277" y="2289770"/>
              <a:ext cx="676672" cy="676358"/>
              <a:chOff x="2953472" y="3177454"/>
              <a:chExt cx="1008468" cy="1008000"/>
            </a:xfrm>
          </p:grpSpPr>
          <p:sp>
            <p:nvSpPr>
              <p:cNvPr id="13" name="îṡḻïďe">
                <a:extLst>
                  <a:ext uri="{FF2B5EF4-FFF2-40B4-BE49-F238E27FC236}">
                    <a16:creationId xmlns:a16="http://schemas.microsoft.com/office/drawing/2014/main" xmlns="" id="{12A67D33-C56A-4C82-ACAC-EC74AC005B82}"/>
                  </a:ext>
                </a:extLst>
              </p:cNvPr>
              <p:cNvSpPr/>
              <p:nvPr/>
            </p:nvSpPr>
            <p:spPr>
              <a:xfrm>
                <a:off x="2953472" y="3177454"/>
                <a:ext cx="1008468" cy="100800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4" name="îšlîḑe">
                <a:extLst>
                  <a:ext uri="{FF2B5EF4-FFF2-40B4-BE49-F238E27FC236}">
                    <a16:creationId xmlns:a16="http://schemas.microsoft.com/office/drawing/2014/main" xmlns="" id="{15ECA773-10E7-4A00-96FC-8BD00D4EE722}"/>
                  </a:ext>
                </a:extLst>
              </p:cNvPr>
              <p:cNvSpPr/>
              <p:nvPr/>
            </p:nvSpPr>
            <p:spPr>
              <a:xfrm>
                <a:off x="3224404" y="3437005"/>
                <a:ext cx="466604" cy="488898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00926E4A-27EF-4F1D-AB91-BA93B996241F}"/>
              </a:ext>
            </a:extLst>
          </p:cNvPr>
          <p:cNvGrpSpPr/>
          <p:nvPr/>
        </p:nvGrpSpPr>
        <p:grpSpPr>
          <a:xfrm>
            <a:off x="5657850" y="3667125"/>
            <a:ext cx="3391099" cy="1981200"/>
            <a:chOff x="5657850" y="3667125"/>
            <a:chExt cx="3391099" cy="1981200"/>
          </a:xfrm>
        </p:grpSpPr>
        <p:sp>
          <p:nvSpPr>
            <p:cNvPr id="16" name="íṩliḋê">
              <a:extLst>
                <a:ext uri="{FF2B5EF4-FFF2-40B4-BE49-F238E27FC236}">
                  <a16:creationId xmlns:a16="http://schemas.microsoft.com/office/drawing/2014/main" xmlns="" id="{042F1B57-6633-409B-90C2-DB6EAFAA950C}"/>
                </a:ext>
              </a:extLst>
            </p:cNvPr>
            <p:cNvSpPr/>
            <p:nvPr/>
          </p:nvSpPr>
          <p:spPr>
            <a:xfrm>
              <a:off x="5657850" y="3667125"/>
              <a:ext cx="3052763" cy="1981200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362" b="-1362"/>
              </a:stretch>
            </a:blipFill>
            <a:ln w="3175">
              <a:noFill/>
              <a:prstDash val="sysDash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2800" b="1" dirty="0">
                  <a:cs typeface="+mn-ea"/>
                  <a:sym typeface="+mn-lt"/>
                </a:rPr>
                <a:t>      </a:t>
              </a:r>
            </a:p>
          </p:txBody>
        </p:sp>
        <p:grpSp>
          <p:nvGrpSpPr>
            <p:cNvPr id="17" name="ïṧḷïďé">
              <a:extLst>
                <a:ext uri="{FF2B5EF4-FFF2-40B4-BE49-F238E27FC236}">
                  <a16:creationId xmlns:a16="http://schemas.microsoft.com/office/drawing/2014/main" xmlns="" id="{597F9034-2A45-41E3-87A3-89CFFB4B7066}"/>
                </a:ext>
              </a:extLst>
            </p:cNvPr>
            <p:cNvGrpSpPr/>
            <p:nvPr/>
          </p:nvGrpSpPr>
          <p:grpSpPr>
            <a:xfrm>
              <a:off x="8372277" y="4319546"/>
              <a:ext cx="676672" cy="676358"/>
              <a:chOff x="2953472" y="3177454"/>
              <a:chExt cx="1008468" cy="1008000"/>
            </a:xfrm>
          </p:grpSpPr>
          <p:sp>
            <p:nvSpPr>
              <p:cNvPr id="18" name="íŝ1iďé">
                <a:extLst>
                  <a:ext uri="{FF2B5EF4-FFF2-40B4-BE49-F238E27FC236}">
                    <a16:creationId xmlns:a16="http://schemas.microsoft.com/office/drawing/2014/main" xmlns="" id="{26B086E8-FCFD-4989-97C8-128C5F774EA2}"/>
                  </a:ext>
                </a:extLst>
              </p:cNvPr>
              <p:cNvSpPr/>
              <p:nvPr/>
            </p:nvSpPr>
            <p:spPr>
              <a:xfrm>
                <a:off x="2953472" y="3177454"/>
                <a:ext cx="1008468" cy="100800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9" name="ïs1íḍé">
                <a:extLst>
                  <a:ext uri="{FF2B5EF4-FFF2-40B4-BE49-F238E27FC236}">
                    <a16:creationId xmlns:a16="http://schemas.microsoft.com/office/drawing/2014/main" xmlns="" id="{41E942D4-D0AD-48C7-92E0-0AE49B087AC2}"/>
                  </a:ext>
                </a:extLst>
              </p:cNvPr>
              <p:cNvSpPr/>
              <p:nvPr/>
            </p:nvSpPr>
            <p:spPr>
              <a:xfrm>
                <a:off x="3224404" y="3437005"/>
                <a:ext cx="466604" cy="488898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işlïdè">
            <a:extLst>
              <a:ext uri="{FF2B5EF4-FFF2-40B4-BE49-F238E27FC236}">
                <a16:creationId xmlns:a16="http://schemas.microsoft.com/office/drawing/2014/main" xmlns="" id="{ACAE5FC6-7F55-40AF-BECF-D9B8E6EA7164}"/>
              </a:ext>
            </a:extLst>
          </p:cNvPr>
          <p:cNvGrpSpPr/>
          <p:nvPr/>
        </p:nvGrpSpPr>
        <p:grpSpPr>
          <a:xfrm>
            <a:off x="9048949" y="2064730"/>
            <a:ext cx="2479576" cy="1292496"/>
            <a:chOff x="719137" y="1429926"/>
            <a:chExt cx="5376847" cy="1292496"/>
          </a:xfrm>
        </p:grpSpPr>
        <p:sp>
          <p:nvSpPr>
            <p:cNvPr id="21" name="íŝlidê">
              <a:extLst>
                <a:ext uri="{FF2B5EF4-FFF2-40B4-BE49-F238E27FC236}">
                  <a16:creationId xmlns:a16="http://schemas.microsoft.com/office/drawing/2014/main" xmlns="" id="{8ABFF16A-E7C4-41DD-A888-499CE53B9E27}"/>
                </a:ext>
              </a:extLst>
            </p:cNvPr>
            <p:cNvSpPr/>
            <p:nvPr/>
          </p:nvSpPr>
          <p:spPr bwMode="auto">
            <a:xfrm>
              <a:off x="719137" y="1871731"/>
              <a:ext cx="5376847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>
                  <a:cs typeface="+mn-ea"/>
                  <a:sym typeface="+mn-lt"/>
                </a:rPr>
                <a:t>通过复制您的文本后，在此框中选择粘贴。</a:t>
              </a:r>
              <a:endParaRPr lang="en-US" altLang="zh-CN" sz="1600" dirty="0"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22" name="išlîde">
              <a:extLst>
                <a:ext uri="{FF2B5EF4-FFF2-40B4-BE49-F238E27FC236}">
                  <a16:creationId xmlns:a16="http://schemas.microsoft.com/office/drawing/2014/main" xmlns="" id="{87EBDB0D-5729-44E4-84BD-7160966DB8F6}"/>
                </a:ext>
              </a:extLst>
            </p:cNvPr>
            <p:cNvSpPr txBox="1"/>
            <p:nvPr/>
          </p:nvSpPr>
          <p:spPr bwMode="auto">
            <a:xfrm>
              <a:off x="719137" y="1429926"/>
              <a:ext cx="537684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>
                  <a:cs typeface="+mn-ea"/>
                  <a:sym typeface="+mn-lt"/>
                </a:rPr>
                <a:t>此处添加标题</a:t>
              </a:r>
              <a:endParaRPr lang="en-US" altLang="zh-CN" sz="2000" b="1" dirty="0">
                <a:cs typeface="+mn-ea"/>
                <a:sym typeface="+mn-lt"/>
              </a:endParaRPr>
            </a:p>
          </p:txBody>
        </p:sp>
      </p:grpSp>
      <p:grpSp>
        <p:nvGrpSpPr>
          <p:cNvPr id="23" name="ïŝ1îḑè">
            <a:extLst>
              <a:ext uri="{FF2B5EF4-FFF2-40B4-BE49-F238E27FC236}">
                <a16:creationId xmlns:a16="http://schemas.microsoft.com/office/drawing/2014/main" xmlns="" id="{BA9D2DA2-B24B-421B-88A4-37B968093EB9}"/>
              </a:ext>
            </a:extLst>
          </p:cNvPr>
          <p:cNvGrpSpPr/>
          <p:nvPr/>
        </p:nvGrpSpPr>
        <p:grpSpPr>
          <a:xfrm>
            <a:off x="9048949" y="4101986"/>
            <a:ext cx="2479576" cy="1292496"/>
            <a:chOff x="719137" y="1429926"/>
            <a:chExt cx="5376847" cy="1292496"/>
          </a:xfrm>
        </p:grpSpPr>
        <p:sp>
          <p:nvSpPr>
            <p:cNvPr id="24" name="isļïďe">
              <a:extLst>
                <a:ext uri="{FF2B5EF4-FFF2-40B4-BE49-F238E27FC236}">
                  <a16:creationId xmlns:a16="http://schemas.microsoft.com/office/drawing/2014/main" xmlns="" id="{B06758AB-FB2B-4773-BAB8-679A5D999E81}"/>
                </a:ext>
              </a:extLst>
            </p:cNvPr>
            <p:cNvSpPr/>
            <p:nvPr/>
          </p:nvSpPr>
          <p:spPr bwMode="auto">
            <a:xfrm>
              <a:off x="719137" y="1871731"/>
              <a:ext cx="5376847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>
                  <a:cs typeface="+mn-ea"/>
                  <a:sym typeface="+mn-lt"/>
                </a:rPr>
                <a:t>通过复制您的文本后，在此框中选择粘贴。</a:t>
              </a:r>
              <a:endParaRPr lang="en-US" altLang="zh-CN" sz="1600" dirty="0"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600" dirty="0">
                  <a:cs typeface="+mn-ea"/>
                  <a:sym typeface="+mn-lt"/>
                </a:rPr>
                <a:t>… …</a:t>
              </a:r>
            </a:p>
          </p:txBody>
        </p:sp>
        <p:sp>
          <p:nvSpPr>
            <p:cNvPr id="25" name="ísḷîḑé">
              <a:extLst>
                <a:ext uri="{FF2B5EF4-FFF2-40B4-BE49-F238E27FC236}">
                  <a16:creationId xmlns:a16="http://schemas.microsoft.com/office/drawing/2014/main" xmlns="" id="{5DA28178-E9BB-4FA2-BB04-431640BF91CA}"/>
                </a:ext>
              </a:extLst>
            </p:cNvPr>
            <p:cNvSpPr txBox="1"/>
            <p:nvPr/>
          </p:nvSpPr>
          <p:spPr bwMode="auto">
            <a:xfrm>
              <a:off x="719137" y="1429926"/>
              <a:ext cx="537684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>
                  <a:cs typeface="+mn-ea"/>
                  <a:sym typeface="+mn-lt"/>
                </a:rPr>
                <a:t>此处添加标题</a:t>
              </a:r>
              <a:endParaRPr lang="en-US" altLang="zh-CN" sz="2000" b="1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xmlns="" id="{150EBD39-879E-4348-8169-26881241F7C8}"/>
              </a:ext>
            </a:extLst>
          </p:cNvPr>
          <p:cNvGrpSpPr/>
          <p:nvPr/>
        </p:nvGrpSpPr>
        <p:grpSpPr>
          <a:xfrm>
            <a:off x="3357364" y="2488864"/>
            <a:ext cx="3605412" cy="2259370"/>
            <a:chOff x="3357364" y="2488864"/>
            <a:chExt cx="3605412" cy="2259370"/>
          </a:xfrm>
        </p:grpSpPr>
        <p:sp>
          <p:nvSpPr>
            <p:cNvPr id="27" name="îS1iďê">
              <a:extLst>
                <a:ext uri="{FF2B5EF4-FFF2-40B4-BE49-F238E27FC236}">
                  <a16:creationId xmlns:a16="http://schemas.microsoft.com/office/drawing/2014/main" xmlns="" id="{B78EFF85-26A5-4DE0-A403-2051970F196D}"/>
                </a:ext>
              </a:extLst>
            </p:cNvPr>
            <p:cNvSpPr/>
            <p:nvPr/>
          </p:nvSpPr>
          <p:spPr>
            <a:xfrm>
              <a:off x="3481388" y="2488864"/>
              <a:ext cx="3481388" cy="2259370"/>
            </a:xfrm>
            <a:prstGeom prst="rect">
              <a:avLst/>
            </a:prstGeom>
            <a:solidFill>
              <a:schemeClr val="bg1"/>
            </a:solidFill>
            <a:ln w="57150" cmpd="sng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 sz="2800" b="1">
                <a:cs typeface="+mn-ea"/>
                <a:sym typeface="+mn-lt"/>
              </a:endParaRPr>
            </a:p>
          </p:txBody>
        </p:sp>
        <p:sp>
          <p:nvSpPr>
            <p:cNvPr id="28" name="îṣḷïḋê">
              <a:extLst>
                <a:ext uri="{FF2B5EF4-FFF2-40B4-BE49-F238E27FC236}">
                  <a16:creationId xmlns:a16="http://schemas.microsoft.com/office/drawing/2014/main" xmlns="" id="{3FDA975A-6808-4BA2-B98D-C4C555DC9686}"/>
                </a:ext>
              </a:extLst>
            </p:cNvPr>
            <p:cNvSpPr/>
            <p:nvPr/>
          </p:nvSpPr>
          <p:spPr>
            <a:xfrm>
              <a:off x="3695700" y="2627949"/>
              <a:ext cx="3052763" cy="1981200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362" b="-1362"/>
              </a:stretch>
            </a:blipFill>
            <a:ln w="57150" cmpd="sng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 sz="2800" b="1" dirty="0">
                <a:cs typeface="+mn-ea"/>
                <a:sym typeface="+mn-lt"/>
              </a:endParaRPr>
            </a:p>
          </p:txBody>
        </p:sp>
        <p:grpSp>
          <p:nvGrpSpPr>
            <p:cNvPr id="29" name="îŝlïḋe">
              <a:extLst>
                <a:ext uri="{FF2B5EF4-FFF2-40B4-BE49-F238E27FC236}">
                  <a16:creationId xmlns:a16="http://schemas.microsoft.com/office/drawing/2014/main" xmlns="" id="{AE731ACB-9C07-47C4-91E8-A27253191F2D}"/>
                </a:ext>
              </a:extLst>
            </p:cNvPr>
            <p:cNvGrpSpPr/>
            <p:nvPr/>
          </p:nvGrpSpPr>
          <p:grpSpPr>
            <a:xfrm>
              <a:off x="3357364" y="3280370"/>
              <a:ext cx="676672" cy="676358"/>
              <a:chOff x="2953472" y="3177454"/>
              <a:chExt cx="1008468" cy="1008000"/>
            </a:xfrm>
          </p:grpSpPr>
          <p:sp>
            <p:nvSpPr>
              <p:cNvPr id="30" name="ïṥḷîḍe">
                <a:extLst>
                  <a:ext uri="{FF2B5EF4-FFF2-40B4-BE49-F238E27FC236}">
                    <a16:creationId xmlns:a16="http://schemas.microsoft.com/office/drawing/2014/main" xmlns="" id="{61178618-BB76-4058-B2FE-FC7DE8A13145}"/>
                  </a:ext>
                </a:extLst>
              </p:cNvPr>
              <p:cNvSpPr/>
              <p:nvPr/>
            </p:nvSpPr>
            <p:spPr>
              <a:xfrm>
                <a:off x="2953472" y="3177454"/>
                <a:ext cx="1008468" cy="1008000"/>
              </a:xfrm>
              <a:custGeom>
                <a:avLst/>
                <a:gdLst>
                  <a:gd name="connsiteX0" fmla="*/ 0 w 1260455"/>
                  <a:gd name="connsiteY0" fmla="*/ 630228 h 1260455"/>
                  <a:gd name="connsiteX1" fmla="*/ 630228 w 1260455"/>
                  <a:gd name="connsiteY1" fmla="*/ 0 h 1260455"/>
                  <a:gd name="connsiteX2" fmla="*/ 1260456 w 1260455"/>
                  <a:gd name="connsiteY2" fmla="*/ 630228 h 1260455"/>
                  <a:gd name="connsiteX3" fmla="*/ 630228 w 1260455"/>
                  <a:gd name="connsiteY3" fmla="*/ 1260456 h 1260455"/>
                  <a:gd name="connsiteX4" fmla="*/ 0 w 1260455"/>
                  <a:gd name="connsiteY4" fmla="*/ 630228 h 126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0455" h="1260455">
                    <a:moveTo>
                      <a:pt x="0" y="630228"/>
                    </a:moveTo>
                    <a:cubicBezTo>
                      <a:pt x="0" y="282163"/>
                      <a:pt x="282163" y="0"/>
                      <a:pt x="630228" y="0"/>
                    </a:cubicBezTo>
                    <a:cubicBezTo>
                      <a:pt x="978293" y="0"/>
                      <a:pt x="1260456" y="282163"/>
                      <a:pt x="1260456" y="630228"/>
                    </a:cubicBezTo>
                    <a:cubicBezTo>
                      <a:pt x="1260456" y="978293"/>
                      <a:pt x="978293" y="1260456"/>
                      <a:pt x="630228" y="1260456"/>
                    </a:cubicBezTo>
                    <a:cubicBezTo>
                      <a:pt x="282163" y="1260456"/>
                      <a:pt x="0" y="978293"/>
                      <a:pt x="0" y="630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" name="iṥ1îďé">
                <a:extLst>
                  <a:ext uri="{FF2B5EF4-FFF2-40B4-BE49-F238E27FC236}">
                    <a16:creationId xmlns:a16="http://schemas.microsoft.com/office/drawing/2014/main" xmlns="" id="{47E9AEA2-01DB-4B41-8A6E-F7B3C2C3F8AC}"/>
                  </a:ext>
                </a:extLst>
              </p:cNvPr>
              <p:cNvSpPr/>
              <p:nvPr/>
            </p:nvSpPr>
            <p:spPr>
              <a:xfrm>
                <a:off x="3224404" y="3437005"/>
                <a:ext cx="466604" cy="488898"/>
              </a:xfrm>
              <a:custGeom>
                <a:avLst/>
                <a:gdLst>
                  <a:gd name="connsiteX0" fmla="*/ 345269 w 578992"/>
                  <a:gd name="connsiteY0" fmla="*/ 346719 h 606657"/>
                  <a:gd name="connsiteX1" fmla="*/ 527264 w 578992"/>
                  <a:gd name="connsiteY1" fmla="*/ 395415 h 606657"/>
                  <a:gd name="connsiteX2" fmla="*/ 536965 w 578992"/>
                  <a:gd name="connsiteY2" fmla="*/ 431758 h 606657"/>
                  <a:gd name="connsiteX3" fmla="*/ 512135 w 578992"/>
                  <a:gd name="connsiteY3" fmla="*/ 456550 h 606657"/>
                  <a:gd name="connsiteX4" fmla="*/ 572652 w 578992"/>
                  <a:gd name="connsiteY4" fmla="*/ 516975 h 606657"/>
                  <a:gd name="connsiteX5" fmla="*/ 572652 w 578992"/>
                  <a:gd name="connsiteY5" fmla="*/ 547632 h 606657"/>
                  <a:gd name="connsiteX6" fmla="*/ 519877 w 578992"/>
                  <a:gd name="connsiteY6" fmla="*/ 600326 h 606657"/>
                  <a:gd name="connsiteX7" fmla="*/ 489174 w 578992"/>
                  <a:gd name="connsiteY7" fmla="*/ 600326 h 606657"/>
                  <a:gd name="connsiteX8" fmla="*/ 428657 w 578992"/>
                  <a:gd name="connsiteY8" fmla="*/ 539901 h 606657"/>
                  <a:gd name="connsiteX9" fmla="*/ 403739 w 578992"/>
                  <a:gd name="connsiteY9" fmla="*/ 564782 h 606657"/>
                  <a:gd name="connsiteX10" fmla="*/ 366628 w 578992"/>
                  <a:gd name="connsiteY10" fmla="*/ 552075 h 606657"/>
                  <a:gd name="connsiteX11" fmla="*/ 318659 w 578992"/>
                  <a:gd name="connsiteY11" fmla="*/ 373288 h 606657"/>
                  <a:gd name="connsiteX12" fmla="*/ 345269 w 578992"/>
                  <a:gd name="connsiteY12" fmla="*/ 346719 h 606657"/>
                  <a:gd name="connsiteX13" fmla="*/ 233275 w 578992"/>
                  <a:gd name="connsiteY13" fmla="*/ 312148 h 606657"/>
                  <a:gd name="connsiteX14" fmla="*/ 255262 w 578992"/>
                  <a:gd name="connsiteY14" fmla="*/ 334095 h 606657"/>
                  <a:gd name="connsiteX15" fmla="*/ 281255 w 578992"/>
                  <a:gd name="connsiteY15" fmla="*/ 357464 h 606657"/>
                  <a:gd name="connsiteX16" fmla="*/ 289000 w 578992"/>
                  <a:gd name="connsiteY16" fmla="*/ 365016 h 606657"/>
                  <a:gd name="connsiteX17" fmla="*/ 300127 w 578992"/>
                  <a:gd name="connsiteY17" fmla="*/ 416019 h 606657"/>
                  <a:gd name="connsiteX18" fmla="*/ 298791 w 578992"/>
                  <a:gd name="connsiteY18" fmla="*/ 422416 h 606657"/>
                  <a:gd name="connsiteX19" fmla="*/ 260514 w 578992"/>
                  <a:gd name="connsiteY19" fmla="*/ 407844 h 606657"/>
                  <a:gd name="connsiteX20" fmla="*/ 260514 w 578992"/>
                  <a:gd name="connsiteY20" fmla="*/ 398159 h 606657"/>
                  <a:gd name="connsiteX21" fmla="*/ 211822 w 578992"/>
                  <a:gd name="connsiteY21" fmla="*/ 335339 h 606657"/>
                  <a:gd name="connsiteX22" fmla="*/ 233275 w 578992"/>
                  <a:gd name="connsiteY22" fmla="*/ 312148 h 606657"/>
                  <a:gd name="connsiteX23" fmla="*/ 283295 w 578992"/>
                  <a:gd name="connsiteY23" fmla="*/ 133638 h 606657"/>
                  <a:gd name="connsiteX24" fmla="*/ 303944 w 578992"/>
                  <a:gd name="connsiteY24" fmla="*/ 155858 h 606657"/>
                  <a:gd name="connsiteX25" fmla="*/ 303944 w 578992"/>
                  <a:gd name="connsiteY25" fmla="*/ 165457 h 606657"/>
                  <a:gd name="connsiteX26" fmla="*/ 352630 w 578992"/>
                  <a:gd name="connsiteY26" fmla="*/ 228294 h 606657"/>
                  <a:gd name="connsiteX27" fmla="*/ 331180 w 578992"/>
                  <a:gd name="connsiteY27" fmla="*/ 251580 h 606657"/>
                  <a:gd name="connsiteX28" fmla="*/ 309196 w 578992"/>
                  <a:gd name="connsiteY28" fmla="*/ 229538 h 606657"/>
                  <a:gd name="connsiteX29" fmla="*/ 283206 w 578992"/>
                  <a:gd name="connsiteY29" fmla="*/ 206252 h 606657"/>
                  <a:gd name="connsiteX30" fmla="*/ 256327 w 578992"/>
                  <a:gd name="connsiteY30" fmla="*/ 240648 h 606657"/>
                  <a:gd name="connsiteX31" fmla="*/ 282583 w 578992"/>
                  <a:gd name="connsiteY31" fmla="*/ 260112 h 606657"/>
                  <a:gd name="connsiteX32" fmla="*/ 348625 w 578992"/>
                  <a:gd name="connsiteY32" fmla="*/ 307306 h 606657"/>
                  <a:gd name="connsiteX33" fmla="*/ 341594 w 578992"/>
                  <a:gd name="connsiteY33" fmla="*/ 317083 h 606657"/>
                  <a:gd name="connsiteX34" fmla="*/ 316494 w 578992"/>
                  <a:gd name="connsiteY34" fmla="*/ 322594 h 606657"/>
                  <a:gd name="connsiteX35" fmla="*/ 306792 w 578992"/>
                  <a:gd name="connsiteY35" fmla="*/ 319305 h 606657"/>
                  <a:gd name="connsiteX36" fmla="*/ 282227 w 578992"/>
                  <a:gd name="connsiteY36" fmla="*/ 303485 h 606657"/>
                  <a:gd name="connsiteX37" fmla="*/ 211825 w 578992"/>
                  <a:gd name="connsiteY37" fmla="*/ 234604 h 606657"/>
                  <a:gd name="connsiteX38" fmla="*/ 260510 w 578992"/>
                  <a:gd name="connsiteY38" fmla="*/ 166612 h 606657"/>
                  <a:gd name="connsiteX39" fmla="*/ 260510 w 578992"/>
                  <a:gd name="connsiteY39" fmla="*/ 155236 h 606657"/>
                  <a:gd name="connsiteX40" fmla="*/ 283295 w 578992"/>
                  <a:gd name="connsiteY40" fmla="*/ 133638 h 606657"/>
                  <a:gd name="connsiteX41" fmla="*/ 282248 w 578992"/>
                  <a:gd name="connsiteY41" fmla="*/ 0 h 606657"/>
                  <a:gd name="connsiteX42" fmla="*/ 551768 w 578992"/>
                  <a:gd name="connsiteY42" fmla="*/ 365640 h 606657"/>
                  <a:gd name="connsiteX43" fmla="*/ 541888 w 578992"/>
                  <a:gd name="connsiteY43" fmla="*/ 369995 h 606657"/>
                  <a:gd name="connsiteX44" fmla="*/ 534768 w 578992"/>
                  <a:gd name="connsiteY44" fmla="*/ 367507 h 606657"/>
                  <a:gd name="connsiteX45" fmla="*/ 487148 w 578992"/>
                  <a:gd name="connsiteY45" fmla="*/ 354797 h 606657"/>
                  <a:gd name="connsiteX46" fmla="*/ 482163 w 578992"/>
                  <a:gd name="connsiteY46" fmla="*/ 345554 h 606657"/>
                  <a:gd name="connsiteX47" fmla="*/ 282248 w 578992"/>
                  <a:gd name="connsiteY47" fmla="*/ 72257 h 606657"/>
                  <a:gd name="connsiteX48" fmla="*/ 72364 w 578992"/>
                  <a:gd name="connsiteY48" fmla="*/ 281829 h 606657"/>
                  <a:gd name="connsiteX49" fmla="*/ 313134 w 578992"/>
                  <a:gd name="connsiteY49" fmla="*/ 489180 h 606657"/>
                  <a:gd name="connsiteX50" fmla="*/ 321145 w 578992"/>
                  <a:gd name="connsiteY50" fmla="*/ 494423 h 606657"/>
                  <a:gd name="connsiteX51" fmla="*/ 336277 w 578992"/>
                  <a:gd name="connsiteY51" fmla="*/ 550771 h 606657"/>
                  <a:gd name="connsiteX52" fmla="*/ 330580 w 578992"/>
                  <a:gd name="connsiteY52" fmla="*/ 559748 h 606657"/>
                  <a:gd name="connsiteX53" fmla="*/ 0 w 578992"/>
                  <a:gd name="connsiteY53" fmla="*/ 281829 h 606657"/>
                  <a:gd name="connsiteX54" fmla="*/ 282248 w 578992"/>
                  <a:gd name="connsiteY54" fmla="*/ 0 h 6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578992" h="606657">
                    <a:moveTo>
                      <a:pt x="345269" y="346719"/>
                    </a:moveTo>
                    <a:lnTo>
                      <a:pt x="527264" y="395415"/>
                    </a:lnTo>
                    <a:cubicBezTo>
                      <a:pt x="543372" y="399769"/>
                      <a:pt x="548801" y="419940"/>
                      <a:pt x="536965" y="431758"/>
                    </a:cubicBezTo>
                    <a:lnTo>
                      <a:pt x="512135" y="456550"/>
                    </a:lnTo>
                    <a:lnTo>
                      <a:pt x="572652" y="516975"/>
                    </a:lnTo>
                    <a:cubicBezTo>
                      <a:pt x="581106" y="525506"/>
                      <a:pt x="581106" y="539190"/>
                      <a:pt x="572652" y="547632"/>
                    </a:cubicBezTo>
                    <a:lnTo>
                      <a:pt x="519877" y="600326"/>
                    </a:lnTo>
                    <a:cubicBezTo>
                      <a:pt x="511334" y="608768"/>
                      <a:pt x="497629" y="608768"/>
                      <a:pt x="489174" y="600326"/>
                    </a:cubicBezTo>
                    <a:lnTo>
                      <a:pt x="428657" y="539901"/>
                    </a:lnTo>
                    <a:lnTo>
                      <a:pt x="403739" y="564782"/>
                    </a:lnTo>
                    <a:cubicBezTo>
                      <a:pt x="393148" y="575357"/>
                      <a:pt x="372501" y="574024"/>
                      <a:pt x="366628" y="552075"/>
                    </a:cubicBezTo>
                    <a:cubicBezTo>
                      <a:pt x="366005" y="549854"/>
                      <a:pt x="319015" y="374799"/>
                      <a:pt x="318659" y="373288"/>
                    </a:cubicBezTo>
                    <a:cubicBezTo>
                      <a:pt x="314298" y="357205"/>
                      <a:pt x="329071" y="342454"/>
                      <a:pt x="345269" y="346719"/>
                    </a:cubicBezTo>
                    <a:close/>
                    <a:moveTo>
                      <a:pt x="233275" y="312148"/>
                    </a:moveTo>
                    <a:cubicBezTo>
                      <a:pt x="245470" y="311970"/>
                      <a:pt x="255440" y="321922"/>
                      <a:pt x="255262" y="334095"/>
                    </a:cubicBezTo>
                    <a:cubicBezTo>
                      <a:pt x="255084" y="345646"/>
                      <a:pt x="263986" y="357464"/>
                      <a:pt x="281255" y="357464"/>
                    </a:cubicBezTo>
                    <a:cubicBezTo>
                      <a:pt x="286329" y="357464"/>
                      <a:pt x="289267" y="361195"/>
                      <a:pt x="289000" y="365016"/>
                    </a:cubicBezTo>
                    <a:cubicBezTo>
                      <a:pt x="288465" y="375412"/>
                      <a:pt x="290068" y="378611"/>
                      <a:pt x="300127" y="416019"/>
                    </a:cubicBezTo>
                    <a:cubicBezTo>
                      <a:pt x="300750" y="418240"/>
                      <a:pt x="300305" y="420639"/>
                      <a:pt x="298791" y="422416"/>
                    </a:cubicBezTo>
                    <a:cubicBezTo>
                      <a:pt x="285706" y="437788"/>
                      <a:pt x="260514" y="428458"/>
                      <a:pt x="260514" y="407844"/>
                    </a:cubicBezTo>
                    <a:lnTo>
                      <a:pt x="260514" y="398159"/>
                    </a:lnTo>
                    <a:cubicBezTo>
                      <a:pt x="232919" y="390340"/>
                      <a:pt x="212534" y="365283"/>
                      <a:pt x="211822" y="335339"/>
                    </a:cubicBezTo>
                    <a:cubicBezTo>
                      <a:pt x="211555" y="323077"/>
                      <a:pt x="220902" y="312237"/>
                      <a:pt x="233275" y="312148"/>
                    </a:cubicBezTo>
                    <a:close/>
                    <a:moveTo>
                      <a:pt x="283295" y="133638"/>
                    </a:moveTo>
                    <a:cubicBezTo>
                      <a:pt x="294955" y="134171"/>
                      <a:pt x="303944" y="144215"/>
                      <a:pt x="303944" y="155858"/>
                    </a:cubicBezTo>
                    <a:lnTo>
                      <a:pt x="303944" y="165457"/>
                    </a:lnTo>
                    <a:cubicBezTo>
                      <a:pt x="331536" y="173367"/>
                      <a:pt x="351918" y="198430"/>
                      <a:pt x="352630" y="228294"/>
                    </a:cubicBezTo>
                    <a:cubicBezTo>
                      <a:pt x="352897" y="240648"/>
                      <a:pt x="343552" y="251402"/>
                      <a:pt x="331180" y="251580"/>
                    </a:cubicBezTo>
                    <a:cubicBezTo>
                      <a:pt x="318987" y="251757"/>
                      <a:pt x="309018" y="241803"/>
                      <a:pt x="309196" y="229538"/>
                    </a:cubicBezTo>
                    <a:cubicBezTo>
                      <a:pt x="309374" y="218073"/>
                      <a:pt x="300473" y="206252"/>
                      <a:pt x="283206" y="206252"/>
                    </a:cubicBezTo>
                    <a:cubicBezTo>
                      <a:pt x="265583" y="206252"/>
                      <a:pt x="251076" y="222783"/>
                      <a:pt x="256327" y="240648"/>
                    </a:cubicBezTo>
                    <a:cubicBezTo>
                      <a:pt x="259709" y="252202"/>
                      <a:pt x="270568" y="260112"/>
                      <a:pt x="282583" y="260112"/>
                    </a:cubicBezTo>
                    <a:cubicBezTo>
                      <a:pt x="312845" y="260290"/>
                      <a:pt x="339013" y="280021"/>
                      <a:pt x="348625" y="307306"/>
                    </a:cubicBezTo>
                    <a:cubicBezTo>
                      <a:pt x="350405" y="312106"/>
                      <a:pt x="346756" y="317350"/>
                      <a:pt x="341594" y="317083"/>
                    </a:cubicBezTo>
                    <a:cubicBezTo>
                      <a:pt x="332960" y="316728"/>
                      <a:pt x="324327" y="318594"/>
                      <a:pt x="316494" y="322594"/>
                    </a:cubicBezTo>
                    <a:cubicBezTo>
                      <a:pt x="312934" y="324460"/>
                      <a:pt x="308484" y="322949"/>
                      <a:pt x="306792" y="319305"/>
                    </a:cubicBezTo>
                    <a:cubicBezTo>
                      <a:pt x="302520" y="310062"/>
                      <a:pt x="293086" y="303485"/>
                      <a:pt x="282227" y="303485"/>
                    </a:cubicBezTo>
                    <a:cubicBezTo>
                      <a:pt x="244133" y="303485"/>
                      <a:pt x="212537" y="272555"/>
                      <a:pt x="211825" y="234604"/>
                    </a:cubicBezTo>
                    <a:cubicBezTo>
                      <a:pt x="211202" y="203141"/>
                      <a:pt x="231673" y="176300"/>
                      <a:pt x="260510" y="166612"/>
                    </a:cubicBezTo>
                    <a:lnTo>
                      <a:pt x="260510" y="155236"/>
                    </a:lnTo>
                    <a:cubicBezTo>
                      <a:pt x="260510" y="142970"/>
                      <a:pt x="270835" y="133016"/>
                      <a:pt x="283295" y="133638"/>
                    </a:cubicBezTo>
                    <a:close/>
                    <a:moveTo>
                      <a:pt x="282248" y="0"/>
                    </a:moveTo>
                    <a:cubicBezTo>
                      <a:pt x="471126" y="0"/>
                      <a:pt x="608556" y="183353"/>
                      <a:pt x="551768" y="365640"/>
                    </a:cubicBezTo>
                    <a:cubicBezTo>
                      <a:pt x="550522" y="369729"/>
                      <a:pt x="545894" y="371773"/>
                      <a:pt x="541888" y="369995"/>
                    </a:cubicBezTo>
                    <a:cubicBezTo>
                      <a:pt x="539574" y="369018"/>
                      <a:pt x="537260" y="368218"/>
                      <a:pt x="534768" y="367507"/>
                    </a:cubicBezTo>
                    <a:lnTo>
                      <a:pt x="487148" y="354797"/>
                    </a:lnTo>
                    <a:cubicBezTo>
                      <a:pt x="483142" y="353731"/>
                      <a:pt x="480917" y="349554"/>
                      <a:pt x="482163" y="345554"/>
                    </a:cubicBezTo>
                    <a:cubicBezTo>
                      <a:pt x="525600" y="210372"/>
                      <a:pt x="423773" y="72257"/>
                      <a:pt x="282248" y="72257"/>
                    </a:cubicBezTo>
                    <a:cubicBezTo>
                      <a:pt x="166536" y="72257"/>
                      <a:pt x="72364" y="166289"/>
                      <a:pt x="72364" y="281829"/>
                    </a:cubicBezTo>
                    <a:cubicBezTo>
                      <a:pt x="72364" y="410257"/>
                      <a:pt x="187453" y="507933"/>
                      <a:pt x="313134" y="489180"/>
                    </a:cubicBezTo>
                    <a:cubicBezTo>
                      <a:pt x="316784" y="488646"/>
                      <a:pt x="320255" y="490957"/>
                      <a:pt x="321145" y="494423"/>
                    </a:cubicBezTo>
                    <a:lnTo>
                      <a:pt x="336277" y="550771"/>
                    </a:lnTo>
                    <a:cubicBezTo>
                      <a:pt x="337345" y="554860"/>
                      <a:pt x="334764" y="559037"/>
                      <a:pt x="330580" y="559748"/>
                    </a:cubicBezTo>
                    <a:cubicBezTo>
                      <a:pt x="163332" y="589433"/>
                      <a:pt x="0" y="461006"/>
                      <a:pt x="0" y="281829"/>
                    </a:cubicBezTo>
                    <a:cubicBezTo>
                      <a:pt x="0" y="126472"/>
                      <a:pt x="126571" y="0"/>
                      <a:pt x="2822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101" y="3276"/>
            <a:ext cx="1882505" cy="6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52401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11" name="íṧlide">
            <a:extLst>
              <a:ext uri="{FF2B5EF4-FFF2-40B4-BE49-F238E27FC236}">
                <a16:creationId xmlns:a16="http://schemas.microsoft.com/office/drawing/2014/main" xmlns="" id="{B42A843F-BB3E-4809-818C-B3252089A357}"/>
              </a:ext>
            </a:extLst>
          </p:cNvPr>
          <p:cNvGrpSpPr/>
          <p:nvPr/>
        </p:nvGrpSpPr>
        <p:grpSpPr>
          <a:xfrm>
            <a:off x="660400" y="1854200"/>
            <a:ext cx="3389600" cy="1781175"/>
            <a:chOff x="660400" y="1130300"/>
            <a:chExt cx="3389600" cy="1781175"/>
          </a:xfrm>
        </p:grpSpPr>
        <p:sp>
          <p:nvSpPr>
            <p:cNvPr id="21" name="îṡlíḑè">
              <a:extLst>
                <a:ext uri="{FF2B5EF4-FFF2-40B4-BE49-F238E27FC236}">
                  <a16:creationId xmlns:a16="http://schemas.microsoft.com/office/drawing/2014/main" xmlns="" id="{921D2456-A6A6-43F5-AD86-0A010D24A2F0}"/>
                </a:ext>
              </a:extLst>
            </p:cNvPr>
            <p:cNvSpPr txBox="1"/>
            <p:nvPr/>
          </p:nvSpPr>
          <p:spPr>
            <a:xfrm>
              <a:off x="660400" y="1130300"/>
              <a:ext cx="3389600" cy="5192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/>
                <a:t>此处输入标题</a:t>
              </a:r>
              <a:endParaRPr lang="id-ID" sz="2000" b="1" dirty="0"/>
            </a:p>
          </p:txBody>
        </p:sp>
        <p:sp>
          <p:nvSpPr>
            <p:cNvPr id="22" name="ïSlidé">
              <a:extLst>
                <a:ext uri="{FF2B5EF4-FFF2-40B4-BE49-F238E27FC236}">
                  <a16:creationId xmlns:a16="http://schemas.microsoft.com/office/drawing/2014/main" xmlns="" id="{F8E07573-A8E5-42F7-B445-E2E8E3B47ABD}"/>
                </a:ext>
              </a:extLst>
            </p:cNvPr>
            <p:cNvSpPr/>
            <p:nvPr/>
          </p:nvSpPr>
          <p:spPr bwMode="auto">
            <a:xfrm>
              <a:off x="660400" y="1649524"/>
              <a:ext cx="3389600" cy="126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12" name="iṥ1îḓè">
            <a:extLst>
              <a:ext uri="{FF2B5EF4-FFF2-40B4-BE49-F238E27FC236}">
                <a16:creationId xmlns:a16="http://schemas.microsoft.com/office/drawing/2014/main" xmlns="" id="{FDA9F7EC-51D6-487A-A0F8-379171DD7B16}"/>
              </a:ext>
            </a:extLst>
          </p:cNvPr>
          <p:cNvGrpSpPr/>
          <p:nvPr/>
        </p:nvGrpSpPr>
        <p:grpSpPr>
          <a:xfrm>
            <a:off x="4394850" y="1854200"/>
            <a:ext cx="3389600" cy="1781175"/>
            <a:chOff x="660400" y="1130300"/>
            <a:chExt cx="3389600" cy="1781175"/>
          </a:xfrm>
        </p:grpSpPr>
        <p:sp>
          <p:nvSpPr>
            <p:cNvPr id="19" name="ïṧlïdé">
              <a:extLst>
                <a:ext uri="{FF2B5EF4-FFF2-40B4-BE49-F238E27FC236}">
                  <a16:creationId xmlns:a16="http://schemas.microsoft.com/office/drawing/2014/main" xmlns="" id="{921D2456-A6A6-43F5-AD86-0A010D24A2F0}"/>
                </a:ext>
              </a:extLst>
            </p:cNvPr>
            <p:cNvSpPr txBox="1"/>
            <p:nvPr/>
          </p:nvSpPr>
          <p:spPr>
            <a:xfrm>
              <a:off x="660400" y="1130300"/>
              <a:ext cx="3389600" cy="5192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/>
                <a:t>此处输入标题</a:t>
              </a:r>
              <a:endParaRPr lang="id-ID" sz="2000" b="1" dirty="0"/>
            </a:p>
          </p:txBody>
        </p:sp>
        <p:sp>
          <p:nvSpPr>
            <p:cNvPr id="20" name="iṩḻïḑe">
              <a:extLst>
                <a:ext uri="{FF2B5EF4-FFF2-40B4-BE49-F238E27FC236}">
                  <a16:creationId xmlns:a16="http://schemas.microsoft.com/office/drawing/2014/main" xmlns="" id="{F8E07573-A8E5-42F7-B445-E2E8E3B47ABD}"/>
                </a:ext>
              </a:extLst>
            </p:cNvPr>
            <p:cNvSpPr/>
            <p:nvPr/>
          </p:nvSpPr>
          <p:spPr bwMode="auto">
            <a:xfrm>
              <a:off x="660400" y="1649524"/>
              <a:ext cx="3389600" cy="126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13" name="ïṧḷiḋe">
            <a:extLst>
              <a:ext uri="{FF2B5EF4-FFF2-40B4-BE49-F238E27FC236}">
                <a16:creationId xmlns:a16="http://schemas.microsoft.com/office/drawing/2014/main" xmlns="" id="{DFCFAD95-3DB4-40B1-911D-9D88AE616E71}"/>
              </a:ext>
            </a:extLst>
          </p:cNvPr>
          <p:cNvGrpSpPr/>
          <p:nvPr/>
        </p:nvGrpSpPr>
        <p:grpSpPr>
          <a:xfrm>
            <a:off x="8129300" y="1854200"/>
            <a:ext cx="3389600" cy="1781175"/>
            <a:chOff x="660400" y="1130300"/>
            <a:chExt cx="3389600" cy="1781175"/>
          </a:xfrm>
        </p:grpSpPr>
        <p:sp>
          <p:nvSpPr>
            <p:cNvPr id="17" name="iṥliďe">
              <a:extLst>
                <a:ext uri="{FF2B5EF4-FFF2-40B4-BE49-F238E27FC236}">
                  <a16:creationId xmlns:a16="http://schemas.microsoft.com/office/drawing/2014/main" xmlns="" id="{921D2456-A6A6-43F5-AD86-0A010D24A2F0}"/>
                </a:ext>
              </a:extLst>
            </p:cNvPr>
            <p:cNvSpPr txBox="1"/>
            <p:nvPr/>
          </p:nvSpPr>
          <p:spPr>
            <a:xfrm>
              <a:off x="660400" y="1130300"/>
              <a:ext cx="3389600" cy="5192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/>
                <a:t>此处输入标题</a:t>
              </a:r>
              <a:endParaRPr lang="id-ID" sz="2000" b="1" dirty="0"/>
            </a:p>
          </p:txBody>
        </p:sp>
        <p:sp>
          <p:nvSpPr>
            <p:cNvPr id="18" name="ïslíďé">
              <a:extLst>
                <a:ext uri="{FF2B5EF4-FFF2-40B4-BE49-F238E27FC236}">
                  <a16:creationId xmlns:a16="http://schemas.microsoft.com/office/drawing/2014/main" xmlns="" id="{F8E07573-A8E5-42F7-B445-E2E8E3B47ABD}"/>
                </a:ext>
              </a:extLst>
            </p:cNvPr>
            <p:cNvSpPr/>
            <p:nvPr/>
          </p:nvSpPr>
          <p:spPr bwMode="auto">
            <a:xfrm>
              <a:off x="660400" y="1649524"/>
              <a:ext cx="3389600" cy="126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endParaRPr lang="en-US" altLang="zh-CN" sz="16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/>
                <a:t>……</a:t>
              </a: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xmlns="" id="{F29D5988-A058-4F31-B401-04426BCD4D38}"/>
              </a:ext>
            </a:extLst>
          </p:cNvPr>
          <p:cNvCxnSpPr>
            <a:cxnSpLocks/>
          </p:cNvCxnSpPr>
          <p:nvPr/>
        </p:nvCxnSpPr>
        <p:spPr>
          <a:xfrm>
            <a:off x="4060500" y="1854200"/>
            <a:ext cx="0" cy="215174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xmlns="" id="{A42ADE5B-2188-4DE8-B2BE-35A21E17B447}"/>
              </a:ext>
            </a:extLst>
          </p:cNvPr>
          <p:cNvCxnSpPr>
            <a:cxnSpLocks/>
          </p:cNvCxnSpPr>
          <p:nvPr/>
        </p:nvCxnSpPr>
        <p:spPr>
          <a:xfrm>
            <a:off x="8131500" y="1854200"/>
            <a:ext cx="0" cy="215174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B79C5DD0-757E-43C9-9629-5DD78610E506}"/>
              </a:ext>
            </a:extLst>
          </p:cNvPr>
          <p:cNvGrpSpPr/>
          <p:nvPr/>
        </p:nvGrpSpPr>
        <p:grpSpPr>
          <a:xfrm>
            <a:off x="0" y="3771900"/>
            <a:ext cx="12192000" cy="3173400"/>
            <a:chOff x="0" y="3771900"/>
            <a:chExt cx="12192000" cy="3173400"/>
          </a:xfrm>
        </p:grpSpPr>
        <p:sp>
          <p:nvSpPr>
            <p:cNvPr id="16" name="iśľíḑè">
              <a:extLst>
                <a:ext uri="{FF2B5EF4-FFF2-40B4-BE49-F238E27FC236}">
                  <a16:creationId xmlns:a16="http://schemas.microsoft.com/office/drawing/2014/main" xmlns="" id="{6EB9F7FA-5D2C-4796-BF99-35F025DB1AF5}"/>
                </a:ext>
              </a:extLst>
            </p:cNvPr>
            <p:cNvSpPr/>
            <p:nvPr/>
          </p:nvSpPr>
          <p:spPr>
            <a:xfrm>
              <a:off x="0" y="3771900"/>
              <a:ext cx="12192000" cy="591671"/>
            </a:xfrm>
            <a:prstGeom prst="rect">
              <a:avLst/>
            </a:prstGeom>
            <a:solidFill>
              <a:schemeClr val="accent1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5CB604A6-D3AF-4501-A5B2-C8052C573139}"/>
                </a:ext>
              </a:extLst>
            </p:cNvPr>
            <p:cNvSpPr/>
            <p:nvPr/>
          </p:nvSpPr>
          <p:spPr>
            <a:xfrm>
              <a:off x="0" y="4363571"/>
              <a:ext cx="12192000" cy="2581729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72980" b="-7298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890617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46B1FD86-84F6-4EE9-A3D0-88CFEFE33012}"/>
              </a:ext>
            </a:extLst>
          </p:cNvPr>
          <p:cNvGrpSpPr/>
          <p:nvPr/>
        </p:nvGrpSpPr>
        <p:grpSpPr>
          <a:xfrm>
            <a:off x="669925" y="1361721"/>
            <a:ext cx="2086769" cy="4152900"/>
            <a:chOff x="669925" y="969840"/>
            <a:chExt cx="2086769" cy="4152900"/>
          </a:xfrm>
        </p:grpSpPr>
        <p:sp>
          <p:nvSpPr>
            <p:cNvPr id="8" name="ïṩ1ïḑé">
              <a:extLst>
                <a:ext uri="{FF2B5EF4-FFF2-40B4-BE49-F238E27FC236}">
                  <a16:creationId xmlns:a16="http://schemas.microsoft.com/office/drawing/2014/main" xmlns="" id="{74B03C42-0550-4990-A32A-A7F26ABE7D0E}"/>
                </a:ext>
              </a:extLst>
            </p:cNvPr>
            <p:cNvSpPr/>
            <p:nvPr/>
          </p:nvSpPr>
          <p:spPr bwMode="auto">
            <a:xfrm>
              <a:off x="673100" y="2178823"/>
              <a:ext cx="1778000" cy="2250617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936" r="-4493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0877ABBD-57D0-4FDA-81EA-A5E6B9461774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" y="96984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îślîḋê">
              <a:extLst>
                <a:ext uri="{FF2B5EF4-FFF2-40B4-BE49-F238E27FC236}">
                  <a16:creationId xmlns:a16="http://schemas.microsoft.com/office/drawing/2014/main" xmlns="" id="{350DAEE7-1929-44BF-8F27-17F1475D7243}"/>
                </a:ext>
              </a:extLst>
            </p:cNvPr>
            <p:cNvSpPr/>
            <p:nvPr/>
          </p:nvSpPr>
          <p:spPr bwMode="auto">
            <a:xfrm>
              <a:off x="708661" y="4783706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11" name="ï$líḍé">
              <a:extLst>
                <a:ext uri="{FF2B5EF4-FFF2-40B4-BE49-F238E27FC236}">
                  <a16:creationId xmlns:a16="http://schemas.microsoft.com/office/drawing/2014/main" xmlns="" id="{8879ACC8-1118-40AE-9C22-34FDFB4F5590}"/>
                </a:ext>
              </a:extLst>
            </p:cNvPr>
            <p:cNvGrpSpPr/>
            <p:nvPr/>
          </p:nvGrpSpPr>
          <p:grpSpPr>
            <a:xfrm>
              <a:off x="673100" y="976190"/>
              <a:ext cx="2083594" cy="908538"/>
              <a:chOff x="1268227" y="1619185"/>
              <a:chExt cx="2988831" cy="908538"/>
            </a:xfrm>
          </p:grpSpPr>
          <p:sp>
            <p:nvSpPr>
              <p:cNvPr id="12" name="i$ļîḓè">
                <a:extLst>
                  <a:ext uri="{FF2B5EF4-FFF2-40B4-BE49-F238E27FC236}">
                    <a16:creationId xmlns:a16="http://schemas.microsoft.com/office/drawing/2014/main" xmlns="" id="{BDC4A18B-7F52-4CCA-A338-8AE98543000F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3" name="îṥḻídê">
                <a:extLst>
                  <a:ext uri="{FF2B5EF4-FFF2-40B4-BE49-F238E27FC236}">
                    <a16:creationId xmlns:a16="http://schemas.microsoft.com/office/drawing/2014/main" xmlns="" id="{C1B52FA3-AD9D-4E41-AEC5-AA23C1794F57}"/>
                  </a:ext>
                </a:extLst>
              </p:cNvPr>
              <p:cNvSpPr txBox="1"/>
              <p:nvPr/>
            </p:nvSpPr>
            <p:spPr bwMode="auto">
              <a:xfrm>
                <a:off x="1268227" y="1619185"/>
                <a:ext cx="2988831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370C477E-F09B-472D-9492-FE64E8924EC0}"/>
              </a:ext>
            </a:extLst>
          </p:cNvPr>
          <p:cNvGrpSpPr/>
          <p:nvPr/>
        </p:nvGrpSpPr>
        <p:grpSpPr>
          <a:xfrm>
            <a:off x="2486659" y="2231671"/>
            <a:ext cx="2201447" cy="4152900"/>
            <a:chOff x="2486659" y="1839790"/>
            <a:chExt cx="2201447" cy="4152900"/>
          </a:xfrm>
        </p:grpSpPr>
        <p:sp>
          <p:nvSpPr>
            <p:cNvPr id="15" name="îşļîḑe">
              <a:extLst>
                <a:ext uri="{FF2B5EF4-FFF2-40B4-BE49-F238E27FC236}">
                  <a16:creationId xmlns:a16="http://schemas.microsoft.com/office/drawing/2014/main" xmlns="" id="{44DDE51B-0889-460A-BF4A-A98BB1D71AE1}"/>
                </a:ext>
              </a:extLst>
            </p:cNvPr>
            <p:cNvSpPr/>
            <p:nvPr/>
          </p:nvSpPr>
          <p:spPr bwMode="auto">
            <a:xfrm>
              <a:off x="2486660" y="2539440"/>
              <a:ext cx="1778000" cy="2250000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910" r="-449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34FF473A-4AD3-4F30-A89D-935E5CF03401}"/>
                </a:ext>
              </a:extLst>
            </p:cNvPr>
            <p:cNvCxnSpPr>
              <a:cxnSpLocks/>
            </p:cNvCxnSpPr>
            <p:nvPr/>
          </p:nvCxnSpPr>
          <p:spPr>
            <a:xfrm>
              <a:off x="2486660" y="183979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îṧlíḋè">
              <a:extLst>
                <a:ext uri="{FF2B5EF4-FFF2-40B4-BE49-F238E27FC236}">
                  <a16:creationId xmlns:a16="http://schemas.microsoft.com/office/drawing/2014/main" xmlns="" id="{99B5903E-4431-47FC-AF28-3D1EF78C648D}"/>
                </a:ext>
              </a:extLst>
            </p:cNvPr>
            <p:cNvSpPr/>
            <p:nvPr/>
          </p:nvSpPr>
          <p:spPr bwMode="auto">
            <a:xfrm>
              <a:off x="2562861" y="1839790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18" name="ïS1iḋé">
              <a:extLst>
                <a:ext uri="{FF2B5EF4-FFF2-40B4-BE49-F238E27FC236}">
                  <a16:creationId xmlns:a16="http://schemas.microsoft.com/office/drawing/2014/main" xmlns="" id="{E92FBCA0-D722-4730-BDB1-0D05C80534E7}"/>
                </a:ext>
              </a:extLst>
            </p:cNvPr>
            <p:cNvGrpSpPr/>
            <p:nvPr/>
          </p:nvGrpSpPr>
          <p:grpSpPr>
            <a:xfrm>
              <a:off x="2486659" y="5084152"/>
              <a:ext cx="2201447" cy="908538"/>
              <a:chOff x="1268226" y="1619185"/>
              <a:chExt cx="3157886" cy="908538"/>
            </a:xfrm>
          </p:grpSpPr>
          <p:sp>
            <p:nvSpPr>
              <p:cNvPr id="19" name="ïSľîḍê">
                <a:extLst>
                  <a:ext uri="{FF2B5EF4-FFF2-40B4-BE49-F238E27FC236}">
                    <a16:creationId xmlns:a16="http://schemas.microsoft.com/office/drawing/2014/main" xmlns="" id="{2D7319ED-A887-4E82-8CBE-5641641EE0F6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0" name="is1ïďe">
                <a:extLst>
                  <a:ext uri="{FF2B5EF4-FFF2-40B4-BE49-F238E27FC236}">
                    <a16:creationId xmlns:a16="http://schemas.microsoft.com/office/drawing/2014/main" xmlns="" id="{1F7C6214-96DF-4DE9-9487-FF5E864AA136}"/>
                  </a:ext>
                </a:extLst>
              </p:cNvPr>
              <p:cNvSpPr txBox="1"/>
              <p:nvPr/>
            </p:nvSpPr>
            <p:spPr bwMode="auto">
              <a:xfrm>
                <a:off x="1268226" y="1619185"/>
                <a:ext cx="3157886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347EB8B0-575A-4E7C-8950-69B14319610C}"/>
              </a:ext>
            </a:extLst>
          </p:cNvPr>
          <p:cNvGrpSpPr/>
          <p:nvPr/>
        </p:nvGrpSpPr>
        <p:grpSpPr>
          <a:xfrm>
            <a:off x="4297045" y="1361721"/>
            <a:ext cx="2099466" cy="4152900"/>
            <a:chOff x="4297045" y="969840"/>
            <a:chExt cx="2099466" cy="4152900"/>
          </a:xfrm>
        </p:grpSpPr>
        <p:sp>
          <p:nvSpPr>
            <p:cNvPr id="22" name="isḷíḓè">
              <a:extLst>
                <a:ext uri="{FF2B5EF4-FFF2-40B4-BE49-F238E27FC236}">
                  <a16:creationId xmlns:a16="http://schemas.microsoft.com/office/drawing/2014/main" xmlns="" id="{4D31E1D1-936C-47BE-979F-0C7D4702A621}"/>
                </a:ext>
              </a:extLst>
            </p:cNvPr>
            <p:cNvSpPr/>
            <p:nvPr/>
          </p:nvSpPr>
          <p:spPr bwMode="auto">
            <a:xfrm>
              <a:off x="4300220" y="2178823"/>
              <a:ext cx="1778000" cy="225061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936" r="-4493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806AE39B-FF2C-4CBE-98DA-E2089AEE93FD}"/>
                </a:ext>
              </a:extLst>
            </p:cNvPr>
            <p:cNvCxnSpPr>
              <a:cxnSpLocks/>
            </p:cNvCxnSpPr>
            <p:nvPr/>
          </p:nvCxnSpPr>
          <p:spPr>
            <a:xfrm>
              <a:off x="4297045" y="96984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íṧ1iḋé">
              <a:extLst>
                <a:ext uri="{FF2B5EF4-FFF2-40B4-BE49-F238E27FC236}">
                  <a16:creationId xmlns:a16="http://schemas.microsoft.com/office/drawing/2014/main" xmlns="" id="{4C1ED5AB-6C6A-4E2D-BDBD-D22963EC279F}"/>
                </a:ext>
              </a:extLst>
            </p:cNvPr>
            <p:cNvSpPr/>
            <p:nvPr/>
          </p:nvSpPr>
          <p:spPr bwMode="auto">
            <a:xfrm>
              <a:off x="4335781" y="4783706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25" name="ïşḷïḋê">
              <a:extLst>
                <a:ext uri="{FF2B5EF4-FFF2-40B4-BE49-F238E27FC236}">
                  <a16:creationId xmlns:a16="http://schemas.microsoft.com/office/drawing/2014/main" xmlns="" id="{27C97FBD-ACCF-4D41-93ED-FF1385FC5F8C}"/>
                </a:ext>
              </a:extLst>
            </p:cNvPr>
            <p:cNvGrpSpPr/>
            <p:nvPr/>
          </p:nvGrpSpPr>
          <p:grpSpPr>
            <a:xfrm>
              <a:off x="4303394" y="976190"/>
              <a:ext cx="2093117" cy="908538"/>
              <a:chOff x="1268226" y="1619185"/>
              <a:chExt cx="3002491" cy="908538"/>
            </a:xfrm>
          </p:grpSpPr>
          <p:sp>
            <p:nvSpPr>
              <p:cNvPr id="26" name="ïŝľíḑè">
                <a:extLst>
                  <a:ext uri="{FF2B5EF4-FFF2-40B4-BE49-F238E27FC236}">
                    <a16:creationId xmlns:a16="http://schemas.microsoft.com/office/drawing/2014/main" xmlns="" id="{A1ED5C09-99DE-49EF-A33B-B9430C65093D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27" name="íSľîḋe">
                <a:extLst>
                  <a:ext uri="{FF2B5EF4-FFF2-40B4-BE49-F238E27FC236}">
                    <a16:creationId xmlns:a16="http://schemas.microsoft.com/office/drawing/2014/main" xmlns="" id="{3F1BC957-2C6C-4CFD-8EA0-0E1BF2AF156C}"/>
                  </a:ext>
                </a:extLst>
              </p:cNvPr>
              <p:cNvSpPr txBox="1"/>
              <p:nvPr/>
            </p:nvSpPr>
            <p:spPr bwMode="auto">
              <a:xfrm>
                <a:off x="1268226" y="1619185"/>
                <a:ext cx="3002491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637197B0-E545-4354-BD8D-CBD10014A4C7}"/>
              </a:ext>
            </a:extLst>
          </p:cNvPr>
          <p:cNvGrpSpPr/>
          <p:nvPr/>
        </p:nvGrpSpPr>
        <p:grpSpPr>
          <a:xfrm>
            <a:off x="7920990" y="1361721"/>
            <a:ext cx="2093103" cy="4152900"/>
            <a:chOff x="7920990" y="969840"/>
            <a:chExt cx="2093103" cy="4152900"/>
          </a:xfrm>
        </p:grpSpPr>
        <p:sp>
          <p:nvSpPr>
            <p:cNvPr id="29" name="îs1íde">
              <a:extLst>
                <a:ext uri="{FF2B5EF4-FFF2-40B4-BE49-F238E27FC236}">
                  <a16:creationId xmlns:a16="http://schemas.microsoft.com/office/drawing/2014/main" xmlns="" id="{780905B4-0376-4366-8A1D-D8B406963EDF}"/>
                </a:ext>
              </a:extLst>
            </p:cNvPr>
            <p:cNvSpPr/>
            <p:nvPr/>
          </p:nvSpPr>
          <p:spPr bwMode="auto">
            <a:xfrm>
              <a:off x="7927340" y="2178823"/>
              <a:ext cx="1778000" cy="2250617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9251" b="-9251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xmlns="" id="{A5B4E6DD-61AB-4890-8A48-C856B3F47BEF}"/>
                </a:ext>
              </a:extLst>
            </p:cNvPr>
            <p:cNvCxnSpPr>
              <a:cxnSpLocks/>
            </p:cNvCxnSpPr>
            <p:nvPr/>
          </p:nvCxnSpPr>
          <p:spPr>
            <a:xfrm>
              <a:off x="7924165" y="96984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í$1íḍe">
              <a:extLst>
                <a:ext uri="{FF2B5EF4-FFF2-40B4-BE49-F238E27FC236}">
                  <a16:creationId xmlns:a16="http://schemas.microsoft.com/office/drawing/2014/main" xmlns="" id="{464A4A5F-7DFB-435D-8CCD-7514518FAA67}"/>
                </a:ext>
              </a:extLst>
            </p:cNvPr>
            <p:cNvSpPr/>
            <p:nvPr/>
          </p:nvSpPr>
          <p:spPr bwMode="auto">
            <a:xfrm>
              <a:off x="7962901" y="4783706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32" name="ïšliďê">
              <a:extLst>
                <a:ext uri="{FF2B5EF4-FFF2-40B4-BE49-F238E27FC236}">
                  <a16:creationId xmlns:a16="http://schemas.microsoft.com/office/drawing/2014/main" xmlns="" id="{14EFB84A-9CE0-4252-94F5-48B546675F2D}"/>
                </a:ext>
              </a:extLst>
            </p:cNvPr>
            <p:cNvGrpSpPr/>
            <p:nvPr/>
          </p:nvGrpSpPr>
          <p:grpSpPr>
            <a:xfrm>
              <a:off x="7920990" y="976190"/>
              <a:ext cx="2093103" cy="908538"/>
              <a:chOff x="1268226" y="1619185"/>
              <a:chExt cx="3002471" cy="908538"/>
            </a:xfrm>
          </p:grpSpPr>
          <p:sp>
            <p:nvSpPr>
              <p:cNvPr id="33" name="íS1ïďé">
                <a:extLst>
                  <a:ext uri="{FF2B5EF4-FFF2-40B4-BE49-F238E27FC236}">
                    <a16:creationId xmlns:a16="http://schemas.microsoft.com/office/drawing/2014/main" xmlns="" id="{14F7C8BE-C3FF-4DAD-8AA2-2B7C8AC2096C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34" name="íś1ïḑè">
                <a:extLst>
                  <a:ext uri="{FF2B5EF4-FFF2-40B4-BE49-F238E27FC236}">
                    <a16:creationId xmlns:a16="http://schemas.microsoft.com/office/drawing/2014/main" xmlns="" id="{7DD687DD-E2B4-490B-93DB-0654A544B865}"/>
                  </a:ext>
                </a:extLst>
              </p:cNvPr>
              <p:cNvSpPr txBox="1"/>
              <p:nvPr/>
            </p:nvSpPr>
            <p:spPr bwMode="auto">
              <a:xfrm>
                <a:off x="1268226" y="1619185"/>
                <a:ext cx="3002471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FAE0EFE7-54F7-4873-9E6D-627B23D8F383}"/>
              </a:ext>
            </a:extLst>
          </p:cNvPr>
          <p:cNvGrpSpPr/>
          <p:nvPr/>
        </p:nvGrpSpPr>
        <p:grpSpPr>
          <a:xfrm>
            <a:off x="6113779" y="2231671"/>
            <a:ext cx="2093097" cy="4152900"/>
            <a:chOff x="6113779" y="1839790"/>
            <a:chExt cx="2093097" cy="4152900"/>
          </a:xfrm>
        </p:grpSpPr>
        <p:sp>
          <p:nvSpPr>
            <p:cNvPr id="36" name="ïşľïḋé">
              <a:extLst>
                <a:ext uri="{FF2B5EF4-FFF2-40B4-BE49-F238E27FC236}">
                  <a16:creationId xmlns:a16="http://schemas.microsoft.com/office/drawing/2014/main" xmlns="" id="{B96AB494-ECA5-4510-AFD5-AAD1BFB68EC6}"/>
                </a:ext>
              </a:extLst>
            </p:cNvPr>
            <p:cNvSpPr/>
            <p:nvPr/>
          </p:nvSpPr>
          <p:spPr bwMode="auto">
            <a:xfrm>
              <a:off x="6113780" y="2539440"/>
              <a:ext cx="1778000" cy="2250000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9267" b="-926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xmlns="" id="{A1CC26DB-D4A6-4437-9093-596C8E4EC422}"/>
                </a:ext>
              </a:extLst>
            </p:cNvPr>
            <p:cNvCxnSpPr>
              <a:cxnSpLocks/>
            </p:cNvCxnSpPr>
            <p:nvPr/>
          </p:nvCxnSpPr>
          <p:spPr>
            <a:xfrm>
              <a:off x="6113780" y="183979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î$ḷîḍé">
              <a:extLst>
                <a:ext uri="{FF2B5EF4-FFF2-40B4-BE49-F238E27FC236}">
                  <a16:creationId xmlns:a16="http://schemas.microsoft.com/office/drawing/2014/main" xmlns="" id="{C947272C-5AAC-48CE-8F97-48726BD2304D}"/>
                </a:ext>
              </a:extLst>
            </p:cNvPr>
            <p:cNvSpPr/>
            <p:nvPr/>
          </p:nvSpPr>
          <p:spPr bwMode="auto">
            <a:xfrm>
              <a:off x="6189981" y="1839790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39" name="îṧľiḍè">
              <a:extLst>
                <a:ext uri="{FF2B5EF4-FFF2-40B4-BE49-F238E27FC236}">
                  <a16:creationId xmlns:a16="http://schemas.microsoft.com/office/drawing/2014/main" xmlns="" id="{3BDFF914-D716-48F0-A0C9-DCC4713D4082}"/>
                </a:ext>
              </a:extLst>
            </p:cNvPr>
            <p:cNvGrpSpPr/>
            <p:nvPr/>
          </p:nvGrpSpPr>
          <p:grpSpPr>
            <a:xfrm>
              <a:off x="6113779" y="5084152"/>
              <a:ext cx="2093097" cy="908538"/>
              <a:chOff x="1268226" y="1619185"/>
              <a:chExt cx="3002462" cy="908538"/>
            </a:xfrm>
          </p:grpSpPr>
          <p:sp>
            <p:nvSpPr>
              <p:cNvPr id="40" name="işľíḋé">
                <a:extLst>
                  <a:ext uri="{FF2B5EF4-FFF2-40B4-BE49-F238E27FC236}">
                    <a16:creationId xmlns:a16="http://schemas.microsoft.com/office/drawing/2014/main" xmlns="" id="{186A6DE1-17A1-4A6B-B8C3-A878641B3B13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41" name="íṡľîḓê">
                <a:extLst>
                  <a:ext uri="{FF2B5EF4-FFF2-40B4-BE49-F238E27FC236}">
                    <a16:creationId xmlns:a16="http://schemas.microsoft.com/office/drawing/2014/main" xmlns="" id="{7EB77FD8-8A9E-4CB6-9F94-1F35FD68E3C5}"/>
                  </a:ext>
                </a:extLst>
              </p:cNvPr>
              <p:cNvSpPr txBox="1"/>
              <p:nvPr/>
            </p:nvSpPr>
            <p:spPr bwMode="auto">
              <a:xfrm>
                <a:off x="1268226" y="1619185"/>
                <a:ext cx="3002462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7FD33A8D-F82A-48E3-8538-52E399C250B5}"/>
              </a:ext>
            </a:extLst>
          </p:cNvPr>
          <p:cNvGrpSpPr/>
          <p:nvPr/>
        </p:nvGrpSpPr>
        <p:grpSpPr>
          <a:xfrm>
            <a:off x="9740899" y="2231671"/>
            <a:ext cx="2093085" cy="4152900"/>
            <a:chOff x="9740899" y="1839790"/>
            <a:chExt cx="2093085" cy="4152900"/>
          </a:xfrm>
        </p:grpSpPr>
        <p:sp>
          <p:nvSpPr>
            <p:cNvPr id="43" name="íṧḷiḓè">
              <a:extLst>
                <a:ext uri="{FF2B5EF4-FFF2-40B4-BE49-F238E27FC236}">
                  <a16:creationId xmlns:a16="http://schemas.microsoft.com/office/drawing/2014/main" xmlns="" id="{4822AF93-8BCE-4DA3-B5DB-864AF40AF89C}"/>
                </a:ext>
              </a:extLst>
            </p:cNvPr>
            <p:cNvSpPr/>
            <p:nvPr/>
          </p:nvSpPr>
          <p:spPr bwMode="auto">
            <a:xfrm>
              <a:off x="9740900" y="2539440"/>
              <a:ext cx="1778000" cy="2250000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910" r="-449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xmlns="" id="{06C96C7A-C2F4-45D9-8EC7-9431A532CE6F}"/>
                </a:ext>
              </a:extLst>
            </p:cNvPr>
            <p:cNvCxnSpPr>
              <a:cxnSpLocks/>
            </p:cNvCxnSpPr>
            <p:nvPr/>
          </p:nvCxnSpPr>
          <p:spPr>
            <a:xfrm>
              <a:off x="9740900" y="1839790"/>
              <a:ext cx="0" cy="41529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îşľíḓè">
              <a:extLst>
                <a:ext uri="{FF2B5EF4-FFF2-40B4-BE49-F238E27FC236}">
                  <a16:creationId xmlns:a16="http://schemas.microsoft.com/office/drawing/2014/main" xmlns="" id="{0C377470-3E32-4B26-8772-8516158D3215}"/>
                </a:ext>
              </a:extLst>
            </p:cNvPr>
            <p:cNvSpPr/>
            <p:nvPr/>
          </p:nvSpPr>
          <p:spPr bwMode="auto">
            <a:xfrm>
              <a:off x="9817101" y="1839790"/>
              <a:ext cx="472439" cy="339033"/>
            </a:xfrm>
            <a:custGeom>
              <a:avLst/>
              <a:gdLst>
                <a:gd name="connsiteX0" fmla="*/ 533228 w 606862"/>
                <a:gd name="connsiteY0" fmla="*/ 69781 h 435499"/>
                <a:gd name="connsiteX1" fmla="*/ 528214 w 606862"/>
                <a:gd name="connsiteY1" fmla="*/ 81924 h 435499"/>
                <a:gd name="connsiteX2" fmla="*/ 515122 w 606862"/>
                <a:gd name="connsiteY2" fmla="*/ 82851 h 435499"/>
                <a:gd name="connsiteX3" fmla="*/ 513543 w 606862"/>
                <a:gd name="connsiteY3" fmla="*/ 87671 h 435499"/>
                <a:gd name="connsiteX4" fmla="*/ 523571 w 606862"/>
                <a:gd name="connsiteY4" fmla="*/ 96107 h 435499"/>
                <a:gd name="connsiteX5" fmla="*/ 520414 w 606862"/>
                <a:gd name="connsiteY5" fmla="*/ 108806 h 435499"/>
                <a:gd name="connsiteX6" fmla="*/ 524500 w 606862"/>
                <a:gd name="connsiteY6" fmla="*/ 111773 h 435499"/>
                <a:gd name="connsiteX7" fmla="*/ 535643 w 606862"/>
                <a:gd name="connsiteY7" fmla="*/ 104913 h 435499"/>
                <a:gd name="connsiteX8" fmla="*/ 546785 w 606862"/>
                <a:gd name="connsiteY8" fmla="*/ 111773 h 435499"/>
                <a:gd name="connsiteX9" fmla="*/ 550871 w 606862"/>
                <a:gd name="connsiteY9" fmla="*/ 108806 h 435499"/>
                <a:gd name="connsiteX10" fmla="*/ 547807 w 606862"/>
                <a:gd name="connsiteY10" fmla="*/ 96107 h 435499"/>
                <a:gd name="connsiteX11" fmla="*/ 557835 w 606862"/>
                <a:gd name="connsiteY11" fmla="*/ 87671 h 435499"/>
                <a:gd name="connsiteX12" fmla="*/ 556349 w 606862"/>
                <a:gd name="connsiteY12" fmla="*/ 82851 h 435499"/>
                <a:gd name="connsiteX13" fmla="*/ 543257 w 606862"/>
                <a:gd name="connsiteY13" fmla="*/ 81924 h 435499"/>
                <a:gd name="connsiteX14" fmla="*/ 538242 w 606862"/>
                <a:gd name="connsiteY14" fmla="*/ 69781 h 435499"/>
                <a:gd name="connsiteX15" fmla="*/ 533228 w 606862"/>
                <a:gd name="connsiteY15" fmla="*/ 69781 h 435499"/>
                <a:gd name="connsiteX16" fmla="*/ 474173 w 606862"/>
                <a:gd name="connsiteY16" fmla="*/ 69781 h 435499"/>
                <a:gd name="connsiteX17" fmla="*/ 469159 w 606862"/>
                <a:gd name="connsiteY17" fmla="*/ 81924 h 435499"/>
                <a:gd name="connsiteX18" fmla="*/ 456066 w 606862"/>
                <a:gd name="connsiteY18" fmla="*/ 82851 h 435499"/>
                <a:gd name="connsiteX19" fmla="*/ 454488 w 606862"/>
                <a:gd name="connsiteY19" fmla="*/ 87671 h 435499"/>
                <a:gd name="connsiteX20" fmla="*/ 464516 w 606862"/>
                <a:gd name="connsiteY20" fmla="*/ 96107 h 435499"/>
                <a:gd name="connsiteX21" fmla="*/ 461359 w 606862"/>
                <a:gd name="connsiteY21" fmla="*/ 108806 h 435499"/>
                <a:gd name="connsiteX22" fmla="*/ 465445 w 606862"/>
                <a:gd name="connsiteY22" fmla="*/ 111773 h 435499"/>
                <a:gd name="connsiteX23" fmla="*/ 476587 w 606862"/>
                <a:gd name="connsiteY23" fmla="*/ 104913 h 435499"/>
                <a:gd name="connsiteX24" fmla="*/ 487730 w 606862"/>
                <a:gd name="connsiteY24" fmla="*/ 111773 h 435499"/>
                <a:gd name="connsiteX25" fmla="*/ 491815 w 606862"/>
                <a:gd name="connsiteY25" fmla="*/ 108806 h 435499"/>
                <a:gd name="connsiteX26" fmla="*/ 488751 w 606862"/>
                <a:gd name="connsiteY26" fmla="*/ 96107 h 435499"/>
                <a:gd name="connsiteX27" fmla="*/ 498779 w 606862"/>
                <a:gd name="connsiteY27" fmla="*/ 87671 h 435499"/>
                <a:gd name="connsiteX28" fmla="*/ 497294 w 606862"/>
                <a:gd name="connsiteY28" fmla="*/ 82851 h 435499"/>
                <a:gd name="connsiteX29" fmla="*/ 484201 w 606862"/>
                <a:gd name="connsiteY29" fmla="*/ 81924 h 435499"/>
                <a:gd name="connsiteX30" fmla="*/ 479187 w 606862"/>
                <a:gd name="connsiteY30" fmla="*/ 69781 h 435499"/>
                <a:gd name="connsiteX31" fmla="*/ 474173 w 606862"/>
                <a:gd name="connsiteY31" fmla="*/ 69781 h 435499"/>
                <a:gd name="connsiteX32" fmla="*/ 415117 w 606862"/>
                <a:gd name="connsiteY32" fmla="*/ 69781 h 435499"/>
                <a:gd name="connsiteX33" fmla="*/ 410103 w 606862"/>
                <a:gd name="connsiteY33" fmla="*/ 81924 h 435499"/>
                <a:gd name="connsiteX34" fmla="*/ 397011 w 606862"/>
                <a:gd name="connsiteY34" fmla="*/ 82851 h 435499"/>
                <a:gd name="connsiteX35" fmla="*/ 395432 w 606862"/>
                <a:gd name="connsiteY35" fmla="*/ 87671 h 435499"/>
                <a:gd name="connsiteX36" fmla="*/ 405460 w 606862"/>
                <a:gd name="connsiteY36" fmla="*/ 96107 h 435499"/>
                <a:gd name="connsiteX37" fmla="*/ 402303 w 606862"/>
                <a:gd name="connsiteY37" fmla="*/ 108806 h 435499"/>
                <a:gd name="connsiteX38" fmla="*/ 406389 w 606862"/>
                <a:gd name="connsiteY38" fmla="*/ 111773 h 435499"/>
                <a:gd name="connsiteX39" fmla="*/ 417532 w 606862"/>
                <a:gd name="connsiteY39" fmla="*/ 104913 h 435499"/>
                <a:gd name="connsiteX40" fmla="*/ 428674 w 606862"/>
                <a:gd name="connsiteY40" fmla="*/ 111773 h 435499"/>
                <a:gd name="connsiteX41" fmla="*/ 432760 w 606862"/>
                <a:gd name="connsiteY41" fmla="*/ 108806 h 435499"/>
                <a:gd name="connsiteX42" fmla="*/ 429696 w 606862"/>
                <a:gd name="connsiteY42" fmla="*/ 96107 h 435499"/>
                <a:gd name="connsiteX43" fmla="*/ 439724 w 606862"/>
                <a:gd name="connsiteY43" fmla="*/ 87671 h 435499"/>
                <a:gd name="connsiteX44" fmla="*/ 438238 w 606862"/>
                <a:gd name="connsiteY44" fmla="*/ 82851 h 435499"/>
                <a:gd name="connsiteX45" fmla="*/ 425146 w 606862"/>
                <a:gd name="connsiteY45" fmla="*/ 81924 h 435499"/>
                <a:gd name="connsiteX46" fmla="*/ 420132 w 606862"/>
                <a:gd name="connsiteY46" fmla="*/ 69781 h 435499"/>
                <a:gd name="connsiteX47" fmla="*/ 415117 w 606862"/>
                <a:gd name="connsiteY47" fmla="*/ 69781 h 435499"/>
                <a:gd name="connsiteX48" fmla="*/ 436010 w 606862"/>
                <a:gd name="connsiteY48" fmla="*/ 3780 h 435499"/>
                <a:gd name="connsiteX49" fmla="*/ 517257 w 606862"/>
                <a:gd name="connsiteY49" fmla="*/ 3780 h 435499"/>
                <a:gd name="connsiteX50" fmla="*/ 606862 w 606862"/>
                <a:gd name="connsiteY50" fmla="*/ 93140 h 435499"/>
                <a:gd name="connsiteX51" fmla="*/ 517257 w 606862"/>
                <a:gd name="connsiteY51" fmla="*/ 182594 h 435499"/>
                <a:gd name="connsiteX52" fmla="*/ 456438 w 606862"/>
                <a:gd name="connsiteY52" fmla="*/ 182594 h 435499"/>
                <a:gd name="connsiteX53" fmla="*/ 415210 w 606862"/>
                <a:gd name="connsiteY53" fmla="*/ 223751 h 435499"/>
                <a:gd name="connsiteX54" fmla="*/ 407689 w 606862"/>
                <a:gd name="connsiteY54" fmla="*/ 220692 h 435499"/>
                <a:gd name="connsiteX55" fmla="*/ 407689 w 606862"/>
                <a:gd name="connsiteY55" fmla="*/ 178051 h 435499"/>
                <a:gd name="connsiteX56" fmla="*/ 346405 w 606862"/>
                <a:gd name="connsiteY56" fmla="*/ 93233 h 435499"/>
                <a:gd name="connsiteX57" fmla="*/ 436010 w 606862"/>
                <a:gd name="connsiteY57" fmla="*/ 3780 h 435499"/>
                <a:gd name="connsiteX58" fmla="*/ 140854 w 606862"/>
                <a:gd name="connsiteY58" fmla="*/ 207 h 435499"/>
                <a:gd name="connsiteX59" fmla="*/ 216621 w 606862"/>
                <a:gd name="connsiteY59" fmla="*/ 856 h 435499"/>
                <a:gd name="connsiteX60" fmla="*/ 272145 w 606862"/>
                <a:gd name="connsiteY60" fmla="*/ 33762 h 435499"/>
                <a:gd name="connsiteX61" fmla="*/ 302693 w 606862"/>
                <a:gd name="connsiteY61" fmla="*/ 122934 h 435499"/>
                <a:gd name="connsiteX62" fmla="*/ 310400 w 606862"/>
                <a:gd name="connsiteY62" fmla="*/ 158343 h 435499"/>
                <a:gd name="connsiteX63" fmla="*/ 293130 w 606862"/>
                <a:gd name="connsiteY63" fmla="*/ 188098 h 435499"/>
                <a:gd name="connsiteX64" fmla="*/ 281152 w 606862"/>
                <a:gd name="connsiteY64" fmla="*/ 220819 h 435499"/>
                <a:gd name="connsiteX65" fmla="*/ 281152 w 606862"/>
                <a:gd name="connsiteY65" fmla="*/ 260863 h 435499"/>
                <a:gd name="connsiteX66" fmla="*/ 283287 w 606862"/>
                <a:gd name="connsiteY66" fmla="*/ 264385 h 435499"/>
                <a:gd name="connsiteX67" fmla="*/ 407057 w 606862"/>
                <a:gd name="connsiteY67" fmla="*/ 343732 h 435499"/>
                <a:gd name="connsiteX68" fmla="*/ 422192 w 606862"/>
                <a:gd name="connsiteY68" fmla="*/ 375989 h 435499"/>
                <a:gd name="connsiteX69" fmla="*/ 422192 w 606862"/>
                <a:gd name="connsiteY69" fmla="*/ 435406 h 435499"/>
                <a:gd name="connsiteX70" fmla="*/ 238533 w 606862"/>
                <a:gd name="connsiteY70" fmla="*/ 435406 h 435499"/>
                <a:gd name="connsiteX71" fmla="*/ 220520 w 606862"/>
                <a:gd name="connsiteY71" fmla="*/ 352816 h 435499"/>
                <a:gd name="connsiteX72" fmla="*/ 210957 w 606862"/>
                <a:gd name="connsiteY72" fmla="*/ 299331 h 435499"/>
                <a:gd name="connsiteX73" fmla="*/ 201393 w 606862"/>
                <a:gd name="connsiteY73" fmla="*/ 352816 h 435499"/>
                <a:gd name="connsiteX74" fmla="*/ 183566 w 606862"/>
                <a:gd name="connsiteY74" fmla="*/ 435499 h 435499"/>
                <a:gd name="connsiteX75" fmla="*/ 0 w 606862"/>
                <a:gd name="connsiteY75" fmla="*/ 435499 h 435499"/>
                <a:gd name="connsiteX76" fmla="*/ 0 w 606862"/>
                <a:gd name="connsiteY76" fmla="*/ 376082 h 435499"/>
                <a:gd name="connsiteX77" fmla="*/ 15135 w 606862"/>
                <a:gd name="connsiteY77" fmla="*/ 343824 h 435499"/>
                <a:gd name="connsiteX78" fmla="*/ 138905 w 606862"/>
                <a:gd name="connsiteY78" fmla="*/ 264478 h 435499"/>
                <a:gd name="connsiteX79" fmla="*/ 141040 w 606862"/>
                <a:gd name="connsiteY79" fmla="*/ 261049 h 435499"/>
                <a:gd name="connsiteX80" fmla="*/ 141040 w 606862"/>
                <a:gd name="connsiteY80" fmla="*/ 221005 h 435499"/>
                <a:gd name="connsiteX81" fmla="*/ 128970 w 606862"/>
                <a:gd name="connsiteY81" fmla="*/ 188191 h 435499"/>
                <a:gd name="connsiteX82" fmla="*/ 111792 w 606862"/>
                <a:gd name="connsiteY82" fmla="*/ 158436 h 435499"/>
                <a:gd name="connsiteX83" fmla="*/ 118942 w 606862"/>
                <a:gd name="connsiteY83" fmla="*/ 123120 h 435499"/>
                <a:gd name="connsiteX84" fmla="*/ 149397 w 606862"/>
                <a:gd name="connsiteY84" fmla="*/ 18560 h 435499"/>
                <a:gd name="connsiteX85" fmla="*/ 140854 w 606862"/>
                <a:gd name="connsiteY85" fmla="*/ 207 h 43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6862" h="435499">
                  <a:moveTo>
                    <a:pt x="533228" y="69781"/>
                  </a:moveTo>
                  <a:lnTo>
                    <a:pt x="528214" y="81924"/>
                  </a:lnTo>
                  <a:lnTo>
                    <a:pt x="515122" y="82851"/>
                  </a:lnTo>
                  <a:cubicBezTo>
                    <a:pt x="512615" y="83036"/>
                    <a:pt x="511686" y="86095"/>
                    <a:pt x="513543" y="87671"/>
                  </a:cubicBezTo>
                  <a:lnTo>
                    <a:pt x="523571" y="96107"/>
                  </a:lnTo>
                  <a:lnTo>
                    <a:pt x="520414" y="108806"/>
                  </a:lnTo>
                  <a:cubicBezTo>
                    <a:pt x="519857" y="111217"/>
                    <a:pt x="522457" y="113163"/>
                    <a:pt x="524500" y="111773"/>
                  </a:cubicBezTo>
                  <a:lnTo>
                    <a:pt x="535643" y="104913"/>
                  </a:lnTo>
                  <a:lnTo>
                    <a:pt x="546785" y="111773"/>
                  </a:lnTo>
                  <a:cubicBezTo>
                    <a:pt x="548921" y="113163"/>
                    <a:pt x="551521" y="111217"/>
                    <a:pt x="550871" y="108806"/>
                  </a:cubicBezTo>
                  <a:lnTo>
                    <a:pt x="547807" y="96107"/>
                  </a:lnTo>
                  <a:lnTo>
                    <a:pt x="557835" y="87671"/>
                  </a:lnTo>
                  <a:cubicBezTo>
                    <a:pt x="559785" y="86095"/>
                    <a:pt x="558856" y="83036"/>
                    <a:pt x="556349" y="82851"/>
                  </a:cubicBezTo>
                  <a:lnTo>
                    <a:pt x="543257" y="81924"/>
                  </a:lnTo>
                  <a:lnTo>
                    <a:pt x="538242" y="69781"/>
                  </a:lnTo>
                  <a:cubicBezTo>
                    <a:pt x="537407" y="67463"/>
                    <a:pt x="534157" y="67463"/>
                    <a:pt x="533228" y="69781"/>
                  </a:cubicBezTo>
                  <a:close/>
                  <a:moveTo>
                    <a:pt x="474173" y="69781"/>
                  </a:moveTo>
                  <a:lnTo>
                    <a:pt x="469159" y="81924"/>
                  </a:lnTo>
                  <a:lnTo>
                    <a:pt x="456066" y="82851"/>
                  </a:lnTo>
                  <a:cubicBezTo>
                    <a:pt x="453559" y="83036"/>
                    <a:pt x="452631" y="86095"/>
                    <a:pt x="454488" y="87671"/>
                  </a:cubicBezTo>
                  <a:lnTo>
                    <a:pt x="464516" y="96107"/>
                  </a:lnTo>
                  <a:lnTo>
                    <a:pt x="461359" y="108806"/>
                  </a:lnTo>
                  <a:cubicBezTo>
                    <a:pt x="460802" y="111217"/>
                    <a:pt x="463402" y="113163"/>
                    <a:pt x="465445" y="111773"/>
                  </a:cubicBezTo>
                  <a:lnTo>
                    <a:pt x="476587" y="104913"/>
                  </a:lnTo>
                  <a:lnTo>
                    <a:pt x="487730" y="111773"/>
                  </a:lnTo>
                  <a:cubicBezTo>
                    <a:pt x="489865" y="113163"/>
                    <a:pt x="492465" y="111217"/>
                    <a:pt x="491815" y="108806"/>
                  </a:cubicBezTo>
                  <a:lnTo>
                    <a:pt x="488751" y="96107"/>
                  </a:lnTo>
                  <a:lnTo>
                    <a:pt x="498779" y="87671"/>
                  </a:lnTo>
                  <a:cubicBezTo>
                    <a:pt x="500729" y="86095"/>
                    <a:pt x="499615" y="83036"/>
                    <a:pt x="497294" y="82851"/>
                  </a:cubicBezTo>
                  <a:lnTo>
                    <a:pt x="484201" y="81924"/>
                  </a:lnTo>
                  <a:lnTo>
                    <a:pt x="479187" y="69781"/>
                  </a:lnTo>
                  <a:cubicBezTo>
                    <a:pt x="478351" y="67463"/>
                    <a:pt x="475101" y="67463"/>
                    <a:pt x="474173" y="69781"/>
                  </a:cubicBezTo>
                  <a:close/>
                  <a:moveTo>
                    <a:pt x="415117" y="69781"/>
                  </a:moveTo>
                  <a:lnTo>
                    <a:pt x="410103" y="81924"/>
                  </a:lnTo>
                  <a:lnTo>
                    <a:pt x="397011" y="82851"/>
                  </a:lnTo>
                  <a:cubicBezTo>
                    <a:pt x="394504" y="83036"/>
                    <a:pt x="393575" y="86095"/>
                    <a:pt x="395432" y="87671"/>
                  </a:cubicBezTo>
                  <a:lnTo>
                    <a:pt x="405460" y="96107"/>
                  </a:lnTo>
                  <a:lnTo>
                    <a:pt x="402303" y="108806"/>
                  </a:lnTo>
                  <a:cubicBezTo>
                    <a:pt x="401746" y="111217"/>
                    <a:pt x="404346" y="113163"/>
                    <a:pt x="406389" y="111773"/>
                  </a:cubicBezTo>
                  <a:lnTo>
                    <a:pt x="417532" y="104913"/>
                  </a:lnTo>
                  <a:lnTo>
                    <a:pt x="428674" y="111773"/>
                  </a:lnTo>
                  <a:cubicBezTo>
                    <a:pt x="430810" y="113163"/>
                    <a:pt x="433410" y="111217"/>
                    <a:pt x="432760" y="108806"/>
                  </a:cubicBezTo>
                  <a:lnTo>
                    <a:pt x="429696" y="96107"/>
                  </a:lnTo>
                  <a:lnTo>
                    <a:pt x="439724" y="87671"/>
                  </a:lnTo>
                  <a:cubicBezTo>
                    <a:pt x="441581" y="86095"/>
                    <a:pt x="440560" y="83036"/>
                    <a:pt x="438238" y="82851"/>
                  </a:cubicBezTo>
                  <a:lnTo>
                    <a:pt x="425146" y="81924"/>
                  </a:lnTo>
                  <a:lnTo>
                    <a:pt x="420132" y="69781"/>
                  </a:lnTo>
                  <a:cubicBezTo>
                    <a:pt x="419296" y="67463"/>
                    <a:pt x="416046" y="67463"/>
                    <a:pt x="415117" y="69781"/>
                  </a:cubicBezTo>
                  <a:close/>
                  <a:moveTo>
                    <a:pt x="436010" y="3780"/>
                  </a:moveTo>
                  <a:lnTo>
                    <a:pt x="517257" y="3780"/>
                  </a:lnTo>
                  <a:cubicBezTo>
                    <a:pt x="566749" y="3780"/>
                    <a:pt x="606862" y="43825"/>
                    <a:pt x="606862" y="93140"/>
                  </a:cubicBezTo>
                  <a:cubicBezTo>
                    <a:pt x="606862" y="142548"/>
                    <a:pt x="566749" y="182594"/>
                    <a:pt x="517257" y="182594"/>
                  </a:cubicBezTo>
                  <a:lnTo>
                    <a:pt x="456438" y="182594"/>
                  </a:lnTo>
                  <a:lnTo>
                    <a:pt x="415210" y="223751"/>
                  </a:lnTo>
                  <a:cubicBezTo>
                    <a:pt x="412517" y="226625"/>
                    <a:pt x="407689" y="224678"/>
                    <a:pt x="407689" y="220692"/>
                  </a:cubicBezTo>
                  <a:lnTo>
                    <a:pt x="407689" y="178051"/>
                  </a:lnTo>
                  <a:cubicBezTo>
                    <a:pt x="372126" y="166279"/>
                    <a:pt x="346405" y="132815"/>
                    <a:pt x="346405" y="93233"/>
                  </a:cubicBezTo>
                  <a:cubicBezTo>
                    <a:pt x="346405" y="43825"/>
                    <a:pt x="386518" y="3780"/>
                    <a:pt x="436010" y="3780"/>
                  </a:cubicBezTo>
                  <a:close/>
                  <a:moveTo>
                    <a:pt x="140854" y="207"/>
                  </a:moveTo>
                  <a:cubicBezTo>
                    <a:pt x="140854" y="207"/>
                    <a:pt x="191922" y="5954"/>
                    <a:pt x="216621" y="856"/>
                  </a:cubicBezTo>
                  <a:cubicBezTo>
                    <a:pt x="241412" y="-4335"/>
                    <a:pt x="267874" y="15038"/>
                    <a:pt x="272145" y="33762"/>
                  </a:cubicBezTo>
                  <a:cubicBezTo>
                    <a:pt x="272145" y="33762"/>
                    <a:pt x="322099" y="33948"/>
                    <a:pt x="302693" y="122934"/>
                  </a:cubicBezTo>
                  <a:cubicBezTo>
                    <a:pt x="310493" y="122563"/>
                    <a:pt x="318942" y="128032"/>
                    <a:pt x="310400" y="158343"/>
                  </a:cubicBezTo>
                  <a:cubicBezTo>
                    <a:pt x="303807" y="181331"/>
                    <a:pt x="297772" y="187727"/>
                    <a:pt x="293130" y="188098"/>
                  </a:cubicBezTo>
                  <a:cubicBezTo>
                    <a:pt x="291551" y="198480"/>
                    <a:pt x="287466" y="209974"/>
                    <a:pt x="281152" y="220819"/>
                  </a:cubicBezTo>
                  <a:lnTo>
                    <a:pt x="281152" y="260863"/>
                  </a:lnTo>
                  <a:cubicBezTo>
                    <a:pt x="281152" y="262346"/>
                    <a:pt x="281895" y="263737"/>
                    <a:pt x="283287" y="264385"/>
                  </a:cubicBezTo>
                  <a:cubicBezTo>
                    <a:pt x="294987" y="270133"/>
                    <a:pt x="353204" y="299424"/>
                    <a:pt x="407057" y="343732"/>
                  </a:cubicBezTo>
                  <a:cubicBezTo>
                    <a:pt x="416714" y="351611"/>
                    <a:pt x="422192" y="363476"/>
                    <a:pt x="422192" y="375989"/>
                  </a:cubicBezTo>
                  <a:lnTo>
                    <a:pt x="422192" y="435406"/>
                  </a:lnTo>
                  <a:lnTo>
                    <a:pt x="238533" y="435406"/>
                  </a:lnTo>
                  <a:lnTo>
                    <a:pt x="220520" y="352816"/>
                  </a:lnTo>
                  <a:cubicBezTo>
                    <a:pt x="257104" y="301834"/>
                    <a:pt x="217735" y="299331"/>
                    <a:pt x="210957" y="299331"/>
                  </a:cubicBezTo>
                  <a:cubicBezTo>
                    <a:pt x="204179" y="299424"/>
                    <a:pt x="164810" y="301834"/>
                    <a:pt x="201393" y="352816"/>
                  </a:cubicBezTo>
                  <a:lnTo>
                    <a:pt x="183566" y="435499"/>
                  </a:lnTo>
                  <a:lnTo>
                    <a:pt x="0" y="435499"/>
                  </a:lnTo>
                  <a:lnTo>
                    <a:pt x="0" y="376082"/>
                  </a:lnTo>
                  <a:cubicBezTo>
                    <a:pt x="0" y="363754"/>
                    <a:pt x="5478" y="351703"/>
                    <a:pt x="15135" y="343824"/>
                  </a:cubicBezTo>
                  <a:cubicBezTo>
                    <a:pt x="68988" y="299609"/>
                    <a:pt x="127113" y="270318"/>
                    <a:pt x="138905" y="264478"/>
                  </a:cubicBezTo>
                  <a:cubicBezTo>
                    <a:pt x="140112" y="263829"/>
                    <a:pt x="141040" y="262532"/>
                    <a:pt x="141040" y="261049"/>
                  </a:cubicBezTo>
                  <a:lnTo>
                    <a:pt x="141040" y="221005"/>
                  </a:lnTo>
                  <a:cubicBezTo>
                    <a:pt x="134726" y="210067"/>
                    <a:pt x="130641" y="198573"/>
                    <a:pt x="128970" y="188191"/>
                  </a:cubicBezTo>
                  <a:cubicBezTo>
                    <a:pt x="124420" y="187820"/>
                    <a:pt x="118385" y="181424"/>
                    <a:pt x="111792" y="158436"/>
                  </a:cubicBezTo>
                  <a:cubicBezTo>
                    <a:pt x="103528" y="128867"/>
                    <a:pt x="111328" y="123120"/>
                    <a:pt x="118942" y="123120"/>
                  </a:cubicBezTo>
                  <a:cubicBezTo>
                    <a:pt x="114856" y="105786"/>
                    <a:pt x="104643" y="45813"/>
                    <a:pt x="149397" y="18560"/>
                  </a:cubicBezTo>
                  <a:cubicBezTo>
                    <a:pt x="149397" y="18560"/>
                    <a:pt x="140112" y="10960"/>
                    <a:pt x="140854" y="2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 fontScale="92500" lnSpcReduction="20000"/>
            </a:bodyPr>
            <a:lstStyle/>
            <a:p>
              <a:pPr>
                <a:lnSpc>
                  <a:spcPct val="110000"/>
                </a:lnSpc>
              </a:pPr>
              <a:endParaRPr lang="zh-CN" altLang="en-US"/>
            </a:p>
          </p:txBody>
        </p:sp>
        <p:grpSp>
          <p:nvGrpSpPr>
            <p:cNvPr id="46" name="îšḻiḑe">
              <a:extLst>
                <a:ext uri="{FF2B5EF4-FFF2-40B4-BE49-F238E27FC236}">
                  <a16:creationId xmlns:a16="http://schemas.microsoft.com/office/drawing/2014/main" xmlns="" id="{1A0F116C-8753-4809-9852-5FFAFF50DD3C}"/>
                </a:ext>
              </a:extLst>
            </p:cNvPr>
            <p:cNvGrpSpPr/>
            <p:nvPr/>
          </p:nvGrpSpPr>
          <p:grpSpPr>
            <a:xfrm>
              <a:off x="9740899" y="5084152"/>
              <a:ext cx="2093085" cy="908538"/>
              <a:chOff x="1268226" y="1619185"/>
              <a:chExt cx="3002445" cy="908538"/>
            </a:xfrm>
          </p:grpSpPr>
          <p:sp>
            <p:nvSpPr>
              <p:cNvPr id="47" name="ïS1îďe">
                <a:extLst>
                  <a:ext uri="{FF2B5EF4-FFF2-40B4-BE49-F238E27FC236}">
                    <a16:creationId xmlns:a16="http://schemas.microsoft.com/office/drawing/2014/main" xmlns="" id="{A459D70E-EBD2-4315-9C07-45DEFF97E8EC}"/>
                  </a:ext>
                </a:extLst>
              </p:cNvPr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通过复制您的文本后，在此框中选择粘贴</a:t>
                </a:r>
                <a:endParaRPr lang="en-US" altLang="zh-CN" sz="1600" dirty="0"/>
              </a:p>
            </p:txBody>
          </p:sp>
          <p:sp>
            <p:nvSpPr>
              <p:cNvPr id="48" name="í$ḷídè">
                <a:extLst>
                  <a:ext uri="{FF2B5EF4-FFF2-40B4-BE49-F238E27FC236}">
                    <a16:creationId xmlns:a16="http://schemas.microsoft.com/office/drawing/2014/main" xmlns="" id="{7CA6A866-08A4-4D75-88F9-6719AB258BEA}"/>
                  </a:ext>
                </a:extLst>
              </p:cNvPr>
              <p:cNvSpPr txBox="1"/>
              <p:nvPr/>
            </p:nvSpPr>
            <p:spPr bwMode="auto">
              <a:xfrm>
                <a:off x="1268226" y="1619185"/>
                <a:ext cx="3002445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 dirty="0"/>
                  <a:t> 此处输入标题</a:t>
                </a:r>
                <a:endParaRPr lang="en-US" altLang="zh-CN" sz="20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2319356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ís1îďé">
            <a:extLst>
              <a:ext uri="{FF2B5EF4-FFF2-40B4-BE49-F238E27FC236}">
                <a16:creationId xmlns:a16="http://schemas.microsoft.com/office/drawing/2014/main" xmlns="" id="{ABF802B1-832D-4912-A59A-02256F0E5C0F}"/>
              </a:ext>
            </a:extLst>
          </p:cNvPr>
          <p:cNvSpPr/>
          <p:nvPr/>
        </p:nvSpPr>
        <p:spPr bwMode="auto">
          <a:xfrm>
            <a:off x="673100" y="782828"/>
            <a:ext cx="10845800" cy="26461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53897" b="-5597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AABF6BE7-27BA-4AB9-A427-0035365CE76B}"/>
              </a:ext>
            </a:extLst>
          </p:cNvPr>
          <p:cNvGrpSpPr/>
          <p:nvPr/>
        </p:nvGrpSpPr>
        <p:grpSpPr>
          <a:xfrm>
            <a:off x="6892091" y="-343713"/>
            <a:ext cx="4910718" cy="4910718"/>
            <a:chOff x="6892091" y="-343713"/>
            <a:chExt cx="4910718" cy="4910718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4D9D561D-087D-4575-BA81-763823576657}"/>
                </a:ext>
              </a:extLst>
            </p:cNvPr>
            <p:cNvGrpSpPr/>
            <p:nvPr/>
          </p:nvGrpSpPr>
          <p:grpSpPr>
            <a:xfrm>
              <a:off x="6892091" y="-343713"/>
              <a:ext cx="4910718" cy="4910718"/>
              <a:chOff x="6892091" y="1293063"/>
              <a:chExt cx="4910718" cy="4910718"/>
            </a:xfrm>
          </p:grpSpPr>
          <p:sp>
            <p:nvSpPr>
              <p:cNvPr id="29" name="îṣliḑé">
                <a:extLst>
                  <a:ext uri="{FF2B5EF4-FFF2-40B4-BE49-F238E27FC236}">
                    <a16:creationId xmlns:a16="http://schemas.microsoft.com/office/drawing/2014/main" xmlns="" id="{55E1C15F-A325-4AFA-A2E2-7B62235EB5AC}"/>
                  </a:ext>
                </a:extLst>
              </p:cNvPr>
              <p:cNvSpPr txBox="1"/>
              <p:nvPr/>
            </p:nvSpPr>
            <p:spPr bwMode="auto">
              <a:xfrm>
                <a:off x="7647411" y="2101569"/>
                <a:ext cx="3400078" cy="3293706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>
                <a:outerShdw blurRad="12700" dist="12700" sx="102000" sy="102000" algn="ctr" rotWithShape="0">
                  <a:prstClr val="black">
                    <a:alpha val="8000"/>
                  </a:prstClr>
                </a:outerShdw>
              </a:effectLst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algn="ctr" defTabSz="914377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en-US" altLang="zh-CN" dirty="0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xmlns="" id="{079CF5FF-E7FB-427E-80E0-823FFB6C0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700000">
                <a:off x="6892091" y="1293063"/>
                <a:ext cx="4910718" cy="4910718"/>
              </a:xfrm>
              <a:prstGeom prst="rect">
                <a:avLst/>
              </a:prstGeom>
            </p:spPr>
          </p:pic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7E1DB9C9-40E0-4543-86C4-21E72F63774E}"/>
                </a:ext>
              </a:extLst>
            </p:cNvPr>
            <p:cNvSpPr txBox="1"/>
            <p:nvPr/>
          </p:nvSpPr>
          <p:spPr>
            <a:xfrm>
              <a:off x="8185914" y="911318"/>
              <a:ext cx="232307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5000" b="1" dirty="0">
                  <a:solidFill>
                    <a:schemeClr val="bg1"/>
                  </a:solidFill>
                </a:rPr>
                <a:t>03</a:t>
              </a:r>
              <a:endParaRPr lang="zh-CN" altLang="en-US" sz="15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378E3FC0-D555-4084-8653-AEAC6C9D30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382506" y="1967472"/>
            <a:ext cx="2923055" cy="2923055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5712776E-F339-48B9-BBEE-882CD7C8F9B9}"/>
              </a:ext>
            </a:extLst>
          </p:cNvPr>
          <p:cNvGrpSpPr/>
          <p:nvPr/>
        </p:nvGrpSpPr>
        <p:grpSpPr>
          <a:xfrm>
            <a:off x="3921374" y="3563277"/>
            <a:ext cx="3726037" cy="2338806"/>
            <a:chOff x="3921374" y="3563277"/>
            <a:chExt cx="3726037" cy="2338806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467D006B-B1E6-471B-AF5C-ABA508C7E931}"/>
                </a:ext>
              </a:extLst>
            </p:cNvPr>
            <p:cNvSpPr txBox="1"/>
            <p:nvPr/>
          </p:nvSpPr>
          <p:spPr>
            <a:xfrm>
              <a:off x="4077202" y="3563277"/>
              <a:ext cx="357020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6600" dirty="0"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产品服务</a:t>
              </a:r>
            </a:p>
          </p:txBody>
        </p:sp>
        <p:sp>
          <p:nvSpPr>
            <p:cNvPr id="44" name="îslíḑê">
              <a:extLst>
                <a:ext uri="{FF2B5EF4-FFF2-40B4-BE49-F238E27FC236}">
                  <a16:creationId xmlns:a16="http://schemas.microsoft.com/office/drawing/2014/main" xmlns="" id="{6664B453-2D37-4FC8-9EB8-6248BAFE3A77}"/>
                </a:ext>
              </a:extLst>
            </p:cNvPr>
            <p:cNvSpPr/>
            <p:nvPr/>
          </p:nvSpPr>
          <p:spPr bwMode="auto">
            <a:xfrm>
              <a:off x="3921374" y="4645771"/>
              <a:ext cx="3726037" cy="125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dirty="0"/>
                <a:t>通过复制您的文本后，在此框中选择粘贴。</a:t>
              </a:r>
            </a:p>
            <a:p>
              <a:pPr algn="r"/>
              <a:endParaRPr lang="en-US" altLang="zh-CN" dirty="0"/>
            </a:p>
            <a:p>
              <a:pPr algn="r"/>
              <a:r>
                <a:rPr lang="en-US" altLang="zh-CN" dirty="0"/>
                <a:t>……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5F0A5717-01AA-49E1-803A-3654922FFC14}"/>
                </a:ext>
              </a:extLst>
            </p:cNvPr>
            <p:cNvSpPr/>
            <p:nvPr/>
          </p:nvSpPr>
          <p:spPr>
            <a:xfrm>
              <a:off x="5846020" y="4587432"/>
              <a:ext cx="1720959" cy="586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8116860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í$ľîḋê">
            <a:extLst>
              <a:ext uri="{FF2B5EF4-FFF2-40B4-BE49-F238E27FC236}">
                <a16:creationId xmlns:a16="http://schemas.microsoft.com/office/drawing/2014/main" xmlns="" id="{66E4FEE8-CF38-4B36-A429-C1FD3B7DA051}"/>
              </a:ext>
            </a:extLst>
          </p:cNvPr>
          <p:cNvGrpSpPr/>
          <p:nvPr/>
        </p:nvGrpSpPr>
        <p:grpSpPr>
          <a:xfrm>
            <a:off x="2990872" y="2454145"/>
            <a:ext cx="6210259" cy="2427714"/>
            <a:chOff x="2990871" y="2071365"/>
            <a:chExt cx="6210259" cy="2427714"/>
          </a:xfrm>
        </p:grpSpPr>
        <p:grpSp>
          <p:nvGrpSpPr>
            <p:cNvPr id="8" name="íṡ1iḋê">
              <a:extLst>
                <a:ext uri="{FF2B5EF4-FFF2-40B4-BE49-F238E27FC236}">
                  <a16:creationId xmlns:a16="http://schemas.microsoft.com/office/drawing/2014/main" xmlns="" id="{DB08BB60-1BD3-4BDC-A115-95C896024F4E}"/>
                </a:ext>
              </a:extLst>
            </p:cNvPr>
            <p:cNvGrpSpPr/>
            <p:nvPr/>
          </p:nvGrpSpPr>
          <p:grpSpPr>
            <a:xfrm>
              <a:off x="2990871" y="2071365"/>
              <a:ext cx="6055720" cy="2149180"/>
              <a:chOff x="1792087" y="1862843"/>
              <a:chExt cx="8607826" cy="3054923"/>
            </a:xfrm>
            <a:solidFill>
              <a:schemeClr val="bg1">
                <a:lumMod val="95000"/>
                <a:alpha val="70000"/>
              </a:schemeClr>
            </a:solidFill>
          </p:grpSpPr>
          <p:sp>
            <p:nvSpPr>
              <p:cNvPr id="27" name="ïṥľïḓè">
                <a:extLst>
                  <a:ext uri="{FF2B5EF4-FFF2-40B4-BE49-F238E27FC236}">
                    <a16:creationId xmlns:a16="http://schemas.microsoft.com/office/drawing/2014/main" xmlns="" id="{31963697-D644-48DE-8C04-1E5B6B8C7F90}"/>
                  </a:ext>
                </a:extLst>
              </p:cNvPr>
              <p:cNvSpPr/>
              <p:nvPr/>
            </p:nvSpPr>
            <p:spPr>
              <a:xfrm>
                <a:off x="6412688" y="3804462"/>
                <a:ext cx="3987225" cy="1113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805" extrusionOk="0">
                    <a:moveTo>
                      <a:pt x="21600" y="0"/>
                    </a:moveTo>
                    <a:cubicBezTo>
                      <a:pt x="21600" y="0"/>
                      <a:pt x="21557" y="16"/>
                      <a:pt x="21556" y="16"/>
                    </a:cubicBezTo>
                    <a:lnTo>
                      <a:pt x="1027" y="6501"/>
                    </a:lnTo>
                    <a:lnTo>
                      <a:pt x="1027" y="7953"/>
                    </a:lnTo>
                    <a:cubicBezTo>
                      <a:pt x="609" y="8141"/>
                      <a:pt x="297" y="8288"/>
                      <a:pt x="220" y="8356"/>
                    </a:cubicBezTo>
                    <a:cubicBezTo>
                      <a:pt x="220" y="8356"/>
                      <a:pt x="0" y="13786"/>
                      <a:pt x="0" y="13786"/>
                    </a:cubicBezTo>
                    <a:cubicBezTo>
                      <a:pt x="0" y="13786"/>
                      <a:pt x="1161" y="12476"/>
                      <a:pt x="3080" y="10881"/>
                    </a:cubicBezTo>
                    <a:cubicBezTo>
                      <a:pt x="3080" y="11147"/>
                      <a:pt x="3080" y="11421"/>
                      <a:pt x="3080" y="11421"/>
                    </a:cubicBezTo>
                    <a:cubicBezTo>
                      <a:pt x="3080" y="12136"/>
                      <a:pt x="3249" y="12717"/>
                      <a:pt x="3456" y="12717"/>
                    </a:cubicBezTo>
                    <a:cubicBezTo>
                      <a:pt x="3663" y="12717"/>
                      <a:pt x="3831" y="12136"/>
                      <a:pt x="3831" y="11421"/>
                    </a:cubicBezTo>
                    <a:lnTo>
                      <a:pt x="3831" y="10286"/>
                    </a:lnTo>
                    <a:cubicBezTo>
                      <a:pt x="4014" y="10142"/>
                      <a:pt x="4222" y="9996"/>
                      <a:pt x="4416" y="9851"/>
                    </a:cubicBezTo>
                    <a:cubicBezTo>
                      <a:pt x="4178" y="10528"/>
                      <a:pt x="3987" y="11420"/>
                      <a:pt x="3874" y="12488"/>
                    </a:cubicBezTo>
                    <a:cubicBezTo>
                      <a:pt x="3535" y="15693"/>
                      <a:pt x="4016" y="19261"/>
                      <a:pt x="4946" y="20431"/>
                    </a:cubicBezTo>
                    <a:cubicBezTo>
                      <a:pt x="5875" y="21600"/>
                      <a:pt x="6908" y="19940"/>
                      <a:pt x="7247" y="16734"/>
                    </a:cubicBezTo>
                    <a:cubicBezTo>
                      <a:pt x="7586" y="13529"/>
                      <a:pt x="7105" y="9960"/>
                      <a:pt x="6176" y="8791"/>
                    </a:cubicBezTo>
                    <a:cubicBezTo>
                      <a:pt x="6144" y="8751"/>
                      <a:pt x="6112" y="8723"/>
                      <a:pt x="6080" y="8689"/>
                    </a:cubicBezTo>
                    <a:cubicBezTo>
                      <a:pt x="6294" y="8549"/>
                      <a:pt x="6495" y="8405"/>
                      <a:pt x="6718" y="8267"/>
                    </a:cubicBezTo>
                    <a:cubicBezTo>
                      <a:pt x="6718" y="8534"/>
                      <a:pt x="6718" y="8869"/>
                      <a:pt x="6718" y="8869"/>
                    </a:cubicBezTo>
                    <a:cubicBezTo>
                      <a:pt x="6718" y="9389"/>
                      <a:pt x="6840" y="9811"/>
                      <a:pt x="6990" y="9811"/>
                    </a:cubicBezTo>
                    <a:cubicBezTo>
                      <a:pt x="7141" y="9811"/>
                      <a:pt x="7264" y="9389"/>
                      <a:pt x="7264" y="8869"/>
                    </a:cubicBezTo>
                    <a:lnTo>
                      <a:pt x="7264" y="7973"/>
                    </a:lnTo>
                    <a:lnTo>
                      <a:pt x="7185" y="7973"/>
                    </a:lnTo>
                    <a:cubicBezTo>
                      <a:pt x="7205" y="7961"/>
                      <a:pt x="7222" y="7948"/>
                      <a:pt x="7242" y="7937"/>
                    </a:cubicBezTo>
                    <a:cubicBezTo>
                      <a:pt x="8200" y="7376"/>
                      <a:pt x="9507" y="6639"/>
                      <a:pt x="10868" y="5879"/>
                    </a:cubicBezTo>
                    <a:cubicBezTo>
                      <a:pt x="10868" y="6036"/>
                      <a:pt x="10868" y="6380"/>
                      <a:pt x="10868" y="6380"/>
                    </a:cubicBezTo>
                    <a:cubicBezTo>
                      <a:pt x="10868" y="6739"/>
                      <a:pt x="10953" y="7031"/>
                      <a:pt x="11057" y="7031"/>
                    </a:cubicBezTo>
                    <a:cubicBezTo>
                      <a:pt x="11161" y="7031"/>
                      <a:pt x="11247" y="6739"/>
                      <a:pt x="11247" y="6380"/>
                    </a:cubicBezTo>
                    <a:lnTo>
                      <a:pt x="11247" y="5758"/>
                    </a:lnTo>
                    <a:lnTo>
                      <a:pt x="11085" y="5758"/>
                    </a:lnTo>
                    <a:cubicBezTo>
                      <a:pt x="15766" y="3146"/>
                      <a:pt x="21600" y="0"/>
                      <a:pt x="21600" y="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8" name="iṣḻïďê">
                <a:extLst>
                  <a:ext uri="{FF2B5EF4-FFF2-40B4-BE49-F238E27FC236}">
                    <a16:creationId xmlns:a16="http://schemas.microsoft.com/office/drawing/2014/main" xmlns="" id="{8629382B-3367-4F62-AF99-B9BD00736109}"/>
                  </a:ext>
                </a:extLst>
              </p:cNvPr>
              <p:cNvSpPr/>
              <p:nvPr/>
            </p:nvSpPr>
            <p:spPr>
              <a:xfrm>
                <a:off x="7170903" y="4317991"/>
                <a:ext cx="536090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9" name="ïšḻïdé">
                <a:extLst>
                  <a:ext uri="{FF2B5EF4-FFF2-40B4-BE49-F238E27FC236}">
                    <a16:creationId xmlns:a16="http://schemas.microsoft.com/office/drawing/2014/main" xmlns="" id="{3BA321AF-A551-4A05-A186-774F3BB61867}"/>
                  </a:ext>
                </a:extLst>
              </p:cNvPr>
              <p:cNvSpPr/>
              <p:nvPr/>
            </p:nvSpPr>
            <p:spPr>
              <a:xfrm>
                <a:off x="1792087" y="3804637"/>
                <a:ext cx="3987050" cy="1113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36" y="17"/>
                    </a:lnTo>
                    <a:cubicBezTo>
                      <a:pt x="96" y="51"/>
                      <a:pt x="6152" y="3444"/>
                      <a:pt x="10869" y="6183"/>
                    </a:cubicBezTo>
                    <a:lnTo>
                      <a:pt x="10869" y="6621"/>
                    </a:lnTo>
                    <a:cubicBezTo>
                      <a:pt x="10869" y="6995"/>
                      <a:pt x="10953" y="7297"/>
                      <a:pt x="11057" y="7297"/>
                    </a:cubicBezTo>
                    <a:cubicBezTo>
                      <a:pt x="11162" y="7297"/>
                      <a:pt x="11246" y="6995"/>
                      <a:pt x="11246" y="6621"/>
                    </a:cubicBezTo>
                    <a:cubicBezTo>
                      <a:pt x="11246" y="6621"/>
                      <a:pt x="11246" y="6502"/>
                      <a:pt x="11246" y="6407"/>
                    </a:cubicBezTo>
                    <a:cubicBezTo>
                      <a:pt x="12384" y="7070"/>
                      <a:pt x="13535" y="7738"/>
                      <a:pt x="14358" y="8238"/>
                    </a:cubicBezTo>
                    <a:cubicBezTo>
                      <a:pt x="14543" y="8351"/>
                      <a:pt x="14711" y="8473"/>
                      <a:pt x="14891" y="8588"/>
                    </a:cubicBezTo>
                    <a:lnTo>
                      <a:pt x="14891" y="9207"/>
                    </a:lnTo>
                    <a:cubicBezTo>
                      <a:pt x="14891" y="9746"/>
                      <a:pt x="15013" y="10185"/>
                      <a:pt x="15164" y="10185"/>
                    </a:cubicBezTo>
                    <a:cubicBezTo>
                      <a:pt x="15315" y="10185"/>
                      <a:pt x="15436" y="9746"/>
                      <a:pt x="15436" y="9207"/>
                    </a:cubicBezTo>
                    <a:cubicBezTo>
                      <a:pt x="15436" y="9207"/>
                      <a:pt x="15436" y="9051"/>
                      <a:pt x="15436" y="8945"/>
                    </a:cubicBezTo>
                    <a:cubicBezTo>
                      <a:pt x="15584" y="9045"/>
                      <a:pt x="15714" y="9147"/>
                      <a:pt x="15858" y="9247"/>
                    </a:cubicBezTo>
                    <a:cubicBezTo>
                      <a:pt x="15215" y="10228"/>
                      <a:pt x="14762" y="12514"/>
                      <a:pt x="14762" y="15169"/>
                    </a:cubicBezTo>
                    <a:cubicBezTo>
                      <a:pt x="14762" y="18712"/>
                      <a:pt x="15569" y="21600"/>
                      <a:pt x="16558" y="21600"/>
                    </a:cubicBezTo>
                    <a:cubicBezTo>
                      <a:pt x="17547" y="21600"/>
                      <a:pt x="18354" y="18712"/>
                      <a:pt x="18354" y="15169"/>
                    </a:cubicBezTo>
                    <a:cubicBezTo>
                      <a:pt x="18354" y="13464"/>
                      <a:pt x="18166" y="11916"/>
                      <a:pt x="17862" y="10763"/>
                    </a:cubicBezTo>
                    <a:cubicBezTo>
                      <a:pt x="18009" y="10883"/>
                      <a:pt x="18174" y="11007"/>
                      <a:pt x="18314" y="11126"/>
                    </a:cubicBezTo>
                    <a:lnTo>
                      <a:pt x="18314" y="11857"/>
                    </a:lnTo>
                    <a:cubicBezTo>
                      <a:pt x="18314" y="12599"/>
                      <a:pt x="18482" y="13202"/>
                      <a:pt x="18689" y="13202"/>
                    </a:cubicBezTo>
                    <a:cubicBezTo>
                      <a:pt x="18897" y="13202"/>
                      <a:pt x="19064" y="12599"/>
                      <a:pt x="19064" y="11857"/>
                    </a:cubicBezTo>
                    <a:cubicBezTo>
                      <a:pt x="19064" y="11857"/>
                      <a:pt x="19064" y="11793"/>
                      <a:pt x="19064" y="11785"/>
                    </a:cubicBezTo>
                    <a:cubicBezTo>
                      <a:pt x="20642" y="13207"/>
                      <a:pt x="21600" y="14313"/>
                      <a:pt x="21600" y="14313"/>
                    </a:cubicBezTo>
                    <a:cubicBezTo>
                      <a:pt x="21600" y="14313"/>
                      <a:pt x="21380" y="8673"/>
                      <a:pt x="21380" y="8673"/>
                    </a:cubicBezTo>
                    <a:cubicBezTo>
                      <a:pt x="21303" y="8603"/>
                      <a:pt x="20990" y="8447"/>
                      <a:pt x="20572" y="8252"/>
                    </a:cubicBezTo>
                    <a:lnTo>
                      <a:pt x="20572" y="674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0" name="iṡļîďè">
                <a:extLst>
                  <a:ext uri="{FF2B5EF4-FFF2-40B4-BE49-F238E27FC236}">
                    <a16:creationId xmlns:a16="http://schemas.microsoft.com/office/drawing/2014/main" xmlns="" id="{CD9A419F-736D-4644-B5E3-71BAF4CF5093}"/>
                  </a:ext>
                </a:extLst>
              </p:cNvPr>
              <p:cNvSpPr/>
              <p:nvPr/>
            </p:nvSpPr>
            <p:spPr>
              <a:xfrm>
                <a:off x="4580187" y="4317991"/>
                <a:ext cx="536094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4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4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4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1" name="isḻíḓe">
                <a:extLst>
                  <a:ext uri="{FF2B5EF4-FFF2-40B4-BE49-F238E27FC236}">
                    <a16:creationId xmlns:a16="http://schemas.microsoft.com/office/drawing/2014/main" xmlns="" id="{5C762054-E24A-4AE5-95AF-994D28547062}"/>
                  </a:ext>
                </a:extLst>
              </p:cNvPr>
              <p:cNvSpPr/>
              <p:nvPr/>
            </p:nvSpPr>
            <p:spPr>
              <a:xfrm>
                <a:off x="5404746" y="3270600"/>
                <a:ext cx="1386337" cy="1386323"/>
              </a:xfrm>
              <a:prstGeom prst="ellipse">
                <a:avLst/>
              </a:pr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2" name="ïŝļiḓé">
                <a:extLst>
                  <a:ext uri="{FF2B5EF4-FFF2-40B4-BE49-F238E27FC236}">
                    <a16:creationId xmlns:a16="http://schemas.microsoft.com/office/drawing/2014/main" xmlns="" id="{461E5178-1990-4495-B28F-F8A8C3A0F897}"/>
                  </a:ext>
                </a:extLst>
              </p:cNvPr>
              <p:cNvSpPr/>
              <p:nvPr/>
            </p:nvSpPr>
            <p:spPr>
              <a:xfrm>
                <a:off x="5441091" y="1862843"/>
                <a:ext cx="1313670" cy="275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lnTo>
                      <a:pt x="10003" y="11330"/>
                    </a:lnTo>
                    <a:cubicBezTo>
                      <a:pt x="4412" y="11525"/>
                      <a:pt x="0" y="13743"/>
                      <a:pt x="0" y="16455"/>
                    </a:cubicBezTo>
                    <a:cubicBezTo>
                      <a:pt x="0" y="19296"/>
                      <a:pt x="4836" y="21600"/>
                      <a:pt x="10800" y="21600"/>
                    </a:cubicBezTo>
                    <a:cubicBezTo>
                      <a:pt x="16764" y="21600"/>
                      <a:pt x="21600" y="19296"/>
                      <a:pt x="21600" y="16455"/>
                    </a:cubicBezTo>
                    <a:cubicBezTo>
                      <a:pt x="21600" y="13730"/>
                      <a:pt x="17147" y="11506"/>
                      <a:pt x="11520" y="11329"/>
                    </a:cubicBezTo>
                    <a:lnTo>
                      <a:pt x="10763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3" name="ïšḻïḋé">
                <a:extLst>
                  <a:ext uri="{FF2B5EF4-FFF2-40B4-BE49-F238E27FC236}">
                    <a16:creationId xmlns:a16="http://schemas.microsoft.com/office/drawing/2014/main" xmlns="" id="{4FB0EB6B-ED8B-45C6-A21B-A31F314D9821}"/>
                  </a:ext>
                </a:extLst>
              </p:cNvPr>
              <p:cNvSpPr/>
              <p:nvPr/>
            </p:nvSpPr>
            <p:spPr>
              <a:xfrm>
                <a:off x="5685828" y="3630800"/>
                <a:ext cx="847478" cy="145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29" y="0"/>
                    </a:moveTo>
                    <a:lnTo>
                      <a:pt x="0" y="21600"/>
                    </a:lnTo>
                    <a:lnTo>
                      <a:pt x="2860" y="21600"/>
                    </a:lnTo>
                    <a:lnTo>
                      <a:pt x="2869" y="21470"/>
                    </a:lnTo>
                    <a:lnTo>
                      <a:pt x="10262" y="21470"/>
                    </a:lnTo>
                    <a:lnTo>
                      <a:pt x="10262" y="0"/>
                    </a:lnTo>
                    <a:lnTo>
                      <a:pt x="4689" y="0"/>
                    </a:lnTo>
                    <a:lnTo>
                      <a:pt x="4328" y="0"/>
                    </a:lnTo>
                    <a:lnTo>
                      <a:pt x="1829" y="0"/>
                    </a:lnTo>
                    <a:close/>
                    <a:moveTo>
                      <a:pt x="11275" y="0"/>
                    </a:moveTo>
                    <a:lnTo>
                      <a:pt x="11275" y="21470"/>
                    </a:lnTo>
                    <a:lnTo>
                      <a:pt x="18718" y="21470"/>
                    </a:lnTo>
                    <a:cubicBezTo>
                      <a:pt x="18718" y="21470"/>
                      <a:pt x="18672" y="20791"/>
                      <a:pt x="18669" y="20744"/>
                    </a:cubicBezTo>
                    <a:lnTo>
                      <a:pt x="18740" y="21548"/>
                    </a:lnTo>
                    <a:lnTo>
                      <a:pt x="21600" y="21548"/>
                    </a:lnTo>
                    <a:lnTo>
                      <a:pt x="19637" y="0"/>
                    </a:lnTo>
                    <a:lnTo>
                      <a:pt x="17210" y="0"/>
                    </a:lnTo>
                    <a:lnTo>
                      <a:pt x="11275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4" name="îşḷiḍe">
                <a:extLst>
                  <a:ext uri="{FF2B5EF4-FFF2-40B4-BE49-F238E27FC236}">
                    <a16:creationId xmlns:a16="http://schemas.microsoft.com/office/drawing/2014/main" xmlns="" id="{546593CD-7E90-4798-B315-F170C92D79B1}"/>
                  </a:ext>
                </a:extLst>
              </p:cNvPr>
              <p:cNvSpPr/>
              <p:nvPr/>
            </p:nvSpPr>
            <p:spPr>
              <a:xfrm>
                <a:off x="5795745" y="3926535"/>
                <a:ext cx="604340" cy="6043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9" name="ïṡ1ídé">
              <a:extLst>
                <a:ext uri="{FF2B5EF4-FFF2-40B4-BE49-F238E27FC236}">
                  <a16:creationId xmlns:a16="http://schemas.microsoft.com/office/drawing/2014/main" xmlns="" id="{B1CBCB2D-FDDC-4870-8C69-0664B0E588BE}"/>
                </a:ext>
              </a:extLst>
            </p:cNvPr>
            <p:cNvGrpSpPr/>
            <p:nvPr/>
          </p:nvGrpSpPr>
          <p:grpSpPr>
            <a:xfrm>
              <a:off x="3068141" y="2210632"/>
              <a:ext cx="6055720" cy="2149180"/>
              <a:chOff x="1792087" y="1862843"/>
              <a:chExt cx="8607826" cy="3054923"/>
            </a:xfrm>
            <a:solidFill>
              <a:schemeClr val="bg1">
                <a:lumMod val="85000"/>
                <a:alpha val="40000"/>
              </a:schemeClr>
            </a:solidFill>
          </p:grpSpPr>
          <p:sp>
            <p:nvSpPr>
              <p:cNvPr id="19" name="íSļîḍê">
                <a:extLst>
                  <a:ext uri="{FF2B5EF4-FFF2-40B4-BE49-F238E27FC236}">
                    <a16:creationId xmlns:a16="http://schemas.microsoft.com/office/drawing/2014/main" xmlns="" id="{79A130A5-EFEA-47F6-BD15-1E2B011BA358}"/>
                  </a:ext>
                </a:extLst>
              </p:cNvPr>
              <p:cNvSpPr/>
              <p:nvPr/>
            </p:nvSpPr>
            <p:spPr>
              <a:xfrm>
                <a:off x="6412688" y="3804462"/>
                <a:ext cx="3987225" cy="1113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805" extrusionOk="0">
                    <a:moveTo>
                      <a:pt x="21600" y="0"/>
                    </a:moveTo>
                    <a:cubicBezTo>
                      <a:pt x="21600" y="0"/>
                      <a:pt x="21557" y="16"/>
                      <a:pt x="21556" y="16"/>
                    </a:cubicBezTo>
                    <a:lnTo>
                      <a:pt x="1027" y="6501"/>
                    </a:lnTo>
                    <a:lnTo>
                      <a:pt x="1027" y="7953"/>
                    </a:lnTo>
                    <a:cubicBezTo>
                      <a:pt x="609" y="8141"/>
                      <a:pt x="297" y="8288"/>
                      <a:pt x="220" y="8356"/>
                    </a:cubicBezTo>
                    <a:cubicBezTo>
                      <a:pt x="220" y="8356"/>
                      <a:pt x="0" y="13786"/>
                      <a:pt x="0" y="13786"/>
                    </a:cubicBezTo>
                    <a:cubicBezTo>
                      <a:pt x="0" y="13786"/>
                      <a:pt x="1161" y="12476"/>
                      <a:pt x="3080" y="10881"/>
                    </a:cubicBezTo>
                    <a:cubicBezTo>
                      <a:pt x="3080" y="11147"/>
                      <a:pt x="3080" y="11421"/>
                      <a:pt x="3080" y="11421"/>
                    </a:cubicBezTo>
                    <a:cubicBezTo>
                      <a:pt x="3080" y="12136"/>
                      <a:pt x="3249" y="12717"/>
                      <a:pt x="3456" y="12717"/>
                    </a:cubicBezTo>
                    <a:cubicBezTo>
                      <a:pt x="3663" y="12717"/>
                      <a:pt x="3831" y="12136"/>
                      <a:pt x="3831" y="11421"/>
                    </a:cubicBezTo>
                    <a:lnTo>
                      <a:pt x="3831" y="10286"/>
                    </a:lnTo>
                    <a:cubicBezTo>
                      <a:pt x="4014" y="10142"/>
                      <a:pt x="4222" y="9996"/>
                      <a:pt x="4416" y="9851"/>
                    </a:cubicBezTo>
                    <a:cubicBezTo>
                      <a:pt x="4178" y="10528"/>
                      <a:pt x="3987" y="11420"/>
                      <a:pt x="3874" y="12488"/>
                    </a:cubicBezTo>
                    <a:cubicBezTo>
                      <a:pt x="3535" y="15693"/>
                      <a:pt x="4016" y="19261"/>
                      <a:pt x="4946" y="20431"/>
                    </a:cubicBezTo>
                    <a:cubicBezTo>
                      <a:pt x="5875" y="21600"/>
                      <a:pt x="6908" y="19940"/>
                      <a:pt x="7247" y="16734"/>
                    </a:cubicBezTo>
                    <a:cubicBezTo>
                      <a:pt x="7586" y="13529"/>
                      <a:pt x="7105" y="9960"/>
                      <a:pt x="6176" y="8791"/>
                    </a:cubicBezTo>
                    <a:cubicBezTo>
                      <a:pt x="6144" y="8751"/>
                      <a:pt x="6112" y="8723"/>
                      <a:pt x="6080" y="8689"/>
                    </a:cubicBezTo>
                    <a:cubicBezTo>
                      <a:pt x="6294" y="8549"/>
                      <a:pt x="6495" y="8405"/>
                      <a:pt x="6718" y="8267"/>
                    </a:cubicBezTo>
                    <a:cubicBezTo>
                      <a:pt x="6718" y="8534"/>
                      <a:pt x="6718" y="8869"/>
                      <a:pt x="6718" y="8869"/>
                    </a:cubicBezTo>
                    <a:cubicBezTo>
                      <a:pt x="6718" y="9389"/>
                      <a:pt x="6840" y="9811"/>
                      <a:pt x="6990" y="9811"/>
                    </a:cubicBezTo>
                    <a:cubicBezTo>
                      <a:pt x="7141" y="9811"/>
                      <a:pt x="7264" y="9389"/>
                      <a:pt x="7264" y="8869"/>
                    </a:cubicBezTo>
                    <a:lnTo>
                      <a:pt x="7264" y="7973"/>
                    </a:lnTo>
                    <a:lnTo>
                      <a:pt x="7185" y="7973"/>
                    </a:lnTo>
                    <a:cubicBezTo>
                      <a:pt x="7205" y="7961"/>
                      <a:pt x="7222" y="7948"/>
                      <a:pt x="7242" y="7937"/>
                    </a:cubicBezTo>
                    <a:cubicBezTo>
                      <a:pt x="8200" y="7376"/>
                      <a:pt x="9507" y="6639"/>
                      <a:pt x="10868" y="5879"/>
                    </a:cubicBezTo>
                    <a:cubicBezTo>
                      <a:pt x="10868" y="6036"/>
                      <a:pt x="10868" y="6380"/>
                      <a:pt x="10868" y="6380"/>
                    </a:cubicBezTo>
                    <a:cubicBezTo>
                      <a:pt x="10868" y="6739"/>
                      <a:pt x="10953" y="7031"/>
                      <a:pt x="11057" y="7031"/>
                    </a:cubicBezTo>
                    <a:cubicBezTo>
                      <a:pt x="11161" y="7031"/>
                      <a:pt x="11247" y="6739"/>
                      <a:pt x="11247" y="6380"/>
                    </a:cubicBezTo>
                    <a:lnTo>
                      <a:pt x="11247" y="5758"/>
                    </a:lnTo>
                    <a:lnTo>
                      <a:pt x="11085" y="5758"/>
                    </a:lnTo>
                    <a:cubicBezTo>
                      <a:pt x="15766" y="3146"/>
                      <a:pt x="21600" y="0"/>
                      <a:pt x="21600" y="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0" name="îṡḷiḓé">
                <a:extLst>
                  <a:ext uri="{FF2B5EF4-FFF2-40B4-BE49-F238E27FC236}">
                    <a16:creationId xmlns:a16="http://schemas.microsoft.com/office/drawing/2014/main" xmlns="" id="{4D517A73-2E2A-43C6-94DE-796F29076669}"/>
                  </a:ext>
                </a:extLst>
              </p:cNvPr>
              <p:cNvSpPr/>
              <p:nvPr/>
            </p:nvSpPr>
            <p:spPr>
              <a:xfrm>
                <a:off x="7170903" y="4317991"/>
                <a:ext cx="536090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1" name="îšḷîḓe">
                <a:extLst>
                  <a:ext uri="{FF2B5EF4-FFF2-40B4-BE49-F238E27FC236}">
                    <a16:creationId xmlns:a16="http://schemas.microsoft.com/office/drawing/2014/main" xmlns="" id="{5B7E7F98-E6CD-4EC1-8384-114C48E0AFA0}"/>
                  </a:ext>
                </a:extLst>
              </p:cNvPr>
              <p:cNvSpPr/>
              <p:nvPr/>
            </p:nvSpPr>
            <p:spPr>
              <a:xfrm>
                <a:off x="1792087" y="3804637"/>
                <a:ext cx="3987050" cy="1113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36" y="17"/>
                    </a:lnTo>
                    <a:cubicBezTo>
                      <a:pt x="96" y="51"/>
                      <a:pt x="6152" y="3444"/>
                      <a:pt x="10869" y="6183"/>
                    </a:cubicBezTo>
                    <a:lnTo>
                      <a:pt x="10869" y="6621"/>
                    </a:lnTo>
                    <a:cubicBezTo>
                      <a:pt x="10869" y="6995"/>
                      <a:pt x="10953" y="7297"/>
                      <a:pt x="11057" y="7297"/>
                    </a:cubicBezTo>
                    <a:cubicBezTo>
                      <a:pt x="11162" y="7297"/>
                      <a:pt x="11246" y="6995"/>
                      <a:pt x="11246" y="6621"/>
                    </a:cubicBezTo>
                    <a:cubicBezTo>
                      <a:pt x="11246" y="6621"/>
                      <a:pt x="11246" y="6502"/>
                      <a:pt x="11246" y="6407"/>
                    </a:cubicBezTo>
                    <a:cubicBezTo>
                      <a:pt x="12384" y="7070"/>
                      <a:pt x="13535" y="7738"/>
                      <a:pt x="14358" y="8238"/>
                    </a:cubicBezTo>
                    <a:cubicBezTo>
                      <a:pt x="14543" y="8351"/>
                      <a:pt x="14711" y="8473"/>
                      <a:pt x="14891" y="8588"/>
                    </a:cubicBezTo>
                    <a:lnTo>
                      <a:pt x="14891" y="9207"/>
                    </a:lnTo>
                    <a:cubicBezTo>
                      <a:pt x="14891" y="9746"/>
                      <a:pt x="15013" y="10185"/>
                      <a:pt x="15164" y="10185"/>
                    </a:cubicBezTo>
                    <a:cubicBezTo>
                      <a:pt x="15315" y="10185"/>
                      <a:pt x="15436" y="9746"/>
                      <a:pt x="15436" y="9207"/>
                    </a:cubicBezTo>
                    <a:cubicBezTo>
                      <a:pt x="15436" y="9207"/>
                      <a:pt x="15436" y="9051"/>
                      <a:pt x="15436" y="8945"/>
                    </a:cubicBezTo>
                    <a:cubicBezTo>
                      <a:pt x="15584" y="9045"/>
                      <a:pt x="15714" y="9147"/>
                      <a:pt x="15858" y="9247"/>
                    </a:cubicBezTo>
                    <a:cubicBezTo>
                      <a:pt x="15215" y="10228"/>
                      <a:pt x="14762" y="12514"/>
                      <a:pt x="14762" y="15169"/>
                    </a:cubicBezTo>
                    <a:cubicBezTo>
                      <a:pt x="14762" y="18712"/>
                      <a:pt x="15569" y="21600"/>
                      <a:pt x="16558" y="21600"/>
                    </a:cubicBezTo>
                    <a:cubicBezTo>
                      <a:pt x="17547" y="21600"/>
                      <a:pt x="18354" y="18712"/>
                      <a:pt x="18354" y="15169"/>
                    </a:cubicBezTo>
                    <a:cubicBezTo>
                      <a:pt x="18354" y="13464"/>
                      <a:pt x="18166" y="11916"/>
                      <a:pt x="17862" y="10763"/>
                    </a:cubicBezTo>
                    <a:cubicBezTo>
                      <a:pt x="18009" y="10883"/>
                      <a:pt x="18174" y="11007"/>
                      <a:pt x="18314" y="11126"/>
                    </a:cubicBezTo>
                    <a:lnTo>
                      <a:pt x="18314" y="11857"/>
                    </a:lnTo>
                    <a:cubicBezTo>
                      <a:pt x="18314" y="12599"/>
                      <a:pt x="18482" y="13202"/>
                      <a:pt x="18689" y="13202"/>
                    </a:cubicBezTo>
                    <a:cubicBezTo>
                      <a:pt x="18897" y="13202"/>
                      <a:pt x="19064" y="12599"/>
                      <a:pt x="19064" y="11857"/>
                    </a:cubicBezTo>
                    <a:cubicBezTo>
                      <a:pt x="19064" y="11857"/>
                      <a:pt x="19064" y="11793"/>
                      <a:pt x="19064" y="11785"/>
                    </a:cubicBezTo>
                    <a:cubicBezTo>
                      <a:pt x="20642" y="13207"/>
                      <a:pt x="21600" y="14313"/>
                      <a:pt x="21600" y="14313"/>
                    </a:cubicBezTo>
                    <a:cubicBezTo>
                      <a:pt x="21600" y="14313"/>
                      <a:pt x="21380" y="8673"/>
                      <a:pt x="21380" y="8673"/>
                    </a:cubicBezTo>
                    <a:cubicBezTo>
                      <a:pt x="21303" y="8603"/>
                      <a:pt x="20990" y="8447"/>
                      <a:pt x="20572" y="8252"/>
                    </a:cubicBezTo>
                    <a:lnTo>
                      <a:pt x="20572" y="674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2" name="iṧlíďè">
                <a:extLst>
                  <a:ext uri="{FF2B5EF4-FFF2-40B4-BE49-F238E27FC236}">
                    <a16:creationId xmlns:a16="http://schemas.microsoft.com/office/drawing/2014/main" xmlns="" id="{DD8E0CB2-4B91-41DC-8F61-E60EDAE1D8E5}"/>
                  </a:ext>
                </a:extLst>
              </p:cNvPr>
              <p:cNvSpPr/>
              <p:nvPr/>
            </p:nvSpPr>
            <p:spPr>
              <a:xfrm>
                <a:off x="4580187" y="4317991"/>
                <a:ext cx="536094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4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4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4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3" name="ïś1iďê">
                <a:extLst>
                  <a:ext uri="{FF2B5EF4-FFF2-40B4-BE49-F238E27FC236}">
                    <a16:creationId xmlns:a16="http://schemas.microsoft.com/office/drawing/2014/main" xmlns="" id="{03F3D7A3-374B-492C-811A-3A956865E77E}"/>
                  </a:ext>
                </a:extLst>
              </p:cNvPr>
              <p:cNvSpPr/>
              <p:nvPr/>
            </p:nvSpPr>
            <p:spPr>
              <a:xfrm>
                <a:off x="5404746" y="3270600"/>
                <a:ext cx="1386337" cy="1386323"/>
              </a:xfrm>
              <a:prstGeom prst="ellipse">
                <a:avLst/>
              </a:pr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4" name="îsļïďé">
                <a:extLst>
                  <a:ext uri="{FF2B5EF4-FFF2-40B4-BE49-F238E27FC236}">
                    <a16:creationId xmlns:a16="http://schemas.microsoft.com/office/drawing/2014/main" xmlns="" id="{D87C3971-02A0-4539-9F53-DFE123C17A7B}"/>
                  </a:ext>
                </a:extLst>
              </p:cNvPr>
              <p:cNvSpPr/>
              <p:nvPr/>
            </p:nvSpPr>
            <p:spPr>
              <a:xfrm>
                <a:off x="5441091" y="1862843"/>
                <a:ext cx="1313670" cy="275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lnTo>
                      <a:pt x="10003" y="11330"/>
                    </a:lnTo>
                    <a:cubicBezTo>
                      <a:pt x="4412" y="11525"/>
                      <a:pt x="0" y="13743"/>
                      <a:pt x="0" y="16455"/>
                    </a:cubicBezTo>
                    <a:cubicBezTo>
                      <a:pt x="0" y="19296"/>
                      <a:pt x="4836" y="21600"/>
                      <a:pt x="10800" y="21600"/>
                    </a:cubicBezTo>
                    <a:cubicBezTo>
                      <a:pt x="16764" y="21600"/>
                      <a:pt x="21600" y="19296"/>
                      <a:pt x="21600" y="16455"/>
                    </a:cubicBezTo>
                    <a:cubicBezTo>
                      <a:pt x="21600" y="13730"/>
                      <a:pt x="17147" y="11506"/>
                      <a:pt x="11520" y="11329"/>
                    </a:cubicBezTo>
                    <a:lnTo>
                      <a:pt x="10763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5" name="îṩlïḍè">
                <a:extLst>
                  <a:ext uri="{FF2B5EF4-FFF2-40B4-BE49-F238E27FC236}">
                    <a16:creationId xmlns:a16="http://schemas.microsoft.com/office/drawing/2014/main" xmlns="" id="{CEF1B639-FCD1-4BD3-B9AC-90898C05AC88}"/>
                  </a:ext>
                </a:extLst>
              </p:cNvPr>
              <p:cNvSpPr/>
              <p:nvPr/>
            </p:nvSpPr>
            <p:spPr>
              <a:xfrm>
                <a:off x="5685828" y="3630800"/>
                <a:ext cx="847478" cy="145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29" y="0"/>
                    </a:moveTo>
                    <a:lnTo>
                      <a:pt x="0" y="21600"/>
                    </a:lnTo>
                    <a:lnTo>
                      <a:pt x="2860" y="21600"/>
                    </a:lnTo>
                    <a:lnTo>
                      <a:pt x="2869" y="21470"/>
                    </a:lnTo>
                    <a:lnTo>
                      <a:pt x="10262" y="21470"/>
                    </a:lnTo>
                    <a:lnTo>
                      <a:pt x="10262" y="0"/>
                    </a:lnTo>
                    <a:lnTo>
                      <a:pt x="4689" y="0"/>
                    </a:lnTo>
                    <a:lnTo>
                      <a:pt x="4328" y="0"/>
                    </a:lnTo>
                    <a:lnTo>
                      <a:pt x="1829" y="0"/>
                    </a:lnTo>
                    <a:close/>
                    <a:moveTo>
                      <a:pt x="11275" y="0"/>
                    </a:moveTo>
                    <a:lnTo>
                      <a:pt x="11275" y="21470"/>
                    </a:lnTo>
                    <a:lnTo>
                      <a:pt x="18718" y="21470"/>
                    </a:lnTo>
                    <a:cubicBezTo>
                      <a:pt x="18718" y="21470"/>
                      <a:pt x="18672" y="20791"/>
                      <a:pt x="18669" y="20744"/>
                    </a:cubicBezTo>
                    <a:lnTo>
                      <a:pt x="18740" y="21548"/>
                    </a:lnTo>
                    <a:lnTo>
                      <a:pt x="21600" y="21548"/>
                    </a:lnTo>
                    <a:lnTo>
                      <a:pt x="19637" y="0"/>
                    </a:lnTo>
                    <a:lnTo>
                      <a:pt x="17210" y="0"/>
                    </a:lnTo>
                    <a:lnTo>
                      <a:pt x="11275" y="0"/>
                    </a:ln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" name="ïṧlíḍè">
                <a:extLst>
                  <a:ext uri="{FF2B5EF4-FFF2-40B4-BE49-F238E27FC236}">
                    <a16:creationId xmlns:a16="http://schemas.microsoft.com/office/drawing/2014/main" xmlns="" id="{15B6C9C6-FB0B-4448-998C-380BC69BCCC0}"/>
                  </a:ext>
                </a:extLst>
              </p:cNvPr>
              <p:cNvSpPr/>
              <p:nvPr/>
            </p:nvSpPr>
            <p:spPr>
              <a:xfrm>
                <a:off x="5795745" y="3926535"/>
                <a:ext cx="604340" cy="6043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grpFill/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10" name="îšḷïḓè">
              <a:extLst>
                <a:ext uri="{FF2B5EF4-FFF2-40B4-BE49-F238E27FC236}">
                  <a16:creationId xmlns:a16="http://schemas.microsoft.com/office/drawing/2014/main" xmlns="" id="{1F9EDB51-0AD1-4ED1-A244-F7EDF7DD9662}"/>
                </a:ext>
              </a:extLst>
            </p:cNvPr>
            <p:cNvGrpSpPr/>
            <p:nvPr/>
          </p:nvGrpSpPr>
          <p:grpSpPr>
            <a:xfrm>
              <a:off x="3145410" y="2349899"/>
              <a:ext cx="6055720" cy="2149180"/>
              <a:chOff x="1792087" y="1862843"/>
              <a:chExt cx="8607826" cy="3054923"/>
            </a:xfrm>
          </p:grpSpPr>
          <p:sp>
            <p:nvSpPr>
              <p:cNvPr id="11" name="îš1îďé">
                <a:extLst>
                  <a:ext uri="{FF2B5EF4-FFF2-40B4-BE49-F238E27FC236}">
                    <a16:creationId xmlns:a16="http://schemas.microsoft.com/office/drawing/2014/main" xmlns="" id="{0E19DC53-61BA-4894-8261-01E1E6F4A0EF}"/>
                  </a:ext>
                </a:extLst>
              </p:cNvPr>
              <p:cNvSpPr/>
              <p:nvPr/>
            </p:nvSpPr>
            <p:spPr>
              <a:xfrm>
                <a:off x="6412688" y="3804462"/>
                <a:ext cx="3987225" cy="1113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805" extrusionOk="0">
                    <a:moveTo>
                      <a:pt x="21600" y="0"/>
                    </a:moveTo>
                    <a:cubicBezTo>
                      <a:pt x="21600" y="0"/>
                      <a:pt x="21557" y="16"/>
                      <a:pt x="21556" y="16"/>
                    </a:cubicBezTo>
                    <a:lnTo>
                      <a:pt x="1027" y="6501"/>
                    </a:lnTo>
                    <a:lnTo>
                      <a:pt x="1027" y="7953"/>
                    </a:lnTo>
                    <a:cubicBezTo>
                      <a:pt x="609" y="8141"/>
                      <a:pt x="297" y="8288"/>
                      <a:pt x="220" y="8356"/>
                    </a:cubicBezTo>
                    <a:cubicBezTo>
                      <a:pt x="220" y="8356"/>
                      <a:pt x="0" y="13786"/>
                      <a:pt x="0" y="13786"/>
                    </a:cubicBezTo>
                    <a:cubicBezTo>
                      <a:pt x="0" y="13786"/>
                      <a:pt x="1161" y="12476"/>
                      <a:pt x="3080" y="10881"/>
                    </a:cubicBezTo>
                    <a:cubicBezTo>
                      <a:pt x="3080" y="11147"/>
                      <a:pt x="3080" y="11421"/>
                      <a:pt x="3080" y="11421"/>
                    </a:cubicBezTo>
                    <a:cubicBezTo>
                      <a:pt x="3080" y="12136"/>
                      <a:pt x="3249" y="12717"/>
                      <a:pt x="3456" y="12717"/>
                    </a:cubicBezTo>
                    <a:cubicBezTo>
                      <a:pt x="3663" y="12717"/>
                      <a:pt x="3831" y="12136"/>
                      <a:pt x="3831" y="11421"/>
                    </a:cubicBezTo>
                    <a:lnTo>
                      <a:pt x="3831" y="10286"/>
                    </a:lnTo>
                    <a:cubicBezTo>
                      <a:pt x="4014" y="10142"/>
                      <a:pt x="4222" y="9996"/>
                      <a:pt x="4416" y="9851"/>
                    </a:cubicBezTo>
                    <a:cubicBezTo>
                      <a:pt x="4178" y="10528"/>
                      <a:pt x="3987" y="11420"/>
                      <a:pt x="3874" y="12488"/>
                    </a:cubicBezTo>
                    <a:cubicBezTo>
                      <a:pt x="3535" y="15693"/>
                      <a:pt x="4016" y="19261"/>
                      <a:pt x="4946" y="20431"/>
                    </a:cubicBezTo>
                    <a:cubicBezTo>
                      <a:pt x="5875" y="21600"/>
                      <a:pt x="6908" y="19940"/>
                      <a:pt x="7247" y="16734"/>
                    </a:cubicBezTo>
                    <a:cubicBezTo>
                      <a:pt x="7586" y="13529"/>
                      <a:pt x="7105" y="9960"/>
                      <a:pt x="6176" y="8791"/>
                    </a:cubicBezTo>
                    <a:cubicBezTo>
                      <a:pt x="6144" y="8751"/>
                      <a:pt x="6112" y="8723"/>
                      <a:pt x="6080" y="8689"/>
                    </a:cubicBezTo>
                    <a:cubicBezTo>
                      <a:pt x="6294" y="8549"/>
                      <a:pt x="6495" y="8405"/>
                      <a:pt x="6718" y="8267"/>
                    </a:cubicBezTo>
                    <a:cubicBezTo>
                      <a:pt x="6718" y="8534"/>
                      <a:pt x="6718" y="8869"/>
                      <a:pt x="6718" y="8869"/>
                    </a:cubicBezTo>
                    <a:cubicBezTo>
                      <a:pt x="6718" y="9389"/>
                      <a:pt x="6840" y="9811"/>
                      <a:pt x="6990" y="9811"/>
                    </a:cubicBezTo>
                    <a:cubicBezTo>
                      <a:pt x="7141" y="9811"/>
                      <a:pt x="7264" y="9389"/>
                      <a:pt x="7264" y="8869"/>
                    </a:cubicBezTo>
                    <a:lnTo>
                      <a:pt x="7264" y="7973"/>
                    </a:lnTo>
                    <a:lnTo>
                      <a:pt x="7185" y="7973"/>
                    </a:lnTo>
                    <a:cubicBezTo>
                      <a:pt x="7205" y="7961"/>
                      <a:pt x="7222" y="7948"/>
                      <a:pt x="7242" y="7937"/>
                    </a:cubicBezTo>
                    <a:cubicBezTo>
                      <a:pt x="8200" y="7376"/>
                      <a:pt x="9507" y="6639"/>
                      <a:pt x="10868" y="5879"/>
                    </a:cubicBezTo>
                    <a:cubicBezTo>
                      <a:pt x="10868" y="6036"/>
                      <a:pt x="10868" y="6380"/>
                      <a:pt x="10868" y="6380"/>
                    </a:cubicBezTo>
                    <a:cubicBezTo>
                      <a:pt x="10868" y="6739"/>
                      <a:pt x="10953" y="7031"/>
                      <a:pt x="11057" y="7031"/>
                    </a:cubicBezTo>
                    <a:cubicBezTo>
                      <a:pt x="11161" y="7031"/>
                      <a:pt x="11247" y="6739"/>
                      <a:pt x="11247" y="6380"/>
                    </a:cubicBezTo>
                    <a:lnTo>
                      <a:pt x="11247" y="5758"/>
                    </a:lnTo>
                    <a:lnTo>
                      <a:pt x="11085" y="5758"/>
                    </a:lnTo>
                    <a:cubicBezTo>
                      <a:pt x="15766" y="3146"/>
                      <a:pt x="21600" y="0"/>
                      <a:pt x="216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" name="ïS1íḓe">
                <a:extLst>
                  <a:ext uri="{FF2B5EF4-FFF2-40B4-BE49-F238E27FC236}">
                    <a16:creationId xmlns:a16="http://schemas.microsoft.com/office/drawing/2014/main" xmlns="" id="{219D79B5-A0C6-4DBB-97AE-71328B720D8E}"/>
                  </a:ext>
                </a:extLst>
              </p:cNvPr>
              <p:cNvSpPr/>
              <p:nvPr/>
            </p:nvSpPr>
            <p:spPr>
              <a:xfrm>
                <a:off x="7170903" y="4317991"/>
                <a:ext cx="536090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îṣľïḑé">
                <a:extLst>
                  <a:ext uri="{FF2B5EF4-FFF2-40B4-BE49-F238E27FC236}">
                    <a16:creationId xmlns:a16="http://schemas.microsoft.com/office/drawing/2014/main" xmlns="" id="{246DA0CC-C7B9-4ACC-9195-DAF4C91196B3}"/>
                  </a:ext>
                </a:extLst>
              </p:cNvPr>
              <p:cNvSpPr/>
              <p:nvPr/>
            </p:nvSpPr>
            <p:spPr>
              <a:xfrm>
                <a:off x="1792087" y="3804637"/>
                <a:ext cx="3987050" cy="1113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36" y="17"/>
                    </a:lnTo>
                    <a:cubicBezTo>
                      <a:pt x="96" y="51"/>
                      <a:pt x="6152" y="3444"/>
                      <a:pt x="10869" y="6183"/>
                    </a:cubicBezTo>
                    <a:lnTo>
                      <a:pt x="10869" y="6621"/>
                    </a:lnTo>
                    <a:cubicBezTo>
                      <a:pt x="10869" y="6995"/>
                      <a:pt x="10953" y="7297"/>
                      <a:pt x="11057" y="7297"/>
                    </a:cubicBezTo>
                    <a:cubicBezTo>
                      <a:pt x="11162" y="7297"/>
                      <a:pt x="11246" y="6995"/>
                      <a:pt x="11246" y="6621"/>
                    </a:cubicBezTo>
                    <a:cubicBezTo>
                      <a:pt x="11246" y="6621"/>
                      <a:pt x="11246" y="6502"/>
                      <a:pt x="11246" y="6407"/>
                    </a:cubicBezTo>
                    <a:cubicBezTo>
                      <a:pt x="12384" y="7070"/>
                      <a:pt x="13535" y="7738"/>
                      <a:pt x="14358" y="8238"/>
                    </a:cubicBezTo>
                    <a:cubicBezTo>
                      <a:pt x="14543" y="8351"/>
                      <a:pt x="14711" y="8473"/>
                      <a:pt x="14891" y="8588"/>
                    </a:cubicBezTo>
                    <a:lnTo>
                      <a:pt x="14891" y="9207"/>
                    </a:lnTo>
                    <a:cubicBezTo>
                      <a:pt x="14891" y="9746"/>
                      <a:pt x="15013" y="10185"/>
                      <a:pt x="15164" y="10185"/>
                    </a:cubicBezTo>
                    <a:cubicBezTo>
                      <a:pt x="15315" y="10185"/>
                      <a:pt x="15436" y="9746"/>
                      <a:pt x="15436" y="9207"/>
                    </a:cubicBezTo>
                    <a:cubicBezTo>
                      <a:pt x="15436" y="9207"/>
                      <a:pt x="15436" y="9051"/>
                      <a:pt x="15436" y="8945"/>
                    </a:cubicBezTo>
                    <a:cubicBezTo>
                      <a:pt x="15584" y="9045"/>
                      <a:pt x="15714" y="9147"/>
                      <a:pt x="15858" y="9247"/>
                    </a:cubicBezTo>
                    <a:cubicBezTo>
                      <a:pt x="15215" y="10228"/>
                      <a:pt x="14762" y="12514"/>
                      <a:pt x="14762" y="15169"/>
                    </a:cubicBezTo>
                    <a:cubicBezTo>
                      <a:pt x="14762" y="18712"/>
                      <a:pt x="15569" y="21600"/>
                      <a:pt x="16558" y="21600"/>
                    </a:cubicBezTo>
                    <a:cubicBezTo>
                      <a:pt x="17547" y="21600"/>
                      <a:pt x="18354" y="18712"/>
                      <a:pt x="18354" y="15169"/>
                    </a:cubicBezTo>
                    <a:cubicBezTo>
                      <a:pt x="18354" y="13464"/>
                      <a:pt x="18166" y="11916"/>
                      <a:pt x="17862" y="10763"/>
                    </a:cubicBezTo>
                    <a:cubicBezTo>
                      <a:pt x="18009" y="10883"/>
                      <a:pt x="18174" y="11007"/>
                      <a:pt x="18314" y="11126"/>
                    </a:cubicBezTo>
                    <a:lnTo>
                      <a:pt x="18314" y="11857"/>
                    </a:lnTo>
                    <a:cubicBezTo>
                      <a:pt x="18314" y="12599"/>
                      <a:pt x="18482" y="13202"/>
                      <a:pt x="18689" y="13202"/>
                    </a:cubicBezTo>
                    <a:cubicBezTo>
                      <a:pt x="18897" y="13202"/>
                      <a:pt x="19064" y="12599"/>
                      <a:pt x="19064" y="11857"/>
                    </a:cubicBezTo>
                    <a:cubicBezTo>
                      <a:pt x="19064" y="11857"/>
                      <a:pt x="19064" y="11793"/>
                      <a:pt x="19064" y="11785"/>
                    </a:cubicBezTo>
                    <a:cubicBezTo>
                      <a:pt x="20642" y="13207"/>
                      <a:pt x="21600" y="14313"/>
                      <a:pt x="21600" y="14313"/>
                    </a:cubicBezTo>
                    <a:cubicBezTo>
                      <a:pt x="21600" y="14313"/>
                      <a:pt x="21380" y="8673"/>
                      <a:pt x="21380" y="8673"/>
                    </a:cubicBezTo>
                    <a:cubicBezTo>
                      <a:pt x="21303" y="8603"/>
                      <a:pt x="20990" y="8447"/>
                      <a:pt x="20572" y="8252"/>
                    </a:cubicBezTo>
                    <a:lnTo>
                      <a:pt x="20572" y="67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ïŝḻidè">
                <a:extLst>
                  <a:ext uri="{FF2B5EF4-FFF2-40B4-BE49-F238E27FC236}">
                    <a16:creationId xmlns:a16="http://schemas.microsoft.com/office/drawing/2014/main" xmlns="" id="{7A93998D-EA34-4CE5-A2F9-D08EF3A79DF7}"/>
                  </a:ext>
                </a:extLst>
              </p:cNvPr>
              <p:cNvSpPr/>
              <p:nvPr/>
            </p:nvSpPr>
            <p:spPr>
              <a:xfrm>
                <a:off x="4580187" y="4317991"/>
                <a:ext cx="536094" cy="536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4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4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4" y="216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iṡľïḑe">
                <a:extLst>
                  <a:ext uri="{FF2B5EF4-FFF2-40B4-BE49-F238E27FC236}">
                    <a16:creationId xmlns:a16="http://schemas.microsoft.com/office/drawing/2014/main" xmlns="" id="{DE953E14-045B-4319-8129-4902BBE5C9F1}"/>
                  </a:ext>
                </a:extLst>
              </p:cNvPr>
              <p:cNvSpPr/>
              <p:nvPr/>
            </p:nvSpPr>
            <p:spPr>
              <a:xfrm>
                <a:off x="5404746" y="3270600"/>
                <a:ext cx="1386337" cy="1386323"/>
              </a:xfrm>
              <a:prstGeom prst="ellipse">
                <a:avLst/>
              </a:prstGeom>
              <a:solidFill>
                <a:srgbClr val="FFFFFF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6" name="iṩḻîḋe">
                <a:extLst>
                  <a:ext uri="{FF2B5EF4-FFF2-40B4-BE49-F238E27FC236}">
                    <a16:creationId xmlns:a16="http://schemas.microsoft.com/office/drawing/2014/main" xmlns="" id="{FB8C3D42-2FC7-48CA-9FF6-21FAB9D5F6FB}"/>
                  </a:ext>
                </a:extLst>
              </p:cNvPr>
              <p:cNvSpPr/>
              <p:nvPr/>
            </p:nvSpPr>
            <p:spPr>
              <a:xfrm>
                <a:off x="5441091" y="1862843"/>
                <a:ext cx="1313670" cy="275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lnTo>
                      <a:pt x="10003" y="11330"/>
                    </a:lnTo>
                    <a:cubicBezTo>
                      <a:pt x="4412" y="11525"/>
                      <a:pt x="0" y="13743"/>
                      <a:pt x="0" y="16455"/>
                    </a:cubicBezTo>
                    <a:cubicBezTo>
                      <a:pt x="0" y="19296"/>
                      <a:pt x="4836" y="21600"/>
                      <a:pt x="10800" y="21600"/>
                    </a:cubicBezTo>
                    <a:cubicBezTo>
                      <a:pt x="16764" y="21600"/>
                      <a:pt x="21600" y="19296"/>
                      <a:pt x="21600" y="16455"/>
                    </a:cubicBezTo>
                    <a:cubicBezTo>
                      <a:pt x="21600" y="13730"/>
                      <a:pt x="17147" y="11506"/>
                      <a:pt x="11520" y="11329"/>
                    </a:cubicBezTo>
                    <a:lnTo>
                      <a:pt x="1076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7" name="ïşlïďê">
                <a:extLst>
                  <a:ext uri="{FF2B5EF4-FFF2-40B4-BE49-F238E27FC236}">
                    <a16:creationId xmlns:a16="http://schemas.microsoft.com/office/drawing/2014/main" xmlns="" id="{CBF8937F-1452-429C-B3AD-541D67DC2F6C}"/>
                  </a:ext>
                </a:extLst>
              </p:cNvPr>
              <p:cNvSpPr/>
              <p:nvPr/>
            </p:nvSpPr>
            <p:spPr>
              <a:xfrm>
                <a:off x="5685828" y="3630800"/>
                <a:ext cx="847478" cy="145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29" y="0"/>
                    </a:moveTo>
                    <a:lnTo>
                      <a:pt x="0" y="21600"/>
                    </a:lnTo>
                    <a:lnTo>
                      <a:pt x="2860" y="21600"/>
                    </a:lnTo>
                    <a:lnTo>
                      <a:pt x="2869" y="21470"/>
                    </a:lnTo>
                    <a:lnTo>
                      <a:pt x="10262" y="21470"/>
                    </a:lnTo>
                    <a:lnTo>
                      <a:pt x="10262" y="0"/>
                    </a:lnTo>
                    <a:lnTo>
                      <a:pt x="4689" y="0"/>
                    </a:lnTo>
                    <a:lnTo>
                      <a:pt x="4328" y="0"/>
                    </a:lnTo>
                    <a:lnTo>
                      <a:pt x="1829" y="0"/>
                    </a:lnTo>
                    <a:close/>
                    <a:moveTo>
                      <a:pt x="11275" y="0"/>
                    </a:moveTo>
                    <a:lnTo>
                      <a:pt x="11275" y="21470"/>
                    </a:lnTo>
                    <a:lnTo>
                      <a:pt x="18718" y="21470"/>
                    </a:lnTo>
                    <a:cubicBezTo>
                      <a:pt x="18718" y="21470"/>
                      <a:pt x="18672" y="20791"/>
                      <a:pt x="18669" y="20744"/>
                    </a:cubicBezTo>
                    <a:lnTo>
                      <a:pt x="18740" y="21548"/>
                    </a:lnTo>
                    <a:lnTo>
                      <a:pt x="21600" y="21548"/>
                    </a:lnTo>
                    <a:lnTo>
                      <a:pt x="19637" y="0"/>
                    </a:lnTo>
                    <a:lnTo>
                      <a:pt x="17210" y="0"/>
                    </a:lnTo>
                    <a:lnTo>
                      <a:pt x="1127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8" name="îśḷïḋê">
                <a:extLst>
                  <a:ext uri="{FF2B5EF4-FFF2-40B4-BE49-F238E27FC236}">
                    <a16:creationId xmlns:a16="http://schemas.microsoft.com/office/drawing/2014/main" xmlns="" id="{417CF140-E639-4F62-AA1A-D8E84E6755E9}"/>
                  </a:ext>
                </a:extLst>
              </p:cNvPr>
              <p:cNvSpPr/>
              <p:nvPr/>
            </p:nvSpPr>
            <p:spPr>
              <a:xfrm>
                <a:off x="5795745" y="3926535"/>
                <a:ext cx="604340" cy="6043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1pPr>
                <a:lvl2pPr marL="0" marR="0" indent="228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2pPr>
                <a:lvl3pPr marL="0" marR="0" indent="457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3pPr>
                <a:lvl4pPr marL="0" marR="0" indent="685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4pPr>
                <a:lvl5pPr marL="0" marR="0" indent="9144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5pPr>
                <a:lvl6pPr marL="0" marR="0" indent="11430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6pPr>
                <a:lvl7pPr marL="0" marR="0" indent="13716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7pPr>
                <a:lvl8pPr marL="0" marR="0" indent="16002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8pPr>
                <a:lvl9pPr marL="0" marR="0" indent="1828800" algn="l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000" b="0" i="1" u="none" strike="noStrike" cap="none" spc="150" normalizeH="0" baseline="0">
                    <a:ln>
                      <a:noFill/>
                    </a:ln>
                    <a:solidFill>
                      <a:srgbClr val="53585F"/>
                    </a:solidFill>
                    <a:effectLst/>
                    <a:uFillTx/>
                  </a:defRPr>
                </a:lvl9pPr>
              </a:lstStyle>
              <a:p>
                <a:pPr algn="ctr" defTabSz="457200">
                  <a:defRPr i="0" spc="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5" name="íşļïḋè">
            <a:extLst>
              <a:ext uri="{FF2B5EF4-FFF2-40B4-BE49-F238E27FC236}">
                <a16:creationId xmlns:a16="http://schemas.microsoft.com/office/drawing/2014/main" xmlns="" id="{62B4CA73-A536-4D35-AE58-603CE3B37DE0}"/>
              </a:ext>
            </a:extLst>
          </p:cNvPr>
          <p:cNvSpPr/>
          <p:nvPr/>
        </p:nvSpPr>
        <p:spPr bwMode="auto">
          <a:xfrm>
            <a:off x="673101" y="3472304"/>
            <a:ext cx="2999168" cy="791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dirty="0"/>
              <a:t>通过复制您的文本后，在此框中选择粘贴。</a:t>
            </a:r>
            <a:endParaRPr lang="en-US" altLang="zh-CN" sz="2000" dirty="0"/>
          </a:p>
          <a:p>
            <a:pPr algn="ctr"/>
            <a:r>
              <a:rPr lang="en-US" altLang="zh-CN" sz="2000" dirty="0"/>
              <a:t>……</a:t>
            </a:r>
          </a:p>
        </p:txBody>
      </p:sp>
      <p:sp>
        <p:nvSpPr>
          <p:cNvPr id="36" name="íSḷiḍê">
            <a:extLst>
              <a:ext uri="{FF2B5EF4-FFF2-40B4-BE49-F238E27FC236}">
                <a16:creationId xmlns:a16="http://schemas.microsoft.com/office/drawing/2014/main" xmlns="" id="{4C7D8B89-4E92-4AD6-B55C-7C2B4E4DBD45}"/>
              </a:ext>
            </a:extLst>
          </p:cNvPr>
          <p:cNvSpPr/>
          <p:nvPr/>
        </p:nvSpPr>
        <p:spPr bwMode="auto">
          <a:xfrm>
            <a:off x="673101" y="4367840"/>
            <a:ext cx="2999168" cy="791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dirty="0"/>
              <a:t>通过复制您的文本后，在此框中选择粘贴。</a:t>
            </a:r>
            <a:endParaRPr lang="en-US" altLang="zh-CN" sz="2000" dirty="0"/>
          </a:p>
          <a:p>
            <a:pPr algn="ctr"/>
            <a:r>
              <a:rPr lang="en-US" altLang="zh-CN" sz="2000" dirty="0"/>
              <a:t>……</a:t>
            </a:r>
          </a:p>
        </p:txBody>
      </p:sp>
      <p:sp>
        <p:nvSpPr>
          <p:cNvPr id="37" name="íSļîḑe">
            <a:extLst>
              <a:ext uri="{FF2B5EF4-FFF2-40B4-BE49-F238E27FC236}">
                <a16:creationId xmlns:a16="http://schemas.microsoft.com/office/drawing/2014/main" xmlns="" id="{C6270302-0238-40D0-83E5-767CAFC9FED8}"/>
              </a:ext>
            </a:extLst>
          </p:cNvPr>
          <p:cNvSpPr/>
          <p:nvPr/>
        </p:nvSpPr>
        <p:spPr bwMode="auto">
          <a:xfrm>
            <a:off x="8519733" y="3472304"/>
            <a:ext cx="2999168" cy="791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dirty="0"/>
              <a:t>通过复制您的文本后，在此框中选择粘贴。</a:t>
            </a:r>
            <a:endParaRPr lang="en-US" altLang="zh-CN" sz="2000" dirty="0"/>
          </a:p>
          <a:p>
            <a:pPr algn="ctr"/>
            <a:r>
              <a:rPr lang="en-US" altLang="zh-CN" sz="2000" dirty="0"/>
              <a:t>……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D475D5FA-3DA3-424F-990B-4B1DE2839BF1}"/>
              </a:ext>
            </a:extLst>
          </p:cNvPr>
          <p:cNvGrpSpPr/>
          <p:nvPr/>
        </p:nvGrpSpPr>
        <p:grpSpPr>
          <a:xfrm>
            <a:off x="673101" y="1946742"/>
            <a:ext cx="10845800" cy="1525563"/>
            <a:chOff x="673101" y="1946742"/>
            <a:chExt cx="10845800" cy="1525563"/>
          </a:xfrm>
        </p:grpSpPr>
        <p:grpSp>
          <p:nvGrpSpPr>
            <p:cNvPr id="39" name="ïśḻïḋé">
              <a:extLst>
                <a:ext uri="{FF2B5EF4-FFF2-40B4-BE49-F238E27FC236}">
                  <a16:creationId xmlns:a16="http://schemas.microsoft.com/office/drawing/2014/main" xmlns="" id="{0AFA30F2-BAF5-44CD-9286-1733E77C4734}"/>
                </a:ext>
              </a:extLst>
            </p:cNvPr>
            <p:cNvGrpSpPr/>
            <p:nvPr/>
          </p:nvGrpSpPr>
          <p:grpSpPr>
            <a:xfrm>
              <a:off x="1733645" y="1946742"/>
              <a:ext cx="878080" cy="880403"/>
              <a:chOff x="1733644" y="1508592"/>
              <a:chExt cx="878080" cy="880403"/>
            </a:xfrm>
          </p:grpSpPr>
          <p:sp>
            <p:nvSpPr>
              <p:cNvPr id="45" name="ïSlîḍé">
                <a:extLst>
                  <a:ext uri="{FF2B5EF4-FFF2-40B4-BE49-F238E27FC236}">
                    <a16:creationId xmlns:a16="http://schemas.microsoft.com/office/drawing/2014/main" xmlns="" id="{FB3291B0-E82A-4A39-B7DF-70DFE865E6C2}"/>
                  </a:ext>
                </a:extLst>
              </p:cNvPr>
              <p:cNvSpPr/>
              <p:nvPr/>
            </p:nvSpPr>
            <p:spPr bwMode="auto">
              <a:xfrm>
                <a:off x="1733644" y="1508592"/>
                <a:ext cx="878080" cy="88040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32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íṣḷîḍé">
                <a:extLst>
                  <a:ext uri="{FF2B5EF4-FFF2-40B4-BE49-F238E27FC236}">
                    <a16:creationId xmlns:a16="http://schemas.microsoft.com/office/drawing/2014/main" xmlns="" id="{481FFF6A-10E0-4BDF-964F-44659E1059E2}"/>
                  </a:ext>
                </a:extLst>
              </p:cNvPr>
              <p:cNvSpPr/>
              <p:nvPr/>
            </p:nvSpPr>
            <p:spPr bwMode="auto">
              <a:xfrm>
                <a:off x="1979925" y="1696301"/>
                <a:ext cx="385519" cy="504984"/>
              </a:xfrm>
              <a:custGeom>
                <a:avLst/>
                <a:gdLst>
                  <a:gd name="connsiteX0" fmla="*/ 163146 w 454300"/>
                  <a:gd name="connsiteY0" fmla="*/ 293623 h 595078"/>
                  <a:gd name="connsiteX1" fmla="*/ 165298 w 454300"/>
                  <a:gd name="connsiteY1" fmla="*/ 295413 h 595078"/>
                  <a:gd name="connsiteX2" fmla="*/ 168525 w 454300"/>
                  <a:gd name="connsiteY2" fmla="*/ 298635 h 595078"/>
                  <a:gd name="connsiteX3" fmla="*/ 208684 w 454300"/>
                  <a:gd name="connsiteY3" fmla="*/ 392795 h 595078"/>
                  <a:gd name="connsiteX4" fmla="*/ 210477 w 454300"/>
                  <a:gd name="connsiteY4" fmla="*/ 360931 h 595078"/>
                  <a:gd name="connsiteX5" fmla="*/ 223027 w 454300"/>
                  <a:gd name="connsiteY5" fmla="*/ 351623 h 595078"/>
                  <a:gd name="connsiteX6" fmla="*/ 210477 w 454300"/>
                  <a:gd name="connsiteY6" fmla="*/ 342672 h 595078"/>
                  <a:gd name="connsiteX7" fmla="*/ 218007 w 454300"/>
                  <a:gd name="connsiteY7" fmla="*/ 316178 h 595078"/>
                  <a:gd name="connsiteX8" fmla="*/ 236652 w 454300"/>
                  <a:gd name="connsiteY8" fmla="*/ 316178 h 595078"/>
                  <a:gd name="connsiteX9" fmla="*/ 244182 w 454300"/>
                  <a:gd name="connsiteY9" fmla="*/ 342672 h 595078"/>
                  <a:gd name="connsiteX10" fmla="*/ 231632 w 454300"/>
                  <a:gd name="connsiteY10" fmla="*/ 351623 h 595078"/>
                  <a:gd name="connsiteX11" fmla="*/ 244182 w 454300"/>
                  <a:gd name="connsiteY11" fmla="*/ 360931 h 595078"/>
                  <a:gd name="connsiteX12" fmla="*/ 245616 w 454300"/>
                  <a:gd name="connsiteY12" fmla="*/ 392795 h 595078"/>
                  <a:gd name="connsiteX13" fmla="*/ 285775 w 454300"/>
                  <a:gd name="connsiteY13" fmla="*/ 298635 h 595078"/>
                  <a:gd name="connsiteX14" fmla="*/ 289361 w 454300"/>
                  <a:gd name="connsiteY14" fmla="*/ 295413 h 595078"/>
                  <a:gd name="connsiteX15" fmla="*/ 291512 w 454300"/>
                  <a:gd name="connsiteY15" fmla="*/ 293623 h 595078"/>
                  <a:gd name="connsiteX16" fmla="*/ 305496 w 454300"/>
                  <a:gd name="connsiteY16" fmla="*/ 307228 h 595078"/>
                  <a:gd name="connsiteX17" fmla="*/ 385814 w 454300"/>
                  <a:gd name="connsiteY17" fmla="*/ 342314 h 595078"/>
                  <a:gd name="connsiteX18" fmla="*/ 415575 w 454300"/>
                  <a:gd name="connsiteY18" fmla="*/ 362363 h 595078"/>
                  <a:gd name="connsiteX19" fmla="*/ 454300 w 454300"/>
                  <a:gd name="connsiteY19" fmla="*/ 530634 h 595078"/>
                  <a:gd name="connsiteX20" fmla="*/ 447846 w 454300"/>
                  <a:gd name="connsiteY20" fmla="*/ 552115 h 595078"/>
                  <a:gd name="connsiteX21" fmla="*/ 228046 w 454300"/>
                  <a:gd name="connsiteY21" fmla="*/ 595078 h 595078"/>
                  <a:gd name="connsiteX22" fmla="*/ 227329 w 454300"/>
                  <a:gd name="connsiteY22" fmla="*/ 595078 h 595078"/>
                  <a:gd name="connsiteX23" fmla="*/ 226612 w 454300"/>
                  <a:gd name="connsiteY23" fmla="*/ 595078 h 595078"/>
                  <a:gd name="connsiteX24" fmla="*/ 6454 w 454300"/>
                  <a:gd name="connsiteY24" fmla="*/ 552115 h 595078"/>
                  <a:gd name="connsiteX25" fmla="*/ 0 w 454300"/>
                  <a:gd name="connsiteY25" fmla="*/ 530634 h 595078"/>
                  <a:gd name="connsiteX26" fmla="*/ 38725 w 454300"/>
                  <a:gd name="connsiteY26" fmla="*/ 362363 h 595078"/>
                  <a:gd name="connsiteX27" fmla="*/ 68844 w 454300"/>
                  <a:gd name="connsiteY27" fmla="*/ 342314 h 595078"/>
                  <a:gd name="connsiteX28" fmla="*/ 149162 w 454300"/>
                  <a:gd name="connsiteY28" fmla="*/ 307228 h 595078"/>
                  <a:gd name="connsiteX29" fmla="*/ 163146 w 454300"/>
                  <a:gd name="connsiteY29" fmla="*/ 293623 h 595078"/>
                  <a:gd name="connsiteX30" fmla="*/ 328077 w 454300"/>
                  <a:gd name="connsiteY30" fmla="*/ 159323 h 595078"/>
                  <a:gd name="connsiteX31" fmla="*/ 327002 w 454300"/>
                  <a:gd name="connsiteY31" fmla="*/ 160039 h 595078"/>
                  <a:gd name="connsiteX32" fmla="*/ 323416 w 454300"/>
                  <a:gd name="connsiteY32" fmla="*/ 161830 h 595078"/>
                  <a:gd name="connsiteX33" fmla="*/ 228753 w 454300"/>
                  <a:gd name="connsiteY33" fmla="*/ 178657 h 595078"/>
                  <a:gd name="connsiteX34" fmla="*/ 130504 w 454300"/>
                  <a:gd name="connsiteY34" fmla="*/ 160039 h 595078"/>
                  <a:gd name="connsiteX35" fmla="*/ 133373 w 454300"/>
                  <a:gd name="connsiteY35" fmla="*/ 178299 h 595078"/>
                  <a:gd name="connsiteX36" fmla="*/ 133731 w 454300"/>
                  <a:gd name="connsiteY36" fmla="*/ 179015 h 595078"/>
                  <a:gd name="connsiteX37" fmla="*/ 138393 w 454300"/>
                  <a:gd name="connsiteY37" fmla="*/ 190830 h 595078"/>
                  <a:gd name="connsiteX38" fmla="*/ 142696 w 454300"/>
                  <a:gd name="connsiteY38" fmla="*/ 199781 h 595078"/>
                  <a:gd name="connsiteX39" fmla="*/ 226243 w 454300"/>
                  <a:gd name="connsiteY39" fmla="*/ 295733 h 595078"/>
                  <a:gd name="connsiteX40" fmla="*/ 315886 w 454300"/>
                  <a:gd name="connsiteY40" fmla="*/ 199781 h 595078"/>
                  <a:gd name="connsiteX41" fmla="*/ 319830 w 454300"/>
                  <a:gd name="connsiteY41" fmla="*/ 191188 h 595078"/>
                  <a:gd name="connsiteX42" fmla="*/ 324492 w 454300"/>
                  <a:gd name="connsiteY42" fmla="*/ 180805 h 595078"/>
                  <a:gd name="connsiteX43" fmla="*/ 324850 w 454300"/>
                  <a:gd name="connsiteY43" fmla="*/ 180089 h 595078"/>
                  <a:gd name="connsiteX44" fmla="*/ 328077 w 454300"/>
                  <a:gd name="connsiteY44" fmla="*/ 159323 h 595078"/>
                  <a:gd name="connsiteX45" fmla="*/ 215127 w 454300"/>
                  <a:gd name="connsiteY45" fmla="*/ 104187 h 595078"/>
                  <a:gd name="connsiteX46" fmla="*/ 212976 w 454300"/>
                  <a:gd name="connsiteY46" fmla="*/ 106693 h 595078"/>
                  <a:gd name="connsiteX47" fmla="*/ 212976 w 454300"/>
                  <a:gd name="connsiteY47" fmla="*/ 107051 h 595078"/>
                  <a:gd name="connsiteX48" fmla="*/ 216203 w 454300"/>
                  <a:gd name="connsiteY48" fmla="*/ 104187 h 595078"/>
                  <a:gd name="connsiteX49" fmla="*/ 215127 w 454300"/>
                  <a:gd name="connsiteY49" fmla="*/ 104187 h 595078"/>
                  <a:gd name="connsiteX50" fmla="*/ 190027 w 454300"/>
                  <a:gd name="connsiteY50" fmla="*/ 99532 h 595078"/>
                  <a:gd name="connsiteX51" fmla="*/ 188234 w 454300"/>
                  <a:gd name="connsiteY51" fmla="*/ 101322 h 595078"/>
                  <a:gd name="connsiteX52" fmla="*/ 210466 w 454300"/>
                  <a:gd name="connsiteY52" fmla="*/ 123162 h 595078"/>
                  <a:gd name="connsiteX53" fmla="*/ 211900 w 454300"/>
                  <a:gd name="connsiteY53" fmla="*/ 121372 h 595078"/>
                  <a:gd name="connsiteX54" fmla="*/ 211183 w 454300"/>
                  <a:gd name="connsiteY54" fmla="*/ 121014 h 595078"/>
                  <a:gd name="connsiteX55" fmla="*/ 202219 w 454300"/>
                  <a:gd name="connsiteY55" fmla="*/ 114928 h 595078"/>
                  <a:gd name="connsiteX56" fmla="*/ 209032 w 454300"/>
                  <a:gd name="connsiteY56" fmla="*/ 109915 h 595078"/>
                  <a:gd name="connsiteX57" fmla="*/ 208314 w 454300"/>
                  <a:gd name="connsiteY57" fmla="*/ 106335 h 595078"/>
                  <a:gd name="connsiteX58" fmla="*/ 205087 w 454300"/>
                  <a:gd name="connsiteY58" fmla="*/ 103113 h 595078"/>
                  <a:gd name="connsiteX59" fmla="*/ 190027 w 454300"/>
                  <a:gd name="connsiteY59" fmla="*/ 99532 h 595078"/>
                  <a:gd name="connsiteX60" fmla="*/ 211183 w 454300"/>
                  <a:gd name="connsiteY60" fmla="*/ 90940 h 595078"/>
                  <a:gd name="connsiteX61" fmla="*/ 211542 w 454300"/>
                  <a:gd name="connsiteY61" fmla="*/ 97026 h 595078"/>
                  <a:gd name="connsiteX62" fmla="*/ 214769 w 454300"/>
                  <a:gd name="connsiteY62" fmla="*/ 99890 h 595078"/>
                  <a:gd name="connsiteX63" fmla="*/ 224450 w 454300"/>
                  <a:gd name="connsiteY63" fmla="*/ 100248 h 595078"/>
                  <a:gd name="connsiteX64" fmla="*/ 225167 w 454300"/>
                  <a:gd name="connsiteY64" fmla="*/ 100248 h 595078"/>
                  <a:gd name="connsiteX65" fmla="*/ 225884 w 454300"/>
                  <a:gd name="connsiteY65" fmla="*/ 99890 h 595078"/>
                  <a:gd name="connsiteX66" fmla="*/ 212976 w 454300"/>
                  <a:gd name="connsiteY66" fmla="*/ 92014 h 595078"/>
                  <a:gd name="connsiteX67" fmla="*/ 211183 w 454300"/>
                  <a:gd name="connsiteY67" fmla="*/ 90940 h 595078"/>
                  <a:gd name="connsiteX68" fmla="*/ 243813 w 454300"/>
                  <a:gd name="connsiteY68" fmla="*/ 75902 h 595078"/>
                  <a:gd name="connsiteX69" fmla="*/ 241303 w 454300"/>
                  <a:gd name="connsiteY69" fmla="*/ 78051 h 595078"/>
                  <a:gd name="connsiteX70" fmla="*/ 241303 w 454300"/>
                  <a:gd name="connsiteY70" fmla="*/ 80915 h 595078"/>
                  <a:gd name="connsiteX71" fmla="*/ 243813 w 454300"/>
                  <a:gd name="connsiteY71" fmla="*/ 81631 h 595078"/>
                  <a:gd name="connsiteX72" fmla="*/ 249192 w 454300"/>
                  <a:gd name="connsiteY72" fmla="*/ 76618 h 595078"/>
                  <a:gd name="connsiteX73" fmla="*/ 243813 w 454300"/>
                  <a:gd name="connsiteY73" fmla="*/ 75902 h 595078"/>
                  <a:gd name="connsiteX74" fmla="*/ 204729 w 454300"/>
                  <a:gd name="connsiteY74" fmla="*/ 75902 h 595078"/>
                  <a:gd name="connsiteX75" fmla="*/ 188952 w 454300"/>
                  <a:gd name="connsiteY75" fmla="*/ 80199 h 595078"/>
                  <a:gd name="connsiteX76" fmla="*/ 186083 w 454300"/>
                  <a:gd name="connsiteY76" fmla="*/ 84137 h 595078"/>
                  <a:gd name="connsiteX77" fmla="*/ 185724 w 454300"/>
                  <a:gd name="connsiteY77" fmla="*/ 87359 h 595078"/>
                  <a:gd name="connsiteX78" fmla="*/ 186083 w 454300"/>
                  <a:gd name="connsiteY78" fmla="*/ 90224 h 595078"/>
                  <a:gd name="connsiteX79" fmla="*/ 188952 w 454300"/>
                  <a:gd name="connsiteY79" fmla="*/ 94520 h 595078"/>
                  <a:gd name="connsiteX80" fmla="*/ 204729 w 454300"/>
                  <a:gd name="connsiteY80" fmla="*/ 98816 h 595078"/>
                  <a:gd name="connsiteX81" fmla="*/ 207239 w 454300"/>
                  <a:gd name="connsiteY81" fmla="*/ 96310 h 595078"/>
                  <a:gd name="connsiteX82" fmla="*/ 206880 w 454300"/>
                  <a:gd name="connsiteY82" fmla="*/ 87359 h 595078"/>
                  <a:gd name="connsiteX83" fmla="*/ 207239 w 454300"/>
                  <a:gd name="connsiteY83" fmla="*/ 78051 h 595078"/>
                  <a:gd name="connsiteX84" fmla="*/ 204729 w 454300"/>
                  <a:gd name="connsiteY84" fmla="*/ 75902 h 595078"/>
                  <a:gd name="connsiteX85" fmla="*/ 214769 w 454300"/>
                  <a:gd name="connsiteY85" fmla="*/ 74470 h 595078"/>
                  <a:gd name="connsiteX86" fmla="*/ 211542 w 454300"/>
                  <a:gd name="connsiteY86" fmla="*/ 77693 h 595078"/>
                  <a:gd name="connsiteX87" fmla="*/ 211542 w 454300"/>
                  <a:gd name="connsiteY87" fmla="*/ 79483 h 595078"/>
                  <a:gd name="connsiteX88" fmla="*/ 212259 w 454300"/>
                  <a:gd name="connsiteY88" fmla="*/ 79125 h 595078"/>
                  <a:gd name="connsiteX89" fmla="*/ 216203 w 454300"/>
                  <a:gd name="connsiteY89" fmla="*/ 75902 h 595078"/>
                  <a:gd name="connsiteX90" fmla="*/ 219430 w 454300"/>
                  <a:gd name="connsiteY90" fmla="*/ 74470 h 595078"/>
                  <a:gd name="connsiteX91" fmla="*/ 214769 w 454300"/>
                  <a:gd name="connsiteY91" fmla="*/ 74470 h 595078"/>
                  <a:gd name="connsiteX92" fmla="*/ 224092 w 454300"/>
                  <a:gd name="connsiteY92" fmla="*/ 74112 h 595078"/>
                  <a:gd name="connsiteX93" fmla="*/ 225167 w 454300"/>
                  <a:gd name="connsiteY93" fmla="*/ 74470 h 595078"/>
                  <a:gd name="connsiteX94" fmla="*/ 237000 w 454300"/>
                  <a:gd name="connsiteY94" fmla="*/ 79125 h 595078"/>
                  <a:gd name="connsiteX95" fmla="*/ 237000 w 454300"/>
                  <a:gd name="connsiteY95" fmla="*/ 77693 h 595078"/>
                  <a:gd name="connsiteX96" fmla="*/ 234132 w 454300"/>
                  <a:gd name="connsiteY96" fmla="*/ 74470 h 595078"/>
                  <a:gd name="connsiteX97" fmla="*/ 224450 w 454300"/>
                  <a:gd name="connsiteY97" fmla="*/ 74112 h 595078"/>
                  <a:gd name="connsiteX98" fmla="*/ 264610 w 454300"/>
                  <a:gd name="connsiteY98" fmla="*/ 71606 h 595078"/>
                  <a:gd name="connsiteX99" fmla="*/ 255646 w 454300"/>
                  <a:gd name="connsiteY99" fmla="*/ 75544 h 595078"/>
                  <a:gd name="connsiteX100" fmla="*/ 243813 w 454300"/>
                  <a:gd name="connsiteY100" fmla="*/ 86643 h 595078"/>
                  <a:gd name="connsiteX101" fmla="*/ 222299 w 454300"/>
                  <a:gd name="connsiteY101" fmla="*/ 78409 h 595078"/>
                  <a:gd name="connsiteX102" fmla="*/ 218354 w 454300"/>
                  <a:gd name="connsiteY102" fmla="*/ 78767 h 595078"/>
                  <a:gd name="connsiteX103" fmla="*/ 214052 w 454300"/>
                  <a:gd name="connsiteY103" fmla="*/ 81989 h 595078"/>
                  <a:gd name="connsiteX104" fmla="*/ 212976 w 454300"/>
                  <a:gd name="connsiteY104" fmla="*/ 84495 h 595078"/>
                  <a:gd name="connsiteX105" fmla="*/ 214410 w 454300"/>
                  <a:gd name="connsiteY105" fmla="*/ 86643 h 595078"/>
                  <a:gd name="connsiteX106" fmla="*/ 232697 w 454300"/>
                  <a:gd name="connsiteY106" fmla="*/ 97742 h 595078"/>
                  <a:gd name="connsiteX107" fmla="*/ 222299 w 454300"/>
                  <a:gd name="connsiteY107" fmla="*/ 108483 h 595078"/>
                  <a:gd name="connsiteX108" fmla="*/ 222299 w 454300"/>
                  <a:gd name="connsiteY108" fmla="*/ 108841 h 595078"/>
                  <a:gd name="connsiteX109" fmla="*/ 216920 w 454300"/>
                  <a:gd name="connsiteY109" fmla="*/ 108125 h 595078"/>
                  <a:gd name="connsiteX110" fmla="*/ 209749 w 454300"/>
                  <a:gd name="connsiteY110" fmla="*/ 113854 h 595078"/>
                  <a:gd name="connsiteX111" fmla="*/ 211900 w 454300"/>
                  <a:gd name="connsiteY111" fmla="*/ 115286 h 595078"/>
                  <a:gd name="connsiteX112" fmla="*/ 216920 w 454300"/>
                  <a:gd name="connsiteY112" fmla="*/ 117792 h 595078"/>
                  <a:gd name="connsiteX113" fmla="*/ 217279 w 454300"/>
                  <a:gd name="connsiteY113" fmla="*/ 123162 h 595078"/>
                  <a:gd name="connsiteX114" fmla="*/ 219430 w 454300"/>
                  <a:gd name="connsiteY114" fmla="*/ 124236 h 595078"/>
                  <a:gd name="connsiteX115" fmla="*/ 222299 w 454300"/>
                  <a:gd name="connsiteY115" fmla="*/ 123520 h 595078"/>
                  <a:gd name="connsiteX116" fmla="*/ 224809 w 454300"/>
                  <a:gd name="connsiteY116" fmla="*/ 127817 h 595078"/>
                  <a:gd name="connsiteX117" fmla="*/ 225167 w 454300"/>
                  <a:gd name="connsiteY117" fmla="*/ 128533 h 595078"/>
                  <a:gd name="connsiteX118" fmla="*/ 226602 w 454300"/>
                  <a:gd name="connsiteY118" fmla="*/ 130323 h 595078"/>
                  <a:gd name="connsiteX119" fmla="*/ 232339 w 454300"/>
                  <a:gd name="connsiteY119" fmla="*/ 123162 h 595078"/>
                  <a:gd name="connsiteX120" fmla="*/ 231622 w 454300"/>
                  <a:gd name="connsiteY120" fmla="*/ 118150 h 595078"/>
                  <a:gd name="connsiteX121" fmla="*/ 242737 w 454300"/>
                  <a:gd name="connsiteY121" fmla="*/ 107767 h 595078"/>
                  <a:gd name="connsiteX122" fmla="*/ 253494 w 454300"/>
                  <a:gd name="connsiteY122" fmla="*/ 126027 h 595078"/>
                  <a:gd name="connsiteX123" fmla="*/ 258156 w 454300"/>
                  <a:gd name="connsiteY123" fmla="*/ 126385 h 595078"/>
                  <a:gd name="connsiteX124" fmla="*/ 261383 w 454300"/>
                  <a:gd name="connsiteY124" fmla="*/ 122088 h 595078"/>
                  <a:gd name="connsiteX125" fmla="*/ 262100 w 454300"/>
                  <a:gd name="connsiteY125" fmla="*/ 118150 h 595078"/>
                  <a:gd name="connsiteX126" fmla="*/ 253853 w 454300"/>
                  <a:gd name="connsiteY126" fmla="*/ 96668 h 595078"/>
                  <a:gd name="connsiteX127" fmla="*/ 264969 w 454300"/>
                  <a:gd name="connsiteY127" fmla="*/ 84853 h 595078"/>
                  <a:gd name="connsiteX128" fmla="*/ 268554 w 454300"/>
                  <a:gd name="connsiteY128" fmla="*/ 75902 h 595078"/>
                  <a:gd name="connsiteX129" fmla="*/ 267120 w 454300"/>
                  <a:gd name="connsiteY129" fmla="*/ 73396 h 595078"/>
                  <a:gd name="connsiteX130" fmla="*/ 267120 w 454300"/>
                  <a:gd name="connsiteY130" fmla="*/ 73038 h 595078"/>
                  <a:gd name="connsiteX131" fmla="*/ 264610 w 454300"/>
                  <a:gd name="connsiteY131" fmla="*/ 71606 h 595078"/>
                  <a:gd name="connsiteX132" fmla="*/ 238434 w 454300"/>
                  <a:gd name="connsiteY132" fmla="*/ 51556 h 595078"/>
                  <a:gd name="connsiteX133" fmla="*/ 236642 w 454300"/>
                  <a:gd name="connsiteY133" fmla="*/ 52988 h 595078"/>
                  <a:gd name="connsiteX134" fmla="*/ 240227 w 454300"/>
                  <a:gd name="connsiteY134" fmla="*/ 68026 h 595078"/>
                  <a:gd name="connsiteX135" fmla="*/ 243454 w 454300"/>
                  <a:gd name="connsiteY135" fmla="*/ 71248 h 595078"/>
                  <a:gd name="connsiteX136" fmla="*/ 252777 w 454300"/>
                  <a:gd name="connsiteY136" fmla="*/ 73396 h 595078"/>
                  <a:gd name="connsiteX137" fmla="*/ 253136 w 454300"/>
                  <a:gd name="connsiteY137" fmla="*/ 72680 h 595078"/>
                  <a:gd name="connsiteX138" fmla="*/ 258514 w 454300"/>
                  <a:gd name="connsiteY138" fmla="*/ 69100 h 595078"/>
                  <a:gd name="connsiteX139" fmla="*/ 238434 w 454300"/>
                  <a:gd name="connsiteY139" fmla="*/ 51556 h 595078"/>
                  <a:gd name="connsiteX140" fmla="*/ 210466 w 454300"/>
                  <a:gd name="connsiteY140" fmla="*/ 51556 h 595078"/>
                  <a:gd name="connsiteX141" fmla="*/ 188234 w 454300"/>
                  <a:gd name="connsiteY141" fmla="*/ 73396 h 595078"/>
                  <a:gd name="connsiteX142" fmla="*/ 190027 w 454300"/>
                  <a:gd name="connsiteY142" fmla="*/ 74828 h 595078"/>
                  <a:gd name="connsiteX143" fmla="*/ 205087 w 454300"/>
                  <a:gd name="connsiteY143" fmla="*/ 71248 h 595078"/>
                  <a:gd name="connsiteX144" fmla="*/ 208314 w 454300"/>
                  <a:gd name="connsiteY144" fmla="*/ 68026 h 595078"/>
                  <a:gd name="connsiteX145" fmla="*/ 211900 w 454300"/>
                  <a:gd name="connsiteY145" fmla="*/ 52988 h 595078"/>
                  <a:gd name="connsiteX146" fmla="*/ 210466 w 454300"/>
                  <a:gd name="connsiteY146" fmla="*/ 51556 h 595078"/>
                  <a:gd name="connsiteX147" fmla="*/ 224450 w 454300"/>
                  <a:gd name="connsiteY147" fmla="*/ 48692 h 595078"/>
                  <a:gd name="connsiteX148" fmla="*/ 221223 w 454300"/>
                  <a:gd name="connsiteY148" fmla="*/ 49050 h 595078"/>
                  <a:gd name="connsiteX149" fmla="*/ 217279 w 454300"/>
                  <a:gd name="connsiteY149" fmla="*/ 51914 h 595078"/>
                  <a:gd name="connsiteX150" fmla="*/ 212976 w 454300"/>
                  <a:gd name="connsiteY150" fmla="*/ 67668 h 595078"/>
                  <a:gd name="connsiteX151" fmla="*/ 215127 w 454300"/>
                  <a:gd name="connsiteY151" fmla="*/ 70174 h 595078"/>
                  <a:gd name="connsiteX152" fmla="*/ 224450 w 454300"/>
                  <a:gd name="connsiteY152" fmla="*/ 69816 h 595078"/>
                  <a:gd name="connsiteX153" fmla="*/ 233414 w 454300"/>
                  <a:gd name="connsiteY153" fmla="*/ 70174 h 595078"/>
                  <a:gd name="connsiteX154" fmla="*/ 235924 w 454300"/>
                  <a:gd name="connsiteY154" fmla="*/ 67668 h 595078"/>
                  <a:gd name="connsiteX155" fmla="*/ 231622 w 454300"/>
                  <a:gd name="connsiteY155" fmla="*/ 51914 h 595078"/>
                  <a:gd name="connsiteX156" fmla="*/ 227319 w 454300"/>
                  <a:gd name="connsiteY156" fmla="*/ 49050 h 595078"/>
                  <a:gd name="connsiteX157" fmla="*/ 224450 w 454300"/>
                  <a:gd name="connsiteY157" fmla="*/ 48692 h 595078"/>
                  <a:gd name="connsiteX158" fmla="*/ 229829 w 454300"/>
                  <a:gd name="connsiteY158" fmla="*/ 0 h 595078"/>
                  <a:gd name="connsiteX159" fmla="*/ 392979 w 454300"/>
                  <a:gd name="connsiteY159" fmla="*/ 45470 h 595078"/>
                  <a:gd name="connsiteX160" fmla="*/ 344572 w 454300"/>
                  <a:gd name="connsiteY160" fmla="*/ 78051 h 595078"/>
                  <a:gd name="connsiteX161" fmla="*/ 346723 w 454300"/>
                  <a:gd name="connsiteY161" fmla="*/ 84495 h 595078"/>
                  <a:gd name="connsiteX162" fmla="*/ 378278 w 454300"/>
                  <a:gd name="connsiteY162" fmla="*/ 101681 h 595078"/>
                  <a:gd name="connsiteX163" fmla="*/ 352460 w 454300"/>
                  <a:gd name="connsiteY163" fmla="*/ 117792 h 595078"/>
                  <a:gd name="connsiteX164" fmla="*/ 342062 w 454300"/>
                  <a:gd name="connsiteY164" fmla="*/ 150373 h 595078"/>
                  <a:gd name="connsiteX165" fmla="*/ 339552 w 454300"/>
                  <a:gd name="connsiteY165" fmla="*/ 183669 h 595078"/>
                  <a:gd name="connsiteX166" fmla="*/ 330946 w 454300"/>
                  <a:gd name="connsiteY166" fmla="*/ 201571 h 595078"/>
                  <a:gd name="connsiteX167" fmla="*/ 330587 w 454300"/>
                  <a:gd name="connsiteY167" fmla="*/ 202287 h 595078"/>
                  <a:gd name="connsiteX168" fmla="*/ 226243 w 454300"/>
                  <a:gd name="connsiteY168" fmla="*/ 310770 h 595078"/>
                  <a:gd name="connsiteX169" fmla="*/ 127636 w 454300"/>
                  <a:gd name="connsiteY169" fmla="*/ 202287 h 595078"/>
                  <a:gd name="connsiteX170" fmla="*/ 127277 w 454300"/>
                  <a:gd name="connsiteY170" fmla="*/ 200855 h 595078"/>
                  <a:gd name="connsiteX171" fmla="*/ 118671 w 454300"/>
                  <a:gd name="connsiteY171" fmla="*/ 181879 h 595078"/>
                  <a:gd name="connsiteX172" fmla="*/ 116520 w 454300"/>
                  <a:gd name="connsiteY172" fmla="*/ 151447 h 595078"/>
                  <a:gd name="connsiteX173" fmla="*/ 102894 w 454300"/>
                  <a:gd name="connsiteY173" fmla="*/ 128891 h 595078"/>
                  <a:gd name="connsiteX174" fmla="*/ 106480 w 454300"/>
                  <a:gd name="connsiteY174" fmla="*/ 117076 h 595078"/>
                  <a:gd name="connsiteX175" fmla="*/ 84966 w 454300"/>
                  <a:gd name="connsiteY175" fmla="*/ 101681 h 595078"/>
                  <a:gd name="connsiteX176" fmla="*/ 113293 w 454300"/>
                  <a:gd name="connsiteY176" fmla="*/ 85211 h 595078"/>
                  <a:gd name="connsiteX177" fmla="*/ 115444 w 454300"/>
                  <a:gd name="connsiteY177" fmla="*/ 78051 h 595078"/>
                  <a:gd name="connsiteX178" fmla="*/ 67037 w 454300"/>
                  <a:gd name="connsiteY178" fmla="*/ 45470 h 595078"/>
                  <a:gd name="connsiteX179" fmla="*/ 229829 w 454300"/>
                  <a:gd name="connsiteY179" fmla="*/ 0 h 595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</a:cxnLst>
                <a:rect l="l" t="t" r="r" b="b"/>
                <a:pathLst>
                  <a:path w="454300" h="595078">
                    <a:moveTo>
                      <a:pt x="163146" y="293623"/>
                    </a:moveTo>
                    <a:lnTo>
                      <a:pt x="165298" y="295413"/>
                    </a:lnTo>
                    <a:cubicBezTo>
                      <a:pt x="166373" y="296487"/>
                      <a:pt x="167449" y="297561"/>
                      <a:pt x="168525" y="298635"/>
                    </a:cubicBezTo>
                    <a:cubicBezTo>
                      <a:pt x="172828" y="311882"/>
                      <a:pt x="186453" y="351265"/>
                      <a:pt x="208684" y="392795"/>
                    </a:cubicBezTo>
                    <a:lnTo>
                      <a:pt x="210477" y="360931"/>
                    </a:lnTo>
                    <a:lnTo>
                      <a:pt x="223027" y="351623"/>
                    </a:lnTo>
                    <a:lnTo>
                      <a:pt x="210477" y="342672"/>
                    </a:lnTo>
                    <a:lnTo>
                      <a:pt x="218007" y="316178"/>
                    </a:lnTo>
                    <a:lnTo>
                      <a:pt x="236652" y="316178"/>
                    </a:lnTo>
                    <a:lnTo>
                      <a:pt x="244182" y="342672"/>
                    </a:lnTo>
                    <a:lnTo>
                      <a:pt x="231632" y="351623"/>
                    </a:lnTo>
                    <a:lnTo>
                      <a:pt x="244182" y="360931"/>
                    </a:lnTo>
                    <a:lnTo>
                      <a:pt x="245616" y="392795"/>
                    </a:lnTo>
                    <a:cubicBezTo>
                      <a:pt x="268206" y="351265"/>
                      <a:pt x="281472" y="311882"/>
                      <a:pt x="285775" y="298635"/>
                    </a:cubicBezTo>
                    <a:cubicBezTo>
                      <a:pt x="287209" y="297561"/>
                      <a:pt x="288285" y="296487"/>
                      <a:pt x="289361" y="295413"/>
                    </a:cubicBezTo>
                    <a:lnTo>
                      <a:pt x="291512" y="293623"/>
                    </a:lnTo>
                    <a:cubicBezTo>
                      <a:pt x="291512" y="293623"/>
                      <a:pt x="299042" y="302574"/>
                      <a:pt x="305496" y="307228"/>
                    </a:cubicBezTo>
                    <a:cubicBezTo>
                      <a:pt x="328086" y="323339"/>
                      <a:pt x="368962" y="336944"/>
                      <a:pt x="385814" y="342314"/>
                    </a:cubicBezTo>
                    <a:cubicBezTo>
                      <a:pt x="404460" y="349475"/>
                      <a:pt x="414141" y="360215"/>
                      <a:pt x="415575" y="362363"/>
                    </a:cubicBezTo>
                    <a:cubicBezTo>
                      <a:pt x="450356" y="413919"/>
                      <a:pt x="454300" y="529560"/>
                      <a:pt x="454300" y="530634"/>
                    </a:cubicBezTo>
                    <a:cubicBezTo>
                      <a:pt x="454300" y="546029"/>
                      <a:pt x="449639" y="551399"/>
                      <a:pt x="447846" y="552115"/>
                    </a:cubicBezTo>
                    <a:cubicBezTo>
                      <a:pt x="371472" y="586127"/>
                      <a:pt x="275018" y="594720"/>
                      <a:pt x="228046" y="595078"/>
                    </a:cubicBezTo>
                    <a:lnTo>
                      <a:pt x="227329" y="595078"/>
                    </a:lnTo>
                    <a:lnTo>
                      <a:pt x="226612" y="595078"/>
                    </a:lnTo>
                    <a:cubicBezTo>
                      <a:pt x="179640" y="594720"/>
                      <a:pt x="83187" y="586127"/>
                      <a:pt x="6454" y="552115"/>
                    </a:cubicBezTo>
                    <a:cubicBezTo>
                      <a:pt x="5020" y="551399"/>
                      <a:pt x="359" y="546029"/>
                      <a:pt x="0" y="530634"/>
                    </a:cubicBezTo>
                    <a:cubicBezTo>
                      <a:pt x="359" y="529560"/>
                      <a:pt x="4303" y="413919"/>
                      <a:pt x="38725" y="362363"/>
                    </a:cubicBezTo>
                    <a:cubicBezTo>
                      <a:pt x="40518" y="360215"/>
                      <a:pt x="50199" y="349475"/>
                      <a:pt x="68844" y="342314"/>
                    </a:cubicBezTo>
                    <a:cubicBezTo>
                      <a:pt x="85697" y="336944"/>
                      <a:pt x="126573" y="323339"/>
                      <a:pt x="149162" y="307228"/>
                    </a:cubicBezTo>
                    <a:cubicBezTo>
                      <a:pt x="155617" y="302574"/>
                      <a:pt x="163146" y="293623"/>
                      <a:pt x="163146" y="293623"/>
                    </a:cubicBezTo>
                    <a:close/>
                    <a:moveTo>
                      <a:pt x="328077" y="159323"/>
                    </a:moveTo>
                    <a:cubicBezTo>
                      <a:pt x="327719" y="159681"/>
                      <a:pt x="327360" y="159681"/>
                      <a:pt x="327002" y="160039"/>
                    </a:cubicBezTo>
                    <a:cubicBezTo>
                      <a:pt x="327002" y="160039"/>
                      <a:pt x="324133" y="161472"/>
                      <a:pt x="323416" y="161830"/>
                    </a:cubicBezTo>
                    <a:cubicBezTo>
                      <a:pt x="300109" y="172212"/>
                      <a:pt x="266403" y="178657"/>
                      <a:pt x="228753" y="178657"/>
                    </a:cubicBezTo>
                    <a:cubicBezTo>
                      <a:pt x="188952" y="178657"/>
                      <a:pt x="153453" y="171496"/>
                      <a:pt x="130504" y="160039"/>
                    </a:cubicBezTo>
                    <a:cubicBezTo>
                      <a:pt x="130504" y="163978"/>
                      <a:pt x="131221" y="170064"/>
                      <a:pt x="133373" y="178299"/>
                    </a:cubicBezTo>
                    <a:lnTo>
                      <a:pt x="133731" y="179015"/>
                    </a:lnTo>
                    <a:cubicBezTo>
                      <a:pt x="134449" y="184743"/>
                      <a:pt x="136241" y="188324"/>
                      <a:pt x="138393" y="190830"/>
                    </a:cubicBezTo>
                    <a:cubicBezTo>
                      <a:pt x="140903" y="193336"/>
                      <a:pt x="142337" y="196558"/>
                      <a:pt x="142696" y="199781"/>
                    </a:cubicBezTo>
                    <a:cubicBezTo>
                      <a:pt x="150226" y="248115"/>
                      <a:pt x="191462" y="295733"/>
                      <a:pt x="226243" y="295733"/>
                    </a:cubicBezTo>
                    <a:cubicBezTo>
                      <a:pt x="267479" y="295733"/>
                      <a:pt x="308356" y="244176"/>
                      <a:pt x="315886" y="199781"/>
                    </a:cubicBezTo>
                    <a:cubicBezTo>
                      <a:pt x="316245" y="196558"/>
                      <a:pt x="317679" y="193336"/>
                      <a:pt x="319830" y="191188"/>
                    </a:cubicBezTo>
                    <a:cubicBezTo>
                      <a:pt x="322340" y="188682"/>
                      <a:pt x="323775" y="185101"/>
                      <a:pt x="324492" y="180805"/>
                    </a:cubicBezTo>
                    <a:lnTo>
                      <a:pt x="324850" y="180089"/>
                    </a:lnTo>
                    <a:cubicBezTo>
                      <a:pt x="327719" y="169706"/>
                      <a:pt x="328077" y="163262"/>
                      <a:pt x="328077" y="159323"/>
                    </a:cubicBezTo>
                    <a:close/>
                    <a:moveTo>
                      <a:pt x="215127" y="104187"/>
                    </a:moveTo>
                    <a:cubicBezTo>
                      <a:pt x="213693" y="104187"/>
                      <a:pt x="212617" y="105261"/>
                      <a:pt x="212976" y="106693"/>
                    </a:cubicBezTo>
                    <a:cubicBezTo>
                      <a:pt x="212976" y="106693"/>
                      <a:pt x="212976" y="106693"/>
                      <a:pt x="212976" y="107051"/>
                    </a:cubicBezTo>
                    <a:lnTo>
                      <a:pt x="216203" y="104187"/>
                    </a:lnTo>
                    <a:cubicBezTo>
                      <a:pt x="215844" y="104187"/>
                      <a:pt x="215486" y="104187"/>
                      <a:pt x="215127" y="104187"/>
                    </a:cubicBezTo>
                    <a:close/>
                    <a:moveTo>
                      <a:pt x="190027" y="99532"/>
                    </a:moveTo>
                    <a:cubicBezTo>
                      <a:pt x="188593" y="99174"/>
                      <a:pt x="187876" y="99890"/>
                      <a:pt x="188234" y="101322"/>
                    </a:cubicBezTo>
                    <a:cubicBezTo>
                      <a:pt x="192179" y="111347"/>
                      <a:pt x="200426" y="119224"/>
                      <a:pt x="210466" y="123162"/>
                    </a:cubicBezTo>
                    <a:cubicBezTo>
                      <a:pt x="211900" y="123878"/>
                      <a:pt x="212617" y="122804"/>
                      <a:pt x="211900" y="121372"/>
                    </a:cubicBezTo>
                    <a:lnTo>
                      <a:pt x="211183" y="121014"/>
                    </a:lnTo>
                    <a:lnTo>
                      <a:pt x="202219" y="114928"/>
                    </a:lnTo>
                    <a:lnTo>
                      <a:pt x="209032" y="109915"/>
                    </a:lnTo>
                    <a:cubicBezTo>
                      <a:pt x="208673" y="108483"/>
                      <a:pt x="208673" y="107409"/>
                      <a:pt x="208314" y="106335"/>
                    </a:cubicBezTo>
                    <a:cubicBezTo>
                      <a:pt x="208314" y="104903"/>
                      <a:pt x="206880" y="103471"/>
                      <a:pt x="205087" y="103113"/>
                    </a:cubicBezTo>
                    <a:cubicBezTo>
                      <a:pt x="199709" y="102397"/>
                      <a:pt x="194330" y="100964"/>
                      <a:pt x="190027" y="99532"/>
                    </a:cubicBezTo>
                    <a:close/>
                    <a:moveTo>
                      <a:pt x="211183" y="90940"/>
                    </a:moveTo>
                    <a:cubicBezTo>
                      <a:pt x="211542" y="93088"/>
                      <a:pt x="211542" y="94878"/>
                      <a:pt x="211542" y="97026"/>
                    </a:cubicBezTo>
                    <a:cubicBezTo>
                      <a:pt x="211900" y="98458"/>
                      <a:pt x="212976" y="99890"/>
                      <a:pt x="214769" y="99890"/>
                    </a:cubicBezTo>
                    <a:cubicBezTo>
                      <a:pt x="217637" y="100248"/>
                      <a:pt x="220864" y="100248"/>
                      <a:pt x="224450" y="100248"/>
                    </a:cubicBezTo>
                    <a:cubicBezTo>
                      <a:pt x="224809" y="100248"/>
                      <a:pt x="225167" y="100248"/>
                      <a:pt x="225167" y="100248"/>
                    </a:cubicBezTo>
                    <a:lnTo>
                      <a:pt x="225884" y="99890"/>
                    </a:lnTo>
                    <a:lnTo>
                      <a:pt x="212976" y="92014"/>
                    </a:lnTo>
                    <a:cubicBezTo>
                      <a:pt x="212259" y="91656"/>
                      <a:pt x="211900" y="91298"/>
                      <a:pt x="211183" y="90940"/>
                    </a:cubicBezTo>
                    <a:close/>
                    <a:moveTo>
                      <a:pt x="243813" y="75902"/>
                    </a:moveTo>
                    <a:cubicBezTo>
                      <a:pt x="242379" y="75544"/>
                      <a:pt x="241303" y="76618"/>
                      <a:pt x="241303" y="78051"/>
                    </a:cubicBezTo>
                    <a:cubicBezTo>
                      <a:pt x="241303" y="79125"/>
                      <a:pt x="241303" y="79841"/>
                      <a:pt x="241303" y="80915"/>
                    </a:cubicBezTo>
                    <a:lnTo>
                      <a:pt x="243813" y="81631"/>
                    </a:lnTo>
                    <a:lnTo>
                      <a:pt x="249192" y="76618"/>
                    </a:lnTo>
                    <a:cubicBezTo>
                      <a:pt x="247399" y="76260"/>
                      <a:pt x="245606" y="75902"/>
                      <a:pt x="243813" y="75902"/>
                    </a:cubicBezTo>
                    <a:close/>
                    <a:moveTo>
                      <a:pt x="204729" y="75902"/>
                    </a:moveTo>
                    <a:cubicBezTo>
                      <a:pt x="198274" y="76976"/>
                      <a:pt x="192896" y="78409"/>
                      <a:pt x="188952" y="80199"/>
                    </a:cubicBezTo>
                    <a:cubicBezTo>
                      <a:pt x="187517" y="80557"/>
                      <a:pt x="186083" y="82705"/>
                      <a:pt x="186083" y="84137"/>
                    </a:cubicBezTo>
                    <a:cubicBezTo>
                      <a:pt x="185724" y="85211"/>
                      <a:pt x="185724" y="86285"/>
                      <a:pt x="185724" y="87359"/>
                    </a:cubicBezTo>
                    <a:cubicBezTo>
                      <a:pt x="185724" y="88433"/>
                      <a:pt x="185724" y="89507"/>
                      <a:pt x="186083" y="90224"/>
                    </a:cubicBezTo>
                    <a:cubicBezTo>
                      <a:pt x="186083" y="92014"/>
                      <a:pt x="187517" y="93804"/>
                      <a:pt x="188952" y="94520"/>
                    </a:cubicBezTo>
                    <a:cubicBezTo>
                      <a:pt x="192896" y="96310"/>
                      <a:pt x="198274" y="97742"/>
                      <a:pt x="204729" y="98816"/>
                    </a:cubicBezTo>
                    <a:cubicBezTo>
                      <a:pt x="206163" y="99174"/>
                      <a:pt x="207597" y="98100"/>
                      <a:pt x="207239" y="96310"/>
                    </a:cubicBezTo>
                    <a:cubicBezTo>
                      <a:pt x="207239" y="93446"/>
                      <a:pt x="206880" y="90224"/>
                      <a:pt x="206880" y="87359"/>
                    </a:cubicBezTo>
                    <a:cubicBezTo>
                      <a:pt x="206880" y="84137"/>
                      <a:pt x="207239" y="81273"/>
                      <a:pt x="207239" y="78051"/>
                    </a:cubicBezTo>
                    <a:cubicBezTo>
                      <a:pt x="207597" y="76618"/>
                      <a:pt x="206163" y="75544"/>
                      <a:pt x="204729" y="75902"/>
                    </a:cubicBezTo>
                    <a:close/>
                    <a:moveTo>
                      <a:pt x="214769" y="74470"/>
                    </a:moveTo>
                    <a:cubicBezTo>
                      <a:pt x="212976" y="74828"/>
                      <a:pt x="211900" y="76260"/>
                      <a:pt x="211542" y="77693"/>
                    </a:cubicBezTo>
                    <a:cubicBezTo>
                      <a:pt x="211542" y="78409"/>
                      <a:pt x="211542" y="78767"/>
                      <a:pt x="211542" y="79483"/>
                    </a:cubicBezTo>
                    <a:cubicBezTo>
                      <a:pt x="211542" y="79483"/>
                      <a:pt x="211900" y="79125"/>
                      <a:pt x="212259" y="79125"/>
                    </a:cubicBezTo>
                    <a:lnTo>
                      <a:pt x="216203" y="75902"/>
                    </a:lnTo>
                    <a:cubicBezTo>
                      <a:pt x="217279" y="75186"/>
                      <a:pt x="218354" y="74470"/>
                      <a:pt x="219430" y="74470"/>
                    </a:cubicBezTo>
                    <a:cubicBezTo>
                      <a:pt x="217637" y="74470"/>
                      <a:pt x="216203" y="74470"/>
                      <a:pt x="214769" y="74470"/>
                    </a:cubicBezTo>
                    <a:close/>
                    <a:moveTo>
                      <a:pt x="224092" y="74112"/>
                    </a:moveTo>
                    <a:cubicBezTo>
                      <a:pt x="224450" y="74470"/>
                      <a:pt x="224809" y="74470"/>
                      <a:pt x="225167" y="74470"/>
                    </a:cubicBezTo>
                    <a:lnTo>
                      <a:pt x="237000" y="79125"/>
                    </a:lnTo>
                    <a:cubicBezTo>
                      <a:pt x="237000" y="78767"/>
                      <a:pt x="237000" y="78051"/>
                      <a:pt x="237000" y="77693"/>
                    </a:cubicBezTo>
                    <a:cubicBezTo>
                      <a:pt x="237000" y="76260"/>
                      <a:pt x="235566" y="74828"/>
                      <a:pt x="234132" y="74470"/>
                    </a:cubicBezTo>
                    <a:cubicBezTo>
                      <a:pt x="230904" y="74470"/>
                      <a:pt x="227677" y="74112"/>
                      <a:pt x="224450" y="74112"/>
                    </a:cubicBezTo>
                    <a:close/>
                    <a:moveTo>
                      <a:pt x="264610" y="71606"/>
                    </a:moveTo>
                    <a:cubicBezTo>
                      <a:pt x="262100" y="71248"/>
                      <a:pt x="258514" y="72680"/>
                      <a:pt x="255646" y="75544"/>
                    </a:cubicBezTo>
                    <a:lnTo>
                      <a:pt x="243813" y="86643"/>
                    </a:lnTo>
                    <a:lnTo>
                      <a:pt x="222299" y="78409"/>
                    </a:lnTo>
                    <a:cubicBezTo>
                      <a:pt x="220864" y="77693"/>
                      <a:pt x="219430" y="78051"/>
                      <a:pt x="218354" y="78767"/>
                    </a:cubicBezTo>
                    <a:lnTo>
                      <a:pt x="214052" y="81989"/>
                    </a:lnTo>
                    <a:cubicBezTo>
                      <a:pt x="213334" y="82705"/>
                      <a:pt x="212976" y="83779"/>
                      <a:pt x="212976" y="84495"/>
                    </a:cubicBezTo>
                    <a:cubicBezTo>
                      <a:pt x="212976" y="85569"/>
                      <a:pt x="213334" y="86285"/>
                      <a:pt x="214410" y="86643"/>
                    </a:cubicBezTo>
                    <a:lnTo>
                      <a:pt x="232697" y="97742"/>
                    </a:lnTo>
                    <a:lnTo>
                      <a:pt x="222299" y="108483"/>
                    </a:lnTo>
                    <a:lnTo>
                      <a:pt x="222299" y="108841"/>
                    </a:lnTo>
                    <a:lnTo>
                      <a:pt x="216920" y="108125"/>
                    </a:lnTo>
                    <a:lnTo>
                      <a:pt x="209749" y="113854"/>
                    </a:lnTo>
                    <a:lnTo>
                      <a:pt x="211900" y="115286"/>
                    </a:lnTo>
                    <a:lnTo>
                      <a:pt x="216920" y="117792"/>
                    </a:lnTo>
                    <a:cubicBezTo>
                      <a:pt x="215844" y="120298"/>
                      <a:pt x="216203" y="122088"/>
                      <a:pt x="217279" y="123162"/>
                    </a:cubicBezTo>
                    <a:cubicBezTo>
                      <a:pt x="217637" y="123878"/>
                      <a:pt x="218354" y="124236"/>
                      <a:pt x="219430" y="124236"/>
                    </a:cubicBezTo>
                    <a:cubicBezTo>
                      <a:pt x="220506" y="124236"/>
                      <a:pt x="221582" y="123878"/>
                      <a:pt x="222299" y="123520"/>
                    </a:cubicBezTo>
                    <a:lnTo>
                      <a:pt x="224809" y="127817"/>
                    </a:lnTo>
                    <a:cubicBezTo>
                      <a:pt x="224809" y="128175"/>
                      <a:pt x="225167" y="128175"/>
                      <a:pt x="225167" y="128533"/>
                    </a:cubicBezTo>
                    <a:lnTo>
                      <a:pt x="226602" y="130323"/>
                    </a:lnTo>
                    <a:lnTo>
                      <a:pt x="232339" y="123162"/>
                    </a:lnTo>
                    <a:lnTo>
                      <a:pt x="231622" y="118150"/>
                    </a:lnTo>
                    <a:lnTo>
                      <a:pt x="242737" y="107767"/>
                    </a:lnTo>
                    <a:lnTo>
                      <a:pt x="253494" y="126027"/>
                    </a:lnTo>
                    <a:cubicBezTo>
                      <a:pt x="254570" y="127817"/>
                      <a:pt x="257080" y="127817"/>
                      <a:pt x="258156" y="126385"/>
                    </a:cubicBezTo>
                    <a:lnTo>
                      <a:pt x="261383" y="122088"/>
                    </a:lnTo>
                    <a:cubicBezTo>
                      <a:pt x="262459" y="121014"/>
                      <a:pt x="262459" y="119582"/>
                      <a:pt x="262100" y="118150"/>
                    </a:cubicBezTo>
                    <a:lnTo>
                      <a:pt x="253853" y="96668"/>
                    </a:lnTo>
                    <a:lnTo>
                      <a:pt x="264969" y="84853"/>
                    </a:lnTo>
                    <a:cubicBezTo>
                      <a:pt x="267120" y="82347"/>
                      <a:pt x="269272" y="78409"/>
                      <a:pt x="268554" y="75902"/>
                    </a:cubicBezTo>
                    <a:cubicBezTo>
                      <a:pt x="268554" y="74828"/>
                      <a:pt x="267837" y="74112"/>
                      <a:pt x="267120" y="73396"/>
                    </a:cubicBezTo>
                    <a:lnTo>
                      <a:pt x="267120" y="73038"/>
                    </a:lnTo>
                    <a:cubicBezTo>
                      <a:pt x="266403" y="72322"/>
                      <a:pt x="265327" y="71964"/>
                      <a:pt x="264610" y="71606"/>
                    </a:cubicBezTo>
                    <a:close/>
                    <a:moveTo>
                      <a:pt x="238434" y="51556"/>
                    </a:moveTo>
                    <a:cubicBezTo>
                      <a:pt x="237000" y="50840"/>
                      <a:pt x="236283" y="51556"/>
                      <a:pt x="236642" y="52988"/>
                    </a:cubicBezTo>
                    <a:cubicBezTo>
                      <a:pt x="238076" y="57643"/>
                      <a:pt x="239510" y="62655"/>
                      <a:pt x="240227" y="68026"/>
                    </a:cubicBezTo>
                    <a:cubicBezTo>
                      <a:pt x="240586" y="69816"/>
                      <a:pt x="242020" y="71248"/>
                      <a:pt x="243454" y="71248"/>
                    </a:cubicBezTo>
                    <a:cubicBezTo>
                      <a:pt x="246682" y="71964"/>
                      <a:pt x="249909" y="72680"/>
                      <a:pt x="252777" y="73396"/>
                    </a:cubicBezTo>
                    <a:lnTo>
                      <a:pt x="253136" y="72680"/>
                    </a:lnTo>
                    <a:cubicBezTo>
                      <a:pt x="254570" y="71606"/>
                      <a:pt x="256363" y="70174"/>
                      <a:pt x="258514" y="69100"/>
                    </a:cubicBezTo>
                    <a:cubicBezTo>
                      <a:pt x="254212" y="61223"/>
                      <a:pt x="247040" y="54779"/>
                      <a:pt x="238434" y="51556"/>
                    </a:cubicBezTo>
                    <a:close/>
                    <a:moveTo>
                      <a:pt x="210466" y="51556"/>
                    </a:moveTo>
                    <a:cubicBezTo>
                      <a:pt x="200426" y="55137"/>
                      <a:pt x="192179" y="63371"/>
                      <a:pt x="188234" y="73396"/>
                    </a:cubicBezTo>
                    <a:cubicBezTo>
                      <a:pt x="187876" y="74828"/>
                      <a:pt x="188593" y="75544"/>
                      <a:pt x="190027" y="74828"/>
                    </a:cubicBezTo>
                    <a:cubicBezTo>
                      <a:pt x="194689" y="73396"/>
                      <a:pt x="199709" y="72322"/>
                      <a:pt x="205087" y="71248"/>
                    </a:cubicBezTo>
                    <a:cubicBezTo>
                      <a:pt x="206880" y="71248"/>
                      <a:pt x="208314" y="69816"/>
                      <a:pt x="208314" y="68026"/>
                    </a:cubicBezTo>
                    <a:cubicBezTo>
                      <a:pt x="209390" y="62655"/>
                      <a:pt x="210466" y="57643"/>
                      <a:pt x="211900" y="52988"/>
                    </a:cubicBezTo>
                    <a:cubicBezTo>
                      <a:pt x="212617" y="51556"/>
                      <a:pt x="211900" y="50840"/>
                      <a:pt x="210466" y="51556"/>
                    </a:cubicBezTo>
                    <a:close/>
                    <a:moveTo>
                      <a:pt x="224450" y="48692"/>
                    </a:moveTo>
                    <a:cubicBezTo>
                      <a:pt x="223374" y="48692"/>
                      <a:pt x="222299" y="48692"/>
                      <a:pt x="221223" y="49050"/>
                    </a:cubicBezTo>
                    <a:cubicBezTo>
                      <a:pt x="219789" y="49050"/>
                      <a:pt x="217637" y="50482"/>
                      <a:pt x="217279" y="51914"/>
                    </a:cubicBezTo>
                    <a:cubicBezTo>
                      <a:pt x="215486" y="55853"/>
                      <a:pt x="213693" y="61223"/>
                      <a:pt x="212976" y="67668"/>
                    </a:cubicBezTo>
                    <a:cubicBezTo>
                      <a:pt x="212617" y="69100"/>
                      <a:pt x="213693" y="70532"/>
                      <a:pt x="215127" y="70174"/>
                    </a:cubicBezTo>
                    <a:cubicBezTo>
                      <a:pt x="218354" y="70174"/>
                      <a:pt x="221223" y="69816"/>
                      <a:pt x="224450" y="69816"/>
                    </a:cubicBezTo>
                    <a:cubicBezTo>
                      <a:pt x="227319" y="69816"/>
                      <a:pt x="230546" y="70174"/>
                      <a:pt x="233414" y="70174"/>
                    </a:cubicBezTo>
                    <a:cubicBezTo>
                      <a:pt x="235207" y="70532"/>
                      <a:pt x="236283" y="69100"/>
                      <a:pt x="235924" y="67668"/>
                    </a:cubicBezTo>
                    <a:cubicBezTo>
                      <a:pt x="234849" y="61223"/>
                      <a:pt x="233414" y="55853"/>
                      <a:pt x="231622" y="51914"/>
                    </a:cubicBezTo>
                    <a:cubicBezTo>
                      <a:pt x="230904" y="50482"/>
                      <a:pt x="229112" y="49050"/>
                      <a:pt x="227319" y="49050"/>
                    </a:cubicBezTo>
                    <a:cubicBezTo>
                      <a:pt x="226602" y="48692"/>
                      <a:pt x="225526" y="48692"/>
                      <a:pt x="224450" y="48692"/>
                    </a:cubicBezTo>
                    <a:close/>
                    <a:moveTo>
                      <a:pt x="229829" y="0"/>
                    </a:moveTo>
                    <a:cubicBezTo>
                      <a:pt x="319830" y="0"/>
                      <a:pt x="392979" y="20408"/>
                      <a:pt x="392979" y="45470"/>
                    </a:cubicBezTo>
                    <a:cubicBezTo>
                      <a:pt x="392979" y="58359"/>
                      <a:pt x="374333" y="69816"/>
                      <a:pt x="344572" y="78051"/>
                    </a:cubicBezTo>
                    <a:lnTo>
                      <a:pt x="346723" y="84495"/>
                    </a:lnTo>
                    <a:cubicBezTo>
                      <a:pt x="369672" y="88433"/>
                      <a:pt x="378278" y="93088"/>
                      <a:pt x="378278" y="101681"/>
                    </a:cubicBezTo>
                    <a:cubicBezTo>
                      <a:pt x="378278" y="109557"/>
                      <a:pt x="371106" y="114570"/>
                      <a:pt x="352460" y="117792"/>
                    </a:cubicBezTo>
                    <a:cubicBezTo>
                      <a:pt x="354612" y="120656"/>
                      <a:pt x="362500" y="133903"/>
                      <a:pt x="342062" y="150373"/>
                    </a:cubicBezTo>
                    <a:cubicBezTo>
                      <a:pt x="344930" y="159323"/>
                      <a:pt x="342420" y="172928"/>
                      <a:pt x="339552" y="183669"/>
                    </a:cubicBezTo>
                    <a:cubicBezTo>
                      <a:pt x="338117" y="191188"/>
                      <a:pt x="335249" y="197275"/>
                      <a:pt x="330946" y="201571"/>
                    </a:cubicBezTo>
                    <a:cubicBezTo>
                      <a:pt x="330946" y="201213"/>
                      <a:pt x="330946" y="201929"/>
                      <a:pt x="330587" y="202287"/>
                    </a:cubicBezTo>
                    <a:cubicBezTo>
                      <a:pt x="321982" y="253485"/>
                      <a:pt x="276802" y="310770"/>
                      <a:pt x="226243" y="310770"/>
                    </a:cubicBezTo>
                    <a:cubicBezTo>
                      <a:pt x="183214" y="310770"/>
                      <a:pt x="136241" y="258856"/>
                      <a:pt x="127636" y="202287"/>
                    </a:cubicBezTo>
                    <a:cubicBezTo>
                      <a:pt x="127636" y="201571"/>
                      <a:pt x="127636" y="201571"/>
                      <a:pt x="127277" y="200855"/>
                    </a:cubicBezTo>
                    <a:cubicBezTo>
                      <a:pt x="122974" y="196558"/>
                      <a:pt x="120106" y="190472"/>
                      <a:pt x="118671" y="181879"/>
                    </a:cubicBezTo>
                    <a:cubicBezTo>
                      <a:pt x="116520" y="174003"/>
                      <a:pt x="114010" y="160755"/>
                      <a:pt x="116520" y="151447"/>
                    </a:cubicBezTo>
                    <a:cubicBezTo>
                      <a:pt x="107914" y="144644"/>
                      <a:pt x="102894" y="137125"/>
                      <a:pt x="102894" y="128891"/>
                    </a:cubicBezTo>
                    <a:cubicBezTo>
                      <a:pt x="102894" y="124952"/>
                      <a:pt x="104328" y="121014"/>
                      <a:pt x="106480" y="117076"/>
                    </a:cubicBezTo>
                    <a:cubicBezTo>
                      <a:pt x="91061" y="113495"/>
                      <a:pt x="84966" y="109199"/>
                      <a:pt x="84966" y="101681"/>
                    </a:cubicBezTo>
                    <a:cubicBezTo>
                      <a:pt x="84966" y="93804"/>
                      <a:pt x="92496" y="88791"/>
                      <a:pt x="113293" y="85211"/>
                    </a:cubicBezTo>
                    <a:lnTo>
                      <a:pt x="115444" y="78051"/>
                    </a:lnTo>
                    <a:cubicBezTo>
                      <a:pt x="85683" y="69816"/>
                      <a:pt x="67037" y="58359"/>
                      <a:pt x="67037" y="45470"/>
                    </a:cubicBezTo>
                    <a:cubicBezTo>
                      <a:pt x="67037" y="20408"/>
                      <a:pt x="139827" y="0"/>
                      <a:pt x="229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0" name="íšlídé">
              <a:extLst>
                <a:ext uri="{FF2B5EF4-FFF2-40B4-BE49-F238E27FC236}">
                  <a16:creationId xmlns:a16="http://schemas.microsoft.com/office/drawing/2014/main" xmlns="" id="{AC066265-7539-4E04-8FCC-1932D0B1F72B}"/>
                </a:ext>
              </a:extLst>
            </p:cNvPr>
            <p:cNvSpPr txBox="1"/>
            <p:nvPr/>
          </p:nvSpPr>
          <p:spPr bwMode="auto">
            <a:xfrm>
              <a:off x="673101" y="2930613"/>
              <a:ext cx="2999168" cy="54169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grpSp>
          <p:nvGrpSpPr>
            <p:cNvPr id="41" name="ïṣļïḑé">
              <a:extLst>
                <a:ext uri="{FF2B5EF4-FFF2-40B4-BE49-F238E27FC236}">
                  <a16:creationId xmlns:a16="http://schemas.microsoft.com/office/drawing/2014/main" xmlns="" id="{5EF93796-12CD-47E0-8CD7-3B8D298C0E50}"/>
                </a:ext>
              </a:extLst>
            </p:cNvPr>
            <p:cNvGrpSpPr/>
            <p:nvPr/>
          </p:nvGrpSpPr>
          <p:grpSpPr>
            <a:xfrm>
              <a:off x="9580277" y="1946742"/>
              <a:ext cx="878080" cy="880403"/>
              <a:chOff x="9580276" y="1508592"/>
              <a:chExt cx="878080" cy="880403"/>
            </a:xfrm>
          </p:grpSpPr>
          <p:sp>
            <p:nvSpPr>
              <p:cNvPr id="43" name="îs1îďè">
                <a:extLst>
                  <a:ext uri="{FF2B5EF4-FFF2-40B4-BE49-F238E27FC236}">
                    <a16:creationId xmlns:a16="http://schemas.microsoft.com/office/drawing/2014/main" xmlns="" id="{E5CE4C3F-628E-41CF-9994-14B9027EB333}"/>
                  </a:ext>
                </a:extLst>
              </p:cNvPr>
              <p:cNvSpPr/>
              <p:nvPr/>
            </p:nvSpPr>
            <p:spPr bwMode="auto">
              <a:xfrm>
                <a:off x="9580276" y="1508592"/>
                <a:ext cx="878080" cy="88040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32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ïṥ1íḋé">
                <a:extLst>
                  <a:ext uri="{FF2B5EF4-FFF2-40B4-BE49-F238E27FC236}">
                    <a16:creationId xmlns:a16="http://schemas.microsoft.com/office/drawing/2014/main" xmlns="" id="{EED64A7B-ABD1-40C6-A3B1-A7A8D695B0B9}"/>
                  </a:ext>
                </a:extLst>
              </p:cNvPr>
              <p:cNvSpPr/>
              <p:nvPr/>
            </p:nvSpPr>
            <p:spPr bwMode="auto">
              <a:xfrm>
                <a:off x="9826557" y="1696301"/>
                <a:ext cx="385519" cy="504984"/>
              </a:xfrm>
              <a:custGeom>
                <a:avLst/>
                <a:gdLst>
                  <a:gd name="connsiteX0" fmla="*/ 163146 w 454300"/>
                  <a:gd name="connsiteY0" fmla="*/ 293623 h 595078"/>
                  <a:gd name="connsiteX1" fmla="*/ 165298 w 454300"/>
                  <a:gd name="connsiteY1" fmla="*/ 295413 h 595078"/>
                  <a:gd name="connsiteX2" fmla="*/ 168525 w 454300"/>
                  <a:gd name="connsiteY2" fmla="*/ 298635 h 595078"/>
                  <a:gd name="connsiteX3" fmla="*/ 208684 w 454300"/>
                  <a:gd name="connsiteY3" fmla="*/ 392795 h 595078"/>
                  <a:gd name="connsiteX4" fmla="*/ 210477 w 454300"/>
                  <a:gd name="connsiteY4" fmla="*/ 360931 h 595078"/>
                  <a:gd name="connsiteX5" fmla="*/ 223027 w 454300"/>
                  <a:gd name="connsiteY5" fmla="*/ 351623 h 595078"/>
                  <a:gd name="connsiteX6" fmla="*/ 210477 w 454300"/>
                  <a:gd name="connsiteY6" fmla="*/ 342672 h 595078"/>
                  <a:gd name="connsiteX7" fmla="*/ 218007 w 454300"/>
                  <a:gd name="connsiteY7" fmla="*/ 316178 h 595078"/>
                  <a:gd name="connsiteX8" fmla="*/ 236652 w 454300"/>
                  <a:gd name="connsiteY8" fmla="*/ 316178 h 595078"/>
                  <a:gd name="connsiteX9" fmla="*/ 244182 w 454300"/>
                  <a:gd name="connsiteY9" fmla="*/ 342672 h 595078"/>
                  <a:gd name="connsiteX10" fmla="*/ 231632 w 454300"/>
                  <a:gd name="connsiteY10" fmla="*/ 351623 h 595078"/>
                  <a:gd name="connsiteX11" fmla="*/ 244182 w 454300"/>
                  <a:gd name="connsiteY11" fmla="*/ 360931 h 595078"/>
                  <a:gd name="connsiteX12" fmla="*/ 245616 w 454300"/>
                  <a:gd name="connsiteY12" fmla="*/ 392795 h 595078"/>
                  <a:gd name="connsiteX13" fmla="*/ 285775 w 454300"/>
                  <a:gd name="connsiteY13" fmla="*/ 298635 h 595078"/>
                  <a:gd name="connsiteX14" fmla="*/ 289361 w 454300"/>
                  <a:gd name="connsiteY14" fmla="*/ 295413 h 595078"/>
                  <a:gd name="connsiteX15" fmla="*/ 291512 w 454300"/>
                  <a:gd name="connsiteY15" fmla="*/ 293623 h 595078"/>
                  <a:gd name="connsiteX16" fmla="*/ 305496 w 454300"/>
                  <a:gd name="connsiteY16" fmla="*/ 307228 h 595078"/>
                  <a:gd name="connsiteX17" fmla="*/ 385814 w 454300"/>
                  <a:gd name="connsiteY17" fmla="*/ 342314 h 595078"/>
                  <a:gd name="connsiteX18" fmla="*/ 415575 w 454300"/>
                  <a:gd name="connsiteY18" fmla="*/ 362363 h 595078"/>
                  <a:gd name="connsiteX19" fmla="*/ 454300 w 454300"/>
                  <a:gd name="connsiteY19" fmla="*/ 530634 h 595078"/>
                  <a:gd name="connsiteX20" fmla="*/ 447846 w 454300"/>
                  <a:gd name="connsiteY20" fmla="*/ 552115 h 595078"/>
                  <a:gd name="connsiteX21" fmla="*/ 228046 w 454300"/>
                  <a:gd name="connsiteY21" fmla="*/ 595078 h 595078"/>
                  <a:gd name="connsiteX22" fmla="*/ 227329 w 454300"/>
                  <a:gd name="connsiteY22" fmla="*/ 595078 h 595078"/>
                  <a:gd name="connsiteX23" fmla="*/ 226612 w 454300"/>
                  <a:gd name="connsiteY23" fmla="*/ 595078 h 595078"/>
                  <a:gd name="connsiteX24" fmla="*/ 6454 w 454300"/>
                  <a:gd name="connsiteY24" fmla="*/ 552115 h 595078"/>
                  <a:gd name="connsiteX25" fmla="*/ 0 w 454300"/>
                  <a:gd name="connsiteY25" fmla="*/ 530634 h 595078"/>
                  <a:gd name="connsiteX26" fmla="*/ 38725 w 454300"/>
                  <a:gd name="connsiteY26" fmla="*/ 362363 h 595078"/>
                  <a:gd name="connsiteX27" fmla="*/ 68844 w 454300"/>
                  <a:gd name="connsiteY27" fmla="*/ 342314 h 595078"/>
                  <a:gd name="connsiteX28" fmla="*/ 149162 w 454300"/>
                  <a:gd name="connsiteY28" fmla="*/ 307228 h 595078"/>
                  <a:gd name="connsiteX29" fmla="*/ 163146 w 454300"/>
                  <a:gd name="connsiteY29" fmla="*/ 293623 h 595078"/>
                  <a:gd name="connsiteX30" fmla="*/ 328077 w 454300"/>
                  <a:gd name="connsiteY30" fmla="*/ 159323 h 595078"/>
                  <a:gd name="connsiteX31" fmla="*/ 327002 w 454300"/>
                  <a:gd name="connsiteY31" fmla="*/ 160039 h 595078"/>
                  <a:gd name="connsiteX32" fmla="*/ 323416 w 454300"/>
                  <a:gd name="connsiteY32" fmla="*/ 161830 h 595078"/>
                  <a:gd name="connsiteX33" fmla="*/ 228753 w 454300"/>
                  <a:gd name="connsiteY33" fmla="*/ 178657 h 595078"/>
                  <a:gd name="connsiteX34" fmla="*/ 130504 w 454300"/>
                  <a:gd name="connsiteY34" fmla="*/ 160039 h 595078"/>
                  <a:gd name="connsiteX35" fmla="*/ 133373 w 454300"/>
                  <a:gd name="connsiteY35" fmla="*/ 178299 h 595078"/>
                  <a:gd name="connsiteX36" fmla="*/ 133731 w 454300"/>
                  <a:gd name="connsiteY36" fmla="*/ 179015 h 595078"/>
                  <a:gd name="connsiteX37" fmla="*/ 138393 w 454300"/>
                  <a:gd name="connsiteY37" fmla="*/ 190830 h 595078"/>
                  <a:gd name="connsiteX38" fmla="*/ 142696 w 454300"/>
                  <a:gd name="connsiteY38" fmla="*/ 199781 h 595078"/>
                  <a:gd name="connsiteX39" fmla="*/ 226243 w 454300"/>
                  <a:gd name="connsiteY39" fmla="*/ 295733 h 595078"/>
                  <a:gd name="connsiteX40" fmla="*/ 315886 w 454300"/>
                  <a:gd name="connsiteY40" fmla="*/ 199781 h 595078"/>
                  <a:gd name="connsiteX41" fmla="*/ 319830 w 454300"/>
                  <a:gd name="connsiteY41" fmla="*/ 191188 h 595078"/>
                  <a:gd name="connsiteX42" fmla="*/ 324492 w 454300"/>
                  <a:gd name="connsiteY42" fmla="*/ 180805 h 595078"/>
                  <a:gd name="connsiteX43" fmla="*/ 324850 w 454300"/>
                  <a:gd name="connsiteY43" fmla="*/ 180089 h 595078"/>
                  <a:gd name="connsiteX44" fmla="*/ 328077 w 454300"/>
                  <a:gd name="connsiteY44" fmla="*/ 159323 h 595078"/>
                  <a:gd name="connsiteX45" fmla="*/ 215127 w 454300"/>
                  <a:gd name="connsiteY45" fmla="*/ 104187 h 595078"/>
                  <a:gd name="connsiteX46" fmla="*/ 212976 w 454300"/>
                  <a:gd name="connsiteY46" fmla="*/ 106693 h 595078"/>
                  <a:gd name="connsiteX47" fmla="*/ 212976 w 454300"/>
                  <a:gd name="connsiteY47" fmla="*/ 107051 h 595078"/>
                  <a:gd name="connsiteX48" fmla="*/ 216203 w 454300"/>
                  <a:gd name="connsiteY48" fmla="*/ 104187 h 595078"/>
                  <a:gd name="connsiteX49" fmla="*/ 215127 w 454300"/>
                  <a:gd name="connsiteY49" fmla="*/ 104187 h 595078"/>
                  <a:gd name="connsiteX50" fmla="*/ 190027 w 454300"/>
                  <a:gd name="connsiteY50" fmla="*/ 99532 h 595078"/>
                  <a:gd name="connsiteX51" fmla="*/ 188234 w 454300"/>
                  <a:gd name="connsiteY51" fmla="*/ 101322 h 595078"/>
                  <a:gd name="connsiteX52" fmla="*/ 210466 w 454300"/>
                  <a:gd name="connsiteY52" fmla="*/ 123162 h 595078"/>
                  <a:gd name="connsiteX53" fmla="*/ 211900 w 454300"/>
                  <a:gd name="connsiteY53" fmla="*/ 121372 h 595078"/>
                  <a:gd name="connsiteX54" fmla="*/ 211183 w 454300"/>
                  <a:gd name="connsiteY54" fmla="*/ 121014 h 595078"/>
                  <a:gd name="connsiteX55" fmla="*/ 202219 w 454300"/>
                  <a:gd name="connsiteY55" fmla="*/ 114928 h 595078"/>
                  <a:gd name="connsiteX56" fmla="*/ 209032 w 454300"/>
                  <a:gd name="connsiteY56" fmla="*/ 109915 h 595078"/>
                  <a:gd name="connsiteX57" fmla="*/ 208314 w 454300"/>
                  <a:gd name="connsiteY57" fmla="*/ 106335 h 595078"/>
                  <a:gd name="connsiteX58" fmla="*/ 205087 w 454300"/>
                  <a:gd name="connsiteY58" fmla="*/ 103113 h 595078"/>
                  <a:gd name="connsiteX59" fmla="*/ 190027 w 454300"/>
                  <a:gd name="connsiteY59" fmla="*/ 99532 h 595078"/>
                  <a:gd name="connsiteX60" fmla="*/ 211183 w 454300"/>
                  <a:gd name="connsiteY60" fmla="*/ 90940 h 595078"/>
                  <a:gd name="connsiteX61" fmla="*/ 211542 w 454300"/>
                  <a:gd name="connsiteY61" fmla="*/ 97026 h 595078"/>
                  <a:gd name="connsiteX62" fmla="*/ 214769 w 454300"/>
                  <a:gd name="connsiteY62" fmla="*/ 99890 h 595078"/>
                  <a:gd name="connsiteX63" fmla="*/ 224450 w 454300"/>
                  <a:gd name="connsiteY63" fmla="*/ 100248 h 595078"/>
                  <a:gd name="connsiteX64" fmla="*/ 225167 w 454300"/>
                  <a:gd name="connsiteY64" fmla="*/ 100248 h 595078"/>
                  <a:gd name="connsiteX65" fmla="*/ 225884 w 454300"/>
                  <a:gd name="connsiteY65" fmla="*/ 99890 h 595078"/>
                  <a:gd name="connsiteX66" fmla="*/ 212976 w 454300"/>
                  <a:gd name="connsiteY66" fmla="*/ 92014 h 595078"/>
                  <a:gd name="connsiteX67" fmla="*/ 211183 w 454300"/>
                  <a:gd name="connsiteY67" fmla="*/ 90940 h 595078"/>
                  <a:gd name="connsiteX68" fmla="*/ 243813 w 454300"/>
                  <a:gd name="connsiteY68" fmla="*/ 75902 h 595078"/>
                  <a:gd name="connsiteX69" fmla="*/ 241303 w 454300"/>
                  <a:gd name="connsiteY69" fmla="*/ 78051 h 595078"/>
                  <a:gd name="connsiteX70" fmla="*/ 241303 w 454300"/>
                  <a:gd name="connsiteY70" fmla="*/ 80915 h 595078"/>
                  <a:gd name="connsiteX71" fmla="*/ 243813 w 454300"/>
                  <a:gd name="connsiteY71" fmla="*/ 81631 h 595078"/>
                  <a:gd name="connsiteX72" fmla="*/ 249192 w 454300"/>
                  <a:gd name="connsiteY72" fmla="*/ 76618 h 595078"/>
                  <a:gd name="connsiteX73" fmla="*/ 243813 w 454300"/>
                  <a:gd name="connsiteY73" fmla="*/ 75902 h 595078"/>
                  <a:gd name="connsiteX74" fmla="*/ 204729 w 454300"/>
                  <a:gd name="connsiteY74" fmla="*/ 75902 h 595078"/>
                  <a:gd name="connsiteX75" fmla="*/ 188952 w 454300"/>
                  <a:gd name="connsiteY75" fmla="*/ 80199 h 595078"/>
                  <a:gd name="connsiteX76" fmla="*/ 186083 w 454300"/>
                  <a:gd name="connsiteY76" fmla="*/ 84137 h 595078"/>
                  <a:gd name="connsiteX77" fmla="*/ 185724 w 454300"/>
                  <a:gd name="connsiteY77" fmla="*/ 87359 h 595078"/>
                  <a:gd name="connsiteX78" fmla="*/ 186083 w 454300"/>
                  <a:gd name="connsiteY78" fmla="*/ 90224 h 595078"/>
                  <a:gd name="connsiteX79" fmla="*/ 188952 w 454300"/>
                  <a:gd name="connsiteY79" fmla="*/ 94520 h 595078"/>
                  <a:gd name="connsiteX80" fmla="*/ 204729 w 454300"/>
                  <a:gd name="connsiteY80" fmla="*/ 98816 h 595078"/>
                  <a:gd name="connsiteX81" fmla="*/ 207239 w 454300"/>
                  <a:gd name="connsiteY81" fmla="*/ 96310 h 595078"/>
                  <a:gd name="connsiteX82" fmla="*/ 206880 w 454300"/>
                  <a:gd name="connsiteY82" fmla="*/ 87359 h 595078"/>
                  <a:gd name="connsiteX83" fmla="*/ 207239 w 454300"/>
                  <a:gd name="connsiteY83" fmla="*/ 78051 h 595078"/>
                  <a:gd name="connsiteX84" fmla="*/ 204729 w 454300"/>
                  <a:gd name="connsiteY84" fmla="*/ 75902 h 595078"/>
                  <a:gd name="connsiteX85" fmla="*/ 214769 w 454300"/>
                  <a:gd name="connsiteY85" fmla="*/ 74470 h 595078"/>
                  <a:gd name="connsiteX86" fmla="*/ 211542 w 454300"/>
                  <a:gd name="connsiteY86" fmla="*/ 77693 h 595078"/>
                  <a:gd name="connsiteX87" fmla="*/ 211542 w 454300"/>
                  <a:gd name="connsiteY87" fmla="*/ 79483 h 595078"/>
                  <a:gd name="connsiteX88" fmla="*/ 212259 w 454300"/>
                  <a:gd name="connsiteY88" fmla="*/ 79125 h 595078"/>
                  <a:gd name="connsiteX89" fmla="*/ 216203 w 454300"/>
                  <a:gd name="connsiteY89" fmla="*/ 75902 h 595078"/>
                  <a:gd name="connsiteX90" fmla="*/ 219430 w 454300"/>
                  <a:gd name="connsiteY90" fmla="*/ 74470 h 595078"/>
                  <a:gd name="connsiteX91" fmla="*/ 214769 w 454300"/>
                  <a:gd name="connsiteY91" fmla="*/ 74470 h 595078"/>
                  <a:gd name="connsiteX92" fmla="*/ 224092 w 454300"/>
                  <a:gd name="connsiteY92" fmla="*/ 74112 h 595078"/>
                  <a:gd name="connsiteX93" fmla="*/ 225167 w 454300"/>
                  <a:gd name="connsiteY93" fmla="*/ 74470 h 595078"/>
                  <a:gd name="connsiteX94" fmla="*/ 237000 w 454300"/>
                  <a:gd name="connsiteY94" fmla="*/ 79125 h 595078"/>
                  <a:gd name="connsiteX95" fmla="*/ 237000 w 454300"/>
                  <a:gd name="connsiteY95" fmla="*/ 77693 h 595078"/>
                  <a:gd name="connsiteX96" fmla="*/ 234132 w 454300"/>
                  <a:gd name="connsiteY96" fmla="*/ 74470 h 595078"/>
                  <a:gd name="connsiteX97" fmla="*/ 224450 w 454300"/>
                  <a:gd name="connsiteY97" fmla="*/ 74112 h 595078"/>
                  <a:gd name="connsiteX98" fmla="*/ 264610 w 454300"/>
                  <a:gd name="connsiteY98" fmla="*/ 71606 h 595078"/>
                  <a:gd name="connsiteX99" fmla="*/ 255646 w 454300"/>
                  <a:gd name="connsiteY99" fmla="*/ 75544 h 595078"/>
                  <a:gd name="connsiteX100" fmla="*/ 243813 w 454300"/>
                  <a:gd name="connsiteY100" fmla="*/ 86643 h 595078"/>
                  <a:gd name="connsiteX101" fmla="*/ 222299 w 454300"/>
                  <a:gd name="connsiteY101" fmla="*/ 78409 h 595078"/>
                  <a:gd name="connsiteX102" fmla="*/ 218354 w 454300"/>
                  <a:gd name="connsiteY102" fmla="*/ 78767 h 595078"/>
                  <a:gd name="connsiteX103" fmla="*/ 214052 w 454300"/>
                  <a:gd name="connsiteY103" fmla="*/ 81989 h 595078"/>
                  <a:gd name="connsiteX104" fmla="*/ 212976 w 454300"/>
                  <a:gd name="connsiteY104" fmla="*/ 84495 h 595078"/>
                  <a:gd name="connsiteX105" fmla="*/ 214410 w 454300"/>
                  <a:gd name="connsiteY105" fmla="*/ 86643 h 595078"/>
                  <a:gd name="connsiteX106" fmla="*/ 232697 w 454300"/>
                  <a:gd name="connsiteY106" fmla="*/ 97742 h 595078"/>
                  <a:gd name="connsiteX107" fmla="*/ 222299 w 454300"/>
                  <a:gd name="connsiteY107" fmla="*/ 108483 h 595078"/>
                  <a:gd name="connsiteX108" fmla="*/ 222299 w 454300"/>
                  <a:gd name="connsiteY108" fmla="*/ 108841 h 595078"/>
                  <a:gd name="connsiteX109" fmla="*/ 216920 w 454300"/>
                  <a:gd name="connsiteY109" fmla="*/ 108125 h 595078"/>
                  <a:gd name="connsiteX110" fmla="*/ 209749 w 454300"/>
                  <a:gd name="connsiteY110" fmla="*/ 113854 h 595078"/>
                  <a:gd name="connsiteX111" fmla="*/ 211900 w 454300"/>
                  <a:gd name="connsiteY111" fmla="*/ 115286 h 595078"/>
                  <a:gd name="connsiteX112" fmla="*/ 216920 w 454300"/>
                  <a:gd name="connsiteY112" fmla="*/ 117792 h 595078"/>
                  <a:gd name="connsiteX113" fmla="*/ 217279 w 454300"/>
                  <a:gd name="connsiteY113" fmla="*/ 123162 h 595078"/>
                  <a:gd name="connsiteX114" fmla="*/ 219430 w 454300"/>
                  <a:gd name="connsiteY114" fmla="*/ 124236 h 595078"/>
                  <a:gd name="connsiteX115" fmla="*/ 222299 w 454300"/>
                  <a:gd name="connsiteY115" fmla="*/ 123520 h 595078"/>
                  <a:gd name="connsiteX116" fmla="*/ 224809 w 454300"/>
                  <a:gd name="connsiteY116" fmla="*/ 127817 h 595078"/>
                  <a:gd name="connsiteX117" fmla="*/ 225167 w 454300"/>
                  <a:gd name="connsiteY117" fmla="*/ 128533 h 595078"/>
                  <a:gd name="connsiteX118" fmla="*/ 226602 w 454300"/>
                  <a:gd name="connsiteY118" fmla="*/ 130323 h 595078"/>
                  <a:gd name="connsiteX119" fmla="*/ 232339 w 454300"/>
                  <a:gd name="connsiteY119" fmla="*/ 123162 h 595078"/>
                  <a:gd name="connsiteX120" fmla="*/ 231622 w 454300"/>
                  <a:gd name="connsiteY120" fmla="*/ 118150 h 595078"/>
                  <a:gd name="connsiteX121" fmla="*/ 242737 w 454300"/>
                  <a:gd name="connsiteY121" fmla="*/ 107767 h 595078"/>
                  <a:gd name="connsiteX122" fmla="*/ 253494 w 454300"/>
                  <a:gd name="connsiteY122" fmla="*/ 126027 h 595078"/>
                  <a:gd name="connsiteX123" fmla="*/ 258156 w 454300"/>
                  <a:gd name="connsiteY123" fmla="*/ 126385 h 595078"/>
                  <a:gd name="connsiteX124" fmla="*/ 261383 w 454300"/>
                  <a:gd name="connsiteY124" fmla="*/ 122088 h 595078"/>
                  <a:gd name="connsiteX125" fmla="*/ 262100 w 454300"/>
                  <a:gd name="connsiteY125" fmla="*/ 118150 h 595078"/>
                  <a:gd name="connsiteX126" fmla="*/ 253853 w 454300"/>
                  <a:gd name="connsiteY126" fmla="*/ 96668 h 595078"/>
                  <a:gd name="connsiteX127" fmla="*/ 264969 w 454300"/>
                  <a:gd name="connsiteY127" fmla="*/ 84853 h 595078"/>
                  <a:gd name="connsiteX128" fmla="*/ 268554 w 454300"/>
                  <a:gd name="connsiteY128" fmla="*/ 75902 h 595078"/>
                  <a:gd name="connsiteX129" fmla="*/ 267120 w 454300"/>
                  <a:gd name="connsiteY129" fmla="*/ 73396 h 595078"/>
                  <a:gd name="connsiteX130" fmla="*/ 267120 w 454300"/>
                  <a:gd name="connsiteY130" fmla="*/ 73038 h 595078"/>
                  <a:gd name="connsiteX131" fmla="*/ 264610 w 454300"/>
                  <a:gd name="connsiteY131" fmla="*/ 71606 h 595078"/>
                  <a:gd name="connsiteX132" fmla="*/ 238434 w 454300"/>
                  <a:gd name="connsiteY132" fmla="*/ 51556 h 595078"/>
                  <a:gd name="connsiteX133" fmla="*/ 236642 w 454300"/>
                  <a:gd name="connsiteY133" fmla="*/ 52988 h 595078"/>
                  <a:gd name="connsiteX134" fmla="*/ 240227 w 454300"/>
                  <a:gd name="connsiteY134" fmla="*/ 68026 h 595078"/>
                  <a:gd name="connsiteX135" fmla="*/ 243454 w 454300"/>
                  <a:gd name="connsiteY135" fmla="*/ 71248 h 595078"/>
                  <a:gd name="connsiteX136" fmla="*/ 252777 w 454300"/>
                  <a:gd name="connsiteY136" fmla="*/ 73396 h 595078"/>
                  <a:gd name="connsiteX137" fmla="*/ 253136 w 454300"/>
                  <a:gd name="connsiteY137" fmla="*/ 72680 h 595078"/>
                  <a:gd name="connsiteX138" fmla="*/ 258514 w 454300"/>
                  <a:gd name="connsiteY138" fmla="*/ 69100 h 595078"/>
                  <a:gd name="connsiteX139" fmla="*/ 238434 w 454300"/>
                  <a:gd name="connsiteY139" fmla="*/ 51556 h 595078"/>
                  <a:gd name="connsiteX140" fmla="*/ 210466 w 454300"/>
                  <a:gd name="connsiteY140" fmla="*/ 51556 h 595078"/>
                  <a:gd name="connsiteX141" fmla="*/ 188234 w 454300"/>
                  <a:gd name="connsiteY141" fmla="*/ 73396 h 595078"/>
                  <a:gd name="connsiteX142" fmla="*/ 190027 w 454300"/>
                  <a:gd name="connsiteY142" fmla="*/ 74828 h 595078"/>
                  <a:gd name="connsiteX143" fmla="*/ 205087 w 454300"/>
                  <a:gd name="connsiteY143" fmla="*/ 71248 h 595078"/>
                  <a:gd name="connsiteX144" fmla="*/ 208314 w 454300"/>
                  <a:gd name="connsiteY144" fmla="*/ 68026 h 595078"/>
                  <a:gd name="connsiteX145" fmla="*/ 211900 w 454300"/>
                  <a:gd name="connsiteY145" fmla="*/ 52988 h 595078"/>
                  <a:gd name="connsiteX146" fmla="*/ 210466 w 454300"/>
                  <a:gd name="connsiteY146" fmla="*/ 51556 h 595078"/>
                  <a:gd name="connsiteX147" fmla="*/ 224450 w 454300"/>
                  <a:gd name="connsiteY147" fmla="*/ 48692 h 595078"/>
                  <a:gd name="connsiteX148" fmla="*/ 221223 w 454300"/>
                  <a:gd name="connsiteY148" fmla="*/ 49050 h 595078"/>
                  <a:gd name="connsiteX149" fmla="*/ 217279 w 454300"/>
                  <a:gd name="connsiteY149" fmla="*/ 51914 h 595078"/>
                  <a:gd name="connsiteX150" fmla="*/ 212976 w 454300"/>
                  <a:gd name="connsiteY150" fmla="*/ 67668 h 595078"/>
                  <a:gd name="connsiteX151" fmla="*/ 215127 w 454300"/>
                  <a:gd name="connsiteY151" fmla="*/ 70174 h 595078"/>
                  <a:gd name="connsiteX152" fmla="*/ 224450 w 454300"/>
                  <a:gd name="connsiteY152" fmla="*/ 69816 h 595078"/>
                  <a:gd name="connsiteX153" fmla="*/ 233414 w 454300"/>
                  <a:gd name="connsiteY153" fmla="*/ 70174 h 595078"/>
                  <a:gd name="connsiteX154" fmla="*/ 235924 w 454300"/>
                  <a:gd name="connsiteY154" fmla="*/ 67668 h 595078"/>
                  <a:gd name="connsiteX155" fmla="*/ 231622 w 454300"/>
                  <a:gd name="connsiteY155" fmla="*/ 51914 h 595078"/>
                  <a:gd name="connsiteX156" fmla="*/ 227319 w 454300"/>
                  <a:gd name="connsiteY156" fmla="*/ 49050 h 595078"/>
                  <a:gd name="connsiteX157" fmla="*/ 224450 w 454300"/>
                  <a:gd name="connsiteY157" fmla="*/ 48692 h 595078"/>
                  <a:gd name="connsiteX158" fmla="*/ 229829 w 454300"/>
                  <a:gd name="connsiteY158" fmla="*/ 0 h 595078"/>
                  <a:gd name="connsiteX159" fmla="*/ 392979 w 454300"/>
                  <a:gd name="connsiteY159" fmla="*/ 45470 h 595078"/>
                  <a:gd name="connsiteX160" fmla="*/ 344572 w 454300"/>
                  <a:gd name="connsiteY160" fmla="*/ 78051 h 595078"/>
                  <a:gd name="connsiteX161" fmla="*/ 346723 w 454300"/>
                  <a:gd name="connsiteY161" fmla="*/ 84495 h 595078"/>
                  <a:gd name="connsiteX162" fmla="*/ 378278 w 454300"/>
                  <a:gd name="connsiteY162" fmla="*/ 101681 h 595078"/>
                  <a:gd name="connsiteX163" fmla="*/ 352460 w 454300"/>
                  <a:gd name="connsiteY163" fmla="*/ 117792 h 595078"/>
                  <a:gd name="connsiteX164" fmla="*/ 342062 w 454300"/>
                  <a:gd name="connsiteY164" fmla="*/ 150373 h 595078"/>
                  <a:gd name="connsiteX165" fmla="*/ 339552 w 454300"/>
                  <a:gd name="connsiteY165" fmla="*/ 183669 h 595078"/>
                  <a:gd name="connsiteX166" fmla="*/ 330946 w 454300"/>
                  <a:gd name="connsiteY166" fmla="*/ 201571 h 595078"/>
                  <a:gd name="connsiteX167" fmla="*/ 330587 w 454300"/>
                  <a:gd name="connsiteY167" fmla="*/ 202287 h 595078"/>
                  <a:gd name="connsiteX168" fmla="*/ 226243 w 454300"/>
                  <a:gd name="connsiteY168" fmla="*/ 310770 h 595078"/>
                  <a:gd name="connsiteX169" fmla="*/ 127636 w 454300"/>
                  <a:gd name="connsiteY169" fmla="*/ 202287 h 595078"/>
                  <a:gd name="connsiteX170" fmla="*/ 127277 w 454300"/>
                  <a:gd name="connsiteY170" fmla="*/ 200855 h 595078"/>
                  <a:gd name="connsiteX171" fmla="*/ 118671 w 454300"/>
                  <a:gd name="connsiteY171" fmla="*/ 181879 h 595078"/>
                  <a:gd name="connsiteX172" fmla="*/ 116520 w 454300"/>
                  <a:gd name="connsiteY172" fmla="*/ 151447 h 595078"/>
                  <a:gd name="connsiteX173" fmla="*/ 102894 w 454300"/>
                  <a:gd name="connsiteY173" fmla="*/ 128891 h 595078"/>
                  <a:gd name="connsiteX174" fmla="*/ 106480 w 454300"/>
                  <a:gd name="connsiteY174" fmla="*/ 117076 h 595078"/>
                  <a:gd name="connsiteX175" fmla="*/ 84966 w 454300"/>
                  <a:gd name="connsiteY175" fmla="*/ 101681 h 595078"/>
                  <a:gd name="connsiteX176" fmla="*/ 113293 w 454300"/>
                  <a:gd name="connsiteY176" fmla="*/ 85211 h 595078"/>
                  <a:gd name="connsiteX177" fmla="*/ 115444 w 454300"/>
                  <a:gd name="connsiteY177" fmla="*/ 78051 h 595078"/>
                  <a:gd name="connsiteX178" fmla="*/ 67037 w 454300"/>
                  <a:gd name="connsiteY178" fmla="*/ 45470 h 595078"/>
                  <a:gd name="connsiteX179" fmla="*/ 229829 w 454300"/>
                  <a:gd name="connsiteY179" fmla="*/ 0 h 595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</a:cxnLst>
                <a:rect l="l" t="t" r="r" b="b"/>
                <a:pathLst>
                  <a:path w="454300" h="595078">
                    <a:moveTo>
                      <a:pt x="163146" y="293623"/>
                    </a:moveTo>
                    <a:lnTo>
                      <a:pt x="165298" y="295413"/>
                    </a:lnTo>
                    <a:cubicBezTo>
                      <a:pt x="166373" y="296487"/>
                      <a:pt x="167449" y="297561"/>
                      <a:pt x="168525" y="298635"/>
                    </a:cubicBezTo>
                    <a:cubicBezTo>
                      <a:pt x="172828" y="311882"/>
                      <a:pt x="186453" y="351265"/>
                      <a:pt x="208684" y="392795"/>
                    </a:cubicBezTo>
                    <a:lnTo>
                      <a:pt x="210477" y="360931"/>
                    </a:lnTo>
                    <a:lnTo>
                      <a:pt x="223027" y="351623"/>
                    </a:lnTo>
                    <a:lnTo>
                      <a:pt x="210477" y="342672"/>
                    </a:lnTo>
                    <a:lnTo>
                      <a:pt x="218007" y="316178"/>
                    </a:lnTo>
                    <a:lnTo>
                      <a:pt x="236652" y="316178"/>
                    </a:lnTo>
                    <a:lnTo>
                      <a:pt x="244182" y="342672"/>
                    </a:lnTo>
                    <a:lnTo>
                      <a:pt x="231632" y="351623"/>
                    </a:lnTo>
                    <a:lnTo>
                      <a:pt x="244182" y="360931"/>
                    </a:lnTo>
                    <a:lnTo>
                      <a:pt x="245616" y="392795"/>
                    </a:lnTo>
                    <a:cubicBezTo>
                      <a:pt x="268206" y="351265"/>
                      <a:pt x="281472" y="311882"/>
                      <a:pt x="285775" y="298635"/>
                    </a:cubicBezTo>
                    <a:cubicBezTo>
                      <a:pt x="287209" y="297561"/>
                      <a:pt x="288285" y="296487"/>
                      <a:pt x="289361" y="295413"/>
                    </a:cubicBezTo>
                    <a:lnTo>
                      <a:pt x="291512" y="293623"/>
                    </a:lnTo>
                    <a:cubicBezTo>
                      <a:pt x="291512" y="293623"/>
                      <a:pt x="299042" y="302574"/>
                      <a:pt x="305496" y="307228"/>
                    </a:cubicBezTo>
                    <a:cubicBezTo>
                      <a:pt x="328086" y="323339"/>
                      <a:pt x="368962" y="336944"/>
                      <a:pt x="385814" y="342314"/>
                    </a:cubicBezTo>
                    <a:cubicBezTo>
                      <a:pt x="404460" y="349475"/>
                      <a:pt x="414141" y="360215"/>
                      <a:pt x="415575" y="362363"/>
                    </a:cubicBezTo>
                    <a:cubicBezTo>
                      <a:pt x="450356" y="413919"/>
                      <a:pt x="454300" y="529560"/>
                      <a:pt x="454300" y="530634"/>
                    </a:cubicBezTo>
                    <a:cubicBezTo>
                      <a:pt x="454300" y="546029"/>
                      <a:pt x="449639" y="551399"/>
                      <a:pt x="447846" y="552115"/>
                    </a:cubicBezTo>
                    <a:cubicBezTo>
                      <a:pt x="371472" y="586127"/>
                      <a:pt x="275018" y="594720"/>
                      <a:pt x="228046" y="595078"/>
                    </a:cubicBezTo>
                    <a:lnTo>
                      <a:pt x="227329" y="595078"/>
                    </a:lnTo>
                    <a:lnTo>
                      <a:pt x="226612" y="595078"/>
                    </a:lnTo>
                    <a:cubicBezTo>
                      <a:pt x="179640" y="594720"/>
                      <a:pt x="83187" y="586127"/>
                      <a:pt x="6454" y="552115"/>
                    </a:cubicBezTo>
                    <a:cubicBezTo>
                      <a:pt x="5020" y="551399"/>
                      <a:pt x="359" y="546029"/>
                      <a:pt x="0" y="530634"/>
                    </a:cubicBezTo>
                    <a:cubicBezTo>
                      <a:pt x="359" y="529560"/>
                      <a:pt x="4303" y="413919"/>
                      <a:pt x="38725" y="362363"/>
                    </a:cubicBezTo>
                    <a:cubicBezTo>
                      <a:pt x="40518" y="360215"/>
                      <a:pt x="50199" y="349475"/>
                      <a:pt x="68844" y="342314"/>
                    </a:cubicBezTo>
                    <a:cubicBezTo>
                      <a:pt x="85697" y="336944"/>
                      <a:pt x="126573" y="323339"/>
                      <a:pt x="149162" y="307228"/>
                    </a:cubicBezTo>
                    <a:cubicBezTo>
                      <a:pt x="155617" y="302574"/>
                      <a:pt x="163146" y="293623"/>
                      <a:pt x="163146" y="293623"/>
                    </a:cubicBezTo>
                    <a:close/>
                    <a:moveTo>
                      <a:pt x="328077" y="159323"/>
                    </a:moveTo>
                    <a:cubicBezTo>
                      <a:pt x="327719" y="159681"/>
                      <a:pt x="327360" y="159681"/>
                      <a:pt x="327002" y="160039"/>
                    </a:cubicBezTo>
                    <a:cubicBezTo>
                      <a:pt x="327002" y="160039"/>
                      <a:pt x="324133" y="161472"/>
                      <a:pt x="323416" y="161830"/>
                    </a:cubicBezTo>
                    <a:cubicBezTo>
                      <a:pt x="300109" y="172212"/>
                      <a:pt x="266403" y="178657"/>
                      <a:pt x="228753" y="178657"/>
                    </a:cubicBezTo>
                    <a:cubicBezTo>
                      <a:pt x="188952" y="178657"/>
                      <a:pt x="153453" y="171496"/>
                      <a:pt x="130504" y="160039"/>
                    </a:cubicBezTo>
                    <a:cubicBezTo>
                      <a:pt x="130504" y="163978"/>
                      <a:pt x="131221" y="170064"/>
                      <a:pt x="133373" y="178299"/>
                    </a:cubicBezTo>
                    <a:lnTo>
                      <a:pt x="133731" y="179015"/>
                    </a:lnTo>
                    <a:cubicBezTo>
                      <a:pt x="134449" y="184743"/>
                      <a:pt x="136241" y="188324"/>
                      <a:pt x="138393" y="190830"/>
                    </a:cubicBezTo>
                    <a:cubicBezTo>
                      <a:pt x="140903" y="193336"/>
                      <a:pt x="142337" y="196558"/>
                      <a:pt x="142696" y="199781"/>
                    </a:cubicBezTo>
                    <a:cubicBezTo>
                      <a:pt x="150226" y="248115"/>
                      <a:pt x="191462" y="295733"/>
                      <a:pt x="226243" y="295733"/>
                    </a:cubicBezTo>
                    <a:cubicBezTo>
                      <a:pt x="267479" y="295733"/>
                      <a:pt x="308356" y="244176"/>
                      <a:pt x="315886" y="199781"/>
                    </a:cubicBezTo>
                    <a:cubicBezTo>
                      <a:pt x="316245" y="196558"/>
                      <a:pt x="317679" y="193336"/>
                      <a:pt x="319830" y="191188"/>
                    </a:cubicBezTo>
                    <a:cubicBezTo>
                      <a:pt x="322340" y="188682"/>
                      <a:pt x="323775" y="185101"/>
                      <a:pt x="324492" y="180805"/>
                    </a:cubicBezTo>
                    <a:lnTo>
                      <a:pt x="324850" y="180089"/>
                    </a:lnTo>
                    <a:cubicBezTo>
                      <a:pt x="327719" y="169706"/>
                      <a:pt x="328077" y="163262"/>
                      <a:pt x="328077" y="159323"/>
                    </a:cubicBezTo>
                    <a:close/>
                    <a:moveTo>
                      <a:pt x="215127" y="104187"/>
                    </a:moveTo>
                    <a:cubicBezTo>
                      <a:pt x="213693" y="104187"/>
                      <a:pt x="212617" y="105261"/>
                      <a:pt x="212976" y="106693"/>
                    </a:cubicBezTo>
                    <a:cubicBezTo>
                      <a:pt x="212976" y="106693"/>
                      <a:pt x="212976" y="106693"/>
                      <a:pt x="212976" y="107051"/>
                    </a:cubicBezTo>
                    <a:lnTo>
                      <a:pt x="216203" y="104187"/>
                    </a:lnTo>
                    <a:cubicBezTo>
                      <a:pt x="215844" y="104187"/>
                      <a:pt x="215486" y="104187"/>
                      <a:pt x="215127" y="104187"/>
                    </a:cubicBezTo>
                    <a:close/>
                    <a:moveTo>
                      <a:pt x="190027" y="99532"/>
                    </a:moveTo>
                    <a:cubicBezTo>
                      <a:pt x="188593" y="99174"/>
                      <a:pt x="187876" y="99890"/>
                      <a:pt x="188234" y="101322"/>
                    </a:cubicBezTo>
                    <a:cubicBezTo>
                      <a:pt x="192179" y="111347"/>
                      <a:pt x="200426" y="119224"/>
                      <a:pt x="210466" y="123162"/>
                    </a:cubicBezTo>
                    <a:cubicBezTo>
                      <a:pt x="211900" y="123878"/>
                      <a:pt x="212617" y="122804"/>
                      <a:pt x="211900" y="121372"/>
                    </a:cubicBezTo>
                    <a:lnTo>
                      <a:pt x="211183" y="121014"/>
                    </a:lnTo>
                    <a:lnTo>
                      <a:pt x="202219" y="114928"/>
                    </a:lnTo>
                    <a:lnTo>
                      <a:pt x="209032" y="109915"/>
                    </a:lnTo>
                    <a:cubicBezTo>
                      <a:pt x="208673" y="108483"/>
                      <a:pt x="208673" y="107409"/>
                      <a:pt x="208314" y="106335"/>
                    </a:cubicBezTo>
                    <a:cubicBezTo>
                      <a:pt x="208314" y="104903"/>
                      <a:pt x="206880" y="103471"/>
                      <a:pt x="205087" y="103113"/>
                    </a:cubicBezTo>
                    <a:cubicBezTo>
                      <a:pt x="199709" y="102397"/>
                      <a:pt x="194330" y="100964"/>
                      <a:pt x="190027" y="99532"/>
                    </a:cubicBezTo>
                    <a:close/>
                    <a:moveTo>
                      <a:pt x="211183" y="90940"/>
                    </a:moveTo>
                    <a:cubicBezTo>
                      <a:pt x="211542" y="93088"/>
                      <a:pt x="211542" y="94878"/>
                      <a:pt x="211542" y="97026"/>
                    </a:cubicBezTo>
                    <a:cubicBezTo>
                      <a:pt x="211900" y="98458"/>
                      <a:pt x="212976" y="99890"/>
                      <a:pt x="214769" y="99890"/>
                    </a:cubicBezTo>
                    <a:cubicBezTo>
                      <a:pt x="217637" y="100248"/>
                      <a:pt x="220864" y="100248"/>
                      <a:pt x="224450" y="100248"/>
                    </a:cubicBezTo>
                    <a:cubicBezTo>
                      <a:pt x="224809" y="100248"/>
                      <a:pt x="225167" y="100248"/>
                      <a:pt x="225167" y="100248"/>
                    </a:cubicBezTo>
                    <a:lnTo>
                      <a:pt x="225884" y="99890"/>
                    </a:lnTo>
                    <a:lnTo>
                      <a:pt x="212976" y="92014"/>
                    </a:lnTo>
                    <a:cubicBezTo>
                      <a:pt x="212259" y="91656"/>
                      <a:pt x="211900" y="91298"/>
                      <a:pt x="211183" y="90940"/>
                    </a:cubicBezTo>
                    <a:close/>
                    <a:moveTo>
                      <a:pt x="243813" y="75902"/>
                    </a:moveTo>
                    <a:cubicBezTo>
                      <a:pt x="242379" y="75544"/>
                      <a:pt x="241303" y="76618"/>
                      <a:pt x="241303" y="78051"/>
                    </a:cubicBezTo>
                    <a:cubicBezTo>
                      <a:pt x="241303" y="79125"/>
                      <a:pt x="241303" y="79841"/>
                      <a:pt x="241303" y="80915"/>
                    </a:cubicBezTo>
                    <a:lnTo>
                      <a:pt x="243813" y="81631"/>
                    </a:lnTo>
                    <a:lnTo>
                      <a:pt x="249192" y="76618"/>
                    </a:lnTo>
                    <a:cubicBezTo>
                      <a:pt x="247399" y="76260"/>
                      <a:pt x="245606" y="75902"/>
                      <a:pt x="243813" y="75902"/>
                    </a:cubicBezTo>
                    <a:close/>
                    <a:moveTo>
                      <a:pt x="204729" y="75902"/>
                    </a:moveTo>
                    <a:cubicBezTo>
                      <a:pt x="198274" y="76976"/>
                      <a:pt x="192896" y="78409"/>
                      <a:pt x="188952" y="80199"/>
                    </a:cubicBezTo>
                    <a:cubicBezTo>
                      <a:pt x="187517" y="80557"/>
                      <a:pt x="186083" y="82705"/>
                      <a:pt x="186083" y="84137"/>
                    </a:cubicBezTo>
                    <a:cubicBezTo>
                      <a:pt x="185724" y="85211"/>
                      <a:pt x="185724" y="86285"/>
                      <a:pt x="185724" y="87359"/>
                    </a:cubicBezTo>
                    <a:cubicBezTo>
                      <a:pt x="185724" y="88433"/>
                      <a:pt x="185724" y="89507"/>
                      <a:pt x="186083" y="90224"/>
                    </a:cubicBezTo>
                    <a:cubicBezTo>
                      <a:pt x="186083" y="92014"/>
                      <a:pt x="187517" y="93804"/>
                      <a:pt x="188952" y="94520"/>
                    </a:cubicBezTo>
                    <a:cubicBezTo>
                      <a:pt x="192896" y="96310"/>
                      <a:pt x="198274" y="97742"/>
                      <a:pt x="204729" y="98816"/>
                    </a:cubicBezTo>
                    <a:cubicBezTo>
                      <a:pt x="206163" y="99174"/>
                      <a:pt x="207597" y="98100"/>
                      <a:pt x="207239" y="96310"/>
                    </a:cubicBezTo>
                    <a:cubicBezTo>
                      <a:pt x="207239" y="93446"/>
                      <a:pt x="206880" y="90224"/>
                      <a:pt x="206880" y="87359"/>
                    </a:cubicBezTo>
                    <a:cubicBezTo>
                      <a:pt x="206880" y="84137"/>
                      <a:pt x="207239" y="81273"/>
                      <a:pt x="207239" y="78051"/>
                    </a:cubicBezTo>
                    <a:cubicBezTo>
                      <a:pt x="207597" y="76618"/>
                      <a:pt x="206163" y="75544"/>
                      <a:pt x="204729" y="75902"/>
                    </a:cubicBezTo>
                    <a:close/>
                    <a:moveTo>
                      <a:pt x="214769" y="74470"/>
                    </a:moveTo>
                    <a:cubicBezTo>
                      <a:pt x="212976" y="74828"/>
                      <a:pt x="211900" y="76260"/>
                      <a:pt x="211542" y="77693"/>
                    </a:cubicBezTo>
                    <a:cubicBezTo>
                      <a:pt x="211542" y="78409"/>
                      <a:pt x="211542" y="78767"/>
                      <a:pt x="211542" y="79483"/>
                    </a:cubicBezTo>
                    <a:cubicBezTo>
                      <a:pt x="211542" y="79483"/>
                      <a:pt x="211900" y="79125"/>
                      <a:pt x="212259" y="79125"/>
                    </a:cubicBezTo>
                    <a:lnTo>
                      <a:pt x="216203" y="75902"/>
                    </a:lnTo>
                    <a:cubicBezTo>
                      <a:pt x="217279" y="75186"/>
                      <a:pt x="218354" y="74470"/>
                      <a:pt x="219430" y="74470"/>
                    </a:cubicBezTo>
                    <a:cubicBezTo>
                      <a:pt x="217637" y="74470"/>
                      <a:pt x="216203" y="74470"/>
                      <a:pt x="214769" y="74470"/>
                    </a:cubicBezTo>
                    <a:close/>
                    <a:moveTo>
                      <a:pt x="224092" y="74112"/>
                    </a:moveTo>
                    <a:cubicBezTo>
                      <a:pt x="224450" y="74470"/>
                      <a:pt x="224809" y="74470"/>
                      <a:pt x="225167" y="74470"/>
                    </a:cubicBezTo>
                    <a:lnTo>
                      <a:pt x="237000" y="79125"/>
                    </a:lnTo>
                    <a:cubicBezTo>
                      <a:pt x="237000" y="78767"/>
                      <a:pt x="237000" y="78051"/>
                      <a:pt x="237000" y="77693"/>
                    </a:cubicBezTo>
                    <a:cubicBezTo>
                      <a:pt x="237000" y="76260"/>
                      <a:pt x="235566" y="74828"/>
                      <a:pt x="234132" y="74470"/>
                    </a:cubicBezTo>
                    <a:cubicBezTo>
                      <a:pt x="230904" y="74470"/>
                      <a:pt x="227677" y="74112"/>
                      <a:pt x="224450" y="74112"/>
                    </a:cubicBezTo>
                    <a:close/>
                    <a:moveTo>
                      <a:pt x="264610" y="71606"/>
                    </a:moveTo>
                    <a:cubicBezTo>
                      <a:pt x="262100" y="71248"/>
                      <a:pt x="258514" y="72680"/>
                      <a:pt x="255646" y="75544"/>
                    </a:cubicBezTo>
                    <a:lnTo>
                      <a:pt x="243813" y="86643"/>
                    </a:lnTo>
                    <a:lnTo>
                      <a:pt x="222299" y="78409"/>
                    </a:lnTo>
                    <a:cubicBezTo>
                      <a:pt x="220864" y="77693"/>
                      <a:pt x="219430" y="78051"/>
                      <a:pt x="218354" y="78767"/>
                    </a:cubicBezTo>
                    <a:lnTo>
                      <a:pt x="214052" y="81989"/>
                    </a:lnTo>
                    <a:cubicBezTo>
                      <a:pt x="213334" y="82705"/>
                      <a:pt x="212976" y="83779"/>
                      <a:pt x="212976" y="84495"/>
                    </a:cubicBezTo>
                    <a:cubicBezTo>
                      <a:pt x="212976" y="85569"/>
                      <a:pt x="213334" y="86285"/>
                      <a:pt x="214410" y="86643"/>
                    </a:cubicBezTo>
                    <a:lnTo>
                      <a:pt x="232697" y="97742"/>
                    </a:lnTo>
                    <a:lnTo>
                      <a:pt x="222299" y="108483"/>
                    </a:lnTo>
                    <a:lnTo>
                      <a:pt x="222299" y="108841"/>
                    </a:lnTo>
                    <a:lnTo>
                      <a:pt x="216920" y="108125"/>
                    </a:lnTo>
                    <a:lnTo>
                      <a:pt x="209749" y="113854"/>
                    </a:lnTo>
                    <a:lnTo>
                      <a:pt x="211900" y="115286"/>
                    </a:lnTo>
                    <a:lnTo>
                      <a:pt x="216920" y="117792"/>
                    </a:lnTo>
                    <a:cubicBezTo>
                      <a:pt x="215844" y="120298"/>
                      <a:pt x="216203" y="122088"/>
                      <a:pt x="217279" y="123162"/>
                    </a:cubicBezTo>
                    <a:cubicBezTo>
                      <a:pt x="217637" y="123878"/>
                      <a:pt x="218354" y="124236"/>
                      <a:pt x="219430" y="124236"/>
                    </a:cubicBezTo>
                    <a:cubicBezTo>
                      <a:pt x="220506" y="124236"/>
                      <a:pt x="221582" y="123878"/>
                      <a:pt x="222299" y="123520"/>
                    </a:cubicBezTo>
                    <a:lnTo>
                      <a:pt x="224809" y="127817"/>
                    </a:lnTo>
                    <a:cubicBezTo>
                      <a:pt x="224809" y="128175"/>
                      <a:pt x="225167" y="128175"/>
                      <a:pt x="225167" y="128533"/>
                    </a:cubicBezTo>
                    <a:lnTo>
                      <a:pt x="226602" y="130323"/>
                    </a:lnTo>
                    <a:lnTo>
                      <a:pt x="232339" y="123162"/>
                    </a:lnTo>
                    <a:lnTo>
                      <a:pt x="231622" y="118150"/>
                    </a:lnTo>
                    <a:lnTo>
                      <a:pt x="242737" y="107767"/>
                    </a:lnTo>
                    <a:lnTo>
                      <a:pt x="253494" y="126027"/>
                    </a:lnTo>
                    <a:cubicBezTo>
                      <a:pt x="254570" y="127817"/>
                      <a:pt x="257080" y="127817"/>
                      <a:pt x="258156" y="126385"/>
                    </a:cubicBezTo>
                    <a:lnTo>
                      <a:pt x="261383" y="122088"/>
                    </a:lnTo>
                    <a:cubicBezTo>
                      <a:pt x="262459" y="121014"/>
                      <a:pt x="262459" y="119582"/>
                      <a:pt x="262100" y="118150"/>
                    </a:cubicBezTo>
                    <a:lnTo>
                      <a:pt x="253853" y="96668"/>
                    </a:lnTo>
                    <a:lnTo>
                      <a:pt x="264969" y="84853"/>
                    </a:lnTo>
                    <a:cubicBezTo>
                      <a:pt x="267120" y="82347"/>
                      <a:pt x="269272" y="78409"/>
                      <a:pt x="268554" y="75902"/>
                    </a:cubicBezTo>
                    <a:cubicBezTo>
                      <a:pt x="268554" y="74828"/>
                      <a:pt x="267837" y="74112"/>
                      <a:pt x="267120" y="73396"/>
                    </a:cubicBezTo>
                    <a:lnTo>
                      <a:pt x="267120" y="73038"/>
                    </a:lnTo>
                    <a:cubicBezTo>
                      <a:pt x="266403" y="72322"/>
                      <a:pt x="265327" y="71964"/>
                      <a:pt x="264610" y="71606"/>
                    </a:cubicBezTo>
                    <a:close/>
                    <a:moveTo>
                      <a:pt x="238434" y="51556"/>
                    </a:moveTo>
                    <a:cubicBezTo>
                      <a:pt x="237000" y="50840"/>
                      <a:pt x="236283" y="51556"/>
                      <a:pt x="236642" y="52988"/>
                    </a:cubicBezTo>
                    <a:cubicBezTo>
                      <a:pt x="238076" y="57643"/>
                      <a:pt x="239510" y="62655"/>
                      <a:pt x="240227" y="68026"/>
                    </a:cubicBezTo>
                    <a:cubicBezTo>
                      <a:pt x="240586" y="69816"/>
                      <a:pt x="242020" y="71248"/>
                      <a:pt x="243454" y="71248"/>
                    </a:cubicBezTo>
                    <a:cubicBezTo>
                      <a:pt x="246682" y="71964"/>
                      <a:pt x="249909" y="72680"/>
                      <a:pt x="252777" y="73396"/>
                    </a:cubicBezTo>
                    <a:lnTo>
                      <a:pt x="253136" y="72680"/>
                    </a:lnTo>
                    <a:cubicBezTo>
                      <a:pt x="254570" y="71606"/>
                      <a:pt x="256363" y="70174"/>
                      <a:pt x="258514" y="69100"/>
                    </a:cubicBezTo>
                    <a:cubicBezTo>
                      <a:pt x="254212" y="61223"/>
                      <a:pt x="247040" y="54779"/>
                      <a:pt x="238434" y="51556"/>
                    </a:cubicBezTo>
                    <a:close/>
                    <a:moveTo>
                      <a:pt x="210466" y="51556"/>
                    </a:moveTo>
                    <a:cubicBezTo>
                      <a:pt x="200426" y="55137"/>
                      <a:pt x="192179" y="63371"/>
                      <a:pt x="188234" y="73396"/>
                    </a:cubicBezTo>
                    <a:cubicBezTo>
                      <a:pt x="187876" y="74828"/>
                      <a:pt x="188593" y="75544"/>
                      <a:pt x="190027" y="74828"/>
                    </a:cubicBezTo>
                    <a:cubicBezTo>
                      <a:pt x="194689" y="73396"/>
                      <a:pt x="199709" y="72322"/>
                      <a:pt x="205087" y="71248"/>
                    </a:cubicBezTo>
                    <a:cubicBezTo>
                      <a:pt x="206880" y="71248"/>
                      <a:pt x="208314" y="69816"/>
                      <a:pt x="208314" y="68026"/>
                    </a:cubicBezTo>
                    <a:cubicBezTo>
                      <a:pt x="209390" y="62655"/>
                      <a:pt x="210466" y="57643"/>
                      <a:pt x="211900" y="52988"/>
                    </a:cubicBezTo>
                    <a:cubicBezTo>
                      <a:pt x="212617" y="51556"/>
                      <a:pt x="211900" y="50840"/>
                      <a:pt x="210466" y="51556"/>
                    </a:cubicBezTo>
                    <a:close/>
                    <a:moveTo>
                      <a:pt x="224450" y="48692"/>
                    </a:moveTo>
                    <a:cubicBezTo>
                      <a:pt x="223374" y="48692"/>
                      <a:pt x="222299" y="48692"/>
                      <a:pt x="221223" y="49050"/>
                    </a:cubicBezTo>
                    <a:cubicBezTo>
                      <a:pt x="219789" y="49050"/>
                      <a:pt x="217637" y="50482"/>
                      <a:pt x="217279" y="51914"/>
                    </a:cubicBezTo>
                    <a:cubicBezTo>
                      <a:pt x="215486" y="55853"/>
                      <a:pt x="213693" y="61223"/>
                      <a:pt x="212976" y="67668"/>
                    </a:cubicBezTo>
                    <a:cubicBezTo>
                      <a:pt x="212617" y="69100"/>
                      <a:pt x="213693" y="70532"/>
                      <a:pt x="215127" y="70174"/>
                    </a:cubicBezTo>
                    <a:cubicBezTo>
                      <a:pt x="218354" y="70174"/>
                      <a:pt x="221223" y="69816"/>
                      <a:pt x="224450" y="69816"/>
                    </a:cubicBezTo>
                    <a:cubicBezTo>
                      <a:pt x="227319" y="69816"/>
                      <a:pt x="230546" y="70174"/>
                      <a:pt x="233414" y="70174"/>
                    </a:cubicBezTo>
                    <a:cubicBezTo>
                      <a:pt x="235207" y="70532"/>
                      <a:pt x="236283" y="69100"/>
                      <a:pt x="235924" y="67668"/>
                    </a:cubicBezTo>
                    <a:cubicBezTo>
                      <a:pt x="234849" y="61223"/>
                      <a:pt x="233414" y="55853"/>
                      <a:pt x="231622" y="51914"/>
                    </a:cubicBezTo>
                    <a:cubicBezTo>
                      <a:pt x="230904" y="50482"/>
                      <a:pt x="229112" y="49050"/>
                      <a:pt x="227319" y="49050"/>
                    </a:cubicBezTo>
                    <a:cubicBezTo>
                      <a:pt x="226602" y="48692"/>
                      <a:pt x="225526" y="48692"/>
                      <a:pt x="224450" y="48692"/>
                    </a:cubicBezTo>
                    <a:close/>
                    <a:moveTo>
                      <a:pt x="229829" y="0"/>
                    </a:moveTo>
                    <a:cubicBezTo>
                      <a:pt x="319830" y="0"/>
                      <a:pt x="392979" y="20408"/>
                      <a:pt x="392979" y="45470"/>
                    </a:cubicBezTo>
                    <a:cubicBezTo>
                      <a:pt x="392979" y="58359"/>
                      <a:pt x="374333" y="69816"/>
                      <a:pt x="344572" y="78051"/>
                    </a:cubicBezTo>
                    <a:lnTo>
                      <a:pt x="346723" y="84495"/>
                    </a:lnTo>
                    <a:cubicBezTo>
                      <a:pt x="369672" y="88433"/>
                      <a:pt x="378278" y="93088"/>
                      <a:pt x="378278" y="101681"/>
                    </a:cubicBezTo>
                    <a:cubicBezTo>
                      <a:pt x="378278" y="109557"/>
                      <a:pt x="371106" y="114570"/>
                      <a:pt x="352460" y="117792"/>
                    </a:cubicBezTo>
                    <a:cubicBezTo>
                      <a:pt x="354612" y="120656"/>
                      <a:pt x="362500" y="133903"/>
                      <a:pt x="342062" y="150373"/>
                    </a:cubicBezTo>
                    <a:cubicBezTo>
                      <a:pt x="344930" y="159323"/>
                      <a:pt x="342420" y="172928"/>
                      <a:pt x="339552" y="183669"/>
                    </a:cubicBezTo>
                    <a:cubicBezTo>
                      <a:pt x="338117" y="191188"/>
                      <a:pt x="335249" y="197275"/>
                      <a:pt x="330946" y="201571"/>
                    </a:cubicBezTo>
                    <a:cubicBezTo>
                      <a:pt x="330946" y="201213"/>
                      <a:pt x="330946" y="201929"/>
                      <a:pt x="330587" y="202287"/>
                    </a:cubicBezTo>
                    <a:cubicBezTo>
                      <a:pt x="321982" y="253485"/>
                      <a:pt x="276802" y="310770"/>
                      <a:pt x="226243" y="310770"/>
                    </a:cubicBezTo>
                    <a:cubicBezTo>
                      <a:pt x="183214" y="310770"/>
                      <a:pt x="136241" y="258856"/>
                      <a:pt x="127636" y="202287"/>
                    </a:cubicBezTo>
                    <a:cubicBezTo>
                      <a:pt x="127636" y="201571"/>
                      <a:pt x="127636" y="201571"/>
                      <a:pt x="127277" y="200855"/>
                    </a:cubicBezTo>
                    <a:cubicBezTo>
                      <a:pt x="122974" y="196558"/>
                      <a:pt x="120106" y="190472"/>
                      <a:pt x="118671" y="181879"/>
                    </a:cubicBezTo>
                    <a:cubicBezTo>
                      <a:pt x="116520" y="174003"/>
                      <a:pt x="114010" y="160755"/>
                      <a:pt x="116520" y="151447"/>
                    </a:cubicBezTo>
                    <a:cubicBezTo>
                      <a:pt x="107914" y="144644"/>
                      <a:pt x="102894" y="137125"/>
                      <a:pt x="102894" y="128891"/>
                    </a:cubicBezTo>
                    <a:cubicBezTo>
                      <a:pt x="102894" y="124952"/>
                      <a:pt x="104328" y="121014"/>
                      <a:pt x="106480" y="117076"/>
                    </a:cubicBezTo>
                    <a:cubicBezTo>
                      <a:pt x="91061" y="113495"/>
                      <a:pt x="84966" y="109199"/>
                      <a:pt x="84966" y="101681"/>
                    </a:cubicBezTo>
                    <a:cubicBezTo>
                      <a:pt x="84966" y="93804"/>
                      <a:pt x="92496" y="88791"/>
                      <a:pt x="113293" y="85211"/>
                    </a:cubicBezTo>
                    <a:lnTo>
                      <a:pt x="115444" y="78051"/>
                    </a:lnTo>
                    <a:cubicBezTo>
                      <a:pt x="85683" y="69816"/>
                      <a:pt x="67037" y="58359"/>
                      <a:pt x="67037" y="45470"/>
                    </a:cubicBezTo>
                    <a:cubicBezTo>
                      <a:pt x="67037" y="20408"/>
                      <a:pt x="139827" y="0"/>
                      <a:pt x="229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2" name="íš1íḓè">
              <a:extLst>
                <a:ext uri="{FF2B5EF4-FFF2-40B4-BE49-F238E27FC236}">
                  <a16:creationId xmlns:a16="http://schemas.microsoft.com/office/drawing/2014/main" xmlns="" id="{92C6CBB5-6657-4E0B-B040-DB152D970B85}"/>
                </a:ext>
              </a:extLst>
            </p:cNvPr>
            <p:cNvSpPr txBox="1"/>
            <p:nvPr/>
          </p:nvSpPr>
          <p:spPr bwMode="auto">
            <a:xfrm>
              <a:off x="8519733" y="2930613"/>
              <a:ext cx="2999168" cy="54169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sp>
        <p:nvSpPr>
          <p:cNvPr id="47" name="îṣḻîdè">
            <a:extLst>
              <a:ext uri="{FF2B5EF4-FFF2-40B4-BE49-F238E27FC236}">
                <a16:creationId xmlns:a16="http://schemas.microsoft.com/office/drawing/2014/main" xmlns="" id="{190505F1-8AF1-4B27-A98C-C46F4A9720EE}"/>
              </a:ext>
            </a:extLst>
          </p:cNvPr>
          <p:cNvSpPr/>
          <p:nvPr/>
        </p:nvSpPr>
        <p:spPr bwMode="auto">
          <a:xfrm>
            <a:off x="8519733" y="4367840"/>
            <a:ext cx="2999168" cy="791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dirty="0"/>
              <a:t>通过复制您的文本后，在此框中选择粘贴。</a:t>
            </a:r>
            <a:endParaRPr lang="en-US" altLang="zh-CN" sz="2000" dirty="0"/>
          </a:p>
          <a:p>
            <a:pPr algn="ctr"/>
            <a:r>
              <a:rPr lang="en-US" altLang="zh-CN" sz="20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46277916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E13FB56B-ACCC-478D-947C-0B481176B22D}"/>
              </a:ext>
            </a:extLst>
          </p:cNvPr>
          <p:cNvGrpSpPr/>
          <p:nvPr/>
        </p:nvGrpSpPr>
        <p:grpSpPr>
          <a:xfrm>
            <a:off x="6036815" y="2857971"/>
            <a:ext cx="5482085" cy="933431"/>
            <a:chOff x="6036815" y="2857971"/>
            <a:chExt cx="5482085" cy="93343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xmlns="" id="{4D7601B2-403F-4407-AF6D-755B811A7865}"/>
                </a:ext>
              </a:extLst>
            </p:cNvPr>
            <p:cNvGrpSpPr/>
            <p:nvPr/>
          </p:nvGrpSpPr>
          <p:grpSpPr>
            <a:xfrm>
              <a:off x="7343371" y="2857971"/>
              <a:ext cx="4175529" cy="933431"/>
              <a:chOff x="7343371" y="2857971"/>
              <a:chExt cx="4175529" cy="933431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xmlns="" id="{A907A0F1-1C18-4441-8B9C-DF1A15BB2150}"/>
                  </a:ext>
                </a:extLst>
              </p:cNvPr>
              <p:cNvCxnSpPr/>
              <p:nvPr/>
            </p:nvCxnSpPr>
            <p:spPr>
              <a:xfrm>
                <a:off x="8120122" y="2857971"/>
                <a:ext cx="3398778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xmlns="" id="{AAA97267-EEB0-4EFE-9EB9-D841B46F6D97}"/>
                  </a:ext>
                </a:extLst>
              </p:cNvPr>
              <p:cNvCxnSpPr/>
              <p:nvPr/>
            </p:nvCxnSpPr>
            <p:spPr>
              <a:xfrm>
                <a:off x="8120122" y="3791402"/>
                <a:ext cx="3398778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íšļïdê">
                <a:extLst>
                  <a:ext uri="{FF2B5EF4-FFF2-40B4-BE49-F238E27FC236}">
                    <a16:creationId xmlns:a16="http://schemas.microsoft.com/office/drawing/2014/main" xmlns="" id="{6B9AC1A4-5E43-440D-B5A5-AB531210B7AB}"/>
                  </a:ext>
                </a:extLst>
              </p:cNvPr>
              <p:cNvGrpSpPr/>
              <p:nvPr/>
            </p:nvGrpSpPr>
            <p:grpSpPr>
              <a:xfrm>
                <a:off x="7343371" y="2939893"/>
                <a:ext cx="4175529" cy="831231"/>
                <a:chOff x="7343371" y="2939894"/>
                <a:chExt cx="4175529" cy="831231"/>
              </a:xfrm>
            </p:grpSpPr>
            <p:grpSp>
              <p:nvGrpSpPr>
                <p:cNvPr id="13" name="í$ľïḋè">
                  <a:extLst>
                    <a:ext uri="{FF2B5EF4-FFF2-40B4-BE49-F238E27FC236}">
                      <a16:creationId xmlns:a16="http://schemas.microsoft.com/office/drawing/2014/main" xmlns="" id="{C831A1D7-9863-457E-BF9C-C713B98252B5}"/>
                    </a:ext>
                  </a:extLst>
                </p:cNvPr>
                <p:cNvGrpSpPr/>
                <p:nvPr/>
              </p:nvGrpSpPr>
              <p:grpSpPr>
                <a:xfrm>
                  <a:off x="7969422" y="2939894"/>
                  <a:ext cx="3549478" cy="831231"/>
                  <a:chOff x="7969422" y="2939894"/>
                  <a:chExt cx="3549478" cy="831231"/>
                </a:xfrm>
              </p:grpSpPr>
              <p:sp>
                <p:nvSpPr>
                  <p:cNvPr id="17" name="îš1ïḓè">
                    <a:extLst>
                      <a:ext uri="{FF2B5EF4-FFF2-40B4-BE49-F238E27FC236}">
                        <a16:creationId xmlns:a16="http://schemas.microsoft.com/office/drawing/2014/main" xmlns="" id="{B4FE3285-4FB2-4F7B-808A-14432547C4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010518" y="3265848"/>
                    <a:ext cx="3508382" cy="5052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r>
                      <a:rPr lang="zh-CN" altLang="en-US" sz="1600" dirty="0"/>
                      <a:t>通过复制您的文本后，在此框中选择粘贴。</a:t>
                    </a:r>
                    <a:endParaRPr lang="en-US" altLang="zh-CN" sz="1600" dirty="0"/>
                  </a:p>
                </p:txBody>
              </p:sp>
              <p:sp>
                <p:nvSpPr>
                  <p:cNvPr id="18" name="iṥḻíḓe">
                    <a:extLst>
                      <a:ext uri="{FF2B5EF4-FFF2-40B4-BE49-F238E27FC236}">
                        <a16:creationId xmlns:a16="http://schemas.microsoft.com/office/drawing/2014/main" xmlns="" id="{09ED0830-9B0D-47FC-8183-D56BB9E66A2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969422" y="2939894"/>
                    <a:ext cx="3508382" cy="3875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lnSpc>
                        <a:spcPct val="11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 b="1" dirty="0"/>
                      <a:t> 此处输入标题</a:t>
                    </a:r>
                    <a:endParaRPr lang="en-US" altLang="zh-CN" sz="2000" b="1" dirty="0"/>
                  </a:p>
                </p:txBody>
              </p:sp>
            </p:grpSp>
            <p:grpSp>
              <p:nvGrpSpPr>
                <p:cNvPr id="14" name="ïṣľíḑé">
                  <a:extLst>
                    <a:ext uri="{FF2B5EF4-FFF2-40B4-BE49-F238E27FC236}">
                      <a16:creationId xmlns:a16="http://schemas.microsoft.com/office/drawing/2014/main" xmlns="" id="{F28BE6B0-5361-40C0-B460-109A5C71B94F}"/>
                    </a:ext>
                  </a:extLst>
                </p:cNvPr>
                <p:cNvGrpSpPr/>
                <p:nvPr/>
              </p:nvGrpSpPr>
              <p:grpSpPr>
                <a:xfrm>
                  <a:off x="7343371" y="3029932"/>
                  <a:ext cx="589510" cy="589510"/>
                  <a:chOff x="7553961" y="3029932"/>
                  <a:chExt cx="589510" cy="589510"/>
                </a:xfrm>
              </p:grpSpPr>
              <p:sp>
                <p:nvSpPr>
                  <p:cNvPr id="15" name="ïŝlïḑè">
                    <a:extLst>
                      <a:ext uri="{FF2B5EF4-FFF2-40B4-BE49-F238E27FC236}">
                        <a16:creationId xmlns:a16="http://schemas.microsoft.com/office/drawing/2014/main" xmlns="" id="{A9319B6F-D6C7-4A9D-8F69-589ADC6C11DA}"/>
                      </a:ext>
                    </a:extLst>
                  </p:cNvPr>
                  <p:cNvSpPr/>
                  <p:nvPr/>
                </p:nvSpPr>
                <p:spPr>
                  <a:xfrm>
                    <a:off x="7553961" y="3029932"/>
                    <a:ext cx="589510" cy="589510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222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" name="ïṩļiḍè">
                    <a:extLst>
                      <a:ext uri="{FF2B5EF4-FFF2-40B4-BE49-F238E27FC236}">
                        <a16:creationId xmlns:a16="http://schemas.microsoft.com/office/drawing/2014/main" xmlns="" id="{E4360BEF-CC16-464A-AB5B-2BC47F01CF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667621" y="3132150"/>
                    <a:ext cx="362190" cy="385074"/>
                  </a:xfrm>
                  <a:custGeom>
                    <a:avLst/>
                    <a:gdLst>
                      <a:gd name="connsiteX0" fmla="*/ 133148 w 570667"/>
                      <a:gd name="connsiteY0" fmla="*/ 372716 h 606722"/>
                      <a:gd name="connsiteX1" fmla="*/ 98615 w 570667"/>
                      <a:gd name="connsiteY1" fmla="*/ 385336 h 606722"/>
                      <a:gd name="connsiteX2" fmla="*/ 157624 w 570667"/>
                      <a:gd name="connsiteY2" fmla="*/ 426037 h 606722"/>
                      <a:gd name="connsiteX3" fmla="*/ 133148 w 570667"/>
                      <a:gd name="connsiteY3" fmla="*/ 372716 h 606722"/>
                      <a:gd name="connsiteX4" fmla="*/ 222418 w 570667"/>
                      <a:gd name="connsiteY4" fmla="*/ 358586 h 606722"/>
                      <a:gd name="connsiteX5" fmla="*/ 170885 w 570667"/>
                      <a:gd name="connsiteY5" fmla="*/ 364096 h 606722"/>
                      <a:gd name="connsiteX6" fmla="*/ 222418 w 570667"/>
                      <a:gd name="connsiteY6" fmla="*/ 439368 h 606722"/>
                      <a:gd name="connsiteX7" fmla="*/ 152195 w 570667"/>
                      <a:gd name="connsiteY7" fmla="*/ 260564 h 606722"/>
                      <a:gd name="connsiteX8" fmla="*/ 160472 w 570667"/>
                      <a:gd name="connsiteY8" fmla="*/ 326949 h 606722"/>
                      <a:gd name="connsiteX9" fmla="*/ 222418 w 570667"/>
                      <a:gd name="connsiteY9" fmla="*/ 320195 h 606722"/>
                      <a:gd name="connsiteX10" fmla="*/ 222418 w 570667"/>
                      <a:gd name="connsiteY10" fmla="*/ 260564 h 606722"/>
                      <a:gd name="connsiteX11" fmla="*/ 39339 w 570667"/>
                      <a:gd name="connsiteY11" fmla="*/ 260564 h 606722"/>
                      <a:gd name="connsiteX12" fmla="*/ 73338 w 570667"/>
                      <a:gd name="connsiteY12" fmla="*/ 354854 h 606722"/>
                      <a:gd name="connsiteX13" fmla="*/ 123091 w 570667"/>
                      <a:gd name="connsiteY13" fmla="*/ 335658 h 606722"/>
                      <a:gd name="connsiteX14" fmla="*/ 113657 w 570667"/>
                      <a:gd name="connsiteY14" fmla="*/ 260564 h 606722"/>
                      <a:gd name="connsiteX15" fmla="*/ 435071 w 570667"/>
                      <a:gd name="connsiteY15" fmla="*/ 190994 h 606722"/>
                      <a:gd name="connsiteX16" fmla="*/ 449493 w 570667"/>
                      <a:gd name="connsiteY16" fmla="*/ 199593 h 606722"/>
                      <a:gd name="connsiteX17" fmla="*/ 568250 w 570667"/>
                      <a:gd name="connsiteY17" fmla="*/ 420443 h 606722"/>
                      <a:gd name="connsiteX18" fmla="*/ 550445 w 570667"/>
                      <a:gd name="connsiteY18" fmla="*/ 450127 h 606722"/>
                      <a:gd name="connsiteX19" fmla="*/ 488574 w 570667"/>
                      <a:gd name="connsiteY19" fmla="*/ 450127 h 606722"/>
                      <a:gd name="connsiteX20" fmla="*/ 488574 w 570667"/>
                      <a:gd name="connsiteY20" fmla="*/ 590370 h 606722"/>
                      <a:gd name="connsiteX21" fmla="*/ 472194 w 570667"/>
                      <a:gd name="connsiteY21" fmla="*/ 606722 h 606722"/>
                      <a:gd name="connsiteX22" fmla="*/ 397948 w 570667"/>
                      <a:gd name="connsiteY22" fmla="*/ 606722 h 606722"/>
                      <a:gd name="connsiteX23" fmla="*/ 381568 w 570667"/>
                      <a:gd name="connsiteY23" fmla="*/ 590370 h 606722"/>
                      <a:gd name="connsiteX24" fmla="*/ 381568 w 570667"/>
                      <a:gd name="connsiteY24" fmla="*/ 450127 h 606722"/>
                      <a:gd name="connsiteX25" fmla="*/ 319697 w 570667"/>
                      <a:gd name="connsiteY25" fmla="*/ 450127 h 606722"/>
                      <a:gd name="connsiteX26" fmla="*/ 301892 w 570667"/>
                      <a:gd name="connsiteY26" fmla="*/ 420443 h 606722"/>
                      <a:gd name="connsiteX27" fmla="*/ 420649 w 570667"/>
                      <a:gd name="connsiteY27" fmla="*/ 199593 h 606722"/>
                      <a:gd name="connsiteX28" fmla="*/ 435071 w 570667"/>
                      <a:gd name="connsiteY28" fmla="*/ 190994 h 606722"/>
                      <a:gd name="connsiteX29" fmla="*/ 322724 w 570667"/>
                      <a:gd name="connsiteY29" fmla="*/ 155254 h 606722"/>
                      <a:gd name="connsiteX30" fmla="*/ 260956 w 570667"/>
                      <a:gd name="connsiteY30" fmla="*/ 162008 h 606722"/>
                      <a:gd name="connsiteX31" fmla="*/ 260956 w 570667"/>
                      <a:gd name="connsiteY31" fmla="*/ 222083 h 606722"/>
                      <a:gd name="connsiteX32" fmla="*/ 331180 w 570667"/>
                      <a:gd name="connsiteY32" fmla="*/ 222083 h 606722"/>
                      <a:gd name="connsiteX33" fmla="*/ 322724 w 570667"/>
                      <a:gd name="connsiteY33" fmla="*/ 155254 h 606722"/>
                      <a:gd name="connsiteX34" fmla="*/ 160650 w 570667"/>
                      <a:gd name="connsiteY34" fmla="*/ 155254 h 606722"/>
                      <a:gd name="connsiteX35" fmla="*/ 152195 w 570667"/>
                      <a:gd name="connsiteY35" fmla="*/ 222083 h 606722"/>
                      <a:gd name="connsiteX36" fmla="*/ 222418 w 570667"/>
                      <a:gd name="connsiteY36" fmla="*/ 222083 h 606722"/>
                      <a:gd name="connsiteX37" fmla="*/ 222418 w 570667"/>
                      <a:gd name="connsiteY37" fmla="*/ 162008 h 606722"/>
                      <a:gd name="connsiteX38" fmla="*/ 160650 w 570667"/>
                      <a:gd name="connsiteY38" fmla="*/ 155254 h 606722"/>
                      <a:gd name="connsiteX39" fmla="*/ 73605 w 570667"/>
                      <a:gd name="connsiteY39" fmla="*/ 127438 h 606722"/>
                      <a:gd name="connsiteX40" fmla="*/ 39339 w 570667"/>
                      <a:gd name="connsiteY40" fmla="*/ 222083 h 606722"/>
                      <a:gd name="connsiteX41" fmla="*/ 113746 w 570667"/>
                      <a:gd name="connsiteY41" fmla="*/ 222083 h 606722"/>
                      <a:gd name="connsiteX42" fmla="*/ 123269 w 570667"/>
                      <a:gd name="connsiteY42" fmla="*/ 146544 h 606722"/>
                      <a:gd name="connsiteX43" fmla="*/ 73605 w 570667"/>
                      <a:gd name="connsiteY43" fmla="*/ 127438 h 606722"/>
                      <a:gd name="connsiteX44" fmla="*/ 325305 w 570667"/>
                      <a:gd name="connsiteY44" fmla="*/ 56431 h 606722"/>
                      <a:gd name="connsiteX45" fmla="*/ 349870 w 570667"/>
                      <a:gd name="connsiteY45" fmla="*/ 109575 h 606722"/>
                      <a:gd name="connsiteX46" fmla="*/ 384403 w 570667"/>
                      <a:gd name="connsiteY46" fmla="*/ 97045 h 606722"/>
                      <a:gd name="connsiteX47" fmla="*/ 325305 w 570667"/>
                      <a:gd name="connsiteY47" fmla="*/ 56431 h 606722"/>
                      <a:gd name="connsiteX48" fmla="*/ 158069 w 570667"/>
                      <a:gd name="connsiteY48" fmla="*/ 56431 h 606722"/>
                      <a:gd name="connsiteX49" fmla="*/ 98971 w 570667"/>
                      <a:gd name="connsiteY49" fmla="*/ 97045 h 606722"/>
                      <a:gd name="connsiteX50" fmla="*/ 133504 w 570667"/>
                      <a:gd name="connsiteY50" fmla="*/ 109575 h 606722"/>
                      <a:gd name="connsiteX51" fmla="*/ 158069 w 570667"/>
                      <a:gd name="connsiteY51" fmla="*/ 56431 h 606722"/>
                      <a:gd name="connsiteX52" fmla="*/ 260956 w 570667"/>
                      <a:gd name="connsiteY52" fmla="*/ 43723 h 606722"/>
                      <a:gd name="connsiteX53" fmla="*/ 260956 w 570667"/>
                      <a:gd name="connsiteY53" fmla="*/ 123616 h 606722"/>
                      <a:gd name="connsiteX54" fmla="*/ 312222 w 570667"/>
                      <a:gd name="connsiteY54" fmla="*/ 118195 h 606722"/>
                      <a:gd name="connsiteX55" fmla="*/ 260956 w 570667"/>
                      <a:gd name="connsiteY55" fmla="*/ 43723 h 606722"/>
                      <a:gd name="connsiteX56" fmla="*/ 222418 w 570667"/>
                      <a:gd name="connsiteY56" fmla="*/ 43723 h 606722"/>
                      <a:gd name="connsiteX57" fmla="*/ 171152 w 570667"/>
                      <a:gd name="connsiteY57" fmla="*/ 118195 h 606722"/>
                      <a:gd name="connsiteX58" fmla="*/ 222418 w 570667"/>
                      <a:gd name="connsiteY58" fmla="*/ 123616 h 606722"/>
                      <a:gd name="connsiteX59" fmla="*/ 241643 w 570667"/>
                      <a:gd name="connsiteY59" fmla="*/ 0 h 606722"/>
                      <a:gd name="connsiteX60" fmla="*/ 471448 w 570667"/>
                      <a:gd name="connsiteY60" fmla="*/ 166362 h 606722"/>
                      <a:gd name="connsiteX61" fmla="*/ 424900 w 570667"/>
                      <a:gd name="connsiteY61" fmla="*/ 153565 h 606722"/>
                      <a:gd name="connsiteX62" fmla="*/ 409769 w 570667"/>
                      <a:gd name="connsiteY62" fmla="*/ 127438 h 606722"/>
                      <a:gd name="connsiteX63" fmla="*/ 360105 w 570667"/>
                      <a:gd name="connsiteY63" fmla="*/ 146544 h 606722"/>
                      <a:gd name="connsiteX64" fmla="*/ 369273 w 570667"/>
                      <a:gd name="connsiteY64" fmla="*/ 213996 h 606722"/>
                      <a:gd name="connsiteX65" fmla="*/ 329043 w 570667"/>
                      <a:gd name="connsiteY65" fmla="*/ 288824 h 606722"/>
                      <a:gd name="connsiteX66" fmla="*/ 331180 w 570667"/>
                      <a:gd name="connsiteY66" fmla="*/ 260564 h 606722"/>
                      <a:gd name="connsiteX67" fmla="*/ 260956 w 570667"/>
                      <a:gd name="connsiteY67" fmla="*/ 260564 h 606722"/>
                      <a:gd name="connsiteX68" fmla="*/ 260956 w 570667"/>
                      <a:gd name="connsiteY68" fmla="*/ 320195 h 606722"/>
                      <a:gd name="connsiteX69" fmla="*/ 309730 w 570667"/>
                      <a:gd name="connsiteY69" fmla="*/ 324727 h 606722"/>
                      <a:gd name="connsiteX70" fmla="*/ 290238 w 570667"/>
                      <a:gd name="connsiteY70" fmla="*/ 360897 h 606722"/>
                      <a:gd name="connsiteX71" fmla="*/ 260956 w 570667"/>
                      <a:gd name="connsiteY71" fmla="*/ 358586 h 606722"/>
                      <a:gd name="connsiteX72" fmla="*/ 260956 w 570667"/>
                      <a:gd name="connsiteY72" fmla="*/ 439368 h 606722"/>
                      <a:gd name="connsiteX73" fmla="*/ 261757 w 570667"/>
                      <a:gd name="connsiteY73" fmla="*/ 438835 h 606722"/>
                      <a:gd name="connsiteX74" fmla="*/ 287212 w 570667"/>
                      <a:gd name="connsiteY74" fmla="*/ 478648 h 606722"/>
                      <a:gd name="connsiteX75" fmla="*/ 241643 w 570667"/>
                      <a:gd name="connsiteY75" fmla="*/ 483091 h 606722"/>
                      <a:gd name="connsiteX76" fmla="*/ 0 w 570667"/>
                      <a:gd name="connsiteY76" fmla="*/ 241368 h 606722"/>
                      <a:gd name="connsiteX77" fmla="*/ 241643 w 570667"/>
                      <a:gd name="connsiteY77" fmla="*/ 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</a:cxnLst>
                    <a:rect l="l" t="t" r="r" b="b"/>
                    <a:pathLst>
                      <a:path w="570667" h="606722">
                        <a:moveTo>
                          <a:pt x="133148" y="372716"/>
                        </a:moveTo>
                        <a:cubicBezTo>
                          <a:pt x="120866" y="376271"/>
                          <a:pt x="109295" y="380537"/>
                          <a:pt x="98615" y="385336"/>
                        </a:cubicBezTo>
                        <a:cubicBezTo>
                          <a:pt x="115615" y="402132"/>
                          <a:pt x="135551" y="415995"/>
                          <a:pt x="157624" y="426037"/>
                        </a:cubicBezTo>
                        <a:cubicBezTo>
                          <a:pt x="147478" y="409597"/>
                          <a:pt x="139467" y="391379"/>
                          <a:pt x="133148" y="372716"/>
                        </a:cubicBezTo>
                        <a:close/>
                        <a:moveTo>
                          <a:pt x="222418" y="358586"/>
                        </a:moveTo>
                        <a:cubicBezTo>
                          <a:pt x="204618" y="359386"/>
                          <a:pt x="187351" y="361252"/>
                          <a:pt x="170885" y="364096"/>
                        </a:cubicBezTo>
                        <a:cubicBezTo>
                          <a:pt x="180320" y="391023"/>
                          <a:pt x="197586" y="425682"/>
                          <a:pt x="222418" y="439368"/>
                        </a:cubicBezTo>
                        <a:close/>
                        <a:moveTo>
                          <a:pt x="152195" y="260564"/>
                        </a:moveTo>
                        <a:cubicBezTo>
                          <a:pt x="153174" y="283758"/>
                          <a:pt x="156022" y="306153"/>
                          <a:pt x="160472" y="326949"/>
                        </a:cubicBezTo>
                        <a:cubicBezTo>
                          <a:pt x="180320" y="323305"/>
                          <a:pt x="201057" y="320994"/>
                          <a:pt x="222418" y="320195"/>
                        </a:cubicBezTo>
                        <a:lnTo>
                          <a:pt x="222418" y="260564"/>
                        </a:lnTo>
                        <a:close/>
                        <a:moveTo>
                          <a:pt x="39339" y="260564"/>
                        </a:moveTo>
                        <a:cubicBezTo>
                          <a:pt x="42632" y="295223"/>
                          <a:pt x="54737" y="327482"/>
                          <a:pt x="73338" y="354854"/>
                        </a:cubicBezTo>
                        <a:cubicBezTo>
                          <a:pt x="88291" y="347389"/>
                          <a:pt x="105023" y="340901"/>
                          <a:pt x="123091" y="335658"/>
                        </a:cubicBezTo>
                        <a:cubicBezTo>
                          <a:pt x="117929" y="312019"/>
                          <a:pt x="114725" y="286691"/>
                          <a:pt x="113657" y="260564"/>
                        </a:cubicBezTo>
                        <a:close/>
                        <a:moveTo>
                          <a:pt x="435071" y="190994"/>
                        </a:moveTo>
                        <a:cubicBezTo>
                          <a:pt x="440746" y="190994"/>
                          <a:pt x="446422" y="193861"/>
                          <a:pt x="449493" y="199593"/>
                        </a:cubicBezTo>
                        <a:lnTo>
                          <a:pt x="568250" y="420443"/>
                        </a:lnTo>
                        <a:cubicBezTo>
                          <a:pt x="575461" y="433863"/>
                          <a:pt x="565668" y="450127"/>
                          <a:pt x="550445" y="450127"/>
                        </a:cubicBezTo>
                        <a:lnTo>
                          <a:pt x="488574" y="450127"/>
                        </a:lnTo>
                        <a:lnTo>
                          <a:pt x="488574" y="590370"/>
                        </a:lnTo>
                        <a:cubicBezTo>
                          <a:pt x="488574" y="599346"/>
                          <a:pt x="481274" y="606722"/>
                          <a:pt x="472194" y="606722"/>
                        </a:cubicBezTo>
                        <a:lnTo>
                          <a:pt x="397948" y="606722"/>
                        </a:lnTo>
                        <a:cubicBezTo>
                          <a:pt x="388868" y="606722"/>
                          <a:pt x="381568" y="599346"/>
                          <a:pt x="381568" y="590370"/>
                        </a:cubicBezTo>
                        <a:lnTo>
                          <a:pt x="381568" y="450127"/>
                        </a:lnTo>
                        <a:lnTo>
                          <a:pt x="319697" y="450127"/>
                        </a:lnTo>
                        <a:cubicBezTo>
                          <a:pt x="304474" y="450127"/>
                          <a:pt x="294681" y="433863"/>
                          <a:pt x="301892" y="420443"/>
                        </a:cubicBezTo>
                        <a:lnTo>
                          <a:pt x="420649" y="199593"/>
                        </a:lnTo>
                        <a:cubicBezTo>
                          <a:pt x="423720" y="193861"/>
                          <a:pt x="429396" y="190994"/>
                          <a:pt x="435071" y="190994"/>
                        </a:cubicBezTo>
                        <a:close/>
                        <a:moveTo>
                          <a:pt x="322724" y="155254"/>
                        </a:moveTo>
                        <a:cubicBezTo>
                          <a:pt x="302966" y="158897"/>
                          <a:pt x="282228" y="161208"/>
                          <a:pt x="260956" y="162008"/>
                        </a:cubicBezTo>
                        <a:lnTo>
                          <a:pt x="260956" y="222083"/>
                        </a:lnTo>
                        <a:lnTo>
                          <a:pt x="331180" y="222083"/>
                        </a:lnTo>
                        <a:cubicBezTo>
                          <a:pt x="330112" y="198711"/>
                          <a:pt x="327263" y="176227"/>
                          <a:pt x="322724" y="155254"/>
                        </a:cubicBezTo>
                        <a:close/>
                        <a:moveTo>
                          <a:pt x="160650" y="155254"/>
                        </a:moveTo>
                        <a:cubicBezTo>
                          <a:pt x="156111" y="176227"/>
                          <a:pt x="153263" y="198711"/>
                          <a:pt x="152195" y="222083"/>
                        </a:cubicBezTo>
                        <a:lnTo>
                          <a:pt x="222418" y="222083"/>
                        </a:lnTo>
                        <a:lnTo>
                          <a:pt x="222418" y="162008"/>
                        </a:lnTo>
                        <a:cubicBezTo>
                          <a:pt x="201146" y="161119"/>
                          <a:pt x="180409" y="158897"/>
                          <a:pt x="160650" y="155254"/>
                        </a:cubicBezTo>
                        <a:close/>
                        <a:moveTo>
                          <a:pt x="73605" y="127438"/>
                        </a:moveTo>
                        <a:cubicBezTo>
                          <a:pt x="54826" y="154898"/>
                          <a:pt x="42632" y="187246"/>
                          <a:pt x="39339" y="222083"/>
                        </a:cubicBezTo>
                        <a:lnTo>
                          <a:pt x="113746" y="222083"/>
                        </a:lnTo>
                        <a:cubicBezTo>
                          <a:pt x="114814" y="195778"/>
                          <a:pt x="118018" y="170361"/>
                          <a:pt x="123269" y="146544"/>
                        </a:cubicBezTo>
                        <a:cubicBezTo>
                          <a:pt x="105201" y="141390"/>
                          <a:pt x="88558" y="134903"/>
                          <a:pt x="73605" y="127438"/>
                        </a:cubicBezTo>
                        <a:close/>
                        <a:moveTo>
                          <a:pt x="325305" y="56431"/>
                        </a:moveTo>
                        <a:cubicBezTo>
                          <a:pt x="335719" y="72961"/>
                          <a:pt x="343729" y="91179"/>
                          <a:pt x="349870" y="109575"/>
                        </a:cubicBezTo>
                        <a:cubicBezTo>
                          <a:pt x="362242" y="106020"/>
                          <a:pt x="373812" y="101843"/>
                          <a:pt x="384403" y="97045"/>
                        </a:cubicBezTo>
                        <a:cubicBezTo>
                          <a:pt x="367404" y="80248"/>
                          <a:pt x="347378" y="66385"/>
                          <a:pt x="325305" y="56431"/>
                        </a:cubicBezTo>
                        <a:close/>
                        <a:moveTo>
                          <a:pt x="158069" y="56431"/>
                        </a:moveTo>
                        <a:cubicBezTo>
                          <a:pt x="135996" y="66385"/>
                          <a:pt x="115971" y="80248"/>
                          <a:pt x="98971" y="97045"/>
                        </a:cubicBezTo>
                        <a:cubicBezTo>
                          <a:pt x="109562" y="101843"/>
                          <a:pt x="121133" y="106020"/>
                          <a:pt x="133504" y="109575"/>
                        </a:cubicBezTo>
                        <a:cubicBezTo>
                          <a:pt x="139645" y="91179"/>
                          <a:pt x="147656" y="72961"/>
                          <a:pt x="158069" y="56431"/>
                        </a:cubicBezTo>
                        <a:close/>
                        <a:moveTo>
                          <a:pt x="260956" y="43723"/>
                        </a:moveTo>
                        <a:lnTo>
                          <a:pt x="260956" y="123616"/>
                        </a:lnTo>
                        <a:cubicBezTo>
                          <a:pt x="278579" y="122816"/>
                          <a:pt x="295845" y="120950"/>
                          <a:pt x="312222" y="118195"/>
                        </a:cubicBezTo>
                        <a:cubicBezTo>
                          <a:pt x="302699" y="91446"/>
                          <a:pt x="285610" y="57320"/>
                          <a:pt x="260956" y="43723"/>
                        </a:cubicBezTo>
                        <a:close/>
                        <a:moveTo>
                          <a:pt x="222418" y="43723"/>
                        </a:moveTo>
                        <a:cubicBezTo>
                          <a:pt x="197764" y="57231"/>
                          <a:pt x="180676" y="91446"/>
                          <a:pt x="171152" y="118195"/>
                        </a:cubicBezTo>
                        <a:cubicBezTo>
                          <a:pt x="187529" y="120950"/>
                          <a:pt x="204707" y="122816"/>
                          <a:pt x="222418" y="123616"/>
                        </a:cubicBezTo>
                        <a:close/>
                        <a:moveTo>
                          <a:pt x="241643" y="0"/>
                        </a:moveTo>
                        <a:cubicBezTo>
                          <a:pt x="348802" y="0"/>
                          <a:pt x="439763" y="69940"/>
                          <a:pt x="471448" y="166362"/>
                        </a:cubicBezTo>
                        <a:cubicBezTo>
                          <a:pt x="458988" y="155342"/>
                          <a:pt x="441988" y="150366"/>
                          <a:pt x="424900" y="153565"/>
                        </a:cubicBezTo>
                        <a:cubicBezTo>
                          <a:pt x="420449" y="144500"/>
                          <a:pt x="415465" y="135702"/>
                          <a:pt x="409769" y="127438"/>
                        </a:cubicBezTo>
                        <a:cubicBezTo>
                          <a:pt x="394817" y="134903"/>
                          <a:pt x="378173" y="141390"/>
                          <a:pt x="360105" y="146544"/>
                        </a:cubicBezTo>
                        <a:cubicBezTo>
                          <a:pt x="364823" y="167873"/>
                          <a:pt x="367849" y="190535"/>
                          <a:pt x="369273" y="213996"/>
                        </a:cubicBezTo>
                        <a:lnTo>
                          <a:pt x="329043" y="288824"/>
                        </a:lnTo>
                        <a:cubicBezTo>
                          <a:pt x="330022" y="279582"/>
                          <a:pt x="330735" y="270162"/>
                          <a:pt x="331180" y="260564"/>
                        </a:cubicBezTo>
                        <a:lnTo>
                          <a:pt x="260956" y="260564"/>
                        </a:lnTo>
                        <a:lnTo>
                          <a:pt x="260956" y="320195"/>
                        </a:lnTo>
                        <a:cubicBezTo>
                          <a:pt x="277600" y="320817"/>
                          <a:pt x="293887" y="322416"/>
                          <a:pt x="309730" y="324727"/>
                        </a:cubicBezTo>
                        <a:lnTo>
                          <a:pt x="290238" y="360897"/>
                        </a:lnTo>
                        <a:cubicBezTo>
                          <a:pt x="280715" y="359830"/>
                          <a:pt x="270925" y="359030"/>
                          <a:pt x="260956" y="358586"/>
                        </a:cubicBezTo>
                        <a:lnTo>
                          <a:pt x="260956" y="439368"/>
                        </a:lnTo>
                        <a:cubicBezTo>
                          <a:pt x="261223" y="439190"/>
                          <a:pt x="261490" y="439012"/>
                          <a:pt x="261757" y="438835"/>
                        </a:cubicBezTo>
                        <a:cubicBezTo>
                          <a:pt x="264249" y="455186"/>
                          <a:pt x="273417" y="469494"/>
                          <a:pt x="287212" y="478648"/>
                        </a:cubicBezTo>
                        <a:cubicBezTo>
                          <a:pt x="272438" y="481580"/>
                          <a:pt x="257218" y="483091"/>
                          <a:pt x="241643" y="483091"/>
                        </a:cubicBezTo>
                        <a:cubicBezTo>
                          <a:pt x="112233" y="483091"/>
                          <a:pt x="0" y="377337"/>
                          <a:pt x="0" y="241368"/>
                        </a:cubicBezTo>
                        <a:cubicBezTo>
                          <a:pt x="0" y="108242"/>
                          <a:pt x="108405" y="0"/>
                          <a:pt x="241643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360749CE-F935-4B79-9186-8058AECE7191}"/>
                </a:ext>
              </a:extLst>
            </p:cNvPr>
            <p:cNvCxnSpPr/>
            <p:nvPr/>
          </p:nvCxnSpPr>
          <p:spPr>
            <a:xfrm>
              <a:off x="6036815" y="3324688"/>
              <a:ext cx="108307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6C3E86DB-AE38-4B73-AA62-68301DEB5B46}"/>
              </a:ext>
            </a:extLst>
          </p:cNvPr>
          <p:cNvGrpSpPr/>
          <p:nvPr/>
        </p:nvGrpSpPr>
        <p:grpSpPr>
          <a:xfrm>
            <a:off x="6036815" y="2006462"/>
            <a:ext cx="5482085" cy="831231"/>
            <a:chOff x="6036815" y="2006462"/>
            <a:chExt cx="5482085" cy="831231"/>
          </a:xfrm>
        </p:grpSpPr>
        <p:grpSp>
          <p:nvGrpSpPr>
            <p:cNvPr id="20" name="islîďè">
              <a:extLst>
                <a:ext uri="{FF2B5EF4-FFF2-40B4-BE49-F238E27FC236}">
                  <a16:creationId xmlns:a16="http://schemas.microsoft.com/office/drawing/2014/main" xmlns="" id="{8F6F05D9-58C9-45E8-BF35-8B7AAB231DCF}"/>
                </a:ext>
              </a:extLst>
            </p:cNvPr>
            <p:cNvGrpSpPr/>
            <p:nvPr/>
          </p:nvGrpSpPr>
          <p:grpSpPr>
            <a:xfrm>
              <a:off x="7343371" y="2006462"/>
              <a:ext cx="4175529" cy="831231"/>
              <a:chOff x="7343371" y="1694169"/>
              <a:chExt cx="4175529" cy="831231"/>
            </a:xfrm>
          </p:grpSpPr>
          <p:grpSp>
            <p:nvGrpSpPr>
              <p:cNvPr id="22" name="ïṣ1íḍê">
                <a:extLst>
                  <a:ext uri="{FF2B5EF4-FFF2-40B4-BE49-F238E27FC236}">
                    <a16:creationId xmlns:a16="http://schemas.microsoft.com/office/drawing/2014/main" xmlns="" id="{DC884E5D-D2EC-4FDC-B5CD-B8F3B045C5E6}"/>
                  </a:ext>
                </a:extLst>
              </p:cNvPr>
              <p:cNvGrpSpPr/>
              <p:nvPr/>
            </p:nvGrpSpPr>
            <p:grpSpPr>
              <a:xfrm>
                <a:off x="7969422" y="1694169"/>
                <a:ext cx="3549478" cy="831231"/>
                <a:chOff x="7969422" y="1694169"/>
                <a:chExt cx="3549478" cy="831231"/>
              </a:xfrm>
            </p:grpSpPr>
            <p:sp>
              <p:nvSpPr>
                <p:cNvPr id="26" name="îš1iḑe">
                  <a:extLst>
                    <a:ext uri="{FF2B5EF4-FFF2-40B4-BE49-F238E27FC236}">
                      <a16:creationId xmlns:a16="http://schemas.microsoft.com/office/drawing/2014/main" xmlns="" id="{11DE272C-CA6B-4948-9E8E-5B722C7E78F0}"/>
                    </a:ext>
                  </a:extLst>
                </p:cNvPr>
                <p:cNvSpPr/>
                <p:nvPr/>
              </p:nvSpPr>
              <p:spPr bwMode="auto">
                <a:xfrm>
                  <a:off x="8010518" y="2020123"/>
                  <a:ext cx="3508382" cy="505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1600" dirty="0"/>
                    <a:t>通过复制您的文本后，在此框中选择粘贴。</a:t>
                  </a:r>
                  <a:endParaRPr lang="en-US" altLang="zh-CN" sz="1600" dirty="0"/>
                </a:p>
              </p:txBody>
            </p:sp>
            <p:sp>
              <p:nvSpPr>
                <p:cNvPr id="27" name="ïśľîḑé">
                  <a:extLst>
                    <a:ext uri="{FF2B5EF4-FFF2-40B4-BE49-F238E27FC236}">
                      <a16:creationId xmlns:a16="http://schemas.microsoft.com/office/drawing/2014/main" xmlns="" id="{1783617A-99DF-4F99-AE13-353BE010A31E}"/>
                    </a:ext>
                  </a:extLst>
                </p:cNvPr>
                <p:cNvSpPr txBox="1"/>
                <p:nvPr/>
              </p:nvSpPr>
              <p:spPr bwMode="auto">
                <a:xfrm>
                  <a:off x="7969422" y="1694169"/>
                  <a:ext cx="3508382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1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 b="1" dirty="0"/>
                    <a:t> 此处输入标题</a:t>
                  </a:r>
                  <a:endParaRPr lang="en-US" altLang="zh-CN" sz="2000" b="1" dirty="0"/>
                </a:p>
              </p:txBody>
            </p:sp>
          </p:grpSp>
          <p:grpSp>
            <p:nvGrpSpPr>
              <p:cNvPr id="23" name="íṡlíḑê">
                <a:extLst>
                  <a:ext uri="{FF2B5EF4-FFF2-40B4-BE49-F238E27FC236}">
                    <a16:creationId xmlns:a16="http://schemas.microsoft.com/office/drawing/2014/main" xmlns="" id="{2A9751F3-018F-4EBF-AE01-3824EBCB1C6A}"/>
                  </a:ext>
                </a:extLst>
              </p:cNvPr>
              <p:cNvGrpSpPr/>
              <p:nvPr/>
            </p:nvGrpSpPr>
            <p:grpSpPr>
              <a:xfrm>
                <a:off x="7343371" y="1784207"/>
                <a:ext cx="589510" cy="589510"/>
                <a:chOff x="7553961" y="1784207"/>
                <a:chExt cx="589510" cy="589510"/>
              </a:xfrm>
            </p:grpSpPr>
            <p:sp>
              <p:nvSpPr>
                <p:cNvPr id="24" name="iṥḷîḓê">
                  <a:extLst>
                    <a:ext uri="{FF2B5EF4-FFF2-40B4-BE49-F238E27FC236}">
                      <a16:creationId xmlns:a16="http://schemas.microsoft.com/office/drawing/2014/main" xmlns="" id="{298AACC3-65CD-4B0B-BC04-90B98828E1DB}"/>
                    </a:ext>
                  </a:extLst>
                </p:cNvPr>
                <p:cNvSpPr/>
                <p:nvPr/>
              </p:nvSpPr>
              <p:spPr>
                <a:xfrm>
                  <a:off x="7553961" y="1784207"/>
                  <a:ext cx="589510" cy="58951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222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ísļíḓè">
                  <a:extLst>
                    <a:ext uri="{FF2B5EF4-FFF2-40B4-BE49-F238E27FC236}">
                      <a16:creationId xmlns:a16="http://schemas.microsoft.com/office/drawing/2014/main" xmlns="" id="{C5313D7E-AD02-4722-B296-5A014B202FD7}"/>
                    </a:ext>
                  </a:extLst>
                </p:cNvPr>
                <p:cNvSpPr/>
                <p:nvPr/>
              </p:nvSpPr>
              <p:spPr bwMode="auto">
                <a:xfrm>
                  <a:off x="7686915" y="1901547"/>
                  <a:ext cx="323603" cy="354830"/>
                </a:xfrm>
                <a:custGeom>
                  <a:avLst/>
                  <a:gdLst>
                    <a:gd name="connsiteX0" fmla="*/ 257952 w 552598"/>
                    <a:gd name="connsiteY0" fmla="*/ 238897 h 605921"/>
                    <a:gd name="connsiteX1" fmla="*/ 252845 w 552598"/>
                    <a:gd name="connsiteY1" fmla="*/ 243996 h 605921"/>
                    <a:gd name="connsiteX2" fmla="*/ 252845 w 552598"/>
                    <a:gd name="connsiteY2" fmla="*/ 308986 h 605921"/>
                    <a:gd name="connsiteX3" fmla="*/ 228056 w 552598"/>
                    <a:gd name="connsiteY3" fmla="*/ 308986 h 605921"/>
                    <a:gd name="connsiteX4" fmla="*/ 225642 w 552598"/>
                    <a:gd name="connsiteY4" fmla="*/ 314085 h 605921"/>
                    <a:gd name="connsiteX5" fmla="*/ 273271 w 552598"/>
                    <a:gd name="connsiteY5" fmla="*/ 372123 h 605921"/>
                    <a:gd name="connsiteX6" fmla="*/ 279306 w 552598"/>
                    <a:gd name="connsiteY6" fmla="*/ 372123 h 605921"/>
                    <a:gd name="connsiteX7" fmla="*/ 327027 w 552598"/>
                    <a:gd name="connsiteY7" fmla="*/ 314085 h 605921"/>
                    <a:gd name="connsiteX8" fmla="*/ 324520 w 552598"/>
                    <a:gd name="connsiteY8" fmla="*/ 308986 h 605921"/>
                    <a:gd name="connsiteX9" fmla="*/ 299731 w 552598"/>
                    <a:gd name="connsiteY9" fmla="*/ 308986 h 605921"/>
                    <a:gd name="connsiteX10" fmla="*/ 299731 w 552598"/>
                    <a:gd name="connsiteY10" fmla="*/ 243996 h 605921"/>
                    <a:gd name="connsiteX11" fmla="*/ 294718 w 552598"/>
                    <a:gd name="connsiteY11" fmla="*/ 238897 h 605921"/>
                    <a:gd name="connsiteX12" fmla="*/ 260737 w 552598"/>
                    <a:gd name="connsiteY12" fmla="*/ 130146 h 605921"/>
                    <a:gd name="connsiteX13" fmla="*/ 291932 w 552598"/>
                    <a:gd name="connsiteY13" fmla="*/ 130146 h 605921"/>
                    <a:gd name="connsiteX14" fmla="*/ 303445 w 552598"/>
                    <a:gd name="connsiteY14" fmla="*/ 141642 h 605921"/>
                    <a:gd name="connsiteX15" fmla="*/ 303445 w 552598"/>
                    <a:gd name="connsiteY15" fmla="*/ 167602 h 605921"/>
                    <a:gd name="connsiteX16" fmla="*/ 353580 w 552598"/>
                    <a:gd name="connsiteY16" fmla="*/ 188369 h 605921"/>
                    <a:gd name="connsiteX17" fmla="*/ 371963 w 552598"/>
                    <a:gd name="connsiteY17" fmla="*/ 170012 h 605921"/>
                    <a:gd name="connsiteX18" fmla="*/ 388118 w 552598"/>
                    <a:gd name="connsiteY18" fmla="*/ 170012 h 605921"/>
                    <a:gd name="connsiteX19" fmla="*/ 410215 w 552598"/>
                    <a:gd name="connsiteY19" fmla="*/ 192077 h 605921"/>
                    <a:gd name="connsiteX20" fmla="*/ 410215 w 552598"/>
                    <a:gd name="connsiteY20" fmla="*/ 208209 h 605921"/>
                    <a:gd name="connsiteX21" fmla="*/ 391832 w 552598"/>
                    <a:gd name="connsiteY21" fmla="*/ 226566 h 605921"/>
                    <a:gd name="connsiteX22" fmla="*/ 412628 w 552598"/>
                    <a:gd name="connsiteY22" fmla="*/ 276630 h 605921"/>
                    <a:gd name="connsiteX23" fmla="*/ 438625 w 552598"/>
                    <a:gd name="connsiteY23" fmla="*/ 276630 h 605921"/>
                    <a:gd name="connsiteX24" fmla="*/ 450137 w 552598"/>
                    <a:gd name="connsiteY24" fmla="*/ 288126 h 605921"/>
                    <a:gd name="connsiteX25" fmla="*/ 450137 w 552598"/>
                    <a:gd name="connsiteY25" fmla="*/ 319277 h 605921"/>
                    <a:gd name="connsiteX26" fmla="*/ 438625 w 552598"/>
                    <a:gd name="connsiteY26" fmla="*/ 330773 h 605921"/>
                    <a:gd name="connsiteX27" fmla="*/ 412628 w 552598"/>
                    <a:gd name="connsiteY27" fmla="*/ 330773 h 605921"/>
                    <a:gd name="connsiteX28" fmla="*/ 391832 w 552598"/>
                    <a:gd name="connsiteY28" fmla="*/ 380838 h 605921"/>
                    <a:gd name="connsiteX29" fmla="*/ 410215 w 552598"/>
                    <a:gd name="connsiteY29" fmla="*/ 399102 h 605921"/>
                    <a:gd name="connsiteX30" fmla="*/ 410215 w 552598"/>
                    <a:gd name="connsiteY30" fmla="*/ 415326 h 605921"/>
                    <a:gd name="connsiteX31" fmla="*/ 388118 w 552598"/>
                    <a:gd name="connsiteY31" fmla="*/ 437299 h 605921"/>
                    <a:gd name="connsiteX32" fmla="*/ 371963 w 552598"/>
                    <a:gd name="connsiteY32" fmla="*/ 437299 h 605921"/>
                    <a:gd name="connsiteX33" fmla="*/ 353580 w 552598"/>
                    <a:gd name="connsiteY33" fmla="*/ 419035 h 605921"/>
                    <a:gd name="connsiteX34" fmla="*/ 303445 w 552598"/>
                    <a:gd name="connsiteY34" fmla="*/ 439802 h 605921"/>
                    <a:gd name="connsiteX35" fmla="*/ 303445 w 552598"/>
                    <a:gd name="connsiteY35" fmla="*/ 465761 h 605921"/>
                    <a:gd name="connsiteX36" fmla="*/ 291932 w 552598"/>
                    <a:gd name="connsiteY36" fmla="*/ 477257 h 605921"/>
                    <a:gd name="connsiteX37" fmla="*/ 260737 w 552598"/>
                    <a:gd name="connsiteY37" fmla="*/ 477257 h 605921"/>
                    <a:gd name="connsiteX38" fmla="*/ 249224 w 552598"/>
                    <a:gd name="connsiteY38" fmla="*/ 465761 h 605921"/>
                    <a:gd name="connsiteX39" fmla="*/ 249224 w 552598"/>
                    <a:gd name="connsiteY39" fmla="*/ 439802 h 605921"/>
                    <a:gd name="connsiteX40" fmla="*/ 199089 w 552598"/>
                    <a:gd name="connsiteY40" fmla="*/ 419035 h 605921"/>
                    <a:gd name="connsiteX41" fmla="*/ 180799 w 552598"/>
                    <a:gd name="connsiteY41" fmla="*/ 437299 h 605921"/>
                    <a:gd name="connsiteX42" fmla="*/ 164551 w 552598"/>
                    <a:gd name="connsiteY42" fmla="*/ 437299 h 605921"/>
                    <a:gd name="connsiteX43" fmla="*/ 142547 w 552598"/>
                    <a:gd name="connsiteY43" fmla="*/ 415326 h 605921"/>
                    <a:gd name="connsiteX44" fmla="*/ 142547 w 552598"/>
                    <a:gd name="connsiteY44" fmla="*/ 399102 h 605921"/>
                    <a:gd name="connsiteX45" fmla="*/ 160837 w 552598"/>
                    <a:gd name="connsiteY45" fmla="*/ 380838 h 605921"/>
                    <a:gd name="connsiteX46" fmla="*/ 140041 w 552598"/>
                    <a:gd name="connsiteY46" fmla="*/ 330773 h 605921"/>
                    <a:gd name="connsiteX47" fmla="*/ 114044 w 552598"/>
                    <a:gd name="connsiteY47" fmla="*/ 330773 h 605921"/>
                    <a:gd name="connsiteX48" fmla="*/ 102532 w 552598"/>
                    <a:gd name="connsiteY48" fmla="*/ 319277 h 605921"/>
                    <a:gd name="connsiteX49" fmla="*/ 102532 w 552598"/>
                    <a:gd name="connsiteY49" fmla="*/ 288126 h 605921"/>
                    <a:gd name="connsiteX50" fmla="*/ 114044 w 552598"/>
                    <a:gd name="connsiteY50" fmla="*/ 276630 h 605921"/>
                    <a:gd name="connsiteX51" fmla="*/ 140041 w 552598"/>
                    <a:gd name="connsiteY51" fmla="*/ 276630 h 605921"/>
                    <a:gd name="connsiteX52" fmla="*/ 160837 w 552598"/>
                    <a:gd name="connsiteY52" fmla="*/ 226566 h 605921"/>
                    <a:gd name="connsiteX53" fmla="*/ 142547 w 552598"/>
                    <a:gd name="connsiteY53" fmla="*/ 208209 h 605921"/>
                    <a:gd name="connsiteX54" fmla="*/ 142547 w 552598"/>
                    <a:gd name="connsiteY54" fmla="*/ 192077 h 605921"/>
                    <a:gd name="connsiteX55" fmla="*/ 164551 w 552598"/>
                    <a:gd name="connsiteY55" fmla="*/ 170012 h 605921"/>
                    <a:gd name="connsiteX56" fmla="*/ 180799 w 552598"/>
                    <a:gd name="connsiteY56" fmla="*/ 170012 h 605921"/>
                    <a:gd name="connsiteX57" fmla="*/ 199089 w 552598"/>
                    <a:gd name="connsiteY57" fmla="*/ 188369 h 605921"/>
                    <a:gd name="connsiteX58" fmla="*/ 249224 w 552598"/>
                    <a:gd name="connsiteY58" fmla="*/ 167602 h 605921"/>
                    <a:gd name="connsiteX59" fmla="*/ 249224 w 552598"/>
                    <a:gd name="connsiteY59" fmla="*/ 141642 h 605921"/>
                    <a:gd name="connsiteX60" fmla="*/ 260737 w 552598"/>
                    <a:gd name="connsiteY60" fmla="*/ 130146 h 605921"/>
                    <a:gd name="connsiteX61" fmla="*/ 438507 w 552598"/>
                    <a:gd name="connsiteY61" fmla="*/ 79551 h 605921"/>
                    <a:gd name="connsiteX62" fmla="*/ 552598 w 552598"/>
                    <a:gd name="connsiteY62" fmla="*/ 302952 h 605921"/>
                    <a:gd name="connsiteX63" fmla="*/ 276329 w 552598"/>
                    <a:gd name="connsiteY63" fmla="*/ 578821 h 605921"/>
                    <a:gd name="connsiteX64" fmla="*/ 276329 w 552598"/>
                    <a:gd name="connsiteY64" fmla="*/ 602737 h 605921"/>
                    <a:gd name="connsiteX65" fmla="*/ 271316 w 552598"/>
                    <a:gd name="connsiteY65" fmla="*/ 605332 h 605921"/>
                    <a:gd name="connsiteX66" fmla="*/ 206426 w 552598"/>
                    <a:gd name="connsiteY66" fmla="*/ 560837 h 605921"/>
                    <a:gd name="connsiteX67" fmla="*/ 206426 w 552598"/>
                    <a:gd name="connsiteY67" fmla="*/ 555553 h 605921"/>
                    <a:gd name="connsiteX68" fmla="*/ 271316 w 552598"/>
                    <a:gd name="connsiteY68" fmla="*/ 511059 h 605921"/>
                    <a:gd name="connsiteX69" fmla="*/ 276329 w 552598"/>
                    <a:gd name="connsiteY69" fmla="*/ 513654 h 605921"/>
                    <a:gd name="connsiteX70" fmla="*/ 276329 w 552598"/>
                    <a:gd name="connsiteY70" fmla="*/ 537663 h 605921"/>
                    <a:gd name="connsiteX71" fmla="*/ 511381 w 552598"/>
                    <a:gd name="connsiteY71" fmla="*/ 302952 h 605921"/>
                    <a:gd name="connsiteX72" fmla="*/ 414278 w 552598"/>
                    <a:gd name="connsiteY72" fmla="*/ 112830 h 605921"/>
                    <a:gd name="connsiteX73" fmla="*/ 281414 w 552598"/>
                    <a:gd name="connsiteY73" fmla="*/ 589 h 605921"/>
                    <a:gd name="connsiteX74" fmla="*/ 346313 w 552598"/>
                    <a:gd name="connsiteY74" fmla="*/ 45086 h 605921"/>
                    <a:gd name="connsiteX75" fmla="*/ 346313 w 552598"/>
                    <a:gd name="connsiteY75" fmla="*/ 50277 h 605921"/>
                    <a:gd name="connsiteX76" fmla="*/ 281414 w 552598"/>
                    <a:gd name="connsiteY76" fmla="*/ 94775 h 605921"/>
                    <a:gd name="connsiteX77" fmla="*/ 276308 w 552598"/>
                    <a:gd name="connsiteY77" fmla="*/ 92179 h 605921"/>
                    <a:gd name="connsiteX78" fmla="*/ 276308 w 552598"/>
                    <a:gd name="connsiteY78" fmla="*/ 68262 h 605921"/>
                    <a:gd name="connsiteX79" fmla="*/ 41223 w 552598"/>
                    <a:gd name="connsiteY79" fmla="*/ 303077 h 605921"/>
                    <a:gd name="connsiteX80" fmla="*/ 138432 w 552598"/>
                    <a:gd name="connsiteY80" fmla="*/ 493302 h 605921"/>
                    <a:gd name="connsiteX81" fmla="*/ 114200 w 552598"/>
                    <a:gd name="connsiteY81" fmla="*/ 526582 h 605921"/>
                    <a:gd name="connsiteX82" fmla="*/ 0 w 552598"/>
                    <a:gd name="connsiteY82" fmla="*/ 303077 h 605921"/>
                    <a:gd name="connsiteX83" fmla="*/ 276308 w 552598"/>
                    <a:gd name="connsiteY83" fmla="*/ 27195 h 605921"/>
                    <a:gd name="connsiteX84" fmla="*/ 276308 w 552598"/>
                    <a:gd name="connsiteY84" fmla="*/ 3185 h 605921"/>
                    <a:gd name="connsiteX85" fmla="*/ 281414 w 552598"/>
                    <a:gd name="connsiteY85" fmla="*/ 589 h 605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</a:cxnLst>
                  <a:rect l="l" t="t" r="r" b="b"/>
                  <a:pathLst>
                    <a:path w="552598" h="605921">
                      <a:moveTo>
                        <a:pt x="257952" y="238897"/>
                      </a:moveTo>
                      <a:cubicBezTo>
                        <a:pt x="255074" y="238897"/>
                        <a:pt x="252845" y="241122"/>
                        <a:pt x="252845" y="243996"/>
                      </a:cubicBezTo>
                      <a:lnTo>
                        <a:pt x="252845" y="308986"/>
                      </a:lnTo>
                      <a:lnTo>
                        <a:pt x="228056" y="308986"/>
                      </a:lnTo>
                      <a:cubicBezTo>
                        <a:pt x="225364" y="308986"/>
                        <a:pt x="223878" y="311953"/>
                        <a:pt x="225642" y="314085"/>
                      </a:cubicBezTo>
                      <a:lnTo>
                        <a:pt x="273271" y="372123"/>
                      </a:lnTo>
                      <a:cubicBezTo>
                        <a:pt x="274849" y="373977"/>
                        <a:pt x="277727" y="373977"/>
                        <a:pt x="279306" y="372123"/>
                      </a:cubicBezTo>
                      <a:lnTo>
                        <a:pt x="327027" y="314085"/>
                      </a:lnTo>
                      <a:cubicBezTo>
                        <a:pt x="328605" y="311953"/>
                        <a:pt x="327213" y="308894"/>
                        <a:pt x="324520" y="308986"/>
                      </a:cubicBezTo>
                      <a:lnTo>
                        <a:pt x="299731" y="308986"/>
                      </a:lnTo>
                      <a:lnTo>
                        <a:pt x="299731" y="243996"/>
                      </a:lnTo>
                      <a:cubicBezTo>
                        <a:pt x="299731" y="241122"/>
                        <a:pt x="297503" y="238897"/>
                        <a:pt x="294718" y="238897"/>
                      </a:cubicBezTo>
                      <a:close/>
                      <a:moveTo>
                        <a:pt x="260737" y="130146"/>
                      </a:moveTo>
                      <a:lnTo>
                        <a:pt x="291932" y="130146"/>
                      </a:lnTo>
                      <a:cubicBezTo>
                        <a:pt x="298431" y="130146"/>
                        <a:pt x="303445" y="135338"/>
                        <a:pt x="303445" y="141642"/>
                      </a:cubicBezTo>
                      <a:lnTo>
                        <a:pt x="303445" y="167602"/>
                      </a:lnTo>
                      <a:cubicBezTo>
                        <a:pt x="321642" y="171125"/>
                        <a:pt x="338632" y="178356"/>
                        <a:pt x="353580" y="188369"/>
                      </a:cubicBezTo>
                      <a:lnTo>
                        <a:pt x="371963" y="170012"/>
                      </a:lnTo>
                      <a:cubicBezTo>
                        <a:pt x="376420" y="165562"/>
                        <a:pt x="383661" y="165562"/>
                        <a:pt x="388118" y="170012"/>
                      </a:cubicBezTo>
                      <a:lnTo>
                        <a:pt x="410215" y="192077"/>
                      </a:lnTo>
                      <a:cubicBezTo>
                        <a:pt x="414671" y="196528"/>
                        <a:pt x="414671" y="203759"/>
                        <a:pt x="410215" y="208209"/>
                      </a:cubicBezTo>
                      <a:lnTo>
                        <a:pt x="391832" y="226566"/>
                      </a:lnTo>
                      <a:cubicBezTo>
                        <a:pt x="401859" y="241400"/>
                        <a:pt x="409100" y="258459"/>
                        <a:pt x="412628" y="276630"/>
                      </a:cubicBezTo>
                      <a:lnTo>
                        <a:pt x="438625" y="276630"/>
                      </a:lnTo>
                      <a:cubicBezTo>
                        <a:pt x="445124" y="276630"/>
                        <a:pt x="450137" y="281822"/>
                        <a:pt x="450137" y="288126"/>
                      </a:cubicBezTo>
                      <a:lnTo>
                        <a:pt x="450137" y="319277"/>
                      </a:lnTo>
                      <a:cubicBezTo>
                        <a:pt x="450137" y="325674"/>
                        <a:pt x="444938" y="330773"/>
                        <a:pt x="438625" y="330773"/>
                      </a:cubicBezTo>
                      <a:lnTo>
                        <a:pt x="412628" y="330773"/>
                      </a:lnTo>
                      <a:cubicBezTo>
                        <a:pt x="409100" y="348945"/>
                        <a:pt x="401859" y="365818"/>
                        <a:pt x="391832" y="380838"/>
                      </a:cubicBezTo>
                      <a:lnTo>
                        <a:pt x="410215" y="399102"/>
                      </a:lnTo>
                      <a:cubicBezTo>
                        <a:pt x="414671" y="403552"/>
                        <a:pt x="414671" y="410876"/>
                        <a:pt x="410215" y="415326"/>
                      </a:cubicBezTo>
                      <a:lnTo>
                        <a:pt x="388118" y="437299"/>
                      </a:lnTo>
                      <a:cubicBezTo>
                        <a:pt x="383661" y="441749"/>
                        <a:pt x="376420" y="441749"/>
                        <a:pt x="371963" y="437299"/>
                      </a:cubicBezTo>
                      <a:lnTo>
                        <a:pt x="353580" y="419035"/>
                      </a:lnTo>
                      <a:cubicBezTo>
                        <a:pt x="338725" y="429047"/>
                        <a:pt x="321642" y="436186"/>
                        <a:pt x="303445" y="439802"/>
                      </a:cubicBezTo>
                      <a:lnTo>
                        <a:pt x="303445" y="465761"/>
                      </a:lnTo>
                      <a:cubicBezTo>
                        <a:pt x="303445" y="472158"/>
                        <a:pt x="298246" y="477257"/>
                        <a:pt x="291932" y="477257"/>
                      </a:cubicBezTo>
                      <a:lnTo>
                        <a:pt x="260737" y="477257"/>
                      </a:lnTo>
                      <a:cubicBezTo>
                        <a:pt x="254331" y="477257"/>
                        <a:pt x="249224" y="472065"/>
                        <a:pt x="249224" y="465761"/>
                      </a:cubicBezTo>
                      <a:lnTo>
                        <a:pt x="249224" y="439802"/>
                      </a:lnTo>
                      <a:cubicBezTo>
                        <a:pt x="231027" y="436186"/>
                        <a:pt x="214130" y="429047"/>
                        <a:pt x="199089" y="419035"/>
                      </a:cubicBezTo>
                      <a:lnTo>
                        <a:pt x="180799" y="437299"/>
                      </a:lnTo>
                      <a:cubicBezTo>
                        <a:pt x="176342" y="441749"/>
                        <a:pt x="169008" y="441749"/>
                        <a:pt x="164551" y="437299"/>
                      </a:cubicBezTo>
                      <a:lnTo>
                        <a:pt x="142547" y="415326"/>
                      </a:lnTo>
                      <a:cubicBezTo>
                        <a:pt x="138091" y="410876"/>
                        <a:pt x="138091" y="403552"/>
                        <a:pt x="142547" y="399102"/>
                      </a:cubicBezTo>
                      <a:lnTo>
                        <a:pt x="160837" y="380838"/>
                      </a:lnTo>
                      <a:cubicBezTo>
                        <a:pt x="150810" y="366004"/>
                        <a:pt x="143661" y="348945"/>
                        <a:pt x="140041" y="330773"/>
                      </a:cubicBezTo>
                      <a:lnTo>
                        <a:pt x="114044" y="330773"/>
                      </a:lnTo>
                      <a:cubicBezTo>
                        <a:pt x="107638" y="330773"/>
                        <a:pt x="102532" y="325582"/>
                        <a:pt x="102532" y="319277"/>
                      </a:cubicBezTo>
                      <a:lnTo>
                        <a:pt x="102532" y="288126"/>
                      </a:lnTo>
                      <a:cubicBezTo>
                        <a:pt x="102532" y="281636"/>
                        <a:pt x="107731" y="276630"/>
                        <a:pt x="114044" y="276630"/>
                      </a:cubicBezTo>
                      <a:lnTo>
                        <a:pt x="140041" y="276630"/>
                      </a:lnTo>
                      <a:cubicBezTo>
                        <a:pt x="143661" y="258459"/>
                        <a:pt x="150810" y="241492"/>
                        <a:pt x="160837" y="226566"/>
                      </a:cubicBezTo>
                      <a:lnTo>
                        <a:pt x="142547" y="208209"/>
                      </a:lnTo>
                      <a:cubicBezTo>
                        <a:pt x="138091" y="203759"/>
                        <a:pt x="138091" y="196528"/>
                        <a:pt x="142547" y="192077"/>
                      </a:cubicBezTo>
                      <a:lnTo>
                        <a:pt x="164551" y="170012"/>
                      </a:lnTo>
                      <a:cubicBezTo>
                        <a:pt x="169008" y="165562"/>
                        <a:pt x="176342" y="165562"/>
                        <a:pt x="180799" y="170012"/>
                      </a:cubicBezTo>
                      <a:lnTo>
                        <a:pt x="199089" y="188369"/>
                      </a:lnTo>
                      <a:cubicBezTo>
                        <a:pt x="213944" y="178356"/>
                        <a:pt x="231027" y="171125"/>
                        <a:pt x="249224" y="167602"/>
                      </a:cubicBezTo>
                      <a:lnTo>
                        <a:pt x="249224" y="141642"/>
                      </a:lnTo>
                      <a:cubicBezTo>
                        <a:pt x="249224" y="135153"/>
                        <a:pt x="254424" y="130146"/>
                        <a:pt x="260737" y="130146"/>
                      </a:cubicBezTo>
                      <a:close/>
                      <a:moveTo>
                        <a:pt x="438507" y="79551"/>
                      </a:moveTo>
                      <a:cubicBezTo>
                        <a:pt x="510081" y="131462"/>
                        <a:pt x="552598" y="214890"/>
                        <a:pt x="552598" y="302952"/>
                      </a:cubicBezTo>
                      <a:cubicBezTo>
                        <a:pt x="552598" y="455069"/>
                        <a:pt x="428760" y="578821"/>
                        <a:pt x="276329" y="578821"/>
                      </a:cubicBezTo>
                      <a:lnTo>
                        <a:pt x="276329" y="602737"/>
                      </a:lnTo>
                      <a:cubicBezTo>
                        <a:pt x="276329" y="605332"/>
                        <a:pt x="273358" y="606815"/>
                        <a:pt x="271316" y="605332"/>
                      </a:cubicBezTo>
                      <a:lnTo>
                        <a:pt x="206426" y="560837"/>
                      </a:lnTo>
                      <a:cubicBezTo>
                        <a:pt x="204569" y="559539"/>
                        <a:pt x="204569" y="556759"/>
                        <a:pt x="206426" y="555553"/>
                      </a:cubicBezTo>
                      <a:lnTo>
                        <a:pt x="271316" y="511059"/>
                      </a:lnTo>
                      <a:cubicBezTo>
                        <a:pt x="273544" y="509575"/>
                        <a:pt x="276329" y="511059"/>
                        <a:pt x="276329" y="513654"/>
                      </a:cubicBezTo>
                      <a:lnTo>
                        <a:pt x="276329" y="537663"/>
                      </a:lnTo>
                      <a:cubicBezTo>
                        <a:pt x="405923" y="537663"/>
                        <a:pt x="511381" y="432358"/>
                        <a:pt x="511381" y="302952"/>
                      </a:cubicBezTo>
                      <a:cubicBezTo>
                        <a:pt x="511381" y="228053"/>
                        <a:pt x="475176" y="156954"/>
                        <a:pt x="414278" y="112830"/>
                      </a:cubicBezTo>
                      <a:close/>
                      <a:moveTo>
                        <a:pt x="281414" y="589"/>
                      </a:moveTo>
                      <a:lnTo>
                        <a:pt x="346313" y="45086"/>
                      </a:lnTo>
                      <a:cubicBezTo>
                        <a:pt x="348170" y="46384"/>
                        <a:pt x="348170" y="49072"/>
                        <a:pt x="346313" y="50277"/>
                      </a:cubicBezTo>
                      <a:lnTo>
                        <a:pt x="281414" y="94775"/>
                      </a:lnTo>
                      <a:cubicBezTo>
                        <a:pt x="279186" y="96258"/>
                        <a:pt x="276308" y="94775"/>
                        <a:pt x="276308" y="92179"/>
                      </a:cubicBezTo>
                      <a:lnTo>
                        <a:pt x="276308" y="68262"/>
                      </a:lnTo>
                      <a:cubicBezTo>
                        <a:pt x="146695" y="68262"/>
                        <a:pt x="41223" y="173665"/>
                        <a:pt x="41223" y="303077"/>
                      </a:cubicBezTo>
                      <a:cubicBezTo>
                        <a:pt x="41223" y="377980"/>
                        <a:pt x="77526" y="449176"/>
                        <a:pt x="138432" y="493302"/>
                      </a:cubicBezTo>
                      <a:lnTo>
                        <a:pt x="114200" y="526582"/>
                      </a:lnTo>
                      <a:cubicBezTo>
                        <a:pt x="42709" y="474762"/>
                        <a:pt x="0" y="391237"/>
                        <a:pt x="0" y="303077"/>
                      </a:cubicBezTo>
                      <a:cubicBezTo>
                        <a:pt x="0" y="150953"/>
                        <a:pt x="123948" y="27195"/>
                        <a:pt x="276308" y="27195"/>
                      </a:cubicBezTo>
                      <a:lnTo>
                        <a:pt x="276308" y="3185"/>
                      </a:lnTo>
                      <a:cubicBezTo>
                        <a:pt x="276308" y="589"/>
                        <a:pt x="279279" y="-894"/>
                        <a:pt x="281414" y="589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10000"/>
                    </a:lnSpc>
                  </a:pPr>
                  <a:endParaRPr lang="zh-CN" altLang="en-US"/>
                </a:p>
              </p:txBody>
            </p:sp>
          </p:grpSp>
        </p:grp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xmlns="" id="{429D1B2B-2B31-48DF-AEBD-DDAC00D1DEF1}"/>
                </a:ext>
              </a:extLst>
            </p:cNvPr>
            <p:cNvCxnSpPr/>
            <p:nvPr/>
          </p:nvCxnSpPr>
          <p:spPr>
            <a:xfrm>
              <a:off x="6036815" y="2441360"/>
              <a:ext cx="10386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2B6623CE-86A4-4E96-99B4-347281274C8E}"/>
              </a:ext>
            </a:extLst>
          </p:cNvPr>
          <p:cNvGrpSpPr/>
          <p:nvPr/>
        </p:nvGrpSpPr>
        <p:grpSpPr>
          <a:xfrm>
            <a:off x="6036815" y="3873326"/>
            <a:ext cx="5482085" cy="831231"/>
            <a:chOff x="6036815" y="3873326"/>
            <a:chExt cx="5482085" cy="831231"/>
          </a:xfrm>
        </p:grpSpPr>
        <p:grpSp>
          <p:nvGrpSpPr>
            <p:cNvPr id="29" name="îSľiḍê">
              <a:extLst>
                <a:ext uri="{FF2B5EF4-FFF2-40B4-BE49-F238E27FC236}">
                  <a16:creationId xmlns:a16="http://schemas.microsoft.com/office/drawing/2014/main" xmlns="" id="{837F10C4-DA02-493A-AEDD-7F09EAE16D6C}"/>
                </a:ext>
              </a:extLst>
            </p:cNvPr>
            <p:cNvGrpSpPr/>
            <p:nvPr/>
          </p:nvGrpSpPr>
          <p:grpSpPr>
            <a:xfrm>
              <a:off x="7343371" y="3873326"/>
              <a:ext cx="4175529" cy="831231"/>
              <a:chOff x="7343371" y="4185620"/>
              <a:chExt cx="4175529" cy="831231"/>
            </a:xfrm>
          </p:grpSpPr>
          <p:grpSp>
            <p:nvGrpSpPr>
              <p:cNvPr id="31" name="í$1îḍé">
                <a:extLst>
                  <a:ext uri="{FF2B5EF4-FFF2-40B4-BE49-F238E27FC236}">
                    <a16:creationId xmlns:a16="http://schemas.microsoft.com/office/drawing/2014/main" xmlns="" id="{A482B994-FB28-4B12-8ADF-D7D95E741558}"/>
                  </a:ext>
                </a:extLst>
              </p:cNvPr>
              <p:cNvGrpSpPr/>
              <p:nvPr/>
            </p:nvGrpSpPr>
            <p:grpSpPr>
              <a:xfrm>
                <a:off x="7969422" y="4185620"/>
                <a:ext cx="3549478" cy="831231"/>
                <a:chOff x="7969422" y="4185620"/>
                <a:chExt cx="3549478" cy="831231"/>
              </a:xfrm>
            </p:grpSpPr>
            <p:sp>
              <p:nvSpPr>
                <p:cNvPr id="35" name="ïšliḋê">
                  <a:extLst>
                    <a:ext uri="{FF2B5EF4-FFF2-40B4-BE49-F238E27FC236}">
                      <a16:creationId xmlns:a16="http://schemas.microsoft.com/office/drawing/2014/main" xmlns="" id="{C111189A-486D-439D-A4C4-C09F544AEEA6}"/>
                    </a:ext>
                  </a:extLst>
                </p:cNvPr>
                <p:cNvSpPr/>
                <p:nvPr/>
              </p:nvSpPr>
              <p:spPr bwMode="auto">
                <a:xfrm>
                  <a:off x="8010518" y="4511574"/>
                  <a:ext cx="3508382" cy="505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1600" dirty="0"/>
                    <a:t>通过复制您的文本后，在此框中选择粘贴。</a:t>
                  </a:r>
                  <a:endParaRPr lang="en-US" altLang="zh-CN" sz="1600" dirty="0"/>
                </a:p>
              </p:txBody>
            </p:sp>
            <p:sp>
              <p:nvSpPr>
                <p:cNvPr id="36" name="i$1ïḍé">
                  <a:extLst>
                    <a:ext uri="{FF2B5EF4-FFF2-40B4-BE49-F238E27FC236}">
                      <a16:creationId xmlns:a16="http://schemas.microsoft.com/office/drawing/2014/main" xmlns="" id="{A271BFB4-FC60-4563-9A0E-9E34B912F082}"/>
                    </a:ext>
                  </a:extLst>
                </p:cNvPr>
                <p:cNvSpPr txBox="1"/>
                <p:nvPr/>
              </p:nvSpPr>
              <p:spPr bwMode="auto">
                <a:xfrm>
                  <a:off x="7969422" y="4185620"/>
                  <a:ext cx="3508382" cy="3875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1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 b="1" dirty="0"/>
                    <a:t> 此处输入标题</a:t>
                  </a:r>
                  <a:endParaRPr lang="en-US" altLang="zh-CN" sz="2000" b="1" dirty="0"/>
                </a:p>
              </p:txBody>
            </p:sp>
          </p:grpSp>
          <p:grpSp>
            <p:nvGrpSpPr>
              <p:cNvPr id="32" name="îṣļíḑè">
                <a:extLst>
                  <a:ext uri="{FF2B5EF4-FFF2-40B4-BE49-F238E27FC236}">
                    <a16:creationId xmlns:a16="http://schemas.microsoft.com/office/drawing/2014/main" xmlns="" id="{D8F17000-A5DD-4C5E-992A-FF2DAFE47477}"/>
                  </a:ext>
                </a:extLst>
              </p:cNvPr>
              <p:cNvGrpSpPr/>
              <p:nvPr/>
            </p:nvGrpSpPr>
            <p:grpSpPr>
              <a:xfrm>
                <a:off x="7343371" y="4275658"/>
                <a:ext cx="589510" cy="589510"/>
                <a:chOff x="7553961" y="4275658"/>
                <a:chExt cx="589510" cy="589510"/>
              </a:xfrm>
            </p:grpSpPr>
            <p:sp>
              <p:nvSpPr>
                <p:cNvPr id="33" name="i$ļiḍe">
                  <a:extLst>
                    <a:ext uri="{FF2B5EF4-FFF2-40B4-BE49-F238E27FC236}">
                      <a16:creationId xmlns:a16="http://schemas.microsoft.com/office/drawing/2014/main" xmlns="" id="{8CC5DF53-5842-4FA5-8C65-50E9A46E05A7}"/>
                    </a:ext>
                  </a:extLst>
                </p:cNvPr>
                <p:cNvSpPr/>
                <p:nvPr/>
              </p:nvSpPr>
              <p:spPr>
                <a:xfrm>
                  <a:off x="7553961" y="4275658"/>
                  <a:ext cx="589510" cy="58951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222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îŝḻîḑê">
                  <a:extLst>
                    <a:ext uri="{FF2B5EF4-FFF2-40B4-BE49-F238E27FC236}">
                      <a16:creationId xmlns:a16="http://schemas.microsoft.com/office/drawing/2014/main" xmlns="" id="{4E36D0AD-E4E0-4C66-A39A-C53356564B4F}"/>
                    </a:ext>
                  </a:extLst>
                </p:cNvPr>
                <p:cNvSpPr/>
                <p:nvPr/>
              </p:nvSpPr>
              <p:spPr bwMode="auto">
                <a:xfrm>
                  <a:off x="7655392" y="4383277"/>
                  <a:ext cx="386648" cy="374272"/>
                </a:xfrm>
                <a:custGeom>
                  <a:avLst/>
                  <a:gdLst>
                    <a:gd name="connsiteX0" fmla="*/ 452855 w 582453"/>
                    <a:gd name="connsiteY0" fmla="*/ 373207 h 563815"/>
                    <a:gd name="connsiteX1" fmla="*/ 462456 w 582453"/>
                    <a:gd name="connsiteY1" fmla="*/ 374525 h 563815"/>
                    <a:gd name="connsiteX2" fmla="*/ 539855 w 582453"/>
                    <a:gd name="connsiteY2" fmla="*/ 418461 h 563815"/>
                    <a:gd name="connsiteX3" fmla="*/ 545132 w 582453"/>
                    <a:gd name="connsiteY3" fmla="*/ 436035 h 563815"/>
                    <a:gd name="connsiteX4" fmla="*/ 534578 w 582453"/>
                    <a:gd name="connsiteY4" fmla="*/ 443065 h 563815"/>
                    <a:gd name="connsiteX5" fmla="*/ 527541 w 582453"/>
                    <a:gd name="connsiteY5" fmla="*/ 441308 h 563815"/>
                    <a:gd name="connsiteX6" fmla="*/ 450729 w 582453"/>
                    <a:gd name="connsiteY6" fmla="*/ 397372 h 563815"/>
                    <a:gd name="connsiteX7" fmla="*/ 445452 w 582453"/>
                    <a:gd name="connsiteY7" fmla="*/ 379797 h 563815"/>
                    <a:gd name="connsiteX8" fmla="*/ 452855 w 582453"/>
                    <a:gd name="connsiteY8" fmla="*/ 373207 h 563815"/>
                    <a:gd name="connsiteX9" fmla="*/ 128583 w 582453"/>
                    <a:gd name="connsiteY9" fmla="*/ 372080 h 563815"/>
                    <a:gd name="connsiteX10" fmla="*/ 136726 w 582453"/>
                    <a:gd name="connsiteY10" fmla="*/ 378020 h 563815"/>
                    <a:gd name="connsiteX11" fmla="*/ 131444 w 582453"/>
                    <a:gd name="connsiteY11" fmla="*/ 395617 h 563815"/>
                    <a:gd name="connsiteX12" fmla="*/ 54564 w 582453"/>
                    <a:gd name="connsiteY12" fmla="*/ 439610 h 563815"/>
                    <a:gd name="connsiteX13" fmla="*/ 47522 w 582453"/>
                    <a:gd name="connsiteY13" fmla="*/ 441370 h 563815"/>
                    <a:gd name="connsiteX14" fmla="*/ 36958 w 582453"/>
                    <a:gd name="connsiteY14" fmla="*/ 434331 h 563815"/>
                    <a:gd name="connsiteX15" fmla="*/ 42240 w 582453"/>
                    <a:gd name="connsiteY15" fmla="*/ 416734 h 563815"/>
                    <a:gd name="connsiteX16" fmla="*/ 119120 w 582453"/>
                    <a:gd name="connsiteY16" fmla="*/ 372740 h 563815"/>
                    <a:gd name="connsiteX17" fmla="*/ 128583 w 582453"/>
                    <a:gd name="connsiteY17" fmla="*/ 372080 h 563815"/>
                    <a:gd name="connsiteX18" fmla="*/ 481761 w 582453"/>
                    <a:gd name="connsiteY18" fmla="*/ 276633 h 563815"/>
                    <a:gd name="connsiteX19" fmla="*/ 569792 w 582453"/>
                    <a:gd name="connsiteY19" fmla="*/ 276633 h 563815"/>
                    <a:gd name="connsiteX20" fmla="*/ 582116 w 582453"/>
                    <a:gd name="connsiteY20" fmla="*/ 288924 h 563815"/>
                    <a:gd name="connsiteX21" fmla="*/ 569792 w 582453"/>
                    <a:gd name="connsiteY21" fmla="*/ 301216 h 563815"/>
                    <a:gd name="connsiteX22" fmla="*/ 481761 w 582453"/>
                    <a:gd name="connsiteY22" fmla="*/ 301216 h 563815"/>
                    <a:gd name="connsiteX23" fmla="*/ 469437 w 582453"/>
                    <a:gd name="connsiteY23" fmla="*/ 288924 h 563815"/>
                    <a:gd name="connsiteX24" fmla="*/ 481761 w 582453"/>
                    <a:gd name="connsiteY24" fmla="*/ 276633 h 563815"/>
                    <a:gd name="connsiteX25" fmla="*/ 12323 w 582453"/>
                    <a:gd name="connsiteY25" fmla="*/ 276633 h 563815"/>
                    <a:gd name="connsiteX26" fmla="*/ 99762 w 582453"/>
                    <a:gd name="connsiteY26" fmla="*/ 276633 h 563815"/>
                    <a:gd name="connsiteX27" fmla="*/ 112085 w 582453"/>
                    <a:gd name="connsiteY27" fmla="*/ 288940 h 563815"/>
                    <a:gd name="connsiteX28" fmla="*/ 99762 w 582453"/>
                    <a:gd name="connsiteY28" fmla="*/ 301248 h 563815"/>
                    <a:gd name="connsiteX29" fmla="*/ 12323 w 582453"/>
                    <a:gd name="connsiteY29" fmla="*/ 301248 h 563815"/>
                    <a:gd name="connsiteX30" fmla="*/ 0 w 582453"/>
                    <a:gd name="connsiteY30" fmla="*/ 288940 h 563815"/>
                    <a:gd name="connsiteX31" fmla="*/ 12323 w 582453"/>
                    <a:gd name="connsiteY31" fmla="*/ 276633 h 563815"/>
                    <a:gd name="connsiteX32" fmla="*/ 291091 w 582453"/>
                    <a:gd name="connsiteY32" fmla="*/ 230905 h 563815"/>
                    <a:gd name="connsiteX33" fmla="*/ 273482 w 582453"/>
                    <a:gd name="connsiteY33" fmla="*/ 462418 h 563815"/>
                    <a:gd name="connsiteX34" fmla="*/ 291091 w 582453"/>
                    <a:gd name="connsiteY34" fmla="*/ 324096 h 563815"/>
                    <a:gd name="connsiteX35" fmla="*/ 291091 w 582453"/>
                    <a:gd name="connsiteY35" fmla="*/ 488207 h 563815"/>
                    <a:gd name="connsiteX36" fmla="*/ 291091 w 582453"/>
                    <a:gd name="connsiteY36" fmla="*/ 230905 h 563815"/>
                    <a:gd name="connsiteX37" fmla="*/ 291091 w 582453"/>
                    <a:gd name="connsiteY37" fmla="*/ 155883 h 563815"/>
                    <a:gd name="connsiteX38" fmla="*/ 433138 w 582453"/>
                    <a:gd name="connsiteY38" fmla="*/ 301238 h 563815"/>
                    <a:gd name="connsiteX39" fmla="*/ 352136 w 582453"/>
                    <a:gd name="connsiteY39" fmla="*/ 480001 h 563815"/>
                    <a:gd name="connsiteX40" fmla="*/ 348614 w 582453"/>
                    <a:gd name="connsiteY40" fmla="*/ 512824 h 563815"/>
                    <a:gd name="connsiteX41" fmla="*/ 289330 w 582453"/>
                    <a:gd name="connsiteY41" fmla="*/ 563815 h 563815"/>
                    <a:gd name="connsiteX42" fmla="*/ 229459 w 582453"/>
                    <a:gd name="connsiteY42" fmla="*/ 512824 h 563815"/>
                    <a:gd name="connsiteX43" fmla="*/ 225937 w 582453"/>
                    <a:gd name="connsiteY43" fmla="*/ 480001 h 563815"/>
                    <a:gd name="connsiteX44" fmla="*/ 145522 w 582453"/>
                    <a:gd name="connsiteY44" fmla="*/ 301238 h 563815"/>
                    <a:gd name="connsiteX45" fmla="*/ 291091 w 582453"/>
                    <a:gd name="connsiteY45" fmla="*/ 155883 h 563815"/>
                    <a:gd name="connsiteX46" fmla="*/ 536996 w 582453"/>
                    <a:gd name="connsiteY46" fmla="*/ 136984 h 563815"/>
                    <a:gd name="connsiteX47" fmla="*/ 545132 w 582453"/>
                    <a:gd name="connsiteY47" fmla="*/ 143583 h 563815"/>
                    <a:gd name="connsiteX48" fmla="*/ 539855 w 582453"/>
                    <a:gd name="connsiteY48" fmla="*/ 161180 h 563815"/>
                    <a:gd name="connsiteX49" fmla="*/ 462456 w 582453"/>
                    <a:gd name="connsiteY49" fmla="*/ 205173 h 563815"/>
                    <a:gd name="connsiteX50" fmla="*/ 456007 w 582453"/>
                    <a:gd name="connsiteY50" fmla="*/ 206933 h 563815"/>
                    <a:gd name="connsiteX51" fmla="*/ 445452 w 582453"/>
                    <a:gd name="connsiteY51" fmla="*/ 199894 h 563815"/>
                    <a:gd name="connsiteX52" fmla="*/ 450729 w 582453"/>
                    <a:gd name="connsiteY52" fmla="*/ 182297 h 563815"/>
                    <a:gd name="connsiteX53" fmla="*/ 527541 w 582453"/>
                    <a:gd name="connsiteY53" fmla="*/ 138303 h 563815"/>
                    <a:gd name="connsiteX54" fmla="*/ 536996 w 582453"/>
                    <a:gd name="connsiteY54" fmla="*/ 136984 h 563815"/>
                    <a:gd name="connsiteX55" fmla="*/ 44441 w 582453"/>
                    <a:gd name="connsiteY55" fmla="*/ 136984 h 563815"/>
                    <a:gd name="connsiteX56" fmla="*/ 54564 w 582453"/>
                    <a:gd name="connsiteY56" fmla="*/ 138303 h 563815"/>
                    <a:gd name="connsiteX57" fmla="*/ 131444 w 582453"/>
                    <a:gd name="connsiteY57" fmla="*/ 182297 h 563815"/>
                    <a:gd name="connsiteX58" fmla="*/ 136726 w 582453"/>
                    <a:gd name="connsiteY58" fmla="*/ 199894 h 563815"/>
                    <a:gd name="connsiteX59" fmla="*/ 126162 w 582453"/>
                    <a:gd name="connsiteY59" fmla="*/ 206933 h 563815"/>
                    <a:gd name="connsiteX60" fmla="*/ 119120 w 582453"/>
                    <a:gd name="connsiteY60" fmla="*/ 205173 h 563815"/>
                    <a:gd name="connsiteX61" fmla="*/ 42240 w 582453"/>
                    <a:gd name="connsiteY61" fmla="*/ 161180 h 563815"/>
                    <a:gd name="connsiteX62" fmla="*/ 36958 w 582453"/>
                    <a:gd name="connsiteY62" fmla="*/ 143583 h 563815"/>
                    <a:gd name="connsiteX63" fmla="*/ 44441 w 582453"/>
                    <a:gd name="connsiteY63" fmla="*/ 136984 h 563815"/>
                    <a:gd name="connsiteX64" fmla="*/ 426494 w 582453"/>
                    <a:gd name="connsiteY64" fmla="*/ 35635 h 563815"/>
                    <a:gd name="connsiteX65" fmla="*/ 436617 w 582453"/>
                    <a:gd name="connsiteY65" fmla="*/ 36954 h 563815"/>
                    <a:gd name="connsiteX66" fmla="*/ 441898 w 582453"/>
                    <a:gd name="connsiteY66" fmla="*/ 54539 h 563815"/>
                    <a:gd name="connsiteX67" fmla="*/ 397887 w 582453"/>
                    <a:gd name="connsiteY67" fmla="*/ 131329 h 563815"/>
                    <a:gd name="connsiteX68" fmla="*/ 387325 w 582453"/>
                    <a:gd name="connsiteY68" fmla="*/ 138363 h 563815"/>
                    <a:gd name="connsiteX69" fmla="*/ 380283 w 582453"/>
                    <a:gd name="connsiteY69" fmla="*/ 136604 h 563815"/>
                    <a:gd name="connsiteX70" fmla="*/ 375002 w 582453"/>
                    <a:gd name="connsiteY70" fmla="*/ 119019 h 563815"/>
                    <a:gd name="connsiteX71" fmla="*/ 419013 w 582453"/>
                    <a:gd name="connsiteY71" fmla="*/ 42230 h 563815"/>
                    <a:gd name="connsiteX72" fmla="*/ 426494 w 582453"/>
                    <a:gd name="connsiteY72" fmla="*/ 35635 h 563815"/>
                    <a:gd name="connsiteX73" fmla="*/ 155032 w 582453"/>
                    <a:gd name="connsiteY73" fmla="*/ 33845 h 563815"/>
                    <a:gd name="connsiteX74" fmla="*/ 163176 w 582453"/>
                    <a:gd name="connsiteY74" fmla="*/ 40440 h 563815"/>
                    <a:gd name="connsiteX75" fmla="*/ 206613 w 582453"/>
                    <a:gd name="connsiteY75" fmla="*/ 117229 h 563815"/>
                    <a:gd name="connsiteX76" fmla="*/ 201330 w 582453"/>
                    <a:gd name="connsiteY76" fmla="*/ 134814 h 563815"/>
                    <a:gd name="connsiteX77" fmla="*/ 194873 w 582453"/>
                    <a:gd name="connsiteY77" fmla="*/ 136573 h 563815"/>
                    <a:gd name="connsiteX78" fmla="*/ 184308 w 582453"/>
                    <a:gd name="connsiteY78" fmla="*/ 129539 h 563815"/>
                    <a:gd name="connsiteX79" fmla="*/ 140284 w 582453"/>
                    <a:gd name="connsiteY79" fmla="*/ 52749 h 563815"/>
                    <a:gd name="connsiteX80" fmla="*/ 145567 w 582453"/>
                    <a:gd name="connsiteY80" fmla="*/ 35164 h 563815"/>
                    <a:gd name="connsiteX81" fmla="*/ 155032 w 582453"/>
                    <a:gd name="connsiteY81" fmla="*/ 33845 h 563815"/>
                    <a:gd name="connsiteX82" fmla="*/ 291044 w 582453"/>
                    <a:gd name="connsiteY82" fmla="*/ 0 h 563815"/>
                    <a:gd name="connsiteX83" fmla="*/ 303382 w 582453"/>
                    <a:gd name="connsiteY83" fmla="*/ 12313 h 563815"/>
                    <a:gd name="connsiteX84" fmla="*/ 303382 w 582453"/>
                    <a:gd name="connsiteY84" fmla="*/ 99678 h 563815"/>
                    <a:gd name="connsiteX85" fmla="*/ 291044 w 582453"/>
                    <a:gd name="connsiteY85" fmla="*/ 111991 h 563815"/>
                    <a:gd name="connsiteX86" fmla="*/ 278705 w 582453"/>
                    <a:gd name="connsiteY86" fmla="*/ 99678 h 563815"/>
                    <a:gd name="connsiteX87" fmla="*/ 278705 w 582453"/>
                    <a:gd name="connsiteY87" fmla="*/ 12313 h 563815"/>
                    <a:gd name="connsiteX88" fmla="*/ 291044 w 582453"/>
                    <a:gd name="connsiteY88" fmla="*/ 0 h 563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</a:cxnLst>
                  <a:rect l="l" t="t" r="r" b="b"/>
                  <a:pathLst>
                    <a:path w="582453" h="563815">
                      <a:moveTo>
                        <a:pt x="452855" y="373207"/>
                      </a:moveTo>
                      <a:cubicBezTo>
                        <a:pt x="455860" y="372328"/>
                        <a:pt x="459231" y="372767"/>
                        <a:pt x="462456" y="374525"/>
                      </a:cubicBezTo>
                      <a:lnTo>
                        <a:pt x="539855" y="418461"/>
                      </a:lnTo>
                      <a:cubicBezTo>
                        <a:pt x="545132" y="421976"/>
                        <a:pt x="548650" y="429005"/>
                        <a:pt x="545132" y="436035"/>
                      </a:cubicBezTo>
                      <a:cubicBezTo>
                        <a:pt x="543373" y="441308"/>
                        <a:pt x="539855" y="443065"/>
                        <a:pt x="534578" y="443065"/>
                      </a:cubicBezTo>
                      <a:cubicBezTo>
                        <a:pt x="531060" y="443065"/>
                        <a:pt x="529300" y="443065"/>
                        <a:pt x="527541" y="441308"/>
                      </a:cubicBezTo>
                      <a:lnTo>
                        <a:pt x="450729" y="397372"/>
                      </a:lnTo>
                      <a:cubicBezTo>
                        <a:pt x="443693" y="393857"/>
                        <a:pt x="441934" y="386827"/>
                        <a:pt x="445452" y="379797"/>
                      </a:cubicBezTo>
                      <a:cubicBezTo>
                        <a:pt x="447211" y="376282"/>
                        <a:pt x="449850" y="374085"/>
                        <a:pt x="452855" y="373207"/>
                      </a:cubicBezTo>
                      <a:close/>
                      <a:moveTo>
                        <a:pt x="128583" y="372080"/>
                      </a:moveTo>
                      <a:cubicBezTo>
                        <a:pt x="131884" y="373180"/>
                        <a:pt x="134965" y="375380"/>
                        <a:pt x="136726" y="378020"/>
                      </a:cubicBezTo>
                      <a:cubicBezTo>
                        <a:pt x="140247" y="383299"/>
                        <a:pt x="138486" y="392098"/>
                        <a:pt x="131444" y="395617"/>
                      </a:cubicBezTo>
                      <a:lnTo>
                        <a:pt x="54564" y="439610"/>
                      </a:lnTo>
                      <a:cubicBezTo>
                        <a:pt x="52804" y="441370"/>
                        <a:pt x="49283" y="441370"/>
                        <a:pt x="47522" y="441370"/>
                      </a:cubicBezTo>
                      <a:cubicBezTo>
                        <a:pt x="44001" y="441370"/>
                        <a:pt x="38719" y="437851"/>
                        <a:pt x="36958" y="434331"/>
                      </a:cubicBezTo>
                      <a:cubicBezTo>
                        <a:pt x="33437" y="429052"/>
                        <a:pt x="35198" y="420253"/>
                        <a:pt x="42240" y="416734"/>
                      </a:cubicBezTo>
                      <a:lnTo>
                        <a:pt x="119120" y="372740"/>
                      </a:lnTo>
                      <a:cubicBezTo>
                        <a:pt x="121761" y="370981"/>
                        <a:pt x="125282" y="370981"/>
                        <a:pt x="128583" y="372080"/>
                      </a:cubicBezTo>
                      <a:close/>
                      <a:moveTo>
                        <a:pt x="481761" y="276633"/>
                      </a:moveTo>
                      <a:lnTo>
                        <a:pt x="569792" y="276633"/>
                      </a:lnTo>
                      <a:cubicBezTo>
                        <a:pt x="578595" y="276633"/>
                        <a:pt x="583877" y="281901"/>
                        <a:pt x="582116" y="288924"/>
                      </a:cubicBezTo>
                      <a:cubicBezTo>
                        <a:pt x="582116" y="295948"/>
                        <a:pt x="576835" y="301216"/>
                        <a:pt x="569792" y="301216"/>
                      </a:cubicBezTo>
                      <a:lnTo>
                        <a:pt x="481761" y="301216"/>
                      </a:lnTo>
                      <a:cubicBezTo>
                        <a:pt x="474719" y="301216"/>
                        <a:pt x="469437" y="295948"/>
                        <a:pt x="469437" y="288924"/>
                      </a:cubicBezTo>
                      <a:cubicBezTo>
                        <a:pt x="469437" y="281901"/>
                        <a:pt x="474719" y="276633"/>
                        <a:pt x="481761" y="276633"/>
                      </a:cubicBezTo>
                      <a:close/>
                      <a:moveTo>
                        <a:pt x="12323" y="276633"/>
                      </a:moveTo>
                      <a:lnTo>
                        <a:pt x="99762" y="276633"/>
                      </a:lnTo>
                      <a:cubicBezTo>
                        <a:pt x="106804" y="276633"/>
                        <a:pt x="112085" y="281908"/>
                        <a:pt x="112085" y="288940"/>
                      </a:cubicBezTo>
                      <a:cubicBezTo>
                        <a:pt x="112085" y="295973"/>
                        <a:pt x="106804" y="303006"/>
                        <a:pt x="99762" y="301248"/>
                      </a:cubicBezTo>
                      <a:lnTo>
                        <a:pt x="12323" y="301248"/>
                      </a:lnTo>
                      <a:cubicBezTo>
                        <a:pt x="5281" y="301248"/>
                        <a:pt x="0" y="295973"/>
                        <a:pt x="0" y="288940"/>
                      </a:cubicBezTo>
                      <a:cubicBezTo>
                        <a:pt x="0" y="281908"/>
                        <a:pt x="5281" y="276633"/>
                        <a:pt x="12323" y="276633"/>
                      </a:cubicBezTo>
                      <a:close/>
                      <a:moveTo>
                        <a:pt x="291091" y="230905"/>
                      </a:moveTo>
                      <a:cubicBezTo>
                        <a:pt x="193067" y="324096"/>
                        <a:pt x="232981" y="407910"/>
                        <a:pt x="273482" y="462418"/>
                      </a:cubicBezTo>
                      <a:cubicBezTo>
                        <a:pt x="277004" y="465935"/>
                        <a:pt x="257634" y="379777"/>
                        <a:pt x="291091" y="324096"/>
                      </a:cubicBezTo>
                      <a:cubicBezTo>
                        <a:pt x="273482" y="378018"/>
                        <a:pt x="296374" y="457143"/>
                        <a:pt x="291091" y="488207"/>
                      </a:cubicBezTo>
                      <a:cubicBezTo>
                        <a:pt x="403203" y="374502"/>
                        <a:pt x="324548" y="280138"/>
                        <a:pt x="291091" y="230905"/>
                      </a:cubicBezTo>
                      <a:close/>
                      <a:moveTo>
                        <a:pt x="291091" y="155883"/>
                      </a:moveTo>
                      <a:cubicBezTo>
                        <a:pt x="371506" y="155883"/>
                        <a:pt x="436660" y="220941"/>
                        <a:pt x="433138" y="301238"/>
                      </a:cubicBezTo>
                      <a:cubicBezTo>
                        <a:pt x="433138" y="407910"/>
                        <a:pt x="357419" y="421977"/>
                        <a:pt x="352136" y="480001"/>
                      </a:cubicBezTo>
                      <a:lnTo>
                        <a:pt x="348614" y="512824"/>
                      </a:lnTo>
                      <a:cubicBezTo>
                        <a:pt x="343332" y="542715"/>
                        <a:pt x="319266" y="563815"/>
                        <a:pt x="289330" y="563815"/>
                      </a:cubicBezTo>
                      <a:cubicBezTo>
                        <a:pt x="259395" y="563815"/>
                        <a:pt x="234742" y="540957"/>
                        <a:pt x="229459" y="512824"/>
                      </a:cubicBezTo>
                      <a:lnTo>
                        <a:pt x="225937" y="480001"/>
                      </a:lnTo>
                      <a:cubicBezTo>
                        <a:pt x="222415" y="421977"/>
                        <a:pt x="145522" y="409668"/>
                        <a:pt x="145522" y="301238"/>
                      </a:cubicBezTo>
                      <a:cubicBezTo>
                        <a:pt x="145522" y="220941"/>
                        <a:pt x="210089" y="155883"/>
                        <a:pt x="291091" y="155883"/>
                      </a:cubicBezTo>
                      <a:close/>
                      <a:moveTo>
                        <a:pt x="536996" y="136984"/>
                      </a:moveTo>
                      <a:cubicBezTo>
                        <a:pt x="540295" y="137864"/>
                        <a:pt x="543373" y="140064"/>
                        <a:pt x="545132" y="143583"/>
                      </a:cubicBezTo>
                      <a:cubicBezTo>
                        <a:pt x="548650" y="148862"/>
                        <a:pt x="546891" y="157661"/>
                        <a:pt x="539855" y="161180"/>
                      </a:cubicBezTo>
                      <a:lnTo>
                        <a:pt x="462456" y="205173"/>
                      </a:lnTo>
                      <a:cubicBezTo>
                        <a:pt x="460697" y="206933"/>
                        <a:pt x="457766" y="206933"/>
                        <a:pt x="456007" y="206933"/>
                      </a:cubicBezTo>
                      <a:cubicBezTo>
                        <a:pt x="452488" y="206933"/>
                        <a:pt x="447211" y="205173"/>
                        <a:pt x="445452" y="199894"/>
                      </a:cubicBezTo>
                      <a:cubicBezTo>
                        <a:pt x="441934" y="194615"/>
                        <a:pt x="443693" y="185816"/>
                        <a:pt x="450729" y="182297"/>
                      </a:cubicBezTo>
                      <a:lnTo>
                        <a:pt x="527541" y="138303"/>
                      </a:lnTo>
                      <a:cubicBezTo>
                        <a:pt x="530180" y="136544"/>
                        <a:pt x="533698" y="136104"/>
                        <a:pt x="536996" y="136984"/>
                      </a:cubicBezTo>
                      <a:close/>
                      <a:moveTo>
                        <a:pt x="44441" y="136984"/>
                      </a:moveTo>
                      <a:cubicBezTo>
                        <a:pt x="47522" y="136104"/>
                        <a:pt x="51043" y="136544"/>
                        <a:pt x="54564" y="138303"/>
                      </a:cubicBezTo>
                      <a:lnTo>
                        <a:pt x="131444" y="182297"/>
                      </a:lnTo>
                      <a:cubicBezTo>
                        <a:pt x="138486" y="185816"/>
                        <a:pt x="140247" y="194615"/>
                        <a:pt x="136726" y="199894"/>
                      </a:cubicBezTo>
                      <a:cubicBezTo>
                        <a:pt x="134965" y="205173"/>
                        <a:pt x="131444" y="206933"/>
                        <a:pt x="126162" y="206933"/>
                      </a:cubicBezTo>
                      <a:cubicBezTo>
                        <a:pt x="122641" y="206933"/>
                        <a:pt x="120880" y="206933"/>
                        <a:pt x="119120" y="205173"/>
                      </a:cubicBezTo>
                      <a:lnTo>
                        <a:pt x="42240" y="161180"/>
                      </a:lnTo>
                      <a:cubicBezTo>
                        <a:pt x="35198" y="157661"/>
                        <a:pt x="33437" y="150622"/>
                        <a:pt x="36958" y="143583"/>
                      </a:cubicBezTo>
                      <a:cubicBezTo>
                        <a:pt x="38719" y="140064"/>
                        <a:pt x="41360" y="137864"/>
                        <a:pt x="44441" y="136984"/>
                      </a:cubicBezTo>
                      <a:close/>
                      <a:moveTo>
                        <a:pt x="426494" y="35635"/>
                      </a:moveTo>
                      <a:cubicBezTo>
                        <a:pt x="429575" y="34756"/>
                        <a:pt x="433096" y="35196"/>
                        <a:pt x="436617" y="36954"/>
                      </a:cubicBezTo>
                      <a:cubicBezTo>
                        <a:pt x="443659" y="40471"/>
                        <a:pt x="445419" y="49264"/>
                        <a:pt x="441898" y="54539"/>
                      </a:cubicBezTo>
                      <a:lnTo>
                        <a:pt x="397887" y="131329"/>
                      </a:lnTo>
                      <a:cubicBezTo>
                        <a:pt x="396127" y="136604"/>
                        <a:pt x="392606" y="138363"/>
                        <a:pt x="387325" y="138363"/>
                      </a:cubicBezTo>
                      <a:cubicBezTo>
                        <a:pt x="383804" y="138363"/>
                        <a:pt x="382044" y="138363"/>
                        <a:pt x="380283" y="136604"/>
                      </a:cubicBezTo>
                      <a:cubicBezTo>
                        <a:pt x="373241" y="133087"/>
                        <a:pt x="371481" y="126053"/>
                        <a:pt x="375002" y="119019"/>
                      </a:cubicBezTo>
                      <a:lnTo>
                        <a:pt x="419013" y="42230"/>
                      </a:lnTo>
                      <a:cubicBezTo>
                        <a:pt x="420773" y="38713"/>
                        <a:pt x="423414" y="36515"/>
                        <a:pt x="426494" y="35635"/>
                      </a:cubicBezTo>
                      <a:close/>
                      <a:moveTo>
                        <a:pt x="155032" y="33845"/>
                      </a:moveTo>
                      <a:cubicBezTo>
                        <a:pt x="158334" y="34725"/>
                        <a:pt x="161415" y="36923"/>
                        <a:pt x="163176" y="40440"/>
                      </a:cubicBezTo>
                      <a:lnTo>
                        <a:pt x="206613" y="117229"/>
                      </a:lnTo>
                      <a:cubicBezTo>
                        <a:pt x="210135" y="122505"/>
                        <a:pt x="208374" y="131297"/>
                        <a:pt x="201330" y="134814"/>
                      </a:cubicBezTo>
                      <a:cubicBezTo>
                        <a:pt x="199569" y="136573"/>
                        <a:pt x="196634" y="136573"/>
                        <a:pt x="194873" y="136573"/>
                      </a:cubicBezTo>
                      <a:cubicBezTo>
                        <a:pt x="191352" y="136573"/>
                        <a:pt x="186069" y="134814"/>
                        <a:pt x="184308" y="129539"/>
                      </a:cubicBezTo>
                      <a:lnTo>
                        <a:pt x="140284" y="52749"/>
                      </a:lnTo>
                      <a:cubicBezTo>
                        <a:pt x="136762" y="47474"/>
                        <a:pt x="138523" y="38681"/>
                        <a:pt x="145567" y="35164"/>
                      </a:cubicBezTo>
                      <a:cubicBezTo>
                        <a:pt x="148208" y="33406"/>
                        <a:pt x="151730" y="32966"/>
                        <a:pt x="155032" y="33845"/>
                      </a:cubicBezTo>
                      <a:close/>
                      <a:moveTo>
                        <a:pt x="291044" y="0"/>
                      </a:moveTo>
                      <a:cubicBezTo>
                        <a:pt x="298094" y="0"/>
                        <a:pt x="303382" y="5277"/>
                        <a:pt x="303382" y="12313"/>
                      </a:cubicBezTo>
                      <a:lnTo>
                        <a:pt x="303382" y="99678"/>
                      </a:lnTo>
                      <a:cubicBezTo>
                        <a:pt x="303382" y="106714"/>
                        <a:pt x="298094" y="111991"/>
                        <a:pt x="291044" y="111991"/>
                      </a:cubicBezTo>
                      <a:cubicBezTo>
                        <a:pt x="283993" y="111991"/>
                        <a:pt x="278705" y="104955"/>
                        <a:pt x="278705" y="99678"/>
                      </a:cubicBezTo>
                      <a:lnTo>
                        <a:pt x="278705" y="12313"/>
                      </a:lnTo>
                      <a:cubicBezTo>
                        <a:pt x="278705" y="5277"/>
                        <a:pt x="283993" y="0"/>
                        <a:pt x="291044" y="0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xmlns="" id="{910CE976-E87C-4B25-8FD3-AB74675FE26A}"/>
                </a:ext>
              </a:extLst>
            </p:cNvPr>
            <p:cNvCxnSpPr/>
            <p:nvPr/>
          </p:nvCxnSpPr>
          <p:spPr>
            <a:xfrm>
              <a:off x="6036815" y="4208016"/>
              <a:ext cx="10386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33AFE5E1-634B-456F-B0E0-720D6251D7F0}"/>
              </a:ext>
            </a:extLst>
          </p:cNvPr>
          <p:cNvGrpSpPr/>
          <p:nvPr/>
        </p:nvGrpSpPr>
        <p:grpSpPr>
          <a:xfrm>
            <a:off x="669924" y="2414727"/>
            <a:ext cx="5366891" cy="3728899"/>
            <a:chOff x="669924" y="2414727"/>
            <a:chExt cx="5366891" cy="3728899"/>
          </a:xfrm>
        </p:grpSpPr>
        <p:sp>
          <p:nvSpPr>
            <p:cNvPr id="39" name="îṡļíḑè">
              <a:extLst>
                <a:ext uri="{FF2B5EF4-FFF2-40B4-BE49-F238E27FC236}">
                  <a16:creationId xmlns:a16="http://schemas.microsoft.com/office/drawing/2014/main" xmlns="" id="{F84A18F6-19AC-44BD-809F-5E8D33AF5BC8}"/>
                </a:ext>
              </a:extLst>
            </p:cNvPr>
            <p:cNvSpPr/>
            <p:nvPr/>
          </p:nvSpPr>
          <p:spPr>
            <a:xfrm>
              <a:off x="669924" y="3133818"/>
              <a:ext cx="4718821" cy="3009808"/>
            </a:xfrm>
            <a:prstGeom prst="rect">
              <a:avLst/>
            </a:prstGeom>
            <a:solidFill>
              <a:srgbClr val="BC3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íşḻîdê">
              <a:extLst>
                <a:ext uri="{FF2B5EF4-FFF2-40B4-BE49-F238E27FC236}">
                  <a16:creationId xmlns:a16="http://schemas.microsoft.com/office/drawing/2014/main" xmlns="" id="{EDC38B99-1781-494A-965B-06FBF34FC5ED}"/>
                </a:ext>
              </a:extLst>
            </p:cNvPr>
            <p:cNvSpPr/>
            <p:nvPr/>
          </p:nvSpPr>
          <p:spPr>
            <a:xfrm>
              <a:off x="3331175" y="2414727"/>
              <a:ext cx="2705640" cy="1819922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8" r="-448"/>
              </a:stretch>
            </a:blipFill>
            <a:ln w="9525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0" name="îṥľïďê">
              <a:extLst>
                <a:ext uri="{FF2B5EF4-FFF2-40B4-BE49-F238E27FC236}">
                  <a16:creationId xmlns:a16="http://schemas.microsoft.com/office/drawing/2014/main" xmlns="" id="{1B782FFE-AEB9-4EC5-B2FF-529D614AD120}"/>
                </a:ext>
              </a:extLst>
            </p:cNvPr>
            <p:cNvSpPr txBox="1"/>
            <p:nvPr/>
          </p:nvSpPr>
          <p:spPr>
            <a:xfrm>
              <a:off x="669924" y="4557859"/>
              <a:ext cx="3162052" cy="8891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400" dirty="0"/>
                <a:t>通过复制您的文本后，在此框中选择粘贴。</a:t>
              </a:r>
              <a:endParaRPr lang="en-US" altLang="zh-C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32941455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îşļíḓè">
            <a:extLst>
              <a:ext uri="{FF2B5EF4-FFF2-40B4-BE49-F238E27FC236}">
                <a16:creationId xmlns:a16="http://schemas.microsoft.com/office/drawing/2014/main" xmlns="" id="{F036190C-E18F-46F0-9665-C1CD5A75F364}"/>
              </a:ext>
            </a:extLst>
          </p:cNvPr>
          <p:cNvGrpSpPr/>
          <p:nvPr/>
        </p:nvGrpSpPr>
        <p:grpSpPr>
          <a:xfrm>
            <a:off x="5373797" y="3263933"/>
            <a:ext cx="1779447" cy="2836899"/>
            <a:chOff x="5373797" y="3031710"/>
            <a:chExt cx="1779447" cy="2836899"/>
          </a:xfrm>
        </p:grpSpPr>
        <p:grpSp>
          <p:nvGrpSpPr>
            <p:cNvPr id="8" name="íṩļîḋe">
              <a:extLst>
                <a:ext uri="{FF2B5EF4-FFF2-40B4-BE49-F238E27FC236}">
                  <a16:creationId xmlns:a16="http://schemas.microsoft.com/office/drawing/2014/main" xmlns="" id="{D774D05E-CB2A-4BD6-B6C2-AE4B8D440A17}"/>
                </a:ext>
              </a:extLst>
            </p:cNvPr>
            <p:cNvGrpSpPr/>
            <p:nvPr/>
          </p:nvGrpSpPr>
          <p:grpSpPr>
            <a:xfrm>
              <a:off x="5669149" y="3031710"/>
              <a:ext cx="1211548" cy="2241790"/>
              <a:chOff x="5669149" y="3031710"/>
              <a:chExt cx="1211548" cy="2241790"/>
            </a:xfrm>
          </p:grpSpPr>
          <p:sp>
            <p:nvSpPr>
              <p:cNvPr id="10" name="îşlídé">
                <a:extLst>
                  <a:ext uri="{FF2B5EF4-FFF2-40B4-BE49-F238E27FC236}">
                    <a16:creationId xmlns:a16="http://schemas.microsoft.com/office/drawing/2014/main" xmlns="" id="{84EFF062-A88C-4B0F-85D4-3AFE153017BF}"/>
                  </a:ext>
                </a:extLst>
              </p:cNvPr>
              <p:cNvSpPr/>
              <p:nvPr/>
            </p:nvSpPr>
            <p:spPr bwMode="auto">
              <a:xfrm>
                <a:off x="6261059" y="4245391"/>
                <a:ext cx="27730" cy="811609"/>
              </a:xfrm>
              <a:custGeom>
                <a:avLst/>
                <a:gdLst>
                  <a:gd name="T0" fmla="*/ 18 w 36"/>
                  <a:gd name="T1" fmla="*/ 1051 h 1051"/>
                  <a:gd name="T2" fmla="*/ 0 w 36"/>
                  <a:gd name="T3" fmla="*/ 1040 h 1051"/>
                  <a:gd name="T4" fmla="*/ 0 w 36"/>
                  <a:gd name="T5" fmla="*/ 11 h 1051"/>
                  <a:gd name="T6" fmla="*/ 18 w 36"/>
                  <a:gd name="T7" fmla="*/ 0 h 1051"/>
                  <a:gd name="T8" fmla="*/ 36 w 36"/>
                  <a:gd name="T9" fmla="*/ 11 h 1051"/>
                  <a:gd name="T10" fmla="*/ 36 w 36"/>
                  <a:gd name="T11" fmla="*/ 1040 h 1051"/>
                  <a:gd name="T12" fmla="*/ 18 w 36"/>
                  <a:gd name="T1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051">
                    <a:moveTo>
                      <a:pt x="18" y="1051"/>
                    </a:moveTo>
                    <a:cubicBezTo>
                      <a:pt x="8" y="1051"/>
                      <a:pt x="0" y="1046"/>
                      <a:pt x="0" y="104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8" y="0"/>
                      <a:pt x="18" y="0"/>
                    </a:cubicBezTo>
                    <a:cubicBezTo>
                      <a:pt x="28" y="0"/>
                      <a:pt x="36" y="5"/>
                      <a:pt x="36" y="11"/>
                    </a:cubicBezTo>
                    <a:cubicBezTo>
                      <a:pt x="36" y="1040"/>
                      <a:pt x="36" y="1040"/>
                      <a:pt x="36" y="1040"/>
                    </a:cubicBezTo>
                    <a:cubicBezTo>
                      <a:pt x="36" y="1046"/>
                      <a:pt x="28" y="1051"/>
                      <a:pt x="18" y="105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1" name="íṣḷíde">
                <a:extLst>
                  <a:ext uri="{FF2B5EF4-FFF2-40B4-BE49-F238E27FC236}">
                    <a16:creationId xmlns:a16="http://schemas.microsoft.com/office/drawing/2014/main" xmlns="" id="{44CF369C-3710-4B46-BC11-453912830135}"/>
                  </a:ext>
                </a:extLst>
              </p:cNvPr>
              <p:cNvSpPr/>
              <p:nvPr/>
            </p:nvSpPr>
            <p:spPr bwMode="auto">
              <a:xfrm>
                <a:off x="6166940" y="5057000"/>
                <a:ext cx="215968" cy="2165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2" name="işlíďê">
                <a:extLst>
                  <a:ext uri="{FF2B5EF4-FFF2-40B4-BE49-F238E27FC236}">
                    <a16:creationId xmlns:a16="http://schemas.microsoft.com/office/drawing/2014/main" xmlns="" id="{29415116-62B4-4B88-97A0-9F28892D2BCC}"/>
                  </a:ext>
                </a:extLst>
              </p:cNvPr>
              <p:cNvSpPr/>
              <p:nvPr/>
            </p:nvSpPr>
            <p:spPr bwMode="auto">
              <a:xfrm>
                <a:off x="5669149" y="3031710"/>
                <a:ext cx="1211548" cy="121368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1600" dirty="0"/>
              </a:p>
            </p:txBody>
          </p:sp>
          <p:sp>
            <p:nvSpPr>
              <p:cNvPr id="13" name="î$ḷíḑé">
                <a:extLst>
                  <a:ext uri="{FF2B5EF4-FFF2-40B4-BE49-F238E27FC236}">
                    <a16:creationId xmlns:a16="http://schemas.microsoft.com/office/drawing/2014/main" xmlns="" id="{BE1139D7-3509-4323-883C-4D2699A6A57B}"/>
                  </a:ext>
                </a:extLst>
              </p:cNvPr>
              <p:cNvSpPr/>
              <p:nvPr/>
            </p:nvSpPr>
            <p:spPr bwMode="auto">
              <a:xfrm>
                <a:off x="5709419" y="3072050"/>
                <a:ext cx="1131008" cy="1133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2400" i="1" dirty="0"/>
                  <a:t>1</a:t>
                </a:r>
              </a:p>
            </p:txBody>
          </p:sp>
        </p:grpSp>
        <p:sp>
          <p:nvSpPr>
            <p:cNvPr id="9" name="íṧlïḍê">
              <a:extLst>
                <a:ext uri="{FF2B5EF4-FFF2-40B4-BE49-F238E27FC236}">
                  <a16:creationId xmlns:a16="http://schemas.microsoft.com/office/drawing/2014/main" xmlns="" id="{2DF5A44B-ECC0-48BA-9CB8-4C4EC002A523}"/>
                </a:ext>
              </a:extLst>
            </p:cNvPr>
            <p:cNvSpPr txBox="1"/>
            <p:nvPr/>
          </p:nvSpPr>
          <p:spPr>
            <a:xfrm>
              <a:off x="5373797" y="5273500"/>
              <a:ext cx="1779447" cy="595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14" name="íṩḻîdê">
            <a:extLst>
              <a:ext uri="{FF2B5EF4-FFF2-40B4-BE49-F238E27FC236}">
                <a16:creationId xmlns:a16="http://schemas.microsoft.com/office/drawing/2014/main" xmlns="" id="{4100A766-0940-43B9-B69B-B03D0FA5D5AE}"/>
              </a:ext>
            </a:extLst>
          </p:cNvPr>
          <p:cNvGrpSpPr/>
          <p:nvPr/>
        </p:nvGrpSpPr>
        <p:grpSpPr>
          <a:xfrm>
            <a:off x="6848147" y="1640715"/>
            <a:ext cx="1779447" cy="2836899"/>
            <a:chOff x="6848147" y="1408492"/>
            <a:chExt cx="1779447" cy="2836899"/>
          </a:xfrm>
        </p:grpSpPr>
        <p:grpSp>
          <p:nvGrpSpPr>
            <p:cNvPr id="15" name="îṩḷïḋé">
              <a:extLst>
                <a:ext uri="{FF2B5EF4-FFF2-40B4-BE49-F238E27FC236}">
                  <a16:creationId xmlns:a16="http://schemas.microsoft.com/office/drawing/2014/main" xmlns="" id="{C5BF225E-52AD-4908-996F-30502BECA7BE}"/>
                </a:ext>
              </a:extLst>
            </p:cNvPr>
            <p:cNvGrpSpPr/>
            <p:nvPr/>
          </p:nvGrpSpPr>
          <p:grpSpPr>
            <a:xfrm>
              <a:off x="7143499" y="2003601"/>
              <a:ext cx="1211548" cy="2241790"/>
              <a:chOff x="7143499" y="2003601"/>
              <a:chExt cx="1211548" cy="2241790"/>
            </a:xfrm>
          </p:grpSpPr>
          <p:sp>
            <p:nvSpPr>
              <p:cNvPr id="17" name="íSļiḍe">
                <a:extLst>
                  <a:ext uri="{FF2B5EF4-FFF2-40B4-BE49-F238E27FC236}">
                    <a16:creationId xmlns:a16="http://schemas.microsoft.com/office/drawing/2014/main" xmlns="" id="{410E7227-4CBB-47C4-A132-5B23D7B94D23}"/>
                  </a:ext>
                </a:extLst>
              </p:cNvPr>
              <p:cNvSpPr/>
              <p:nvPr/>
            </p:nvSpPr>
            <p:spPr bwMode="auto">
              <a:xfrm>
                <a:off x="7735409" y="2220101"/>
                <a:ext cx="27730" cy="811609"/>
              </a:xfrm>
              <a:custGeom>
                <a:avLst/>
                <a:gdLst>
                  <a:gd name="T0" fmla="*/ 18 w 36"/>
                  <a:gd name="T1" fmla="*/ 1051 h 1051"/>
                  <a:gd name="T2" fmla="*/ 0 w 36"/>
                  <a:gd name="T3" fmla="*/ 1040 h 1051"/>
                  <a:gd name="T4" fmla="*/ 0 w 36"/>
                  <a:gd name="T5" fmla="*/ 11 h 1051"/>
                  <a:gd name="T6" fmla="*/ 18 w 36"/>
                  <a:gd name="T7" fmla="*/ 0 h 1051"/>
                  <a:gd name="T8" fmla="*/ 36 w 36"/>
                  <a:gd name="T9" fmla="*/ 11 h 1051"/>
                  <a:gd name="T10" fmla="*/ 36 w 36"/>
                  <a:gd name="T11" fmla="*/ 1040 h 1051"/>
                  <a:gd name="T12" fmla="*/ 18 w 36"/>
                  <a:gd name="T1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051">
                    <a:moveTo>
                      <a:pt x="18" y="1051"/>
                    </a:moveTo>
                    <a:cubicBezTo>
                      <a:pt x="8" y="1051"/>
                      <a:pt x="0" y="1046"/>
                      <a:pt x="0" y="104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8" y="0"/>
                      <a:pt x="18" y="0"/>
                    </a:cubicBezTo>
                    <a:cubicBezTo>
                      <a:pt x="28" y="0"/>
                      <a:pt x="36" y="5"/>
                      <a:pt x="36" y="11"/>
                    </a:cubicBezTo>
                    <a:cubicBezTo>
                      <a:pt x="36" y="1040"/>
                      <a:pt x="36" y="1040"/>
                      <a:pt x="36" y="1040"/>
                    </a:cubicBezTo>
                    <a:cubicBezTo>
                      <a:pt x="36" y="1046"/>
                      <a:pt x="28" y="1051"/>
                      <a:pt x="18" y="105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8" name="ïṡḻiďé">
                <a:extLst>
                  <a:ext uri="{FF2B5EF4-FFF2-40B4-BE49-F238E27FC236}">
                    <a16:creationId xmlns:a16="http://schemas.microsoft.com/office/drawing/2014/main" xmlns="" id="{7F33155D-7289-4F2C-8A42-AA9CF11FB20C}"/>
                  </a:ext>
                </a:extLst>
              </p:cNvPr>
              <p:cNvSpPr/>
              <p:nvPr/>
            </p:nvSpPr>
            <p:spPr bwMode="auto">
              <a:xfrm>
                <a:off x="7641290" y="2003601"/>
                <a:ext cx="215968" cy="2165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" name="ïšlîḋe">
                <a:extLst>
                  <a:ext uri="{FF2B5EF4-FFF2-40B4-BE49-F238E27FC236}">
                    <a16:creationId xmlns:a16="http://schemas.microsoft.com/office/drawing/2014/main" xmlns="" id="{FC878FA8-EFCD-42F4-8E68-40C0262F997E}"/>
                  </a:ext>
                </a:extLst>
              </p:cNvPr>
              <p:cNvSpPr/>
              <p:nvPr/>
            </p:nvSpPr>
            <p:spPr bwMode="auto">
              <a:xfrm>
                <a:off x="7143499" y="3031710"/>
                <a:ext cx="1211548" cy="121368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1600" dirty="0"/>
              </a:p>
            </p:txBody>
          </p:sp>
          <p:sp>
            <p:nvSpPr>
              <p:cNvPr id="20" name="îšľîḑè">
                <a:extLst>
                  <a:ext uri="{FF2B5EF4-FFF2-40B4-BE49-F238E27FC236}">
                    <a16:creationId xmlns:a16="http://schemas.microsoft.com/office/drawing/2014/main" xmlns="" id="{F5180ADA-EF84-4F6F-95DA-7EB242C921F8}"/>
                  </a:ext>
                </a:extLst>
              </p:cNvPr>
              <p:cNvSpPr/>
              <p:nvPr/>
            </p:nvSpPr>
            <p:spPr bwMode="auto">
              <a:xfrm>
                <a:off x="7183769" y="3072051"/>
                <a:ext cx="1131008" cy="1133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400" i="1" dirty="0"/>
                  <a:t>2</a:t>
                </a:r>
                <a:endParaRPr lang="en-US" sz="2400" i="1" dirty="0"/>
              </a:p>
            </p:txBody>
          </p:sp>
        </p:grpSp>
        <p:sp>
          <p:nvSpPr>
            <p:cNvPr id="16" name="í$ľîďè">
              <a:extLst>
                <a:ext uri="{FF2B5EF4-FFF2-40B4-BE49-F238E27FC236}">
                  <a16:creationId xmlns:a16="http://schemas.microsoft.com/office/drawing/2014/main" xmlns="" id="{50D87618-EA6B-4821-8801-32CA936EAABA}"/>
                </a:ext>
              </a:extLst>
            </p:cNvPr>
            <p:cNvSpPr txBox="1"/>
            <p:nvPr/>
          </p:nvSpPr>
          <p:spPr>
            <a:xfrm>
              <a:off x="6848147" y="1408492"/>
              <a:ext cx="1779447" cy="595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21" name="ïṩľïḍé">
            <a:extLst>
              <a:ext uri="{FF2B5EF4-FFF2-40B4-BE49-F238E27FC236}">
                <a16:creationId xmlns:a16="http://schemas.microsoft.com/office/drawing/2014/main" xmlns="" id="{FA4EA1FA-50D7-43DB-9A3E-CDB82AFBFD68}"/>
              </a:ext>
            </a:extLst>
          </p:cNvPr>
          <p:cNvGrpSpPr/>
          <p:nvPr/>
        </p:nvGrpSpPr>
        <p:grpSpPr>
          <a:xfrm>
            <a:off x="8322497" y="3263933"/>
            <a:ext cx="1779447" cy="2836899"/>
            <a:chOff x="8322497" y="3031710"/>
            <a:chExt cx="1779447" cy="2836899"/>
          </a:xfrm>
        </p:grpSpPr>
        <p:grpSp>
          <p:nvGrpSpPr>
            <p:cNvPr id="22" name="ísḷiḑè">
              <a:extLst>
                <a:ext uri="{FF2B5EF4-FFF2-40B4-BE49-F238E27FC236}">
                  <a16:creationId xmlns:a16="http://schemas.microsoft.com/office/drawing/2014/main" xmlns="" id="{17EF8277-C09C-4B9A-9ACF-9963B0FFE98B}"/>
                </a:ext>
              </a:extLst>
            </p:cNvPr>
            <p:cNvGrpSpPr/>
            <p:nvPr/>
          </p:nvGrpSpPr>
          <p:grpSpPr>
            <a:xfrm>
              <a:off x="8617849" y="3031710"/>
              <a:ext cx="1211548" cy="2241790"/>
              <a:chOff x="8617849" y="3031710"/>
              <a:chExt cx="1211548" cy="2241790"/>
            </a:xfrm>
          </p:grpSpPr>
          <p:sp>
            <p:nvSpPr>
              <p:cNvPr id="24" name="íŝlïde">
                <a:extLst>
                  <a:ext uri="{FF2B5EF4-FFF2-40B4-BE49-F238E27FC236}">
                    <a16:creationId xmlns:a16="http://schemas.microsoft.com/office/drawing/2014/main" xmlns="" id="{E259F21A-22B9-40C4-BD20-B9D2177BAF0F}"/>
                  </a:ext>
                </a:extLst>
              </p:cNvPr>
              <p:cNvSpPr/>
              <p:nvPr/>
            </p:nvSpPr>
            <p:spPr bwMode="auto">
              <a:xfrm>
                <a:off x="9209759" y="4245391"/>
                <a:ext cx="27730" cy="811609"/>
              </a:xfrm>
              <a:custGeom>
                <a:avLst/>
                <a:gdLst>
                  <a:gd name="T0" fmla="*/ 18 w 36"/>
                  <a:gd name="T1" fmla="*/ 1051 h 1051"/>
                  <a:gd name="T2" fmla="*/ 0 w 36"/>
                  <a:gd name="T3" fmla="*/ 1040 h 1051"/>
                  <a:gd name="T4" fmla="*/ 0 w 36"/>
                  <a:gd name="T5" fmla="*/ 11 h 1051"/>
                  <a:gd name="T6" fmla="*/ 18 w 36"/>
                  <a:gd name="T7" fmla="*/ 0 h 1051"/>
                  <a:gd name="T8" fmla="*/ 36 w 36"/>
                  <a:gd name="T9" fmla="*/ 11 h 1051"/>
                  <a:gd name="T10" fmla="*/ 36 w 36"/>
                  <a:gd name="T11" fmla="*/ 1040 h 1051"/>
                  <a:gd name="T12" fmla="*/ 18 w 36"/>
                  <a:gd name="T1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051">
                    <a:moveTo>
                      <a:pt x="18" y="1051"/>
                    </a:moveTo>
                    <a:cubicBezTo>
                      <a:pt x="8" y="1051"/>
                      <a:pt x="0" y="1046"/>
                      <a:pt x="0" y="104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8" y="0"/>
                      <a:pt x="18" y="0"/>
                    </a:cubicBezTo>
                    <a:cubicBezTo>
                      <a:pt x="28" y="0"/>
                      <a:pt x="36" y="5"/>
                      <a:pt x="36" y="11"/>
                    </a:cubicBezTo>
                    <a:cubicBezTo>
                      <a:pt x="36" y="1040"/>
                      <a:pt x="36" y="1040"/>
                      <a:pt x="36" y="1040"/>
                    </a:cubicBezTo>
                    <a:cubicBezTo>
                      <a:pt x="36" y="1046"/>
                      <a:pt x="28" y="1051"/>
                      <a:pt x="18" y="10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" name="ísļïḍé">
                <a:extLst>
                  <a:ext uri="{FF2B5EF4-FFF2-40B4-BE49-F238E27FC236}">
                    <a16:creationId xmlns:a16="http://schemas.microsoft.com/office/drawing/2014/main" xmlns="" id="{0D79815D-5ACE-4BA2-8A44-9ABFA7EC6FB5}"/>
                  </a:ext>
                </a:extLst>
              </p:cNvPr>
              <p:cNvSpPr/>
              <p:nvPr/>
            </p:nvSpPr>
            <p:spPr bwMode="auto">
              <a:xfrm>
                <a:off x="9115640" y="5057000"/>
                <a:ext cx="215968" cy="2165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6" name="iṩliḍé">
                <a:extLst>
                  <a:ext uri="{FF2B5EF4-FFF2-40B4-BE49-F238E27FC236}">
                    <a16:creationId xmlns:a16="http://schemas.microsoft.com/office/drawing/2014/main" xmlns="" id="{D4F09149-5088-4DD6-A6AA-C63D175A0024}"/>
                  </a:ext>
                </a:extLst>
              </p:cNvPr>
              <p:cNvSpPr/>
              <p:nvPr/>
            </p:nvSpPr>
            <p:spPr bwMode="auto">
              <a:xfrm>
                <a:off x="8617849" y="3031710"/>
                <a:ext cx="1211548" cy="1213681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1600" dirty="0"/>
              </a:p>
            </p:txBody>
          </p:sp>
          <p:sp>
            <p:nvSpPr>
              <p:cNvPr id="27" name="íšļiḋé">
                <a:extLst>
                  <a:ext uri="{FF2B5EF4-FFF2-40B4-BE49-F238E27FC236}">
                    <a16:creationId xmlns:a16="http://schemas.microsoft.com/office/drawing/2014/main" xmlns="" id="{5317E6F7-D582-4B8F-BB00-F6189D7C636C}"/>
                  </a:ext>
                </a:extLst>
              </p:cNvPr>
              <p:cNvSpPr/>
              <p:nvPr/>
            </p:nvSpPr>
            <p:spPr bwMode="auto">
              <a:xfrm>
                <a:off x="8658119" y="3072050"/>
                <a:ext cx="1131008" cy="1133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400" i="1" dirty="0"/>
                  <a:t>3</a:t>
                </a:r>
                <a:endParaRPr lang="en-US" sz="2400" i="1" dirty="0"/>
              </a:p>
            </p:txBody>
          </p:sp>
        </p:grpSp>
        <p:sp>
          <p:nvSpPr>
            <p:cNvPr id="23" name="íṣľíḓe">
              <a:extLst>
                <a:ext uri="{FF2B5EF4-FFF2-40B4-BE49-F238E27FC236}">
                  <a16:creationId xmlns:a16="http://schemas.microsoft.com/office/drawing/2014/main" xmlns="" id="{B4191E42-B6A3-452B-A634-63EE32619353}"/>
                </a:ext>
              </a:extLst>
            </p:cNvPr>
            <p:cNvSpPr txBox="1"/>
            <p:nvPr/>
          </p:nvSpPr>
          <p:spPr>
            <a:xfrm>
              <a:off x="8322497" y="5273500"/>
              <a:ext cx="1779447" cy="595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grpSp>
        <p:nvGrpSpPr>
          <p:cNvPr id="28" name="iSļiḋè">
            <a:extLst>
              <a:ext uri="{FF2B5EF4-FFF2-40B4-BE49-F238E27FC236}">
                <a16:creationId xmlns:a16="http://schemas.microsoft.com/office/drawing/2014/main" xmlns="" id="{A163F2B1-3E03-4EDC-BF95-BB3CE1E5F946}"/>
              </a:ext>
            </a:extLst>
          </p:cNvPr>
          <p:cNvGrpSpPr/>
          <p:nvPr/>
        </p:nvGrpSpPr>
        <p:grpSpPr>
          <a:xfrm>
            <a:off x="9796847" y="1640715"/>
            <a:ext cx="1779447" cy="2836899"/>
            <a:chOff x="9796847" y="1408492"/>
            <a:chExt cx="1779447" cy="2836899"/>
          </a:xfrm>
        </p:grpSpPr>
        <p:grpSp>
          <p:nvGrpSpPr>
            <p:cNvPr id="29" name="isļíde">
              <a:extLst>
                <a:ext uri="{FF2B5EF4-FFF2-40B4-BE49-F238E27FC236}">
                  <a16:creationId xmlns:a16="http://schemas.microsoft.com/office/drawing/2014/main" xmlns="" id="{BFC96758-616B-429C-B59D-26D606F9CC83}"/>
                </a:ext>
              </a:extLst>
            </p:cNvPr>
            <p:cNvGrpSpPr/>
            <p:nvPr/>
          </p:nvGrpSpPr>
          <p:grpSpPr>
            <a:xfrm>
              <a:off x="10092199" y="2003601"/>
              <a:ext cx="1211548" cy="2241790"/>
              <a:chOff x="10092199" y="2003601"/>
              <a:chExt cx="1211548" cy="2241790"/>
            </a:xfrm>
          </p:grpSpPr>
          <p:sp>
            <p:nvSpPr>
              <p:cNvPr id="31" name="ïsļîďe">
                <a:extLst>
                  <a:ext uri="{FF2B5EF4-FFF2-40B4-BE49-F238E27FC236}">
                    <a16:creationId xmlns:a16="http://schemas.microsoft.com/office/drawing/2014/main" xmlns="" id="{A6D13995-7AC7-4556-AF33-7FBEE837D081}"/>
                  </a:ext>
                </a:extLst>
              </p:cNvPr>
              <p:cNvSpPr/>
              <p:nvPr/>
            </p:nvSpPr>
            <p:spPr bwMode="auto">
              <a:xfrm>
                <a:off x="10684109" y="2220101"/>
                <a:ext cx="27730" cy="811609"/>
              </a:xfrm>
              <a:custGeom>
                <a:avLst/>
                <a:gdLst>
                  <a:gd name="T0" fmla="*/ 18 w 36"/>
                  <a:gd name="T1" fmla="*/ 1051 h 1051"/>
                  <a:gd name="T2" fmla="*/ 0 w 36"/>
                  <a:gd name="T3" fmla="*/ 1040 h 1051"/>
                  <a:gd name="T4" fmla="*/ 0 w 36"/>
                  <a:gd name="T5" fmla="*/ 11 h 1051"/>
                  <a:gd name="T6" fmla="*/ 18 w 36"/>
                  <a:gd name="T7" fmla="*/ 0 h 1051"/>
                  <a:gd name="T8" fmla="*/ 36 w 36"/>
                  <a:gd name="T9" fmla="*/ 11 h 1051"/>
                  <a:gd name="T10" fmla="*/ 36 w 36"/>
                  <a:gd name="T11" fmla="*/ 1040 h 1051"/>
                  <a:gd name="T12" fmla="*/ 18 w 36"/>
                  <a:gd name="T13" fmla="*/ 1051 h 1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051">
                    <a:moveTo>
                      <a:pt x="18" y="1051"/>
                    </a:moveTo>
                    <a:cubicBezTo>
                      <a:pt x="8" y="1051"/>
                      <a:pt x="0" y="1046"/>
                      <a:pt x="0" y="104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8" y="0"/>
                      <a:pt x="18" y="0"/>
                    </a:cubicBezTo>
                    <a:cubicBezTo>
                      <a:pt x="28" y="0"/>
                      <a:pt x="36" y="5"/>
                      <a:pt x="36" y="11"/>
                    </a:cubicBezTo>
                    <a:cubicBezTo>
                      <a:pt x="36" y="1040"/>
                      <a:pt x="36" y="1040"/>
                      <a:pt x="36" y="1040"/>
                    </a:cubicBezTo>
                    <a:cubicBezTo>
                      <a:pt x="36" y="1046"/>
                      <a:pt x="28" y="1051"/>
                      <a:pt x="18" y="105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dirty="0"/>
              </a:p>
            </p:txBody>
          </p:sp>
          <p:sp>
            <p:nvSpPr>
              <p:cNvPr id="32" name="íSḻide">
                <a:extLst>
                  <a:ext uri="{FF2B5EF4-FFF2-40B4-BE49-F238E27FC236}">
                    <a16:creationId xmlns:a16="http://schemas.microsoft.com/office/drawing/2014/main" xmlns="" id="{6AE95A77-0267-4C4E-80D6-2A47E3BCA2D4}"/>
                  </a:ext>
                </a:extLst>
              </p:cNvPr>
              <p:cNvSpPr/>
              <p:nvPr/>
            </p:nvSpPr>
            <p:spPr bwMode="auto">
              <a:xfrm>
                <a:off x="10589990" y="2003601"/>
                <a:ext cx="215968" cy="2165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 dirty="0"/>
              </a:p>
            </p:txBody>
          </p:sp>
          <p:sp>
            <p:nvSpPr>
              <p:cNvPr id="33" name="íṥľïḑe">
                <a:extLst>
                  <a:ext uri="{FF2B5EF4-FFF2-40B4-BE49-F238E27FC236}">
                    <a16:creationId xmlns:a16="http://schemas.microsoft.com/office/drawing/2014/main" xmlns="" id="{ABC04E60-09B0-4B02-8F95-D8F9557BD563}"/>
                  </a:ext>
                </a:extLst>
              </p:cNvPr>
              <p:cNvSpPr/>
              <p:nvPr/>
            </p:nvSpPr>
            <p:spPr bwMode="auto">
              <a:xfrm>
                <a:off x="10092199" y="3031710"/>
                <a:ext cx="1211548" cy="121368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 sz="1600" dirty="0"/>
              </a:p>
            </p:txBody>
          </p:sp>
          <p:sp>
            <p:nvSpPr>
              <p:cNvPr id="34" name="isḷîḍe">
                <a:extLst>
                  <a:ext uri="{FF2B5EF4-FFF2-40B4-BE49-F238E27FC236}">
                    <a16:creationId xmlns:a16="http://schemas.microsoft.com/office/drawing/2014/main" xmlns="" id="{F99A1525-AE89-49DD-A766-8995C3B4FEE8}"/>
                  </a:ext>
                </a:extLst>
              </p:cNvPr>
              <p:cNvSpPr/>
              <p:nvPr/>
            </p:nvSpPr>
            <p:spPr bwMode="auto">
              <a:xfrm>
                <a:off x="10132469" y="3072051"/>
                <a:ext cx="1131008" cy="1133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2400" i="1" dirty="0"/>
                  <a:t>4</a:t>
                </a:r>
                <a:endParaRPr lang="en-US" sz="2400" i="1" dirty="0"/>
              </a:p>
            </p:txBody>
          </p:sp>
        </p:grpSp>
        <p:sp>
          <p:nvSpPr>
            <p:cNvPr id="30" name="ïsľîḑè">
              <a:extLst>
                <a:ext uri="{FF2B5EF4-FFF2-40B4-BE49-F238E27FC236}">
                  <a16:creationId xmlns:a16="http://schemas.microsoft.com/office/drawing/2014/main" xmlns="" id="{65542A5C-FD65-4189-B440-D68F5AD50F1E}"/>
                </a:ext>
              </a:extLst>
            </p:cNvPr>
            <p:cNvSpPr txBox="1"/>
            <p:nvPr/>
          </p:nvSpPr>
          <p:spPr>
            <a:xfrm>
              <a:off x="9796847" y="1408492"/>
              <a:ext cx="1779447" cy="595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  <p:sp>
        <p:nvSpPr>
          <p:cNvPr id="35" name="îslîdè">
            <a:extLst>
              <a:ext uri="{FF2B5EF4-FFF2-40B4-BE49-F238E27FC236}">
                <a16:creationId xmlns:a16="http://schemas.microsoft.com/office/drawing/2014/main" xmlns="" id="{836FBE57-39C3-4EE7-9EC5-4932512F8E3D}"/>
              </a:ext>
            </a:extLst>
          </p:cNvPr>
          <p:cNvSpPr txBox="1"/>
          <p:nvPr/>
        </p:nvSpPr>
        <p:spPr>
          <a:xfrm>
            <a:off x="838101" y="1782878"/>
            <a:ext cx="3576171" cy="89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600" dirty="0"/>
              <a:t>……</a:t>
            </a:r>
          </a:p>
        </p:txBody>
      </p:sp>
      <p:sp>
        <p:nvSpPr>
          <p:cNvPr id="36" name="iṥļiḑè">
            <a:extLst>
              <a:ext uri="{FF2B5EF4-FFF2-40B4-BE49-F238E27FC236}">
                <a16:creationId xmlns:a16="http://schemas.microsoft.com/office/drawing/2014/main" xmlns="" id="{11BE25C5-5FA2-4F2B-B160-E14E67C47039}"/>
              </a:ext>
            </a:extLst>
          </p:cNvPr>
          <p:cNvSpPr txBox="1"/>
          <p:nvPr/>
        </p:nvSpPr>
        <p:spPr>
          <a:xfrm>
            <a:off x="838101" y="2876290"/>
            <a:ext cx="3576171" cy="89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600" dirty="0"/>
              <a:t>……</a:t>
            </a:r>
          </a:p>
        </p:txBody>
      </p:sp>
      <p:sp>
        <p:nvSpPr>
          <p:cNvPr id="37" name="ïSḷíḑé">
            <a:extLst>
              <a:ext uri="{FF2B5EF4-FFF2-40B4-BE49-F238E27FC236}">
                <a16:creationId xmlns:a16="http://schemas.microsoft.com/office/drawing/2014/main" xmlns="" id="{31B8B724-8433-4AB8-BEB7-92832E802043}"/>
              </a:ext>
            </a:extLst>
          </p:cNvPr>
          <p:cNvSpPr txBox="1"/>
          <p:nvPr/>
        </p:nvSpPr>
        <p:spPr>
          <a:xfrm>
            <a:off x="838101" y="3969702"/>
            <a:ext cx="3576171" cy="89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600" dirty="0"/>
              <a:t>……</a:t>
            </a:r>
          </a:p>
        </p:txBody>
      </p:sp>
      <p:sp>
        <p:nvSpPr>
          <p:cNvPr id="38" name="iṥ1iḋé">
            <a:extLst>
              <a:ext uri="{FF2B5EF4-FFF2-40B4-BE49-F238E27FC236}">
                <a16:creationId xmlns:a16="http://schemas.microsoft.com/office/drawing/2014/main" xmlns="" id="{13392008-A13F-45A6-A8D2-4DE669B87B0A}"/>
              </a:ext>
            </a:extLst>
          </p:cNvPr>
          <p:cNvSpPr txBox="1"/>
          <p:nvPr/>
        </p:nvSpPr>
        <p:spPr>
          <a:xfrm>
            <a:off x="838101" y="5063116"/>
            <a:ext cx="3576171" cy="89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600" dirty="0"/>
              <a:t>……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xmlns="" id="{1AA08168-E85D-41F1-89DE-D144D03E476A}"/>
              </a:ext>
            </a:extLst>
          </p:cNvPr>
          <p:cNvGrpSpPr/>
          <p:nvPr/>
        </p:nvGrpSpPr>
        <p:grpSpPr>
          <a:xfrm>
            <a:off x="673100" y="1318981"/>
            <a:ext cx="4180020" cy="5016500"/>
            <a:chOff x="673100" y="1260925"/>
            <a:chExt cx="4180020" cy="5016500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xmlns="" id="{B559C9FC-22B5-4636-A1F0-675E86F66E7E}"/>
                </a:ext>
              </a:extLst>
            </p:cNvPr>
            <p:cNvCxnSpPr/>
            <p:nvPr/>
          </p:nvCxnSpPr>
          <p:spPr>
            <a:xfrm>
              <a:off x="725831" y="2675762"/>
              <a:ext cx="412728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xmlns="" id="{2A805D3F-CBE6-425F-945F-9B90F30E789D}"/>
                </a:ext>
              </a:extLst>
            </p:cNvPr>
            <p:cNvCxnSpPr/>
            <p:nvPr/>
          </p:nvCxnSpPr>
          <p:spPr>
            <a:xfrm>
              <a:off x="725831" y="3769174"/>
              <a:ext cx="412728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xmlns="" id="{5D073910-D22C-4883-A41E-CCBC6753AA06}"/>
                </a:ext>
              </a:extLst>
            </p:cNvPr>
            <p:cNvCxnSpPr/>
            <p:nvPr/>
          </p:nvCxnSpPr>
          <p:spPr>
            <a:xfrm>
              <a:off x="725831" y="4862586"/>
              <a:ext cx="412728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íśļîḓé">
              <a:extLst>
                <a:ext uri="{FF2B5EF4-FFF2-40B4-BE49-F238E27FC236}">
                  <a16:creationId xmlns:a16="http://schemas.microsoft.com/office/drawing/2014/main" xmlns="" id="{58BF1038-1E8F-49DF-B91F-F9D63477881F}"/>
                </a:ext>
              </a:extLst>
            </p:cNvPr>
            <p:cNvSpPr/>
            <p:nvPr/>
          </p:nvSpPr>
          <p:spPr>
            <a:xfrm>
              <a:off x="673100" y="1260925"/>
              <a:ext cx="72000" cy="501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08222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îṣļiḍè">
            <a:extLst>
              <a:ext uri="{FF2B5EF4-FFF2-40B4-BE49-F238E27FC236}">
                <a16:creationId xmlns:a16="http://schemas.microsoft.com/office/drawing/2014/main" xmlns="" id="{BF3D71DD-A72B-45B9-B50F-E228B4AD3B48}"/>
              </a:ext>
            </a:extLst>
          </p:cNvPr>
          <p:cNvGrpSpPr/>
          <p:nvPr/>
        </p:nvGrpSpPr>
        <p:grpSpPr>
          <a:xfrm>
            <a:off x="7462322" y="3188360"/>
            <a:ext cx="671392" cy="719035"/>
            <a:chOff x="6108537" y="594745"/>
            <a:chExt cx="942089" cy="1610559"/>
          </a:xfrm>
        </p:grpSpPr>
        <p:sp>
          <p:nvSpPr>
            <p:cNvPr id="8" name="îsļïde">
              <a:extLst>
                <a:ext uri="{FF2B5EF4-FFF2-40B4-BE49-F238E27FC236}">
                  <a16:creationId xmlns:a16="http://schemas.microsoft.com/office/drawing/2014/main" xmlns="" id="{C03A48BE-E075-41C1-B06F-E9806D2B5E6F}"/>
                </a:ext>
              </a:extLst>
            </p:cNvPr>
            <p:cNvSpPr/>
            <p:nvPr/>
          </p:nvSpPr>
          <p:spPr>
            <a:xfrm>
              <a:off x="6108537" y="594745"/>
              <a:ext cx="843567" cy="1610559"/>
            </a:xfrm>
            <a:prstGeom prst="chevron">
              <a:avLst>
                <a:gd name="adj" fmla="val 62314"/>
              </a:avLst>
            </a:prstGeom>
            <a:solidFill>
              <a:schemeClr val="bg1">
                <a:lumMod val="95000"/>
                <a:alpha val="70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/>
            </a:p>
          </p:txBody>
        </p:sp>
        <p:sp>
          <p:nvSpPr>
            <p:cNvPr id="9" name="išļîḋé">
              <a:extLst>
                <a:ext uri="{FF2B5EF4-FFF2-40B4-BE49-F238E27FC236}">
                  <a16:creationId xmlns:a16="http://schemas.microsoft.com/office/drawing/2014/main" xmlns="" id="{706E8098-4DCD-44CB-8E63-D31F9C8C1E4D}"/>
                </a:ext>
              </a:extLst>
            </p:cNvPr>
            <p:cNvSpPr/>
            <p:nvPr/>
          </p:nvSpPr>
          <p:spPr>
            <a:xfrm>
              <a:off x="6207059" y="594745"/>
              <a:ext cx="843567" cy="1610559"/>
            </a:xfrm>
            <a:prstGeom prst="chevron">
              <a:avLst>
                <a:gd name="adj" fmla="val 62314"/>
              </a:avLst>
            </a:prstGeom>
            <a:solidFill>
              <a:schemeClr val="bg1">
                <a:lumMod val="85000"/>
                <a:alpha val="70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/>
            </a:p>
          </p:txBody>
        </p:sp>
      </p:grpSp>
      <p:grpSp>
        <p:nvGrpSpPr>
          <p:cNvPr id="10" name="íšḷídé">
            <a:extLst>
              <a:ext uri="{FF2B5EF4-FFF2-40B4-BE49-F238E27FC236}">
                <a16:creationId xmlns:a16="http://schemas.microsoft.com/office/drawing/2014/main" xmlns="" id="{9C23493F-E91D-43C3-AD01-09C52B9C90A0}"/>
              </a:ext>
            </a:extLst>
          </p:cNvPr>
          <p:cNvGrpSpPr/>
          <p:nvPr/>
        </p:nvGrpSpPr>
        <p:grpSpPr>
          <a:xfrm>
            <a:off x="3395206" y="2103439"/>
            <a:ext cx="3251008" cy="2888876"/>
            <a:chOff x="3305065" y="1795012"/>
            <a:chExt cx="3251008" cy="2888876"/>
          </a:xfrm>
        </p:grpSpPr>
        <p:sp>
          <p:nvSpPr>
            <p:cNvPr id="11" name="íŝ1îḑè">
              <a:extLst>
                <a:ext uri="{FF2B5EF4-FFF2-40B4-BE49-F238E27FC236}">
                  <a16:creationId xmlns:a16="http://schemas.microsoft.com/office/drawing/2014/main" xmlns="" id="{C2FF1076-950A-4A13-8393-C36B4BAC604A}"/>
                </a:ext>
              </a:extLst>
            </p:cNvPr>
            <p:cNvSpPr/>
            <p:nvPr/>
          </p:nvSpPr>
          <p:spPr>
            <a:xfrm>
              <a:off x="4952754" y="3312250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12" name="í$1íďè">
              <a:extLst>
                <a:ext uri="{FF2B5EF4-FFF2-40B4-BE49-F238E27FC236}">
                  <a16:creationId xmlns:a16="http://schemas.microsoft.com/office/drawing/2014/main" xmlns="" id="{A94630CB-5DB3-4AA0-81FE-462ADAAFF11B}"/>
                </a:ext>
              </a:extLst>
            </p:cNvPr>
            <p:cNvSpPr/>
            <p:nvPr/>
          </p:nvSpPr>
          <p:spPr>
            <a:xfrm>
              <a:off x="3935196" y="1795012"/>
              <a:ext cx="1197078" cy="1197078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zh-CN" altLang="en-US" sz="2400" i="1" dirty="0">
                  <a:solidFill>
                    <a:schemeClr val="bg1"/>
                  </a:solidFill>
                </a:rPr>
                <a:t>此处输入标题</a:t>
              </a:r>
              <a:endParaRPr sz="2400" i="1" dirty="0">
                <a:solidFill>
                  <a:schemeClr val="bg1"/>
                </a:solidFill>
              </a:endParaRPr>
            </a:p>
          </p:txBody>
        </p:sp>
        <p:sp>
          <p:nvSpPr>
            <p:cNvPr id="13" name="iSḷîďé">
              <a:extLst>
                <a:ext uri="{FF2B5EF4-FFF2-40B4-BE49-F238E27FC236}">
                  <a16:creationId xmlns:a16="http://schemas.microsoft.com/office/drawing/2014/main" xmlns="" id="{BB7CDCB6-F564-4E18-A376-CA9FF28CE0A2}"/>
                </a:ext>
              </a:extLst>
            </p:cNvPr>
            <p:cNvSpPr/>
            <p:nvPr/>
          </p:nvSpPr>
          <p:spPr>
            <a:xfrm>
              <a:off x="4986514" y="2950163"/>
              <a:ext cx="220639" cy="22065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14" name="î$ḻîdè">
              <a:extLst>
                <a:ext uri="{FF2B5EF4-FFF2-40B4-BE49-F238E27FC236}">
                  <a16:creationId xmlns:a16="http://schemas.microsoft.com/office/drawing/2014/main" xmlns="" id="{C3058A19-26F0-485F-AC47-F8F82B2AFA21}"/>
                </a:ext>
              </a:extLst>
            </p:cNvPr>
            <p:cNvSpPr/>
            <p:nvPr/>
          </p:nvSpPr>
          <p:spPr>
            <a:xfrm>
              <a:off x="5224048" y="2752131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15" name="îşḻïďê">
              <a:extLst>
                <a:ext uri="{FF2B5EF4-FFF2-40B4-BE49-F238E27FC236}">
                  <a16:creationId xmlns:a16="http://schemas.microsoft.com/office/drawing/2014/main" xmlns="" id="{F7B02308-A967-423B-81BC-6932B42A2D3F}"/>
                </a:ext>
              </a:extLst>
            </p:cNvPr>
            <p:cNvSpPr/>
            <p:nvPr/>
          </p:nvSpPr>
          <p:spPr>
            <a:xfrm>
              <a:off x="5206489" y="1971861"/>
              <a:ext cx="755571" cy="755570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zh-CN" altLang="en-US" sz="1200" i="1" dirty="0">
                  <a:solidFill>
                    <a:schemeClr val="bg1"/>
                  </a:solidFill>
                </a:rPr>
                <a:t>此处输入标题</a:t>
              </a:r>
              <a:endParaRPr sz="1200" i="1" dirty="0">
                <a:solidFill>
                  <a:schemeClr val="bg1"/>
                </a:solidFill>
              </a:endParaRPr>
            </a:p>
          </p:txBody>
        </p:sp>
        <p:sp>
          <p:nvSpPr>
            <p:cNvPr id="16" name="iśļïḓè">
              <a:extLst>
                <a:ext uri="{FF2B5EF4-FFF2-40B4-BE49-F238E27FC236}">
                  <a16:creationId xmlns:a16="http://schemas.microsoft.com/office/drawing/2014/main" xmlns="" id="{9378946A-DDBA-4122-B525-506FA89E6E0D}"/>
                </a:ext>
              </a:extLst>
            </p:cNvPr>
            <p:cNvSpPr/>
            <p:nvPr/>
          </p:nvSpPr>
          <p:spPr>
            <a:xfrm>
              <a:off x="5835062" y="2633591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17" name="ï$ḷidè">
              <a:extLst>
                <a:ext uri="{FF2B5EF4-FFF2-40B4-BE49-F238E27FC236}">
                  <a16:creationId xmlns:a16="http://schemas.microsoft.com/office/drawing/2014/main" xmlns="" id="{B6172AF6-019D-4F39-9DDE-1D99A802F9B9}"/>
                </a:ext>
              </a:extLst>
            </p:cNvPr>
            <p:cNvSpPr/>
            <p:nvPr/>
          </p:nvSpPr>
          <p:spPr>
            <a:xfrm>
              <a:off x="6054389" y="2592955"/>
              <a:ext cx="359579" cy="35957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endParaRPr/>
            </a:p>
          </p:txBody>
        </p:sp>
        <p:sp>
          <p:nvSpPr>
            <p:cNvPr id="18" name="îṡ1iḓe">
              <a:extLst>
                <a:ext uri="{FF2B5EF4-FFF2-40B4-BE49-F238E27FC236}">
                  <a16:creationId xmlns:a16="http://schemas.microsoft.com/office/drawing/2014/main" xmlns="" id="{3DD99AE7-DF74-49AA-B429-BA2197014857}"/>
                </a:ext>
              </a:extLst>
            </p:cNvPr>
            <p:cNvSpPr/>
            <p:nvPr/>
          </p:nvSpPr>
          <p:spPr>
            <a:xfrm>
              <a:off x="6243105" y="3039153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19" name="íṩḻïďe">
              <a:extLst>
                <a:ext uri="{FF2B5EF4-FFF2-40B4-BE49-F238E27FC236}">
                  <a16:creationId xmlns:a16="http://schemas.microsoft.com/office/drawing/2014/main" xmlns="" id="{14F41696-81EA-4362-80CC-314AFB7FA0D5}"/>
                </a:ext>
              </a:extLst>
            </p:cNvPr>
            <p:cNvSpPr/>
            <p:nvPr/>
          </p:nvSpPr>
          <p:spPr>
            <a:xfrm>
              <a:off x="6415666" y="3191669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0" name="ïṧļîdé">
              <a:extLst>
                <a:ext uri="{FF2B5EF4-FFF2-40B4-BE49-F238E27FC236}">
                  <a16:creationId xmlns:a16="http://schemas.microsoft.com/office/drawing/2014/main" xmlns="" id="{4734330D-9386-4E39-8461-3320ABED9349}"/>
                </a:ext>
              </a:extLst>
            </p:cNvPr>
            <p:cNvSpPr/>
            <p:nvPr/>
          </p:nvSpPr>
          <p:spPr>
            <a:xfrm>
              <a:off x="5206890" y="2824366"/>
              <a:ext cx="946739" cy="946739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zh-CN" altLang="en-US" i="1" dirty="0">
                  <a:solidFill>
                    <a:schemeClr val="bg1"/>
                  </a:solidFill>
                </a:rPr>
                <a:t>此处输入标题</a:t>
              </a:r>
              <a:endParaRPr i="1" dirty="0">
                <a:solidFill>
                  <a:schemeClr val="bg1"/>
                </a:solidFill>
              </a:endParaRPr>
            </a:p>
          </p:txBody>
        </p:sp>
        <p:sp>
          <p:nvSpPr>
            <p:cNvPr id="21" name="îṡlídé">
              <a:extLst>
                <a:ext uri="{FF2B5EF4-FFF2-40B4-BE49-F238E27FC236}">
                  <a16:creationId xmlns:a16="http://schemas.microsoft.com/office/drawing/2014/main" xmlns="" id="{097386EA-F60C-4D69-A318-D505ADB843F5}"/>
                </a:ext>
              </a:extLst>
            </p:cNvPr>
            <p:cNvSpPr/>
            <p:nvPr/>
          </p:nvSpPr>
          <p:spPr>
            <a:xfrm>
              <a:off x="4621937" y="3192996"/>
              <a:ext cx="220638" cy="22065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2" name="ïslíḓê">
              <a:extLst>
                <a:ext uri="{FF2B5EF4-FFF2-40B4-BE49-F238E27FC236}">
                  <a16:creationId xmlns:a16="http://schemas.microsoft.com/office/drawing/2014/main" xmlns="" id="{EE3BABD3-E638-4050-9295-1D2ABC6A4150}"/>
                </a:ext>
              </a:extLst>
            </p:cNvPr>
            <p:cNvSpPr/>
            <p:nvPr/>
          </p:nvSpPr>
          <p:spPr>
            <a:xfrm>
              <a:off x="4122569" y="3486810"/>
              <a:ext cx="1197078" cy="1197078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zh-CN" altLang="en-US" sz="2400" i="1" dirty="0">
                  <a:solidFill>
                    <a:schemeClr val="bg1"/>
                  </a:solidFill>
                </a:rPr>
                <a:t>此处输入标题</a:t>
              </a:r>
              <a:endParaRPr sz="2400" i="1" dirty="0">
                <a:solidFill>
                  <a:schemeClr val="bg1"/>
                </a:solidFill>
              </a:endParaRPr>
            </a:p>
          </p:txBody>
        </p:sp>
        <p:sp>
          <p:nvSpPr>
            <p:cNvPr id="23" name="ïṡ1íďé">
              <a:extLst>
                <a:ext uri="{FF2B5EF4-FFF2-40B4-BE49-F238E27FC236}">
                  <a16:creationId xmlns:a16="http://schemas.microsoft.com/office/drawing/2014/main" xmlns="" id="{A2F5831E-A6B7-4A3B-9736-E2FB71100789}"/>
                </a:ext>
              </a:extLst>
            </p:cNvPr>
            <p:cNvSpPr/>
            <p:nvPr/>
          </p:nvSpPr>
          <p:spPr>
            <a:xfrm>
              <a:off x="5397860" y="4106494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4" name="íṩlïḑè">
              <a:extLst>
                <a:ext uri="{FF2B5EF4-FFF2-40B4-BE49-F238E27FC236}">
                  <a16:creationId xmlns:a16="http://schemas.microsoft.com/office/drawing/2014/main" xmlns="" id="{9FDE222D-0E8A-4EA9-BF4B-233BCABA4DDE}"/>
                </a:ext>
              </a:extLst>
            </p:cNvPr>
            <p:cNvSpPr/>
            <p:nvPr/>
          </p:nvSpPr>
          <p:spPr>
            <a:xfrm>
              <a:off x="5458280" y="3832733"/>
              <a:ext cx="220638" cy="22065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5" name="ï$líde">
              <a:extLst>
                <a:ext uri="{FF2B5EF4-FFF2-40B4-BE49-F238E27FC236}">
                  <a16:creationId xmlns:a16="http://schemas.microsoft.com/office/drawing/2014/main" xmlns="" id="{86E74226-1FB3-45EE-B92B-C0459C46B2E9}"/>
                </a:ext>
              </a:extLst>
            </p:cNvPr>
            <p:cNvSpPr/>
            <p:nvPr/>
          </p:nvSpPr>
          <p:spPr>
            <a:xfrm>
              <a:off x="5695812" y="4117050"/>
              <a:ext cx="140407" cy="1404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6" name="ï$1iḑé">
              <a:extLst>
                <a:ext uri="{FF2B5EF4-FFF2-40B4-BE49-F238E27FC236}">
                  <a16:creationId xmlns:a16="http://schemas.microsoft.com/office/drawing/2014/main" xmlns="" id="{AA0F9132-BF0A-4C1D-840C-B2625271CAB2}"/>
                </a:ext>
              </a:extLst>
            </p:cNvPr>
            <p:cNvSpPr/>
            <p:nvPr/>
          </p:nvSpPr>
          <p:spPr>
            <a:xfrm>
              <a:off x="5837594" y="3680909"/>
              <a:ext cx="652871" cy="652871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pPr algn="ctr"/>
              <a:r>
                <a:rPr lang="zh-CN" altLang="en-US" sz="1000" i="1" dirty="0">
                  <a:solidFill>
                    <a:schemeClr val="bg1"/>
                  </a:solidFill>
                </a:rPr>
                <a:t>此处输入标题</a:t>
              </a:r>
              <a:endParaRPr sz="1000" i="1" dirty="0">
                <a:solidFill>
                  <a:schemeClr val="bg1"/>
                </a:solidFill>
              </a:endParaRPr>
            </a:p>
          </p:txBody>
        </p:sp>
        <p:sp>
          <p:nvSpPr>
            <p:cNvPr id="27" name="i$lídé">
              <a:extLst>
                <a:ext uri="{FF2B5EF4-FFF2-40B4-BE49-F238E27FC236}">
                  <a16:creationId xmlns:a16="http://schemas.microsoft.com/office/drawing/2014/main" xmlns="" id="{3CB36A4A-AD5F-424F-8CA8-9928BEC4162E}"/>
                </a:ext>
              </a:extLst>
            </p:cNvPr>
            <p:cNvSpPr/>
            <p:nvPr/>
          </p:nvSpPr>
          <p:spPr>
            <a:xfrm>
              <a:off x="6191385" y="3346102"/>
              <a:ext cx="220638" cy="22065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/>
            </a:p>
          </p:txBody>
        </p:sp>
        <p:sp>
          <p:nvSpPr>
            <p:cNvPr id="28" name="ïSḷidé">
              <a:extLst>
                <a:ext uri="{FF2B5EF4-FFF2-40B4-BE49-F238E27FC236}">
                  <a16:creationId xmlns:a16="http://schemas.microsoft.com/office/drawing/2014/main" xmlns="" id="{CB21B080-4BA1-4237-A0CE-CD1E2A562338}"/>
                </a:ext>
              </a:extLst>
            </p:cNvPr>
            <p:cNvSpPr/>
            <p:nvPr/>
          </p:nvSpPr>
          <p:spPr>
            <a:xfrm>
              <a:off x="3305065" y="2828253"/>
              <a:ext cx="1037771" cy="1037772"/>
            </a:xfrm>
            <a:prstGeom prst="ellipse">
              <a:avLst/>
            </a:pr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zh-CN" altLang="en-US" sz="2000" i="1" dirty="0">
                  <a:solidFill>
                    <a:schemeClr val="bg1"/>
                  </a:solidFill>
                </a:rPr>
                <a:t>此处输入标题</a:t>
              </a:r>
              <a:endParaRPr sz="20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ïṡḷïḋé">
            <a:extLst>
              <a:ext uri="{FF2B5EF4-FFF2-40B4-BE49-F238E27FC236}">
                <a16:creationId xmlns:a16="http://schemas.microsoft.com/office/drawing/2014/main" xmlns="" id="{F7BA1436-CC9D-4C92-893F-89478DDF81B6}"/>
              </a:ext>
            </a:extLst>
          </p:cNvPr>
          <p:cNvSpPr/>
          <p:nvPr/>
        </p:nvSpPr>
        <p:spPr bwMode="auto">
          <a:xfrm>
            <a:off x="767906" y="1977309"/>
            <a:ext cx="3160071" cy="92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r"/>
            <a:r>
              <a:rPr lang="en-US" altLang="zh-CN" sz="1600" dirty="0"/>
              <a:t>……</a:t>
            </a:r>
          </a:p>
        </p:txBody>
      </p:sp>
      <p:sp>
        <p:nvSpPr>
          <p:cNvPr id="30" name="íṧḷïḍê">
            <a:extLst>
              <a:ext uri="{FF2B5EF4-FFF2-40B4-BE49-F238E27FC236}">
                <a16:creationId xmlns:a16="http://schemas.microsoft.com/office/drawing/2014/main" xmlns="" id="{010C5596-3DC6-40ED-B583-CAE12FE77192}"/>
              </a:ext>
            </a:extLst>
          </p:cNvPr>
          <p:cNvSpPr/>
          <p:nvPr/>
        </p:nvSpPr>
        <p:spPr bwMode="auto">
          <a:xfrm>
            <a:off x="673100" y="3193530"/>
            <a:ext cx="2537279" cy="92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r"/>
            <a:r>
              <a:rPr lang="en-US" altLang="zh-CN" sz="1600" dirty="0"/>
              <a:t>……</a:t>
            </a:r>
          </a:p>
        </p:txBody>
      </p:sp>
      <p:sp>
        <p:nvSpPr>
          <p:cNvPr id="31" name="íṩ1iḑé">
            <a:extLst>
              <a:ext uri="{FF2B5EF4-FFF2-40B4-BE49-F238E27FC236}">
                <a16:creationId xmlns:a16="http://schemas.microsoft.com/office/drawing/2014/main" xmlns="" id="{1C55FA89-D0DE-4A76-BAC0-6BBBCCEEF8FE}"/>
              </a:ext>
            </a:extLst>
          </p:cNvPr>
          <p:cNvSpPr/>
          <p:nvPr/>
        </p:nvSpPr>
        <p:spPr bwMode="auto">
          <a:xfrm>
            <a:off x="960310" y="4375719"/>
            <a:ext cx="3160071" cy="92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r"/>
            <a:r>
              <a:rPr lang="en-US" altLang="zh-CN" sz="1600" dirty="0"/>
              <a:t>……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6C16B1B9-FA06-4E32-9ECD-BBD18A3B5323}"/>
              </a:ext>
            </a:extLst>
          </p:cNvPr>
          <p:cNvGrpSpPr/>
          <p:nvPr/>
        </p:nvGrpSpPr>
        <p:grpSpPr>
          <a:xfrm>
            <a:off x="8276205" y="1706851"/>
            <a:ext cx="3242695" cy="2433157"/>
            <a:chOff x="8276205" y="1706851"/>
            <a:chExt cx="3242695" cy="2433157"/>
          </a:xfrm>
        </p:grpSpPr>
        <p:grpSp>
          <p:nvGrpSpPr>
            <p:cNvPr id="33" name="îṡ1ïḑé">
              <a:extLst>
                <a:ext uri="{FF2B5EF4-FFF2-40B4-BE49-F238E27FC236}">
                  <a16:creationId xmlns:a16="http://schemas.microsoft.com/office/drawing/2014/main" xmlns="" id="{32FC026F-1690-44EF-9960-C2E8F101C507}"/>
                </a:ext>
              </a:extLst>
            </p:cNvPr>
            <p:cNvGrpSpPr/>
            <p:nvPr/>
          </p:nvGrpSpPr>
          <p:grpSpPr>
            <a:xfrm>
              <a:off x="8949822" y="1706851"/>
              <a:ext cx="1895460" cy="1895460"/>
              <a:chOff x="8798168" y="1706851"/>
              <a:chExt cx="1895460" cy="1895460"/>
            </a:xfrm>
          </p:grpSpPr>
          <p:sp>
            <p:nvSpPr>
              <p:cNvPr id="35" name="îŝḷídê">
                <a:extLst>
                  <a:ext uri="{FF2B5EF4-FFF2-40B4-BE49-F238E27FC236}">
                    <a16:creationId xmlns:a16="http://schemas.microsoft.com/office/drawing/2014/main" xmlns="" id="{EB3480D7-D8F5-4512-AD8D-93591FA12D97}"/>
                  </a:ext>
                </a:extLst>
              </p:cNvPr>
              <p:cNvSpPr/>
              <p:nvPr/>
            </p:nvSpPr>
            <p:spPr>
              <a:xfrm>
                <a:off x="8798168" y="1706851"/>
                <a:ext cx="1895460" cy="189546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/>
              </a:p>
            </p:txBody>
          </p:sp>
          <p:sp>
            <p:nvSpPr>
              <p:cNvPr id="36" name="íšlîďé">
                <a:extLst>
                  <a:ext uri="{FF2B5EF4-FFF2-40B4-BE49-F238E27FC236}">
                    <a16:creationId xmlns:a16="http://schemas.microsoft.com/office/drawing/2014/main" xmlns="" id="{109C4C85-65FD-4FAB-905A-D6531550C577}"/>
                  </a:ext>
                </a:extLst>
              </p:cNvPr>
              <p:cNvSpPr/>
              <p:nvPr/>
            </p:nvSpPr>
            <p:spPr>
              <a:xfrm>
                <a:off x="9266206" y="2287651"/>
                <a:ext cx="959384" cy="733858"/>
              </a:xfrm>
              <a:custGeom>
                <a:avLst/>
                <a:gdLst>
                  <a:gd name="connsiteX0" fmla="*/ 361794 w 551492"/>
                  <a:gd name="connsiteY0" fmla="*/ 308363 h 421851"/>
                  <a:gd name="connsiteX1" fmla="*/ 530845 w 551492"/>
                  <a:gd name="connsiteY1" fmla="*/ 308363 h 421851"/>
                  <a:gd name="connsiteX2" fmla="*/ 551492 w 551492"/>
                  <a:gd name="connsiteY2" fmla="*/ 329044 h 421851"/>
                  <a:gd name="connsiteX3" fmla="*/ 551492 w 551492"/>
                  <a:gd name="connsiteY3" fmla="*/ 362650 h 421851"/>
                  <a:gd name="connsiteX4" fmla="*/ 530845 w 551492"/>
                  <a:gd name="connsiteY4" fmla="*/ 383331 h 421851"/>
                  <a:gd name="connsiteX5" fmla="*/ 378570 w 551492"/>
                  <a:gd name="connsiteY5" fmla="*/ 383331 h 421851"/>
                  <a:gd name="connsiteX6" fmla="*/ 378570 w 551492"/>
                  <a:gd name="connsiteY6" fmla="*/ 369113 h 421851"/>
                  <a:gd name="connsiteX7" fmla="*/ 361794 w 551492"/>
                  <a:gd name="connsiteY7" fmla="*/ 308363 h 421851"/>
                  <a:gd name="connsiteX8" fmla="*/ 313904 w 551492"/>
                  <a:gd name="connsiteY8" fmla="*/ 172924 h 421851"/>
                  <a:gd name="connsiteX9" fmla="*/ 530832 w 551492"/>
                  <a:gd name="connsiteY9" fmla="*/ 172924 h 421851"/>
                  <a:gd name="connsiteX10" fmla="*/ 551492 w 551492"/>
                  <a:gd name="connsiteY10" fmla="*/ 193548 h 421851"/>
                  <a:gd name="connsiteX11" fmla="*/ 551492 w 551492"/>
                  <a:gd name="connsiteY11" fmla="*/ 225772 h 421851"/>
                  <a:gd name="connsiteX12" fmla="*/ 530832 w 551492"/>
                  <a:gd name="connsiteY12" fmla="*/ 247685 h 421851"/>
                  <a:gd name="connsiteX13" fmla="*/ 271293 w 551492"/>
                  <a:gd name="connsiteY13" fmla="*/ 247685 h 421851"/>
                  <a:gd name="connsiteX14" fmla="*/ 271293 w 551492"/>
                  <a:gd name="connsiteY14" fmla="*/ 227061 h 421851"/>
                  <a:gd name="connsiteX15" fmla="*/ 272584 w 551492"/>
                  <a:gd name="connsiteY15" fmla="*/ 224483 h 421851"/>
                  <a:gd name="connsiteX16" fmla="*/ 313904 w 551492"/>
                  <a:gd name="connsiteY16" fmla="*/ 172924 h 421851"/>
                  <a:gd name="connsiteX17" fmla="*/ 281648 w 551492"/>
                  <a:gd name="connsiteY17" fmla="*/ 36241 h 421851"/>
                  <a:gd name="connsiteX18" fmla="*/ 530834 w 551492"/>
                  <a:gd name="connsiteY18" fmla="*/ 36241 h 421851"/>
                  <a:gd name="connsiteX19" fmla="*/ 551492 w 551492"/>
                  <a:gd name="connsiteY19" fmla="*/ 58154 h 421851"/>
                  <a:gd name="connsiteX20" fmla="*/ 551492 w 551492"/>
                  <a:gd name="connsiteY20" fmla="*/ 90378 h 421851"/>
                  <a:gd name="connsiteX21" fmla="*/ 530834 w 551492"/>
                  <a:gd name="connsiteY21" fmla="*/ 111002 h 421851"/>
                  <a:gd name="connsiteX22" fmla="*/ 308761 w 551492"/>
                  <a:gd name="connsiteY22" fmla="*/ 111002 h 421851"/>
                  <a:gd name="connsiteX23" fmla="*/ 295850 w 551492"/>
                  <a:gd name="connsiteY23" fmla="*/ 96823 h 421851"/>
                  <a:gd name="connsiteX24" fmla="*/ 281648 w 551492"/>
                  <a:gd name="connsiteY24" fmla="*/ 36241 h 421851"/>
                  <a:gd name="connsiteX25" fmla="*/ 176987 w 551492"/>
                  <a:gd name="connsiteY25" fmla="*/ 0 h 421851"/>
                  <a:gd name="connsiteX26" fmla="*/ 271294 w 551492"/>
                  <a:gd name="connsiteY26" fmla="*/ 117396 h 421851"/>
                  <a:gd name="connsiteX27" fmla="*/ 276461 w 551492"/>
                  <a:gd name="connsiteY27" fmla="*/ 117396 h 421851"/>
                  <a:gd name="connsiteX28" fmla="*/ 290672 w 551492"/>
                  <a:gd name="connsiteY28" fmla="*/ 152228 h 421851"/>
                  <a:gd name="connsiteX29" fmla="*/ 262251 w 551492"/>
                  <a:gd name="connsiteY29" fmla="*/ 199960 h 421851"/>
                  <a:gd name="connsiteX30" fmla="*/ 257083 w 551492"/>
                  <a:gd name="connsiteY30" fmla="*/ 197380 h 421851"/>
                  <a:gd name="connsiteX31" fmla="*/ 224786 w 551492"/>
                  <a:gd name="connsiteY31" fmla="*/ 247692 h 421851"/>
                  <a:gd name="connsiteX32" fmla="*/ 219619 w 551492"/>
                  <a:gd name="connsiteY32" fmla="*/ 259303 h 421851"/>
                  <a:gd name="connsiteX33" fmla="*/ 241581 w 551492"/>
                  <a:gd name="connsiteY33" fmla="*/ 279944 h 421851"/>
                  <a:gd name="connsiteX34" fmla="*/ 263543 w 551492"/>
                  <a:gd name="connsiteY34" fmla="*/ 279944 h 421851"/>
                  <a:gd name="connsiteX35" fmla="*/ 352682 w 551492"/>
                  <a:gd name="connsiteY35" fmla="*/ 368958 h 421851"/>
                  <a:gd name="connsiteX36" fmla="*/ 352682 w 551492"/>
                  <a:gd name="connsiteY36" fmla="*/ 393470 h 421851"/>
                  <a:gd name="connsiteX37" fmla="*/ 325553 w 551492"/>
                  <a:gd name="connsiteY37" fmla="*/ 421851 h 421851"/>
                  <a:gd name="connsiteX38" fmla="*/ 28421 w 551492"/>
                  <a:gd name="connsiteY38" fmla="*/ 421851 h 421851"/>
                  <a:gd name="connsiteX39" fmla="*/ 0 w 551492"/>
                  <a:gd name="connsiteY39" fmla="*/ 393470 h 421851"/>
                  <a:gd name="connsiteX40" fmla="*/ 0 w 551492"/>
                  <a:gd name="connsiteY40" fmla="*/ 368958 h 421851"/>
                  <a:gd name="connsiteX41" fmla="*/ 89139 w 551492"/>
                  <a:gd name="connsiteY41" fmla="*/ 279944 h 421851"/>
                  <a:gd name="connsiteX42" fmla="*/ 112393 w 551492"/>
                  <a:gd name="connsiteY42" fmla="*/ 279944 h 421851"/>
                  <a:gd name="connsiteX43" fmla="*/ 133063 w 551492"/>
                  <a:gd name="connsiteY43" fmla="*/ 259303 h 421851"/>
                  <a:gd name="connsiteX44" fmla="*/ 127896 w 551492"/>
                  <a:gd name="connsiteY44" fmla="*/ 247692 h 421851"/>
                  <a:gd name="connsiteX45" fmla="*/ 95599 w 551492"/>
                  <a:gd name="connsiteY45" fmla="*/ 198670 h 421851"/>
                  <a:gd name="connsiteX46" fmla="*/ 91723 w 551492"/>
                  <a:gd name="connsiteY46" fmla="*/ 199960 h 421851"/>
                  <a:gd name="connsiteX47" fmla="*/ 63302 w 551492"/>
                  <a:gd name="connsiteY47" fmla="*/ 152228 h 421851"/>
                  <a:gd name="connsiteX48" fmla="*/ 78804 w 551492"/>
                  <a:gd name="connsiteY48" fmla="*/ 117396 h 421851"/>
                  <a:gd name="connsiteX49" fmla="*/ 81388 w 551492"/>
                  <a:gd name="connsiteY49" fmla="*/ 117396 h 421851"/>
                  <a:gd name="connsiteX50" fmla="*/ 176987 w 551492"/>
                  <a:gd name="connsiteY50" fmla="*/ 0 h 421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51492" h="421851">
                    <a:moveTo>
                      <a:pt x="361794" y="308363"/>
                    </a:moveTo>
                    <a:lnTo>
                      <a:pt x="530845" y="308363"/>
                    </a:lnTo>
                    <a:cubicBezTo>
                      <a:pt x="541168" y="308363"/>
                      <a:pt x="551492" y="317411"/>
                      <a:pt x="551492" y="329044"/>
                    </a:cubicBezTo>
                    <a:lnTo>
                      <a:pt x="551492" y="362650"/>
                    </a:lnTo>
                    <a:cubicBezTo>
                      <a:pt x="551492" y="374283"/>
                      <a:pt x="541168" y="383331"/>
                      <a:pt x="530845" y="383331"/>
                    </a:cubicBezTo>
                    <a:lnTo>
                      <a:pt x="378570" y="383331"/>
                    </a:lnTo>
                    <a:lnTo>
                      <a:pt x="378570" y="369113"/>
                    </a:lnTo>
                    <a:cubicBezTo>
                      <a:pt x="378570" y="347140"/>
                      <a:pt x="372118" y="326459"/>
                      <a:pt x="361794" y="308363"/>
                    </a:cubicBezTo>
                    <a:close/>
                    <a:moveTo>
                      <a:pt x="313904" y="172924"/>
                    </a:moveTo>
                    <a:lnTo>
                      <a:pt x="530832" y="172924"/>
                    </a:lnTo>
                    <a:cubicBezTo>
                      <a:pt x="541162" y="172924"/>
                      <a:pt x="551492" y="181947"/>
                      <a:pt x="551492" y="193548"/>
                    </a:cubicBezTo>
                    <a:lnTo>
                      <a:pt x="551492" y="225772"/>
                    </a:lnTo>
                    <a:cubicBezTo>
                      <a:pt x="551492" y="237373"/>
                      <a:pt x="541162" y="247685"/>
                      <a:pt x="530832" y="247685"/>
                    </a:cubicBezTo>
                    <a:lnTo>
                      <a:pt x="271293" y="247685"/>
                    </a:lnTo>
                    <a:lnTo>
                      <a:pt x="271293" y="227061"/>
                    </a:lnTo>
                    <a:cubicBezTo>
                      <a:pt x="271293" y="225772"/>
                      <a:pt x="272584" y="225772"/>
                      <a:pt x="272584" y="224483"/>
                    </a:cubicBezTo>
                    <a:cubicBezTo>
                      <a:pt x="293244" y="218038"/>
                      <a:pt x="307448" y="194837"/>
                      <a:pt x="313904" y="172924"/>
                    </a:cubicBezTo>
                    <a:close/>
                    <a:moveTo>
                      <a:pt x="281648" y="36241"/>
                    </a:moveTo>
                    <a:lnTo>
                      <a:pt x="530834" y="36241"/>
                    </a:lnTo>
                    <a:cubicBezTo>
                      <a:pt x="541163" y="36241"/>
                      <a:pt x="551492" y="46553"/>
                      <a:pt x="551492" y="58154"/>
                    </a:cubicBezTo>
                    <a:lnTo>
                      <a:pt x="551492" y="90378"/>
                    </a:lnTo>
                    <a:cubicBezTo>
                      <a:pt x="551492" y="101979"/>
                      <a:pt x="541163" y="111002"/>
                      <a:pt x="530834" y="111002"/>
                    </a:cubicBezTo>
                    <a:lnTo>
                      <a:pt x="308761" y="111002"/>
                    </a:lnTo>
                    <a:cubicBezTo>
                      <a:pt x="304888" y="104557"/>
                      <a:pt x="301015" y="99401"/>
                      <a:pt x="295850" y="96823"/>
                    </a:cubicBezTo>
                    <a:cubicBezTo>
                      <a:pt x="293268" y="72333"/>
                      <a:pt x="288104" y="52998"/>
                      <a:pt x="281648" y="36241"/>
                    </a:cubicBezTo>
                    <a:close/>
                    <a:moveTo>
                      <a:pt x="176987" y="0"/>
                    </a:moveTo>
                    <a:cubicBezTo>
                      <a:pt x="257083" y="0"/>
                      <a:pt x="270002" y="64503"/>
                      <a:pt x="271294" y="117396"/>
                    </a:cubicBezTo>
                    <a:cubicBezTo>
                      <a:pt x="272586" y="117396"/>
                      <a:pt x="273878" y="117396"/>
                      <a:pt x="276461" y="117396"/>
                    </a:cubicBezTo>
                    <a:cubicBezTo>
                      <a:pt x="289380" y="117396"/>
                      <a:pt x="290672" y="132877"/>
                      <a:pt x="290672" y="152228"/>
                    </a:cubicBezTo>
                    <a:cubicBezTo>
                      <a:pt x="290672" y="171579"/>
                      <a:pt x="275169" y="199960"/>
                      <a:pt x="262251" y="199960"/>
                    </a:cubicBezTo>
                    <a:cubicBezTo>
                      <a:pt x="260959" y="199960"/>
                      <a:pt x="258375" y="198670"/>
                      <a:pt x="257083" y="197380"/>
                    </a:cubicBezTo>
                    <a:cubicBezTo>
                      <a:pt x="249332" y="216731"/>
                      <a:pt x="237705" y="233502"/>
                      <a:pt x="224786" y="247692"/>
                    </a:cubicBezTo>
                    <a:cubicBezTo>
                      <a:pt x="220911" y="250272"/>
                      <a:pt x="219619" y="254143"/>
                      <a:pt x="219619" y="259303"/>
                    </a:cubicBezTo>
                    <a:cubicBezTo>
                      <a:pt x="219619" y="270913"/>
                      <a:pt x="228662" y="279944"/>
                      <a:pt x="241581" y="279944"/>
                    </a:cubicBezTo>
                    <a:lnTo>
                      <a:pt x="263543" y="279944"/>
                    </a:lnTo>
                    <a:cubicBezTo>
                      <a:pt x="312634" y="279944"/>
                      <a:pt x="352682" y="319936"/>
                      <a:pt x="352682" y="368958"/>
                    </a:cubicBezTo>
                    <a:lnTo>
                      <a:pt x="352682" y="393470"/>
                    </a:lnTo>
                    <a:cubicBezTo>
                      <a:pt x="352682" y="408950"/>
                      <a:pt x="341055" y="421851"/>
                      <a:pt x="325553" y="421851"/>
                    </a:cubicBezTo>
                    <a:lnTo>
                      <a:pt x="28421" y="421851"/>
                    </a:lnTo>
                    <a:cubicBezTo>
                      <a:pt x="12919" y="421851"/>
                      <a:pt x="0" y="408950"/>
                      <a:pt x="0" y="393470"/>
                    </a:cubicBezTo>
                    <a:lnTo>
                      <a:pt x="0" y="368958"/>
                    </a:lnTo>
                    <a:cubicBezTo>
                      <a:pt x="0" y="319936"/>
                      <a:pt x="40048" y="279944"/>
                      <a:pt x="89139" y="279944"/>
                    </a:cubicBezTo>
                    <a:lnTo>
                      <a:pt x="112393" y="279944"/>
                    </a:lnTo>
                    <a:cubicBezTo>
                      <a:pt x="124020" y="279944"/>
                      <a:pt x="133063" y="270913"/>
                      <a:pt x="133063" y="259303"/>
                    </a:cubicBezTo>
                    <a:cubicBezTo>
                      <a:pt x="133063" y="254143"/>
                      <a:pt x="131771" y="250272"/>
                      <a:pt x="127896" y="247692"/>
                    </a:cubicBezTo>
                    <a:cubicBezTo>
                      <a:pt x="114977" y="234792"/>
                      <a:pt x="104642" y="216731"/>
                      <a:pt x="95599" y="198670"/>
                    </a:cubicBezTo>
                    <a:cubicBezTo>
                      <a:pt x="94307" y="199960"/>
                      <a:pt x="93015" y="199960"/>
                      <a:pt x="91723" y="199960"/>
                    </a:cubicBezTo>
                    <a:cubicBezTo>
                      <a:pt x="78804" y="199960"/>
                      <a:pt x="63302" y="171579"/>
                      <a:pt x="63302" y="152228"/>
                    </a:cubicBezTo>
                    <a:cubicBezTo>
                      <a:pt x="63302" y="132877"/>
                      <a:pt x="65886" y="117396"/>
                      <a:pt x="78804" y="117396"/>
                    </a:cubicBezTo>
                    <a:cubicBezTo>
                      <a:pt x="80096" y="117396"/>
                      <a:pt x="80096" y="117396"/>
                      <a:pt x="81388" y="117396"/>
                    </a:cubicBezTo>
                    <a:cubicBezTo>
                      <a:pt x="82680" y="64503"/>
                      <a:pt x="93015" y="0"/>
                      <a:pt x="17698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ïṧ1îḑé">
              <a:extLst>
                <a:ext uri="{FF2B5EF4-FFF2-40B4-BE49-F238E27FC236}">
                  <a16:creationId xmlns:a16="http://schemas.microsoft.com/office/drawing/2014/main" xmlns="" id="{79098F20-CCC0-4D18-ADC6-947E0B412403}"/>
                </a:ext>
              </a:extLst>
            </p:cNvPr>
            <p:cNvSpPr txBox="1"/>
            <p:nvPr/>
          </p:nvSpPr>
          <p:spPr>
            <a:xfrm>
              <a:off x="8276205" y="3748909"/>
              <a:ext cx="3242695" cy="3910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/>
                <a:t>此处输入标题</a:t>
              </a:r>
              <a:endParaRPr lang="id-ID" sz="2000" b="1" dirty="0"/>
            </a:p>
          </p:txBody>
        </p:sp>
      </p:grpSp>
      <p:sp>
        <p:nvSpPr>
          <p:cNvPr id="37" name="iš1íḑê">
            <a:extLst>
              <a:ext uri="{FF2B5EF4-FFF2-40B4-BE49-F238E27FC236}">
                <a16:creationId xmlns:a16="http://schemas.microsoft.com/office/drawing/2014/main" xmlns="" id="{F77F47A6-9BD2-4191-AB96-4D317C340D8B}"/>
              </a:ext>
            </a:extLst>
          </p:cNvPr>
          <p:cNvSpPr/>
          <p:nvPr/>
        </p:nvSpPr>
        <p:spPr bwMode="auto">
          <a:xfrm>
            <a:off x="8276205" y="4334414"/>
            <a:ext cx="3242695" cy="90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/>
            <a:r>
              <a:rPr lang="en-US" altLang="zh-CN" sz="1600" dirty="0"/>
              <a:t>……</a:t>
            </a:r>
          </a:p>
        </p:txBody>
      </p:sp>
      <p:sp>
        <p:nvSpPr>
          <p:cNvPr id="38" name="ïṩḷídé">
            <a:extLst>
              <a:ext uri="{FF2B5EF4-FFF2-40B4-BE49-F238E27FC236}">
                <a16:creationId xmlns:a16="http://schemas.microsoft.com/office/drawing/2014/main" xmlns="" id="{9D628FE5-C555-4A39-BB83-997928693155}"/>
              </a:ext>
            </a:extLst>
          </p:cNvPr>
          <p:cNvSpPr/>
          <p:nvPr/>
        </p:nvSpPr>
        <p:spPr bwMode="auto">
          <a:xfrm>
            <a:off x="8276205" y="5240607"/>
            <a:ext cx="3242695" cy="90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/>
            <a:r>
              <a:rPr lang="en-US" altLang="zh-CN" sz="16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88974793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ís1îďé">
            <a:extLst>
              <a:ext uri="{FF2B5EF4-FFF2-40B4-BE49-F238E27FC236}">
                <a16:creationId xmlns:a16="http://schemas.microsoft.com/office/drawing/2014/main" xmlns="" id="{ABF802B1-832D-4912-A59A-02256F0E5C0F}"/>
              </a:ext>
            </a:extLst>
          </p:cNvPr>
          <p:cNvSpPr/>
          <p:nvPr/>
        </p:nvSpPr>
        <p:spPr bwMode="auto">
          <a:xfrm>
            <a:off x="673100" y="782828"/>
            <a:ext cx="10845800" cy="26461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53897" b="-55971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AABF6BE7-27BA-4AB9-A427-0035365CE76B}"/>
              </a:ext>
            </a:extLst>
          </p:cNvPr>
          <p:cNvGrpSpPr/>
          <p:nvPr/>
        </p:nvGrpSpPr>
        <p:grpSpPr>
          <a:xfrm>
            <a:off x="6892091" y="-343713"/>
            <a:ext cx="4910718" cy="4910718"/>
            <a:chOff x="6892091" y="-343713"/>
            <a:chExt cx="4910718" cy="4910718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4D9D561D-087D-4575-BA81-763823576657}"/>
                </a:ext>
              </a:extLst>
            </p:cNvPr>
            <p:cNvGrpSpPr/>
            <p:nvPr/>
          </p:nvGrpSpPr>
          <p:grpSpPr>
            <a:xfrm>
              <a:off x="6892091" y="-343713"/>
              <a:ext cx="4910718" cy="4910718"/>
              <a:chOff x="6892091" y="1293063"/>
              <a:chExt cx="4910718" cy="4910718"/>
            </a:xfrm>
          </p:grpSpPr>
          <p:sp>
            <p:nvSpPr>
              <p:cNvPr id="29" name="îṣliḑé">
                <a:extLst>
                  <a:ext uri="{FF2B5EF4-FFF2-40B4-BE49-F238E27FC236}">
                    <a16:creationId xmlns:a16="http://schemas.microsoft.com/office/drawing/2014/main" xmlns="" id="{55E1C15F-A325-4AFA-A2E2-7B62235EB5AC}"/>
                  </a:ext>
                </a:extLst>
              </p:cNvPr>
              <p:cNvSpPr txBox="1"/>
              <p:nvPr/>
            </p:nvSpPr>
            <p:spPr bwMode="auto">
              <a:xfrm>
                <a:off x="7647411" y="2101569"/>
                <a:ext cx="3400078" cy="3293706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>
                <a:outerShdw blurRad="12700" dist="12700" sx="102000" sy="102000" algn="ctr" rotWithShape="0">
                  <a:prstClr val="black">
                    <a:alpha val="8000"/>
                  </a:prstClr>
                </a:outerShdw>
              </a:effectLst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algn="ctr" defTabSz="914377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en-US" altLang="zh-CN" dirty="0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xmlns="" id="{079CF5FF-E7FB-427E-80E0-823FFB6C0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700000">
                <a:off x="6892091" y="1293063"/>
                <a:ext cx="4910718" cy="4910718"/>
              </a:xfrm>
              <a:prstGeom prst="rect">
                <a:avLst/>
              </a:prstGeom>
            </p:spPr>
          </p:pic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7E1DB9C9-40E0-4543-86C4-21E72F63774E}"/>
                </a:ext>
              </a:extLst>
            </p:cNvPr>
            <p:cNvSpPr txBox="1"/>
            <p:nvPr/>
          </p:nvSpPr>
          <p:spPr>
            <a:xfrm>
              <a:off x="8185914" y="911318"/>
              <a:ext cx="232307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5000" b="1" dirty="0">
                  <a:solidFill>
                    <a:schemeClr val="bg1"/>
                  </a:solidFill>
                </a:rPr>
                <a:t>04</a:t>
              </a:r>
              <a:endParaRPr lang="zh-CN" altLang="en-US" sz="15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xmlns="" id="{378E3FC0-D555-4084-8653-AEAC6C9D30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382506" y="1967472"/>
            <a:ext cx="2923055" cy="2923055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5712776E-F339-48B9-BBEE-882CD7C8F9B9}"/>
              </a:ext>
            </a:extLst>
          </p:cNvPr>
          <p:cNvGrpSpPr/>
          <p:nvPr/>
        </p:nvGrpSpPr>
        <p:grpSpPr>
          <a:xfrm>
            <a:off x="3921374" y="3563277"/>
            <a:ext cx="3726037" cy="2338806"/>
            <a:chOff x="3921374" y="3563277"/>
            <a:chExt cx="3726037" cy="2338806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467D006B-B1E6-471B-AF5C-ABA508C7E931}"/>
                </a:ext>
              </a:extLst>
            </p:cNvPr>
            <p:cNvSpPr txBox="1"/>
            <p:nvPr/>
          </p:nvSpPr>
          <p:spPr>
            <a:xfrm>
              <a:off x="4077202" y="3563277"/>
              <a:ext cx="357020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6600" dirty="0"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未来发展</a:t>
              </a:r>
            </a:p>
          </p:txBody>
        </p:sp>
        <p:sp>
          <p:nvSpPr>
            <p:cNvPr id="44" name="îslíḑê">
              <a:extLst>
                <a:ext uri="{FF2B5EF4-FFF2-40B4-BE49-F238E27FC236}">
                  <a16:creationId xmlns:a16="http://schemas.microsoft.com/office/drawing/2014/main" xmlns="" id="{6664B453-2D37-4FC8-9EB8-6248BAFE3A77}"/>
                </a:ext>
              </a:extLst>
            </p:cNvPr>
            <p:cNvSpPr/>
            <p:nvPr/>
          </p:nvSpPr>
          <p:spPr bwMode="auto">
            <a:xfrm>
              <a:off x="3921374" y="4645771"/>
              <a:ext cx="3726037" cy="125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dirty="0"/>
                <a:t>通过复制您的文本后，在此框中选择粘贴。</a:t>
              </a:r>
            </a:p>
            <a:p>
              <a:pPr algn="r"/>
              <a:endParaRPr lang="en-US" altLang="zh-CN" dirty="0"/>
            </a:p>
            <a:p>
              <a:pPr algn="r"/>
              <a:r>
                <a:rPr lang="en-US" altLang="zh-CN" dirty="0"/>
                <a:t>……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5F0A5717-01AA-49E1-803A-3654922FFC14}"/>
                </a:ext>
              </a:extLst>
            </p:cNvPr>
            <p:cNvSpPr/>
            <p:nvPr/>
          </p:nvSpPr>
          <p:spPr>
            <a:xfrm>
              <a:off x="5846020" y="4587432"/>
              <a:ext cx="1720959" cy="586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42871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sp>
        <p:nvSpPr>
          <p:cNvPr id="7" name="ïŝļíḍe">
            <a:extLst>
              <a:ext uri="{FF2B5EF4-FFF2-40B4-BE49-F238E27FC236}">
                <a16:creationId xmlns:a16="http://schemas.microsoft.com/office/drawing/2014/main" xmlns="" id="{595574AF-1C2F-40AE-A4B3-0765F2D2E5FD}"/>
              </a:ext>
            </a:extLst>
          </p:cNvPr>
          <p:cNvSpPr/>
          <p:nvPr/>
        </p:nvSpPr>
        <p:spPr bwMode="auto">
          <a:xfrm>
            <a:off x="676538" y="2218309"/>
            <a:ext cx="2590423" cy="810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/>
            <a:r>
              <a:rPr lang="en-US" altLang="zh-CN" sz="1600" dirty="0"/>
              <a:t>……</a:t>
            </a:r>
          </a:p>
        </p:txBody>
      </p:sp>
      <p:grpSp>
        <p:nvGrpSpPr>
          <p:cNvPr id="8" name="iṩḷíḍé">
            <a:extLst>
              <a:ext uri="{FF2B5EF4-FFF2-40B4-BE49-F238E27FC236}">
                <a16:creationId xmlns:a16="http://schemas.microsoft.com/office/drawing/2014/main" xmlns="" id="{8CA23934-44E5-4611-9E57-906C229BF104}"/>
              </a:ext>
            </a:extLst>
          </p:cNvPr>
          <p:cNvGrpSpPr/>
          <p:nvPr/>
        </p:nvGrpSpPr>
        <p:grpSpPr>
          <a:xfrm>
            <a:off x="3427184" y="1769706"/>
            <a:ext cx="2590423" cy="1707241"/>
            <a:chOff x="676538" y="1863918"/>
            <a:chExt cx="2590423" cy="1707241"/>
          </a:xfrm>
        </p:grpSpPr>
        <p:sp>
          <p:nvSpPr>
            <p:cNvPr id="9" name="ïşlïḑê">
              <a:extLst>
                <a:ext uri="{FF2B5EF4-FFF2-40B4-BE49-F238E27FC236}">
                  <a16:creationId xmlns:a16="http://schemas.microsoft.com/office/drawing/2014/main" xmlns="" id="{BCE2DCDD-0829-48FA-9219-CEA162F3DC93}"/>
                </a:ext>
              </a:extLst>
            </p:cNvPr>
            <p:cNvSpPr/>
            <p:nvPr/>
          </p:nvSpPr>
          <p:spPr bwMode="auto">
            <a:xfrm>
              <a:off x="676538" y="1863918"/>
              <a:ext cx="2590423" cy="81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en-US" altLang="zh-CN" sz="1600" dirty="0"/>
                <a:t>……</a:t>
              </a:r>
            </a:p>
          </p:txBody>
        </p:sp>
        <p:sp>
          <p:nvSpPr>
            <p:cNvPr id="10" name="iŝľíde">
              <a:extLst>
                <a:ext uri="{FF2B5EF4-FFF2-40B4-BE49-F238E27FC236}">
                  <a16:creationId xmlns:a16="http://schemas.microsoft.com/office/drawing/2014/main" xmlns="" id="{2207680C-9969-4F3C-9D09-EE17A095D597}"/>
                </a:ext>
              </a:extLst>
            </p:cNvPr>
            <p:cNvSpPr/>
            <p:nvPr/>
          </p:nvSpPr>
          <p:spPr bwMode="auto">
            <a:xfrm>
              <a:off x="676538" y="2761125"/>
              <a:ext cx="2590423" cy="81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en-US" altLang="zh-CN" sz="1600" dirty="0"/>
                <a:t>……</a:t>
              </a:r>
            </a:p>
          </p:txBody>
        </p:sp>
      </p:grpSp>
      <p:sp>
        <p:nvSpPr>
          <p:cNvPr id="11" name="iśļíde">
            <a:extLst>
              <a:ext uri="{FF2B5EF4-FFF2-40B4-BE49-F238E27FC236}">
                <a16:creationId xmlns:a16="http://schemas.microsoft.com/office/drawing/2014/main" xmlns="" id="{B9E14C29-2FBE-44D0-8DED-F36B04F09000}"/>
              </a:ext>
            </a:extLst>
          </p:cNvPr>
          <p:cNvSpPr/>
          <p:nvPr/>
        </p:nvSpPr>
        <p:spPr bwMode="auto">
          <a:xfrm>
            <a:off x="6177830" y="2218309"/>
            <a:ext cx="2590423" cy="810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1600" dirty="0"/>
              <a:t>通过复制您的文本后，在此框中选择粘贴。</a:t>
            </a:r>
            <a:endParaRPr lang="en-US" altLang="zh-CN" sz="1600" dirty="0"/>
          </a:p>
          <a:p>
            <a:pPr algn="ctr"/>
            <a:r>
              <a:rPr lang="en-US" altLang="zh-CN" sz="1600" dirty="0"/>
              <a:t>……</a:t>
            </a:r>
          </a:p>
        </p:txBody>
      </p:sp>
      <p:grpSp>
        <p:nvGrpSpPr>
          <p:cNvPr id="12" name="îsľîde">
            <a:extLst>
              <a:ext uri="{FF2B5EF4-FFF2-40B4-BE49-F238E27FC236}">
                <a16:creationId xmlns:a16="http://schemas.microsoft.com/office/drawing/2014/main" xmlns="" id="{1220BA3D-7511-4657-8606-F7648895CAC8}"/>
              </a:ext>
            </a:extLst>
          </p:cNvPr>
          <p:cNvGrpSpPr/>
          <p:nvPr/>
        </p:nvGrpSpPr>
        <p:grpSpPr>
          <a:xfrm>
            <a:off x="8928477" y="1769706"/>
            <a:ext cx="2590423" cy="1707241"/>
            <a:chOff x="676538" y="1863918"/>
            <a:chExt cx="2590423" cy="1707241"/>
          </a:xfrm>
        </p:grpSpPr>
        <p:sp>
          <p:nvSpPr>
            <p:cNvPr id="13" name="iṧ1îďe">
              <a:extLst>
                <a:ext uri="{FF2B5EF4-FFF2-40B4-BE49-F238E27FC236}">
                  <a16:creationId xmlns:a16="http://schemas.microsoft.com/office/drawing/2014/main" xmlns="" id="{12087A4E-3E8D-424A-8F5F-CEF015602760}"/>
                </a:ext>
              </a:extLst>
            </p:cNvPr>
            <p:cNvSpPr/>
            <p:nvPr/>
          </p:nvSpPr>
          <p:spPr bwMode="auto">
            <a:xfrm>
              <a:off x="676538" y="1863918"/>
              <a:ext cx="2590423" cy="81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en-US" altLang="zh-CN" sz="1600" dirty="0"/>
                <a:t>……</a:t>
              </a:r>
            </a:p>
          </p:txBody>
        </p:sp>
        <p:sp>
          <p:nvSpPr>
            <p:cNvPr id="14" name="ïsḷïďê">
              <a:extLst>
                <a:ext uri="{FF2B5EF4-FFF2-40B4-BE49-F238E27FC236}">
                  <a16:creationId xmlns:a16="http://schemas.microsoft.com/office/drawing/2014/main" xmlns="" id="{9AC13401-E3AA-4670-8BB2-1C54BF99CA57}"/>
                </a:ext>
              </a:extLst>
            </p:cNvPr>
            <p:cNvSpPr/>
            <p:nvPr/>
          </p:nvSpPr>
          <p:spPr bwMode="auto">
            <a:xfrm>
              <a:off x="676538" y="2761125"/>
              <a:ext cx="2590423" cy="81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  <a:p>
              <a:pPr algn="ctr"/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0ADB03C5-5E34-4219-AC47-F74D123ECE72}"/>
              </a:ext>
            </a:extLst>
          </p:cNvPr>
          <p:cNvGrpSpPr/>
          <p:nvPr/>
        </p:nvGrpSpPr>
        <p:grpSpPr>
          <a:xfrm>
            <a:off x="754743" y="3571159"/>
            <a:ext cx="10682514" cy="2575641"/>
            <a:chOff x="754743" y="3571159"/>
            <a:chExt cx="10682514" cy="2575641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xmlns="" id="{70A4281E-CAA2-46A6-99CA-377B702770A1}"/>
                </a:ext>
              </a:extLst>
            </p:cNvPr>
            <p:cNvCxnSpPr>
              <a:stCxn id="31" idx="6"/>
              <a:endCxn id="39" idx="2"/>
            </p:cNvCxnSpPr>
            <p:nvPr/>
          </p:nvCxnSpPr>
          <p:spPr>
            <a:xfrm>
              <a:off x="2025749" y="5166562"/>
              <a:ext cx="26415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5203F65F-7B43-4F02-8E91-45777406D94B}"/>
                </a:ext>
              </a:extLst>
            </p:cNvPr>
            <p:cNvCxnSpPr>
              <a:stCxn id="39" idx="6"/>
              <a:endCxn id="35" idx="2"/>
            </p:cNvCxnSpPr>
            <p:nvPr/>
          </p:nvCxnSpPr>
          <p:spPr>
            <a:xfrm>
              <a:off x="4775249" y="5166562"/>
              <a:ext cx="26415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49462A05-372B-481D-8C30-3AE9B84F329C}"/>
                </a:ext>
              </a:extLst>
            </p:cNvPr>
            <p:cNvCxnSpPr>
              <a:stCxn id="35" idx="6"/>
              <a:endCxn id="27" idx="2"/>
            </p:cNvCxnSpPr>
            <p:nvPr/>
          </p:nvCxnSpPr>
          <p:spPr>
            <a:xfrm>
              <a:off x="7524749" y="5166562"/>
              <a:ext cx="26415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is1íḋè">
              <a:extLst>
                <a:ext uri="{FF2B5EF4-FFF2-40B4-BE49-F238E27FC236}">
                  <a16:creationId xmlns:a16="http://schemas.microsoft.com/office/drawing/2014/main" xmlns="" id="{A20207B1-19B0-4038-90D3-B46690DC591A}"/>
                </a:ext>
              </a:extLst>
            </p:cNvPr>
            <p:cNvGrpSpPr/>
            <p:nvPr/>
          </p:nvGrpSpPr>
          <p:grpSpPr>
            <a:xfrm>
              <a:off x="4172884" y="3571159"/>
              <a:ext cx="1096730" cy="2575641"/>
              <a:chOff x="4172884" y="3571159"/>
              <a:chExt cx="1096730" cy="2575641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xmlns="" id="{E6D7D726-1518-44F6-8C31-5988D4CEC4BB}"/>
                  </a:ext>
                </a:extLst>
              </p:cNvPr>
              <p:cNvCxnSpPr/>
              <p:nvPr/>
            </p:nvCxnSpPr>
            <p:spPr>
              <a:xfrm>
                <a:off x="4716933" y="5220562"/>
                <a:ext cx="8632" cy="92623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íṡ1iḑe">
                <a:extLst>
                  <a:ext uri="{FF2B5EF4-FFF2-40B4-BE49-F238E27FC236}">
                    <a16:creationId xmlns:a16="http://schemas.microsoft.com/office/drawing/2014/main" xmlns="" id="{98469F85-C981-4ECB-B717-66A13198B2AB}"/>
                  </a:ext>
                </a:extLst>
              </p:cNvPr>
              <p:cNvSpPr/>
              <p:nvPr/>
            </p:nvSpPr>
            <p:spPr bwMode="auto">
              <a:xfrm>
                <a:off x="4172884" y="3571159"/>
                <a:ext cx="1096730" cy="1232634"/>
              </a:xfrm>
              <a:custGeom>
                <a:avLst/>
                <a:gdLst>
                  <a:gd name="T0" fmla="+- 0 10800 961"/>
                  <a:gd name="T1" fmla="*/ T0 w 19679"/>
                  <a:gd name="T2" fmla="*/ 10800 h 21600"/>
                  <a:gd name="T3" fmla="+- 0 10800 961"/>
                  <a:gd name="T4" fmla="*/ T3 w 19679"/>
                  <a:gd name="T5" fmla="*/ 10800 h 21600"/>
                  <a:gd name="T6" fmla="+- 0 10800 961"/>
                  <a:gd name="T7" fmla="*/ T6 w 19679"/>
                  <a:gd name="T8" fmla="*/ 10800 h 21600"/>
                  <a:gd name="T9" fmla="+- 0 10800 961"/>
                  <a:gd name="T10" fmla="*/ T9 w 19679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19679" h="21600">
                    <a:moveTo>
                      <a:pt x="9839" y="0"/>
                    </a:moveTo>
                    <a:cubicBezTo>
                      <a:pt x="7321" y="0"/>
                      <a:pt x="4803" y="937"/>
                      <a:pt x="2882" y="2813"/>
                    </a:cubicBezTo>
                    <a:cubicBezTo>
                      <a:pt x="-961" y="6566"/>
                      <a:pt x="-961" y="12653"/>
                      <a:pt x="2882" y="16406"/>
                    </a:cubicBezTo>
                    <a:cubicBezTo>
                      <a:pt x="4480" y="17967"/>
                      <a:pt x="6493" y="18867"/>
                      <a:pt x="8574" y="19129"/>
                    </a:cubicBezTo>
                    <a:lnTo>
                      <a:pt x="9839" y="21600"/>
                    </a:lnTo>
                    <a:lnTo>
                      <a:pt x="11104" y="19129"/>
                    </a:lnTo>
                    <a:cubicBezTo>
                      <a:pt x="13185" y="18867"/>
                      <a:pt x="15198" y="17967"/>
                      <a:pt x="16796" y="16406"/>
                    </a:cubicBezTo>
                    <a:cubicBezTo>
                      <a:pt x="20639" y="12653"/>
                      <a:pt x="20639" y="6566"/>
                      <a:pt x="16796" y="2813"/>
                    </a:cubicBezTo>
                    <a:cubicBezTo>
                      <a:pt x="14875" y="937"/>
                      <a:pt x="12357" y="0"/>
                      <a:pt x="9839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2"/>
                </a:solidFill>
              </a:ln>
              <a:effectLst/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ar-IQ"/>
              </a:p>
            </p:txBody>
          </p:sp>
          <p:sp>
            <p:nvSpPr>
              <p:cNvPr id="38" name="îšľîde">
                <a:extLst>
                  <a:ext uri="{FF2B5EF4-FFF2-40B4-BE49-F238E27FC236}">
                    <a16:creationId xmlns:a16="http://schemas.microsoft.com/office/drawing/2014/main" xmlns="" id="{650453CE-A12D-4B10-BDFB-69FBE6B9C530}"/>
                  </a:ext>
                </a:extLst>
              </p:cNvPr>
              <p:cNvSpPr/>
              <p:nvPr/>
            </p:nvSpPr>
            <p:spPr bwMode="auto">
              <a:xfrm>
                <a:off x="4265967" y="3658332"/>
                <a:ext cx="910564" cy="910570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  <a:ex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i="1" dirty="0">
                    <a:solidFill>
                      <a:schemeClr val="bg1"/>
                    </a:solidFill>
                  </a:rPr>
                  <a:t>02</a:t>
                </a:r>
                <a:endParaRPr lang="ar-IQ" altLang="zh-C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iṣḷîḍê">
                <a:extLst>
                  <a:ext uri="{FF2B5EF4-FFF2-40B4-BE49-F238E27FC236}">
                    <a16:creationId xmlns:a16="http://schemas.microsoft.com/office/drawing/2014/main" xmlns="" id="{CC16E7F5-868D-45F9-A990-371B04DC474D}"/>
                  </a:ext>
                </a:extLst>
              </p:cNvPr>
              <p:cNvSpPr/>
              <p:nvPr/>
            </p:nvSpPr>
            <p:spPr>
              <a:xfrm>
                <a:off x="4667249" y="5112562"/>
                <a:ext cx="108000" cy="108000"/>
              </a:xfrm>
              <a:prstGeom prst="donu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ïśľíḋè">
              <a:extLst>
                <a:ext uri="{FF2B5EF4-FFF2-40B4-BE49-F238E27FC236}">
                  <a16:creationId xmlns:a16="http://schemas.microsoft.com/office/drawing/2014/main" xmlns="" id="{7E24D3AA-7DC9-4B03-8C86-E0B359B87485}"/>
                </a:ext>
              </a:extLst>
            </p:cNvPr>
            <p:cNvGrpSpPr/>
            <p:nvPr/>
          </p:nvGrpSpPr>
          <p:grpSpPr>
            <a:xfrm>
              <a:off x="6922384" y="3571159"/>
              <a:ext cx="1096730" cy="2575641"/>
              <a:chOff x="6922384" y="3571159"/>
              <a:chExt cx="1096730" cy="2575641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xmlns="" id="{88D6CE1E-AF4A-4DE7-81EA-99F8C20A66BD}"/>
                  </a:ext>
                </a:extLst>
              </p:cNvPr>
              <p:cNvCxnSpPr/>
              <p:nvPr/>
            </p:nvCxnSpPr>
            <p:spPr>
              <a:xfrm>
                <a:off x="7466433" y="5220562"/>
                <a:ext cx="8632" cy="92623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îşlïḋé">
                <a:extLst>
                  <a:ext uri="{FF2B5EF4-FFF2-40B4-BE49-F238E27FC236}">
                    <a16:creationId xmlns:a16="http://schemas.microsoft.com/office/drawing/2014/main" xmlns="" id="{705146C4-10DF-49A2-8818-F99F26D0DA40}"/>
                  </a:ext>
                </a:extLst>
              </p:cNvPr>
              <p:cNvSpPr/>
              <p:nvPr/>
            </p:nvSpPr>
            <p:spPr bwMode="auto">
              <a:xfrm>
                <a:off x="6922384" y="3571159"/>
                <a:ext cx="1096730" cy="1232634"/>
              </a:xfrm>
              <a:custGeom>
                <a:avLst/>
                <a:gdLst>
                  <a:gd name="T0" fmla="+- 0 10800 961"/>
                  <a:gd name="T1" fmla="*/ T0 w 19679"/>
                  <a:gd name="T2" fmla="*/ 10800 h 21600"/>
                  <a:gd name="T3" fmla="+- 0 10800 961"/>
                  <a:gd name="T4" fmla="*/ T3 w 19679"/>
                  <a:gd name="T5" fmla="*/ 10800 h 21600"/>
                  <a:gd name="T6" fmla="+- 0 10800 961"/>
                  <a:gd name="T7" fmla="*/ T6 w 19679"/>
                  <a:gd name="T8" fmla="*/ 10800 h 21600"/>
                  <a:gd name="T9" fmla="+- 0 10800 961"/>
                  <a:gd name="T10" fmla="*/ T9 w 19679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19679" h="21600">
                    <a:moveTo>
                      <a:pt x="9839" y="0"/>
                    </a:moveTo>
                    <a:cubicBezTo>
                      <a:pt x="7321" y="0"/>
                      <a:pt x="4803" y="937"/>
                      <a:pt x="2882" y="2813"/>
                    </a:cubicBezTo>
                    <a:cubicBezTo>
                      <a:pt x="-961" y="6566"/>
                      <a:pt x="-961" y="12653"/>
                      <a:pt x="2882" y="16406"/>
                    </a:cubicBezTo>
                    <a:cubicBezTo>
                      <a:pt x="4480" y="17967"/>
                      <a:pt x="6493" y="18867"/>
                      <a:pt x="8574" y="19129"/>
                    </a:cubicBezTo>
                    <a:lnTo>
                      <a:pt x="9839" y="21600"/>
                    </a:lnTo>
                    <a:lnTo>
                      <a:pt x="11104" y="19129"/>
                    </a:lnTo>
                    <a:cubicBezTo>
                      <a:pt x="13185" y="18867"/>
                      <a:pt x="15198" y="17967"/>
                      <a:pt x="16796" y="16406"/>
                    </a:cubicBezTo>
                    <a:cubicBezTo>
                      <a:pt x="20639" y="12653"/>
                      <a:pt x="20639" y="6566"/>
                      <a:pt x="16796" y="2813"/>
                    </a:cubicBezTo>
                    <a:cubicBezTo>
                      <a:pt x="14875" y="937"/>
                      <a:pt x="12357" y="0"/>
                      <a:pt x="9839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1"/>
                </a:solidFill>
              </a:ln>
              <a:effectLst/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ar-IQ"/>
              </a:p>
            </p:txBody>
          </p:sp>
          <p:sp>
            <p:nvSpPr>
              <p:cNvPr id="34" name="ïśľiḍe">
                <a:extLst>
                  <a:ext uri="{FF2B5EF4-FFF2-40B4-BE49-F238E27FC236}">
                    <a16:creationId xmlns:a16="http://schemas.microsoft.com/office/drawing/2014/main" xmlns="" id="{218D080D-F2D4-4E70-B07D-3FC97052E283}"/>
                  </a:ext>
                </a:extLst>
              </p:cNvPr>
              <p:cNvSpPr/>
              <p:nvPr/>
            </p:nvSpPr>
            <p:spPr bwMode="auto">
              <a:xfrm>
                <a:off x="7015467" y="3658332"/>
                <a:ext cx="910564" cy="91057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  <a:ex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i="1" dirty="0">
                    <a:solidFill>
                      <a:schemeClr val="bg1"/>
                    </a:solidFill>
                  </a:rPr>
                  <a:t>03</a:t>
                </a:r>
                <a:endParaRPr lang="ar-IQ" altLang="zh-C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iṩḷiḑe">
                <a:extLst>
                  <a:ext uri="{FF2B5EF4-FFF2-40B4-BE49-F238E27FC236}">
                    <a16:creationId xmlns:a16="http://schemas.microsoft.com/office/drawing/2014/main" xmlns="" id="{C6603D16-035C-48EA-A0DF-B658BA330E4B}"/>
                  </a:ext>
                </a:extLst>
              </p:cNvPr>
              <p:cNvSpPr/>
              <p:nvPr/>
            </p:nvSpPr>
            <p:spPr>
              <a:xfrm>
                <a:off x="7416749" y="5112562"/>
                <a:ext cx="108000" cy="108000"/>
              </a:xfrm>
              <a:prstGeom prst="donut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iSḻiḑé">
              <a:extLst>
                <a:ext uri="{FF2B5EF4-FFF2-40B4-BE49-F238E27FC236}">
                  <a16:creationId xmlns:a16="http://schemas.microsoft.com/office/drawing/2014/main" xmlns="" id="{06677ECA-CA75-4B4B-9FF1-BE781F6AA5AF}"/>
                </a:ext>
              </a:extLst>
            </p:cNvPr>
            <p:cNvGrpSpPr/>
            <p:nvPr/>
          </p:nvGrpSpPr>
          <p:grpSpPr>
            <a:xfrm>
              <a:off x="1423384" y="3571159"/>
              <a:ext cx="1096730" cy="2575641"/>
              <a:chOff x="1423384" y="3571159"/>
              <a:chExt cx="1096730" cy="2575641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xmlns="" id="{DBC5A5C5-8A68-4514-9CC2-AFC71F93FDE6}"/>
                  </a:ext>
                </a:extLst>
              </p:cNvPr>
              <p:cNvCxnSpPr/>
              <p:nvPr/>
            </p:nvCxnSpPr>
            <p:spPr>
              <a:xfrm>
                <a:off x="1967433" y="5220562"/>
                <a:ext cx="8632" cy="92623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ísḻîḓè">
                <a:extLst>
                  <a:ext uri="{FF2B5EF4-FFF2-40B4-BE49-F238E27FC236}">
                    <a16:creationId xmlns:a16="http://schemas.microsoft.com/office/drawing/2014/main" xmlns="" id="{A1AA6766-A245-4757-B71B-C8D1F5ABA917}"/>
                  </a:ext>
                </a:extLst>
              </p:cNvPr>
              <p:cNvSpPr/>
              <p:nvPr/>
            </p:nvSpPr>
            <p:spPr bwMode="auto">
              <a:xfrm>
                <a:off x="1423384" y="3571159"/>
                <a:ext cx="1096730" cy="1232634"/>
              </a:xfrm>
              <a:custGeom>
                <a:avLst/>
                <a:gdLst>
                  <a:gd name="T0" fmla="+- 0 10800 961"/>
                  <a:gd name="T1" fmla="*/ T0 w 19679"/>
                  <a:gd name="T2" fmla="*/ 10800 h 21600"/>
                  <a:gd name="T3" fmla="+- 0 10800 961"/>
                  <a:gd name="T4" fmla="*/ T3 w 19679"/>
                  <a:gd name="T5" fmla="*/ 10800 h 21600"/>
                  <a:gd name="T6" fmla="+- 0 10800 961"/>
                  <a:gd name="T7" fmla="*/ T6 w 19679"/>
                  <a:gd name="T8" fmla="*/ 10800 h 21600"/>
                  <a:gd name="T9" fmla="+- 0 10800 961"/>
                  <a:gd name="T10" fmla="*/ T9 w 19679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19679" h="21600">
                    <a:moveTo>
                      <a:pt x="9839" y="0"/>
                    </a:moveTo>
                    <a:cubicBezTo>
                      <a:pt x="7321" y="0"/>
                      <a:pt x="4803" y="937"/>
                      <a:pt x="2882" y="2813"/>
                    </a:cubicBezTo>
                    <a:cubicBezTo>
                      <a:pt x="-961" y="6566"/>
                      <a:pt x="-961" y="12653"/>
                      <a:pt x="2882" y="16406"/>
                    </a:cubicBezTo>
                    <a:cubicBezTo>
                      <a:pt x="4480" y="17967"/>
                      <a:pt x="6493" y="18867"/>
                      <a:pt x="8574" y="19129"/>
                    </a:cubicBezTo>
                    <a:lnTo>
                      <a:pt x="9839" y="21600"/>
                    </a:lnTo>
                    <a:lnTo>
                      <a:pt x="11104" y="19129"/>
                    </a:lnTo>
                    <a:cubicBezTo>
                      <a:pt x="13185" y="18867"/>
                      <a:pt x="15198" y="17967"/>
                      <a:pt x="16796" y="16406"/>
                    </a:cubicBezTo>
                    <a:cubicBezTo>
                      <a:pt x="20639" y="12653"/>
                      <a:pt x="20639" y="6566"/>
                      <a:pt x="16796" y="2813"/>
                    </a:cubicBezTo>
                    <a:cubicBezTo>
                      <a:pt x="14875" y="937"/>
                      <a:pt x="12357" y="0"/>
                      <a:pt x="9839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1"/>
                </a:solidFill>
              </a:ln>
              <a:effectLst/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ar-IQ"/>
              </a:p>
            </p:txBody>
          </p:sp>
          <p:sp>
            <p:nvSpPr>
              <p:cNvPr id="30" name="íṩľiďê">
                <a:extLst>
                  <a:ext uri="{FF2B5EF4-FFF2-40B4-BE49-F238E27FC236}">
                    <a16:creationId xmlns:a16="http://schemas.microsoft.com/office/drawing/2014/main" xmlns="" id="{03B493A4-603E-44DE-B265-2D70629EBFEF}"/>
                  </a:ext>
                </a:extLst>
              </p:cNvPr>
              <p:cNvSpPr/>
              <p:nvPr/>
            </p:nvSpPr>
            <p:spPr bwMode="auto">
              <a:xfrm>
                <a:off x="1516467" y="3658332"/>
                <a:ext cx="910564" cy="91057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  <a:ex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i="1" dirty="0">
                    <a:solidFill>
                      <a:schemeClr val="bg1"/>
                    </a:solidFill>
                  </a:rPr>
                  <a:t>01</a:t>
                </a:r>
                <a:endParaRPr lang="ar-IQ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ïslïďè">
                <a:extLst>
                  <a:ext uri="{FF2B5EF4-FFF2-40B4-BE49-F238E27FC236}">
                    <a16:creationId xmlns:a16="http://schemas.microsoft.com/office/drawing/2014/main" xmlns="" id="{A41821D7-9D0B-4649-B1C2-43A82A4D06AE}"/>
                  </a:ext>
                </a:extLst>
              </p:cNvPr>
              <p:cNvSpPr/>
              <p:nvPr/>
            </p:nvSpPr>
            <p:spPr>
              <a:xfrm>
                <a:off x="1917749" y="5112562"/>
                <a:ext cx="108000" cy="108000"/>
              </a:xfrm>
              <a:prstGeom prst="donut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íṩḻidè">
              <a:extLst>
                <a:ext uri="{FF2B5EF4-FFF2-40B4-BE49-F238E27FC236}">
                  <a16:creationId xmlns:a16="http://schemas.microsoft.com/office/drawing/2014/main" xmlns="" id="{0C3240B9-4E9D-47D8-A057-00E2BB7169E5}"/>
                </a:ext>
              </a:extLst>
            </p:cNvPr>
            <p:cNvGrpSpPr/>
            <p:nvPr/>
          </p:nvGrpSpPr>
          <p:grpSpPr>
            <a:xfrm>
              <a:off x="9671884" y="3571159"/>
              <a:ext cx="1096730" cy="2575641"/>
              <a:chOff x="9671884" y="3571159"/>
              <a:chExt cx="1096730" cy="2575641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xmlns="" id="{7619DFD1-D4FB-4C53-9A68-9521D7E8B212}"/>
                  </a:ext>
                </a:extLst>
              </p:cNvPr>
              <p:cNvCxnSpPr/>
              <p:nvPr/>
            </p:nvCxnSpPr>
            <p:spPr>
              <a:xfrm>
                <a:off x="10215933" y="5220562"/>
                <a:ext cx="8632" cy="92623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iṣ1ídè">
                <a:extLst>
                  <a:ext uri="{FF2B5EF4-FFF2-40B4-BE49-F238E27FC236}">
                    <a16:creationId xmlns:a16="http://schemas.microsoft.com/office/drawing/2014/main" xmlns="" id="{BF906246-7DC8-4B82-8EA8-04DC93DB41D6}"/>
                  </a:ext>
                </a:extLst>
              </p:cNvPr>
              <p:cNvSpPr/>
              <p:nvPr/>
            </p:nvSpPr>
            <p:spPr bwMode="auto">
              <a:xfrm>
                <a:off x="9671884" y="3571159"/>
                <a:ext cx="1096730" cy="1232634"/>
              </a:xfrm>
              <a:custGeom>
                <a:avLst/>
                <a:gdLst>
                  <a:gd name="T0" fmla="+- 0 10800 961"/>
                  <a:gd name="T1" fmla="*/ T0 w 19679"/>
                  <a:gd name="T2" fmla="*/ 10800 h 21600"/>
                  <a:gd name="T3" fmla="+- 0 10800 961"/>
                  <a:gd name="T4" fmla="*/ T3 w 19679"/>
                  <a:gd name="T5" fmla="*/ 10800 h 21600"/>
                  <a:gd name="T6" fmla="+- 0 10800 961"/>
                  <a:gd name="T7" fmla="*/ T6 w 19679"/>
                  <a:gd name="T8" fmla="*/ 10800 h 21600"/>
                  <a:gd name="T9" fmla="+- 0 10800 961"/>
                  <a:gd name="T10" fmla="*/ T9 w 19679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19679" h="21600">
                    <a:moveTo>
                      <a:pt x="9839" y="0"/>
                    </a:moveTo>
                    <a:cubicBezTo>
                      <a:pt x="7321" y="0"/>
                      <a:pt x="4803" y="937"/>
                      <a:pt x="2882" y="2813"/>
                    </a:cubicBezTo>
                    <a:cubicBezTo>
                      <a:pt x="-961" y="6566"/>
                      <a:pt x="-961" y="12653"/>
                      <a:pt x="2882" y="16406"/>
                    </a:cubicBezTo>
                    <a:cubicBezTo>
                      <a:pt x="4480" y="17967"/>
                      <a:pt x="6493" y="18867"/>
                      <a:pt x="8574" y="19129"/>
                    </a:cubicBezTo>
                    <a:lnTo>
                      <a:pt x="9839" y="21600"/>
                    </a:lnTo>
                    <a:lnTo>
                      <a:pt x="11104" y="19129"/>
                    </a:lnTo>
                    <a:cubicBezTo>
                      <a:pt x="13185" y="18867"/>
                      <a:pt x="15198" y="17967"/>
                      <a:pt x="16796" y="16406"/>
                    </a:cubicBezTo>
                    <a:cubicBezTo>
                      <a:pt x="20639" y="12653"/>
                      <a:pt x="20639" y="6566"/>
                      <a:pt x="16796" y="2813"/>
                    </a:cubicBezTo>
                    <a:cubicBezTo>
                      <a:pt x="14875" y="937"/>
                      <a:pt x="12357" y="0"/>
                      <a:pt x="9839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2"/>
                </a:solidFill>
              </a:ln>
              <a:effectLst/>
            </p:spPr>
            <p:txBody>
              <a:bodyPr lIns="25400" tIns="25400" rIns="25400" bIns="25400" anchor="ctr"/>
              <a:lstStyle/>
              <a:p>
                <a:endParaRPr lang="ar-IQ"/>
              </a:p>
            </p:txBody>
          </p:sp>
          <p:sp>
            <p:nvSpPr>
              <p:cNvPr id="26" name="îṣļiḓé">
                <a:extLst>
                  <a:ext uri="{FF2B5EF4-FFF2-40B4-BE49-F238E27FC236}">
                    <a16:creationId xmlns:a16="http://schemas.microsoft.com/office/drawing/2014/main" xmlns="" id="{81629030-3567-44D6-AF71-E5E91ABB0072}"/>
                  </a:ext>
                </a:extLst>
              </p:cNvPr>
              <p:cNvSpPr/>
              <p:nvPr/>
            </p:nvSpPr>
            <p:spPr bwMode="auto">
              <a:xfrm>
                <a:off x="9764967" y="3658332"/>
                <a:ext cx="910564" cy="910570"/>
              </a:xfrm>
              <a:prstGeom prst="ellipse">
                <a:avLst/>
              </a:prstGeom>
              <a:solidFill>
                <a:schemeClr val="accent2"/>
              </a:solidFill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  <a:ex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i="1" dirty="0">
                    <a:solidFill>
                      <a:schemeClr val="bg1"/>
                    </a:solidFill>
                  </a:rPr>
                  <a:t>04</a:t>
                </a:r>
                <a:endParaRPr lang="ar-IQ" altLang="zh-C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íS1îḍè">
                <a:extLst>
                  <a:ext uri="{FF2B5EF4-FFF2-40B4-BE49-F238E27FC236}">
                    <a16:creationId xmlns:a16="http://schemas.microsoft.com/office/drawing/2014/main" xmlns="" id="{E793B63C-D44D-47BB-A386-A94E230D4F4B}"/>
                  </a:ext>
                </a:extLst>
              </p:cNvPr>
              <p:cNvSpPr/>
              <p:nvPr/>
            </p:nvSpPr>
            <p:spPr>
              <a:xfrm>
                <a:off x="10166249" y="5112562"/>
                <a:ext cx="108000" cy="108000"/>
              </a:xfrm>
              <a:prstGeom prst="donu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25400" tIns="25400" rIns="25400" bIns="2540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ïṡḷïḓê">
              <a:extLst>
                <a:ext uri="{FF2B5EF4-FFF2-40B4-BE49-F238E27FC236}">
                  <a16:creationId xmlns:a16="http://schemas.microsoft.com/office/drawing/2014/main" xmlns="" id="{81DBC545-B0D8-4E22-B890-7F432588D166}"/>
                </a:ext>
              </a:extLst>
            </p:cNvPr>
            <p:cNvSpPr txBox="1"/>
            <p:nvPr/>
          </p:nvSpPr>
          <p:spPr>
            <a:xfrm>
              <a:off x="754743" y="5615166"/>
              <a:ext cx="10682514" cy="531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zh-CN" altLang="en-US" sz="2000" b="1" dirty="0"/>
                <a:t>此处输入标题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6369888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924544D5-E011-4798-B1AA-3C59864B6CCC}"/>
              </a:ext>
            </a:extLst>
          </p:cNvPr>
          <p:cNvGrpSpPr/>
          <p:nvPr/>
        </p:nvGrpSpPr>
        <p:grpSpPr>
          <a:xfrm>
            <a:off x="882874" y="2600484"/>
            <a:ext cx="8225481" cy="3357180"/>
            <a:chOff x="882874" y="2600484"/>
            <a:chExt cx="8225481" cy="3357180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xmlns="" id="{A67EF70B-581F-47E5-8B08-320C7213BDDA}"/>
                </a:ext>
              </a:extLst>
            </p:cNvPr>
            <p:cNvCxnSpPr/>
            <p:nvPr/>
          </p:nvCxnSpPr>
          <p:spPr>
            <a:xfrm>
              <a:off x="3612636" y="3172517"/>
              <a:ext cx="0" cy="1750329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62BA92A1-85C8-4AFC-A57B-14DE17F73727}"/>
                </a:ext>
              </a:extLst>
            </p:cNvPr>
            <p:cNvCxnSpPr/>
            <p:nvPr/>
          </p:nvCxnSpPr>
          <p:spPr>
            <a:xfrm>
              <a:off x="6420948" y="3884763"/>
              <a:ext cx="0" cy="1750329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iṧḻïḓè">
              <a:extLst>
                <a:ext uri="{FF2B5EF4-FFF2-40B4-BE49-F238E27FC236}">
                  <a16:creationId xmlns:a16="http://schemas.microsoft.com/office/drawing/2014/main" xmlns="" id="{20156E30-D6B1-4141-863D-5ABA4B977121}"/>
                </a:ext>
              </a:extLst>
            </p:cNvPr>
            <p:cNvGrpSpPr/>
            <p:nvPr/>
          </p:nvGrpSpPr>
          <p:grpSpPr>
            <a:xfrm>
              <a:off x="882874" y="2600484"/>
              <a:ext cx="2574579" cy="1660602"/>
              <a:chOff x="1998086" y="3018418"/>
              <a:chExt cx="2574579" cy="1660602"/>
            </a:xfrm>
          </p:grpSpPr>
          <p:sp>
            <p:nvSpPr>
              <p:cNvPr id="17" name="ïşļîḍe">
                <a:extLst>
                  <a:ext uri="{FF2B5EF4-FFF2-40B4-BE49-F238E27FC236}">
                    <a16:creationId xmlns:a16="http://schemas.microsoft.com/office/drawing/2014/main" xmlns="" id="{B14D19BF-7571-40F3-861E-6D51B5701A6A}"/>
                  </a:ext>
                </a:extLst>
              </p:cNvPr>
              <p:cNvSpPr/>
              <p:nvPr/>
            </p:nvSpPr>
            <p:spPr>
              <a:xfrm>
                <a:off x="1998086" y="3550646"/>
                <a:ext cx="2574579" cy="1128374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8" name="íś1iḑé">
                <a:extLst>
                  <a:ext uri="{FF2B5EF4-FFF2-40B4-BE49-F238E27FC236}">
                    <a16:creationId xmlns:a16="http://schemas.microsoft.com/office/drawing/2014/main" xmlns="" id="{8C9D9ED2-3B95-48D7-A9B3-9D4D5953C361}"/>
                  </a:ext>
                </a:extLst>
              </p:cNvPr>
              <p:cNvSpPr txBox="1"/>
              <p:nvPr/>
            </p:nvSpPr>
            <p:spPr bwMode="auto">
              <a:xfrm>
                <a:off x="1998086" y="3018418"/>
                <a:ext cx="2574579" cy="516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grpSp>
          <p:nvGrpSpPr>
            <p:cNvPr id="11" name="ïṥḷiďê">
              <a:extLst>
                <a:ext uri="{FF2B5EF4-FFF2-40B4-BE49-F238E27FC236}">
                  <a16:creationId xmlns:a16="http://schemas.microsoft.com/office/drawing/2014/main" xmlns="" id="{9696C3D8-AD85-47F3-9EB1-5FDD7A8B7B1E}"/>
                </a:ext>
              </a:extLst>
            </p:cNvPr>
            <p:cNvGrpSpPr/>
            <p:nvPr/>
          </p:nvGrpSpPr>
          <p:grpSpPr>
            <a:xfrm>
              <a:off x="3722504" y="3462649"/>
              <a:ext cx="2574579" cy="1660602"/>
              <a:chOff x="1998086" y="3018418"/>
              <a:chExt cx="2574579" cy="1660602"/>
            </a:xfrm>
          </p:grpSpPr>
          <p:sp>
            <p:nvSpPr>
              <p:cNvPr id="15" name="íš1ïḋe">
                <a:extLst>
                  <a:ext uri="{FF2B5EF4-FFF2-40B4-BE49-F238E27FC236}">
                    <a16:creationId xmlns:a16="http://schemas.microsoft.com/office/drawing/2014/main" xmlns="" id="{0542A98A-BD43-438B-B25F-8180D8580768}"/>
                  </a:ext>
                </a:extLst>
              </p:cNvPr>
              <p:cNvSpPr/>
              <p:nvPr/>
            </p:nvSpPr>
            <p:spPr>
              <a:xfrm>
                <a:off x="1998086" y="3550646"/>
                <a:ext cx="2574579" cy="1128374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6" name="îSḷïḓe">
                <a:extLst>
                  <a:ext uri="{FF2B5EF4-FFF2-40B4-BE49-F238E27FC236}">
                    <a16:creationId xmlns:a16="http://schemas.microsoft.com/office/drawing/2014/main" xmlns="" id="{4D3691B3-1B99-4331-B801-0BAC0C640639}"/>
                  </a:ext>
                </a:extLst>
              </p:cNvPr>
              <p:cNvSpPr txBox="1"/>
              <p:nvPr/>
            </p:nvSpPr>
            <p:spPr bwMode="auto">
              <a:xfrm>
                <a:off x="1998086" y="3018418"/>
                <a:ext cx="2574579" cy="516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  <p:grpSp>
          <p:nvGrpSpPr>
            <p:cNvPr id="12" name="ïs1iďê">
              <a:extLst>
                <a:ext uri="{FF2B5EF4-FFF2-40B4-BE49-F238E27FC236}">
                  <a16:creationId xmlns:a16="http://schemas.microsoft.com/office/drawing/2014/main" xmlns="" id="{1191CC56-649F-4C5A-9BA2-B6CDBB1CC2A1}"/>
                </a:ext>
              </a:extLst>
            </p:cNvPr>
            <p:cNvGrpSpPr/>
            <p:nvPr/>
          </p:nvGrpSpPr>
          <p:grpSpPr>
            <a:xfrm>
              <a:off x="6533776" y="4028970"/>
              <a:ext cx="2574579" cy="1928694"/>
              <a:chOff x="1998086" y="3018418"/>
              <a:chExt cx="2574579" cy="1928694"/>
            </a:xfrm>
          </p:grpSpPr>
          <p:sp>
            <p:nvSpPr>
              <p:cNvPr id="13" name="iŝḻïḑê">
                <a:extLst>
                  <a:ext uri="{FF2B5EF4-FFF2-40B4-BE49-F238E27FC236}">
                    <a16:creationId xmlns:a16="http://schemas.microsoft.com/office/drawing/2014/main" xmlns="" id="{D4C8E5B8-AF10-414C-A18D-04E6B1A0BC41}"/>
                  </a:ext>
                </a:extLst>
              </p:cNvPr>
              <p:cNvSpPr/>
              <p:nvPr/>
            </p:nvSpPr>
            <p:spPr>
              <a:xfrm>
                <a:off x="1998086" y="3550646"/>
                <a:ext cx="2574579" cy="1396466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zh-CN" sz="16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通过复制您的文本后，在此框中选择粘贴。</a:t>
                </a:r>
                <a:endParaRPr lang="en-US" altLang="zh-CN" sz="1600" dirty="0"/>
              </a:p>
            </p:txBody>
          </p:sp>
          <p:sp>
            <p:nvSpPr>
              <p:cNvPr id="14" name="ïṩḷïdè">
                <a:extLst>
                  <a:ext uri="{FF2B5EF4-FFF2-40B4-BE49-F238E27FC236}">
                    <a16:creationId xmlns:a16="http://schemas.microsoft.com/office/drawing/2014/main" xmlns="" id="{2E3D9F78-3B63-4751-9F61-414062D31BF7}"/>
                  </a:ext>
                </a:extLst>
              </p:cNvPr>
              <p:cNvSpPr txBox="1"/>
              <p:nvPr/>
            </p:nvSpPr>
            <p:spPr bwMode="auto">
              <a:xfrm>
                <a:off x="1998086" y="3018418"/>
                <a:ext cx="2574579" cy="516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/>
                  <a:t>此处输入标题</a:t>
                </a:r>
                <a:endParaRPr lang="en-US" altLang="zh-CN" sz="2000" b="1" dirty="0"/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BA4E55CF-E426-43A7-A1DB-8172E271A04B}"/>
              </a:ext>
            </a:extLst>
          </p:cNvPr>
          <p:cNvGrpSpPr/>
          <p:nvPr/>
        </p:nvGrpSpPr>
        <p:grpSpPr>
          <a:xfrm>
            <a:off x="980306" y="1925216"/>
            <a:ext cx="8064896" cy="2171699"/>
            <a:chOff x="980306" y="1925216"/>
            <a:chExt cx="8064896" cy="2171699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A49E3703-71A5-44AE-94C8-E493C785AC76}"/>
                </a:ext>
              </a:extLst>
            </p:cNvPr>
            <p:cNvCxnSpPr>
              <a:cxnSpLocks/>
            </p:cNvCxnSpPr>
            <p:nvPr/>
          </p:nvCxnSpPr>
          <p:spPr>
            <a:xfrm>
              <a:off x="6236889" y="3011065"/>
              <a:ext cx="360041" cy="792088"/>
            </a:xfrm>
            <a:prstGeom prst="line">
              <a:avLst/>
            </a:prstGeom>
            <a:ln w="152400" cap="rnd">
              <a:solidFill>
                <a:schemeClr val="tx1">
                  <a:lumMod val="20000"/>
                  <a:lumOff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xmlns="" id="{80B11B37-5123-4399-A702-33383414E844}"/>
                </a:ext>
              </a:extLst>
            </p:cNvPr>
            <p:cNvCxnSpPr>
              <a:cxnSpLocks/>
            </p:cNvCxnSpPr>
            <p:nvPr/>
          </p:nvCxnSpPr>
          <p:spPr>
            <a:xfrm>
              <a:off x="3428578" y="2218978"/>
              <a:ext cx="360040" cy="792087"/>
            </a:xfrm>
            <a:prstGeom prst="line">
              <a:avLst/>
            </a:prstGeom>
            <a:ln w="152400" cap="rnd">
              <a:solidFill>
                <a:schemeClr val="tx1">
                  <a:lumMod val="20000"/>
                  <a:lumOff val="8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98CD287B-38B5-410B-9BBA-161B9A8ECC4E}"/>
                </a:ext>
              </a:extLst>
            </p:cNvPr>
            <p:cNvCxnSpPr/>
            <p:nvPr/>
          </p:nvCxnSpPr>
          <p:spPr>
            <a:xfrm>
              <a:off x="980306" y="2218978"/>
              <a:ext cx="2448272" cy="0"/>
            </a:xfrm>
            <a:prstGeom prst="line">
              <a:avLst/>
            </a:prstGeom>
            <a:ln w="152400" cap="rnd">
              <a:solidFill>
                <a:schemeClr val="tx1">
                  <a:lumMod val="20000"/>
                  <a:lumOff val="8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490EDE5E-14B0-4B67-94F5-8B5EE4FD42D3}"/>
                </a:ext>
              </a:extLst>
            </p:cNvPr>
            <p:cNvCxnSpPr/>
            <p:nvPr/>
          </p:nvCxnSpPr>
          <p:spPr>
            <a:xfrm>
              <a:off x="3788618" y="3011066"/>
              <a:ext cx="2448272" cy="0"/>
            </a:xfrm>
            <a:prstGeom prst="line">
              <a:avLst/>
            </a:prstGeom>
            <a:ln w="152400" cap="rnd">
              <a:solidFill>
                <a:schemeClr val="tx1">
                  <a:lumMod val="20000"/>
                  <a:lumOff val="8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20BCFAC5-4286-499F-BE74-2DC00E864DE3}"/>
                </a:ext>
              </a:extLst>
            </p:cNvPr>
            <p:cNvCxnSpPr/>
            <p:nvPr/>
          </p:nvCxnSpPr>
          <p:spPr>
            <a:xfrm>
              <a:off x="6596930" y="3803154"/>
              <a:ext cx="2448272" cy="0"/>
            </a:xfrm>
            <a:prstGeom prst="line">
              <a:avLst/>
            </a:prstGeom>
            <a:ln w="152400" cap="rnd">
              <a:solidFill>
                <a:schemeClr val="tx1">
                  <a:lumMod val="20000"/>
                  <a:lumOff val="8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ïş1íḓè">
              <a:extLst>
                <a:ext uri="{FF2B5EF4-FFF2-40B4-BE49-F238E27FC236}">
                  <a16:creationId xmlns:a16="http://schemas.microsoft.com/office/drawing/2014/main" xmlns="" id="{F66A0385-66DC-43B6-9C6D-BE0A3A60F3D6}"/>
                </a:ext>
              </a:extLst>
            </p:cNvPr>
            <p:cNvGrpSpPr/>
            <p:nvPr/>
          </p:nvGrpSpPr>
          <p:grpSpPr>
            <a:xfrm>
              <a:off x="1876403" y="1925216"/>
              <a:ext cx="587520" cy="587524"/>
              <a:chOff x="5371847" y="2312243"/>
              <a:chExt cx="656438" cy="656442"/>
            </a:xfrm>
          </p:grpSpPr>
          <p:sp>
            <p:nvSpPr>
              <p:cNvPr id="32" name="íṡľiďé">
                <a:extLst>
                  <a:ext uri="{FF2B5EF4-FFF2-40B4-BE49-F238E27FC236}">
                    <a16:creationId xmlns:a16="http://schemas.microsoft.com/office/drawing/2014/main" xmlns="" id="{E26D036A-76BB-46AA-B750-EA81F84E27FD}"/>
                  </a:ext>
                </a:extLst>
              </p:cNvPr>
              <p:cNvSpPr/>
              <p:nvPr/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3" name="ïşlïḍé">
                <a:extLst>
                  <a:ext uri="{FF2B5EF4-FFF2-40B4-BE49-F238E27FC236}">
                    <a16:creationId xmlns:a16="http://schemas.microsoft.com/office/drawing/2014/main" xmlns="" id="{6E67CEED-0FEA-483A-82B3-F0B511D06FAE}"/>
                  </a:ext>
                </a:extLst>
              </p:cNvPr>
              <p:cNvSpPr/>
              <p:nvPr/>
            </p:nvSpPr>
            <p:spPr bwMode="auto">
              <a:xfrm>
                <a:off x="5532706" y="2519691"/>
                <a:ext cx="334720" cy="241545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grpSp>
          <p:nvGrpSpPr>
            <p:cNvPr id="26" name="í$ļïḍê">
              <a:extLst>
                <a:ext uri="{FF2B5EF4-FFF2-40B4-BE49-F238E27FC236}">
                  <a16:creationId xmlns:a16="http://schemas.microsoft.com/office/drawing/2014/main" xmlns="" id="{5ED06A69-1A4D-4684-BF22-622F97DCE01A}"/>
                </a:ext>
              </a:extLst>
            </p:cNvPr>
            <p:cNvGrpSpPr/>
            <p:nvPr/>
          </p:nvGrpSpPr>
          <p:grpSpPr>
            <a:xfrm>
              <a:off x="4718993" y="2717303"/>
              <a:ext cx="587520" cy="587524"/>
              <a:chOff x="5371847" y="2312243"/>
              <a:chExt cx="656438" cy="656442"/>
            </a:xfrm>
          </p:grpSpPr>
          <p:sp>
            <p:nvSpPr>
              <p:cNvPr id="30" name="ïṧḻîḍe">
                <a:extLst>
                  <a:ext uri="{FF2B5EF4-FFF2-40B4-BE49-F238E27FC236}">
                    <a16:creationId xmlns:a16="http://schemas.microsoft.com/office/drawing/2014/main" xmlns="" id="{7D2BDDA6-D8EC-4CD7-96CB-4727E300C2EC}"/>
                  </a:ext>
                </a:extLst>
              </p:cNvPr>
              <p:cNvSpPr/>
              <p:nvPr/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1" name="islîḑé">
                <a:extLst>
                  <a:ext uri="{FF2B5EF4-FFF2-40B4-BE49-F238E27FC236}">
                    <a16:creationId xmlns:a16="http://schemas.microsoft.com/office/drawing/2014/main" xmlns="" id="{F84F2CA9-5F30-459B-B987-F29C01C7B1A5}"/>
                  </a:ext>
                </a:extLst>
              </p:cNvPr>
              <p:cNvSpPr/>
              <p:nvPr/>
            </p:nvSpPr>
            <p:spPr bwMode="auto">
              <a:xfrm>
                <a:off x="5532706" y="2473323"/>
                <a:ext cx="334720" cy="334280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grpSp>
          <p:nvGrpSpPr>
            <p:cNvPr id="27" name="ïṡḷïḓê">
              <a:extLst>
                <a:ext uri="{FF2B5EF4-FFF2-40B4-BE49-F238E27FC236}">
                  <a16:creationId xmlns:a16="http://schemas.microsoft.com/office/drawing/2014/main" xmlns="" id="{501F0BF5-57B1-4A0F-8B99-3FD347B49CD2}"/>
                </a:ext>
              </a:extLst>
            </p:cNvPr>
            <p:cNvGrpSpPr/>
            <p:nvPr/>
          </p:nvGrpSpPr>
          <p:grpSpPr>
            <a:xfrm>
              <a:off x="7527306" y="3509391"/>
              <a:ext cx="587520" cy="587524"/>
              <a:chOff x="5371847" y="2312243"/>
              <a:chExt cx="656438" cy="656442"/>
            </a:xfrm>
          </p:grpSpPr>
          <p:sp>
            <p:nvSpPr>
              <p:cNvPr id="28" name="íṥḷíḋe">
                <a:extLst>
                  <a:ext uri="{FF2B5EF4-FFF2-40B4-BE49-F238E27FC236}">
                    <a16:creationId xmlns:a16="http://schemas.microsoft.com/office/drawing/2014/main" xmlns="" id="{51CB4174-C1E8-45F3-9A15-445CA93B83B8}"/>
                  </a:ext>
                </a:extLst>
              </p:cNvPr>
              <p:cNvSpPr/>
              <p:nvPr/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9" name="ïṣḻïḑê">
                <a:extLst>
                  <a:ext uri="{FF2B5EF4-FFF2-40B4-BE49-F238E27FC236}">
                    <a16:creationId xmlns:a16="http://schemas.microsoft.com/office/drawing/2014/main" xmlns="" id="{BBBC3C1B-0E1B-4502-BC9A-EEC331B74545}"/>
                  </a:ext>
                </a:extLst>
              </p:cNvPr>
              <p:cNvSpPr/>
              <p:nvPr/>
            </p:nvSpPr>
            <p:spPr bwMode="auto">
              <a:xfrm>
                <a:off x="5532706" y="2522858"/>
                <a:ext cx="334720" cy="235209"/>
              </a:xfrm>
              <a:custGeom>
                <a:avLst/>
                <a:gdLst>
                  <a:gd name="connsiteX0" fmla="*/ 450100 w 607639"/>
                  <a:gd name="connsiteY0" fmla="*/ 313203 h 426991"/>
                  <a:gd name="connsiteX1" fmla="*/ 450100 w 607639"/>
                  <a:gd name="connsiteY1" fmla="*/ 403167 h 426991"/>
                  <a:gd name="connsiteX2" fmla="*/ 585744 w 607639"/>
                  <a:gd name="connsiteY2" fmla="*/ 403167 h 426991"/>
                  <a:gd name="connsiteX3" fmla="*/ 586100 w 607639"/>
                  <a:gd name="connsiteY3" fmla="*/ 313203 h 426991"/>
                  <a:gd name="connsiteX4" fmla="*/ 530294 w 607639"/>
                  <a:gd name="connsiteY4" fmla="*/ 313203 h 426991"/>
                  <a:gd name="connsiteX5" fmla="*/ 530116 w 607639"/>
                  <a:gd name="connsiteY5" fmla="*/ 313203 h 426991"/>
                  <a:gd name="connsiteX6" fmla="*/ 529760 w 607639"/>
                  <a:gd name="connsiteY6" fmla="*/ 313203 h 426991"/>
                  <a:gd name="connsiteX7" fmla="*/ 450901 w 607639"/>
                  <a:gd name="connsiteY7" fmla="*/ 313203 h 426991"/>
                  <a:gd name="connsiteX8" fmla="*/ 236309 w 607639"/>
                  <a:gd name="connsiteY8" fmla="*/ 313203 h 426991"/>
                  <a:gd name="connsiteX9" fmla="*/ 236309 w 607639"/>
                  <a:gd name="connsiteY9" fmla="*/ 403167 h 426991"/>
                  <a:gd name="connsiteX10" fmla="*/ 371953 w 607639"/>
                  <a:gd name="connsiteY10" fmla="*/ 403167 h 426991"/>
                  <a:gd name="connsiteX11" fmla="*/ 372754 w 607639"/>
                  <a:gd name="connsiteY11" fmla="*/ 313203 h 426991"/>
                  <a:gd name="connsiteX12" fmla="*/ 237110 w 607639"/>
                  <a:gd name="connsiteY12" fmla="*/ 313203 h 426991"/>
                  <a:gd name="connsiteX13" fmla="*/ 22519 w 607639"/>
                  <a:gd name="connsiteY13" fmla="*/ 313203 h 426991"/>
                  <a:gd name="connsiteX14" fmla="*/ 22519 w 607639"/>
                  <a:gd name="connsiteY14" fmla="*/ 403167 h 426991"/>
                  <a:gd name="connsiteX15" fmla="*/ 158163 w 607639"/>
                  <a:gd name="connsiteY15" fmla="*/ 403167 h 426991"/>
                  <a:gd name="connsiteX16" fmla="*/ 158964 w 607639"/>
                  <a:gd name="connsiteY16" fmla="*/ 313203 h 426991"/>
                  <a:gd name="connsiteX17" fmla="*/ 91498 w 607639"/>
                  <a:gd name="connsiteY17" fmla="*/ 313203 h 426991"/>
                  <a:gd name="connsiteX18" fmla="*/ 91231 w 607639"/>
                  <a:gd name="connsiteY18" fmla="*/ 313203 h 426991"/>
                  <a:gd name="connsiteX19" fmla="*/ 90964 w 607639"/>
                  <a:gd name="connsiteY19" fmla="*/ 313203 h 426991"/>
                  <a:gd name="connsiteX20" fmla="*/ 23320 w 607639"/>
                  <a:gd name="connsiteY20" fmla="*/ 313203 h 426991"/>
                  <a:gd name="connsiteX21" fmla="*/ 91409 w 607639"/>
                  <a:gd name="connsiteY21" fmla="*/ 224751 h 426991"/>
                  <a:gd name="connsiteX22" fmla="*/ 530294 w 607639"/>
                  <a:gd name="connsiteY22" fmla="*/ 224751 h 426991"/>
                  <a:gd name="connsiteX23" fmla="*/ 540084 w 607639"/>
                  <a:gd name="connsiteY23" fmla="*/ 234530 h 426991"/>
                  <a:gd name="connsiteX24" fmla="*/ 540084 w 607639"/>
                  <a:gd name="connsiteY24" fmla="*/ 292135 h 426991"/>
                  <a:gd name="connsiteX25" fmla="*/ 586456 w 607639"/>
                  <a:gd name="connsiteY25" fmla="*/ 292135 h 426991"/>
                  <a:gd name="connsiteX26" fmla="*/ 607639 w 607639"/>
                  <a:gd name="connsiteY26" fmla="*/ 313203 h 426991"/>
                  <a:gd name="connsiteX27" fmla="*/ 607639 w 607639"/>
                  <a:gd name="connsiteY27" fmla="*/ 403167 h 426991"/>
                  <a:gd name="connsiteX28" fmla="*/ 586456 w 607639"/>
                  <a:gd name="connsiteY28" fmla="*/ 426991 h 426991"/>
                  <a:gd name="connsiteX29" fmla="*/ 451524 w 607639"/>
                  <a:gd name="connsiteY29" fmla="*/ 426991 h 426991"/>
                  <a:gd name="connsiteX30" fmla="*/ 427582 w 607639"/>
                  <a:gd name="connsiteY30" fmla="*/ 403167 h 426991"/>
                  <a:gd name="connsiteX31" fmla="*/ 427582 w 607639"/>
                  <a:gd name="connsiteY31" fmla="*/ 313203 h 426991"/>
                  <a:gd name="connsiteX32" fmla="*/ 451524 w 607639"/>
                  <a:gd name="connsiteY32" fmla="*/ 292135 h 426991"/>
                  <a:gd name="connsiteX33" fmla="*/ 517566 w 607639"/>
                  <a:gd name="connsiteY33" fmla="*/ 292135 h 426991"/>
                  <a:gd name="connsiteX34" fmla="*/ 517566 w 607639"/>
                  <a:gd name="connsiteY34" fmla="*/ 247242 h 426991"/>
                  <a:gd name="connsiteX35" fmla="*/ 315079 w 607639"/>
                  <a:gd name="connsiteY35" fmla="*/ 247242 h 426991"/>
                  <a:gd name="connsiteX36" fmla="*/ 315079 w 607639"/>
                  <a:gd name="connsiteY36" fmla="*/ 292135 h 426991"/>
                  <a:gd name="connsiteX37" fmla="*/ 372665 w 607639"/>
                  <a:gd name="connsiteY37" fmla="*/ 292135 h 426991"/>
                  <a:gd name="connsiteX38" fmla="*/ 393849 w 607639"/>
                  <a:gd name="connsiteY38" fmla="*/ 313203 h 426991"/>
                  <a:gd name="connsiteX39" fmla="*/ 393849 w 607639"/>
                  <a:gd name="connsiteY39" fmla="*/ 403167 h 426991"/>
                  <a:gd name="connsiteX40" fmla="*/ 372665 w 607639"/>
                  <a:gd name="connsiteY40" fmla="*/ 426991 h 426991"/>
                  <a:gd name="connsiteX41" fmla="*/ 237733 w 607639"/>
                  <a:gd name="connsiteY41" fmla="*/ 426991 h 426991"/>
                  <a:gd name="connsiteX42" fmla="*/ 213791 w 607639"/>
                  <a:gd name="connsiteY42" fmla="*/ 403167 h 426991"/>
                  <a:gd name="connsiteX43" fmla="*/ 213791 w 607639"/>
                  <a:gd name="connsiteY43" fmla="*/ 313203 h 426991"/>
                  <a:gd name="connsiteX44" fmla="*/ 237733 w 607639"/>
                  <a:gd name="connsiteY44" fmla="*/ 292135 h 426991"/>
                  <a:gd name="connsiteX45" fmla="*/ 292561 w 607639"/>
                  <a:gd name="connsiteY45" fmla="*/ 292135 h 426991"/>
                  <a:gd name="connsiteX46" fmla="*/ 292561 w 607639"/>
                  <a:gd name="connsiteY46" fmla="*/ 247242 h 426991"/>
                  <a:gd name="connsiteX47" fmla="*/ 101288 w 607639"/>
                  <a:gd name="connsiteY47" fmla="*/ 247242 h 426991"/>
                  <a:gd name="connsiteX48" fmla="*/ 101288 w 607639"/>
                  <a:gd name="connsiteY48" fmla="*/ 292135 h 426991"/>
                  <a:gd name="connsiteX49" fmla="*/ 158875 w 607639"/>
                  <a:gd name="connsiteY49" fmla="*/ 292135 h 426991"/>
                  <a:gd name="connsiteX50" fmla="*/ 180058 w 607639"/>
                  <a:gd name="connsiteY50" fmla="*/ 313203 h 426991"/>
                  <a:gd name="connsiteX51" fmla="*/ 180058 w 607639"/>
                  <a:gd name="connsiteY51" fmla="*/ 403167 h 426991"/>
                  <a:gd name="connsiteX52" fmla="*/ 158875 w 607639"/>
                  <a:gd name="connsiteY52" fmla="*/ 426991 h 426991"/>
                  <a:gd name="connsiteX53" fmla="*/ 24032 w 607639"/>
                  <a:gd name="connsiteY53" fmla="*/ 426991 h 426991"/>
                  <a:gd name="connsiteX54" fmla="*/ 0 w 607639"/>
                  <a:gd name="connsiteY54" fmla="*/ 403167 h 426991"/>
                  <a:gd name="connsiteX55" fmla="*/ 0 w 607639"/>
                  <a:gd name="connsiteY55" fmla="*/ 313203 h 426991"/>
                  <a:gd name="connsiteX56" fmla="*/ 24032 w 607639"/>
                  <a:gd name="connsiteY56" fmla="*/ 292135 h 426991"/>
                  <a:gd name="connsiteX57" fmla="*/ 78770 w 607639"/>
                  <a:gd name="connsiteY57" fmla="*/ 292135 h 426991"/>
                  <a:gd name="connsiteX58" fmla="*/ 78770 w 607639"/>
                  <a:gd name="connsiteY58" fmla="*/ 234530 h 426991"/>
                  <a:gd name="connsiteX59" fmla="*/ 91409 w 607639"/>
                  <a:gd name="connsiteY59" fmla="*/ 224751 h 426991"/>
                  <a:gd name="connsiteX60" fmla="*/ 236326 w 607639"/>
                  <a:gd name="connsiteY60" fmla="*/ 21066 h 426991"/>
                  <a:gd name="connsiteX61" fmla="*/ 236326 w 607639"/>
                  <a:gd name="connsiteY61" fmla="*/ 111021 h 426991"/>
                  <a:gd name="connsiteX62" fmla="*/ 371758 w 607639"/>
                  <a:gd name="connsiteY62" fmla="*/ 111021 h 426991"/>
                  <a:gd name="connsiteX63" fmla="*/ 372380 w 607639"/>
                  <a:gd name="connsiteY63" fmla="*/ 21066 h 426991"/>
                  <a:gd name="connsiteX64" fmla="*/ 237127 w 607639"/>
                  <a:gd name="connsiteY64" fmla="*/ 21066 h 426991"/>
                  <a:gd name="connsiteX65" fmla="*/ 237750 w 607639"/>
                  <a:gd name="connsiteY65" fmla="*/ 0 h 426991"/>
                  <a:gd name="connsiteX66" fmla="*/ 372647 w 607639"/>
                  <a:gd name="connsiteY66" fmla="*/ 0 h 426991"/>
                  <a:gd name="connsiteX67" fmla="*/ 393825 w 607639"/>
                  <a:gd name="connsiteY67" fmla="*/ 21066 h 426991"/>
                  <a:gd name="connsiteX68" fmla="*/ 393825 w 607639"/>
                  <a:gd name="connsiteY68" fmla="*/ 111021 h 426991"/>
                  <a:gd name="connsiteX69" fmla="*/ 372647 w 607639"/>
                  <a:gd name="connsiteY69" fmla="*/ 134843 h 426991"/>
                  <a:gd name="connsiteX70" fmla="*/ 315076 w 607639"/>
                  <a:gd name="connsiteY70" fmla="*/ 134843 h 426991"/>
                  <a:gd name="connsiteX71" fmla="*/ 315076 w 607639"/>
                  <a:gd name="connsiteY71" fmla="*/ 191020 h 426991"/>
                  <a:gd name="connsiteX72" fmla="*/ 292563 w 607639"/>
                  <a:gd name="connsiteY72" fmla="*/ 191020 h 426991"/>
                  <a:gd name="connsiteX73" fmla="*/ 292563 w 607639"/>
                  <a:gd name="connsiteY73" fmla="*/ 134843 h 426991"/>
                  <a:gd name="connsiteX74" fmla="*/ 237750 w 607639"/>
                  <a:gd name="connsiteY74" fmla="*/ 134843 h 426991"/>
                  <a:gd name="connsiteX75" fmla="*/ 213813 w 607639"/>
                  <a:gd name="connsiteY75" fmla="*/ 111021 h 426991"/>
                  <a:gd name="connsiteX76" fmla="*/ 213813 w 607639"/>
                  <a:gd name="connsiteY76" fmla="*/ 21066 h 426991"/>
                  <a:gd name="connsiteX77" fmla="*/ 237750 w 607639"/>
                  <a:gd name="connsiteY77" fmla="*/ 0 h 426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639" h="426991">
                    <a:moveTo>
                      <a:pt x="450100" y="313203"/>
                    </a:moveTo>
                    <a:lnTo>
                      <a:pt x="450100" y="403167"/>
                    </a:lnTo>
                    <a:lnTo>
                      <a:pt x="585744" y="403167"/>
                    </a:lnTo>
                    <a:lnTo>
                      <a:pt x="586100" y="313203"/>
                    </a:lnTo>
                    <a:lnTo>
                      <a:pt x="530294" y="313203"/>
                    </a:lnTo>
                    <a:cubicBezTo>
                      <a:pt x="530294" y="313203"/>
                      <a:pt x="530116" y="313203"/>
                      <a:pt x="530116" y="313203"/>
                    </a:cubicBezTo>
                    <a:cubicBezTo>
                      <a:pt x="530027" y="313203"/>
                      <a:pt x="529849" y="313203"/>
                      <a:pt x="529760" y="313203"/>
                    </a:cubicBezTo>
                    <a:lnTo>
                      <a:pt x="450901" y="313203"/>
                    </a:lnTo>
                    <a:close/>
                    <a:moveTo>
                      <a:pt x="236309" y="313203"/>
                    </a:moveTo>
                    <a:lnTo>
                      <a:pt x="236309" y="403167"/>
                    </a:lnTo>
                    <a:lnTo>
                      <a:pt x="371953" y="403167"/>
                    </a:lnTo>
                    <a:lnTo>
                      <a:pt x="372754" y="313203"/>
                    </a:lnTo>
                    <a:lnTo>
                      <a:pt x="237110" y="313203"/>
                    </a:lnTo>
                    <a:close/>
                    <a:moveTo>
                      <a:pt x="22519" y="313203"/>
                    </a:moveTo>
                    <a:lnTo>
                      <a:pt x="22519" y="403167"/>
                    </a:lnTo>
                    <a:lnTo>
                      <a:pt x="158163" y="403167"/>
                    </a:lnTo>
                    <a:lnTo>
                      <a:pt x="158964" y="313203"/>
                    </a:lnTo>
                    <a:lnTo>
                      <a:pt x="91498" y="313203"/>
                    </a:lnTo>
                    <a:cubicBezTo>
                      <a:pt x="91409" y="313203"/>
                      <a:pt x="91320" y="313203"/>
                      <a:pt x="91231" y="313203"/>
                    </a:cubicBezTo>
                    <a:cubicBezTo>
                      <a:pt x="91231" y="313203"/>
                      <a:pt x="90964" y="313203"/>
                      <a:pt x="90964" y="313203"/>
                    </a:cubicBezTo>
                    <a:lnTo>
                      <a:pt x="23320" y="313203"/>
                    </a:lnTo>
                    <a:close/>
                    <a:moveTo>
                      <a:pt x="91409" y="224751"/>
                    </a:moveTo>
                    <a:lnTo>
                      <a:pt x="530294" y="224751"/>
                    </a:lnTo>
                    <a:cubicBezTo>
                      <a:pt x="536435" y="224751"/>
                      <a:pt x="540084" y="228396"/>
                      <a:pt x="540084" y="234530"/>
                    </a:cubicBezTo>
                    <a:lnTo>
                      <a:pt x="540084" y="292135"/>
                    </a:lnTo>
                    <a:lnTo>
                      <a:pt x="586456" y="292135"/>
                    </a:lnTo>
                    <a:cubicBezTo>
                      <a:pt x="598917" y="292135"/>
                      <a:pt x="607639" y="300847"/>
                      <a:pt x="607639" y="313203"/>
                    </a:cubicBezTo>
                    <a:lnTo>
                      <a:pt x="607639" y="403167"/>
                    </a:lnTo>
                    <a:cubicBezTo>
                      <a:pt x="607639" y="415524"/>
                      <a:pt x="598917" y="426991"/>
                      <a:pt x="586456" y="426991"/>
                    </a:cubicBezTo>
                    <a:lnTo>
                      <a:pt x="451524" y="426991"/>
                    </a:lnTo>
                    <a:cubicBezTo>
                      <a:pt x="439152" y="426991"/>
                      <a:pt x="427582" y="415524"/>
                      <a:pt x="427582" y="403167"/>
                    </a:cubicBezTo>
                    <a:lnTo>
                      <a:pt x="427582" y="313203"/>
                    </a:lnTo>
                    <a:cubicBezTo>
                      <a:pt x="427582" y="300847"/>
                      <a:pt x="439152" y="292135"/>
                      <a:pt x="451524" y="292135"/>
                    </a:cubicBezTo>
                    <a:lnTo>
                      <a:pt x="517566" y="292135"/>
                    </a:lnTo>
                    <a:lnTo>
                      <a:pt x="517566" y="247242"/>
                    </a:lnTo>
                    <a:lnTo>
                      <a:pt x="315079" y="247242"/>
                    </a:lnTo>
                    <a:lnTo>
                      <a:pt x="315079" y="292135"/>
                    </a:lnTo>
                    <a:lnTo>
                      <a:pt x="372665" y="292135"/>
                    </a:lnTo>
                    <a:cubicBezTo>
                      <a:pt x="385126" y="292135"/>
                      <a:pt x="393849" y="300847"/>
                      <a:pt x="393849" y="313203"/>
                    </a:cubicBezTo>
                    <a:lnTo>
                      <a:pt x="393849" y="403167"/>
                    </a:lnTo>
                    <a:cubicBezTo>
                      <a:pt x="393849" y="415524"/>
                      <a:pt x="385126" y="426991"/>
                      <a:pt x="372665" y="426991"/>
                    </a:cubicBezTo>
                    <a:lnTo>
                      <a:pt x="237733" y="426991"/>
                    </a:lnTo>
                    <a:cubicBezTo>
                      <a:pt x="225362" y="426991"/>
                      <a:pt x="213791" y="415524"/>
                      <a:pt x="213791" y="403167"/>
                    </a:cubicBezTo>
                    <a:lnTo>
                      <a:pt x="213791" y="313203"/>
                    </a:lnTo>
                    <a:cubicBezTo>
                      <a:pt x="213791" y="300847"/>
                      <a:pt x="225362" y="292135"/>
                      <a:pt x="237733" y="292135"/>
                    </a:cubicBezTo>
                    <a:lnTo>
                      <a:pt x="292561" y="292135"/>
                    </a:lnTo>
                    <a:lnTo>
                      <a:pt x="292561" y="247242"/>
                    </a:lnTo>
                    <a:lnTo>
                      <a:pt x="101288" y="247242"/>
                    </a:lnTo>
                    <a:lnTo>
                      <a:pt x="101288" y="292135"/>
                    </a:lnTo>
                    <a:lnTo>
                      <a:pt x="158875" y="292135"/>
                    </a:lnTo>
                    <a:cubicBezTo>
                      <a:pt x="171335" y="292135"/>
                      <a:pt x="180058" y="300847"/>
                      <a:pt x="180058" y="313203"/>
                    </a:cubicBezTo>
                    <a:lnTo>
                      <a:pt x="180058" y="403167"/>
                    </a:lnTo>
                    <a:cubicBezTo>
                      <a:pt x="180058" y="415524"/>
                      <a:pt x="171335" y="426991"/>
                      <a:pt x="158875" y="426991"/>
                    </a:cubicBezTo>
                    <a:lnTo>
                      <a:pt x="24032" y="426991"/>
                    </a:lnTo>
                    <a:cubicBezTo>
                      <a:pt x="11571" y="426991"/>
                      <a:pt x="0" y="415524"/>
                      <a:pt x="0" y="403167"/>
                    </a:cubicBezTo>
                    <a:lnTo>
                      <a:pt x="0" y="313203"/>
                    </a:lnTo>
                    <a:cubicBezTo>
                      <a:pt x="0" y="300847"/>
                      <a:pt x="11571" y="292135"/>
                      <a:pt x="24032" y="292135"/>
                    </a:cubicBezTo>
                    <a:lnTo>
                      <a:pt x="78770" y="292135"/>
                    </a:lnTo>
                    <a:lnTo>
                      <a:pt x="78770" y="234530"/>
                    </a:lnTo>
                    <a:cubicBezTo>
                      <a:pt x="78770" y="228396"/>
                      <a:pt x="85178" y="224751"/>
                      <a:pt x="91409" y="224751"/>
                    </a:cubicBezTo>
                    <a:close/>
                    <a:moveTo>
                      <a:pt x="236326" y="21066"/>
                    </a:moveTo>
                    <a:lnTo>
                      <a:pt x="236326" y="111021"/>
                    </a:lnTo>
                    <a:lnTo>
                      <a:pt x="371758" y="111021"/>
                    </a:lnTo>
                    <a:lnTo>
                      <a:pt x="372380" y="21066"/>
                    </a:lnTo>
                    <a:lnTo>
                      <a:pt x="237127" y="21066"/>
                    </a:lnTo>
                    <a:close/>
                    <a:moveTo>
                      <a:pt x="237750" y="0"/>
                    </a:moveTo>
                    <a:lnTo>
                      <a:pt x="372647" y="0"/>
                    </a:lnTo>
                    <a:cubicBezTo>
                      <a:pt x="385105" y="0"/>
                      <a:pt x="393825" y="8711"/>
                      <a:pt x="393825" y="21066"/>
                    </a:cubicBezTo>
                    <a:lnTo>
                      <a:pt x="393825" y="111021"/>
                    </a:lnTo>
                    <a:cubicBezTo>
                      <a:pt x="393825" y="123376"/>
                      <a:pt x="385105" y="134843"/>
                      <a:pt x="372647" y="134843"/>
                    </a:cubicBezTo>
                    <a:lnTo>
                      <a:pt x="315076" y="134843"/>
                    </a:lnTo>
                    <a:lnTo>
                      <a:pt x="315076" y="191020"/>
                    </a:lnTo>
                    <a:lnTo>
                      <a:pt x="292563" y="191020"/>
                    </a:lnTo>
                    <a:lnTo>
                      <a:pt x="292563" y="134843"/>
                    </a:lnTo>
                    <a:lnTo>
                      <a:pt x="237750" y="134843"/>
                    </a:lnTo>
                    <a:cubicBezTo>
                      <a:pt x="225381" y="134843"/>
                      <a:pt x="213813" y="123376"/>
                      <a:pt x="213813" y="111021"/>
                    </a:cubicBezTo>
                    <a:lnTo>
                      <a:pt x="213813" y="21066"/>
                    </a:lnTo>
                    <a:cubicBezTo>
                      <a:pt x="213813" y="8711"/>
                      <a:pt x="225381" y="0"/>
                      <a:pt x="2377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</p:grpSp>
      <p:grpSp>
        <p:nvGrpSpPr>
          <p:cNvPr id="34" name="ïšḷïdé">
            <a:extLst>
              <a:ext uri="{FF2B5EF4-FFF2-40B4-BE49-F238E27FC236}">
                <a16:creationId xmlns:a16="http://schemas.microsoft.com/office/drawing/2014/main" xmlns="" id="{7EC04712-6A2C-460A-A44E-709AF2D688F7}"/>
              </a:ext>
            </a:extLst>
          </p:cNvPr>
          <p:cNvGrpSpPr/>
          <p:nvPr/>
        </p:nvGrpSpPr>
        <p:grpSpPr>
          <a:xfrm>
            <a:off x="9345049" y="3462649"/>
            <a:ext cx="2108063" cy="970279"/>
            <a:chOff x="9038803" y="1443040"/>
            <a:chExt cx="2108063" cy="970279"/>
          </a:xfrm>
        </p:grpSpPr>
        <p:sp>
          <p:nvSpPr>
            <p:cNvPr id="35" name="îṩ1idê">
              <a:extLst>
                <a:ext uri="{FF2B5EF4-FFF2-40B4-BE49-F238E27FC236}">
                  <a16:creationId xmlns:a16="http://schemas.microsoft.com/office/drawing/2014/main" xmlns="" id="{798D85B3-33C1-49AF-A069-1DBBEEBA11CD}"/>
                </a:ext>
              </a:extLst>
            </p:cNvPr>
            <p:cNvSpPr/>
            <p:nvPr/>
          </p:nvSpPr>
          <p:spPr bwMode="auto">
            <a:xfrm>
              <a:off x="9038803" y="1855920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dirty="0"/>
                <a:t>通过复制您的文本后，在此框中选择粘贴。</a:t>
              </a:r>
            </a:p>
          </p:txBody>
        </p:sp>
        <p:sp>
          <p:nvSpPr>
            <p:cNvPr id="36" name="ï$liďé">
              <a:extLst>
                <a:ext uri="{FF2B5EF4-FFF2-40B4-BE49-F238E27FC236}">
                  <a16:creationId xmlns:a16="http://schemas.microsoft.com/office/drawing/2014/main" xmlns="" id="{FBC435D8-663D-44EA-856A-92F3644064D0}"/>
                </a:ext>
              </a:extLst>
            </p:cNvPr>
            <p:cNvSpPr txBox="1"/>
            <p:nvPr/>
          </p:nvSpPr>
          <p:spPr bwMode="auto">
            <a:xfrm>
              <a:off x="9038803" y="1443040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15006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3E14EB1-D9B0-4F6C-9F5E-ADD939A0E4B7}"/>
              </a:ext>
            </a:extLst>
          </p:cNvPr>
          <p:cNvGrpSpPr/>
          <p:nvPr/>
        </p:nvGrpSpPr>
        <p:grpSpPr>
          <a:xfrm>
            <a:off x="0" y="579803"/>
            <a:ext cx="3439886" cy="610368"/>
            <a:chOff x="0" y="579803"/>
            <a:chExt cx="3439886" cy="610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1FC58CAB-AAA0-4020-AC8B-3B223AE4392B}"/>
                </a:ext>
              </a:extLst>
            </p:cNvPr>
            <p:cNvSpPr/>
            <p:nvPr/>
          </p:nvSpPr>
          <p:spPr>
            <a:xfrm>
              <a:off x="0" y="579803"/>
              <a:ext cx="3439886" cy="6103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3D5FF9-93A5-427E-9722-6077EC9F512F}"/>
                </a:ext>
              </a:extLst>
            </p:cNvPr>
            <p:cNvSpPr txBox="1"/>
            <p:nvPr/>
          </p:nvSpPr>
          <p:spPr>
            <a:xfrm>
              <a:off x="1014048" y="652375"/>
              <a:ext cx="2396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此处输入标题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8AD30806-7DA5-4E12-8027-30C69C657380}"/>
              </a:ext>
            </a:extLst>
          </p:cNvPr>
          <p:cNvGrpSpPr/>
          <p:nvPr/>
        </p:nvGrpSpPr>
        <p:grpSpPr>
          <a:xfrm>
            <a:off x="660400" y="2331124"/>
            <a:ext cx="10858500" cy="2382605"/>
            <a:chOff x="660400" y="2331124"/>
            <a:chExt cx="10858500" cy="2382605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xmlns="" id="{C8B9C8EA-9265-4DEF-8E3A-68092A7AE261}"/>
                </a:ext>
              </a:extLst>
            </p:cNvPr>
            <p:cNvCxnSpPr/>
            <p:nvPr/>
          </p:nvCxnSpPr>
          <p:spPr>
            <a:xfrm flipV="1">
              <a:off x="660400" y="2534479"/>
              <a:ext cx="10858500" cy="2048256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íśḻíḓe">
              <a:extLst>
                <a:ext uri="{FF2B5EF4-FFF2-40B4-BE49-F238E27FC236}">
                  <a16:creationId xmlns:a16="http://schemas.microsoft.com/office/drawing/2014/main" xmlns="" id="{A5C09E06-17DA-4C6F-9F5D-2A797376BFFF}"/>
                </a:ext>
              </a:extLst>
            </p:cNvPr>
            <p:cNvSpPr/>
            <p:nvPr/>
          </p:nvSpPr>
          <p:spPr>
            <a:xfrm>
              <a:off x="1991726" y="3591329"/>
              <a:ext cx="1122400" cy="1122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3600">
                <a:solidFill>
                  <a:srgbClr val="757070"/>
                </a:solidFill>
              </a:endParaRPr>
            </a:p>
          </p:txBody>
        </p:sp>
        <p:sp>
          <p:nvSpPr>
            <p:cNvPr id="10" name="íṡļîḑe">
              <a:extLst>
                <a:ext uri="{FF2B5EF4-FFF2-40B4-BE49-F238E27FC236}">
                  <a16:creationId xmlns:a16="http://schemas.microsoft.com/office/drawing/2014/main" xmlns="" id="{4024F697-4E71-46D5-B782-94CBF2D16035}"/>
                </a:ext>
              </a:extLst>
            </p:cNvPr>
            <p:cNvSpPr/>
            <p:nvPr/>
          </p:nvSpPr>
          <p:spPr>
            <a:xfrm>
              <a:off x="2308158" y="3907846"/>
              <a:ext cx="489537" cy="489366"/>
            </a:xfrm>
            <a:custGeom>
              <a:avLst/>
              <a:gdLst>
                <a:gd name="connsiteX0" fmla="*/ 0 w 606933"/>
                <a:gd name="connsiteY0" fmla="*/ 362213 h 606722"/>
                <a:gd name="connsiteX1" fmla="*/ 88983 w 606933"/>
                <a:gd name="connsiteY1" fmla="*/ 362213 h 606722"/>
                <a:gd name="connsiteX2" fmla="*/ 88983 w 606933"/>
                <a:gd name="connsiteY2" fmla="*/ 364880 h 606722"/>
                <a:gd name="connsiteX3" fmla="*/ 88983 w 606933"/>
                <a:gd name="connsiteY3" fmla="*/ 398210 h 606722"/>
                <a:gd name="connsiteX4" fmla="*/ 88983 w 606933"/>
                <a:gd name="connsiteY4" fmla="*/ 560238 h 606722"/>
                <a:gd name="connsiteX5" fmla="*/ 88983 w 606933"/>
                <a:gd name="connsiteY5" fmla="*/ 570637 h 606722"/>
                <a:gd name="connsiteX6" fmla="*/ 88983 w 606933"/>
                <a:gd name="connsiteY6" fmla="*/ 606722 h 606722"/>
                <a:gd name="connsiteX7" fmla="*/ 0 w 606933"/>
                <a:gd name="connsiteY7" fmla="*/ 606722 h 606722"/>
                <a:gd name="connsiteX8" fmla="*/ 276890 w 606933"/>
                <a:gd name="connsiteY8" fmla="*/ 335751 h 606722"/>
                <a:gd name="connsiteX9" fmla="*/ 443069 w 606933"/>
                <a:gd name="connsiteY9" fmla="*/ 377345 h 606722"/>
                <a:gd name="connsiteX10" fmla="*/ 443069 w 606933"/>
                <a:gd name="connsiteY10" fmla="*/ 423559 h 606722"/>
                <a:gd name="connsiteX11" fmla="*/ 442802 w 606933"/>
                <a:gd name="connsiteY11" fmla="*/ 423648 h 606722"/>
                <a:gd name="connsiteX12" fmla="*/ 323976 w 606933"/>
                <a:gd name="connsiteY12" fmla="*/ 394764 h 606722"/>
                <a:gd name="connsiteX13" fmla="*/ 315342 w 606933"/>
                <a:gd name="connsiteY13" fmla="*/ 429781 h 606722"/>
                <a:gd name="connsiteX14" fmla="*/ 443336 w 606933"/>
                <a:gd name="connsiteY14" fmla="*/ 460887 h 606722"/>
                <a:gd name="connsiteX15" fmla="*/ 593493 w 606933"/>
                <a:gd name="connsiteY15" fmla="*/ 419649 h 606722"/>
                <a:gd name="connsiteX16" fmla="*/ 606933 w 606933"/>
                <a:gd name="connsiteY16" fmla="*/ 470663 h 606722"/>
                <a:gd name="connsiteX17" fmla="*/ 382810 w 606933"/>
                <a:gd name="connsiteY17" fmla="*/ 594021 h 606722"/>
                <a:gd name="connsiteX18" fmla="*/ 212804 w 606933"/>
                <a:gd name="connsiteY18" fmla="*/ 546384 h 606722"/>
                <a:gd name="connsiteX19" fmla="*/ 125042 w 606933"/>
                <a:gd name="connsiteY19" fmla="*/ 556249 h 606722"/>
                <a:gd name="connsiteX20" fmla="*/ 125042 w 606933"/>
                <a:gd name="connsiteY20" fmla="*/ 519900 h 606722"/>
                <a:gd name="connsiteX21" fmla="*/ 125042 w 606933"/>
                <a:gd name="connsiteY21" fmla="*/ 395742 h 606722"/>
                <a:gd name="connsiteX22" fmla="*/ 125042 w 606933"/>
                <a:gd name="connsiteY22" fmla="*/ 362236 h 606722"/>
                <a:gd name="connsiteX23" fmla="*/ 125042 w 606933"/>
                <a:gd name="connsiteY23" fmla="*/ 359303 h 606722"/>
                <a:gd name="connsiteX24" fmla="*/ 382041 w 606933"/>
                <a:gd name="connsiteY24" fmla="*/ 177119 h 606722"/>
                <a:gd name="connsiteX25" fmla="*/ 399471 w 606933"/>
                <a:gd name="connsiteY25" fmla="*/ 197750 h 606722"/>
                <a:gd name="connsiteX26" fmla="*/ 382041 w 606933"/>
                <a:gd name="connsiteY26" fmla="*/ 218470 h 606722"/>
                <a:gd name="connsiteX27" fmla="*/ 345841 w 606933"/>
                <a:gd name="connsiteY27" fmla="*/ 95828 h 606722"/>
                <a:gd name="connsiteX28" fmla="*/ 345841 w 606933"/>
                <a:gd name="connsiteY28" fmla="*/ 137109 h 606722"/>
                <a:gd name="connsiteX29" fmla="*/ 328341 w 606933"/>
                <a:gd name="connsiteY29" fmla="*/ 116513 h 606722"/>
                <a:gd name="connsiteX30" fmla="*/ 345841 w 606933"/>
                <a:gd name="connsiteY30" fmla="*/ 95828 h 606722"/>
                <a:gd name="connsiteX31" fmla="*/ 345877 w 606933"/>
                <a:gd name="connsiteY31" fmla="*/ 41411 h 606722"/>
                <a:gd name="connsiteX32" fmla="*/ 345877 w 606933"/>
                <a:gd name="connsiteY32" fmla="*/ 59184 h 606722"/>
                <a:gd name="connsiteX33" fmla="*/ 315978 w 606933"/>
                <a:gd name="connsiteY33" fmla="*/ 70115 h 606722"/>
                <a:gd name="connsiteX34" fmla="*/ 292308 w 606933"/>
                <a:gd name="connsiteY34" fmla="*/ 116502 h 606722"/>
                <a:gd name="connsiteX35" fmla="*/ 315978 w 606933"/>
                <a:gd name="connsiteY35" fmla="*/ 162890 h 606722"/>
                <a:gd name="connsiteX36" fmla="*/ 345877 w 606933"/>
                <a:gd name="connsiteY36" fmla="*/ 173820 h 606722"/>
                <a:gd name="connsiteX37" fmla="*/ 345877 w 606933"/>
                <a:gd name="connsiteY37" fmla="*/ 218431 h 606722"/>
                <a:gd name="connsiteX38" fmla="*/ 328347 w 606933"/>
                <a:gd name="connsiteY38" fmla="*/ 197725 h 606722"/>
                <a:gd name="connsiteX39" fmla="*/ 292308 w 606933"/>
                <a:gd name="connsiteY39" fmla="*/ 197725 h 606722"/>
                <a:gd name="connsiteX40" fmla="*/ 315978 w 606933"/>
                <a:gd name="connsiteY40" fmla="*/ 244113 h 606722"/>
                <a:gd name="connsiteX41" fmla="*/ 345877 w 606933"/>
                <a:gd name="connsiteY41" fmla="*/ 255043 h 606722"/>
                <a:gd name="connsiteX42" fmla="*/ 345877 w 606933"/>
                <a:gd name="connsiteY42" fmla="*/ 272816 h 606722"/>
                <a:gd name="connsiteX43" fmla="*/ 382004 w 606933"/>
                <a:gd name="connsiteY43" fmla="*/ 272816 h 606722"/>
                <a:gd name="connsiteX44" fmla="*/ 382004 w 606933"/>
                <a:gd name="connsiteY44" fmla="*/ 255043 h 606722"/>
                <a:gd name="connsiteX45" fmla="*/ 411814 w 606933"/>
                <a:gd name="connsiteY45" fmla="*/ 244113 h 606722"/>
                <a:gd name="connsiteX46" fmla="*/ 435573 w 606933"/>
                <a:gd name="connsiteY46" fmla="*/ 197725 h 606722"/>
                <a:gd name="connsiteX47" fmla="*/ 411814 w 606933"/>
                <a:gd name="connsiteY47" fmla="*/ 151338 h 606722"/>
                <a:gd name="connsiteX48" fmla="*/ 382004 w 606933"/>
                <a:gd name="connsiteY48" fmla="*/ 140407 h 606722"/>
                <a:gd name="connsiteX49" fmla="*/ 382004 w 606933"/>
                <a:gd name="connsiteY49" fmla="*/ 95797 h 606722"/>
                <a:gd name="connsiteX50" fmla="*/ 399446 w 606933"/>
                <a:gd name="connsiteY50" fmla="*/ 116502 h 606722"/>
                <a:gd name="connsiteX51" fmla="*/ 435573 w 606933"/>
                <a:gd name="connsiteY51" fmla="*/ 116502 h 606722"/>
                <a:gd name="connsiteX52" fmla="*/ 411814 w 606933"/>
                <a:gd name="connsiteY52" fmla="*/ 70115 h 606722"/>
                <a:gd name="connsiteX53" fmla="*/ 382004 w 606933"/>
                <a:gd name="connsiteY53" fmla="*/ 59184 h 606722"/>
                <a:gd name="connsiteX54" fmla="*/ 382004 w 606933"/>
                <a:gd name="connsiteY54" fmla="*/ 41411 h 606722"/>
                <a:gd name="connsiteX55" fmla="*/ 363941 w 606933"/>
                <a:gd name="connsiteY55" fmla="*/ 0 h 606722"/>
                <a:gd name="connsiteX56" fmla="*/ 521266 w 606933"/>
                <a:gd name="connsiteY56" fmla="*/ 157114 h 606722"/>
                <a:gd name="connsiteX57" fmla="*/ 363941 w 606933"/>
                <a:gd name="connsiteY57" fmla="*/ 314228 h 606722"/>
                <a:gd name="connsiteX58" fmla="*/ 206615 w 606933"/>
                <a:gd name="connsiteY58" fmla="*/ 157114 h 606722"/>
                <a:gd name="connsiteX59" fmla="*/ 363941 w 606933"/>
                <a:gd name="connsiteY59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606933" h="606722">
                  <a:moveTo>
                    <a:pt x="0" y="362213"/>
                  </a:moveTo>
                  <a:lnTo>
                    <a:pt x="88983" y="362213"/>
                  </a:lnTo>
                  <a:lnTo>
                    <a:pt x="88983" y="364880"/>
                  </a:lnTo>
                  <a:lnTo>
                    <a:pt x="88983" y="398210"/>
                  </a:lnTo>
                  <a:lnTo>
                    <a:pt x="88983" y="560238"/>
                  </a:lnTo>
                  <a:lnTo>
                    <a:pt x="88983" y="570637"/>
                  </a:lnTo>
                  <a:lnTo>
                    <a:pt x="88983" y="606722"/>
                  </a:lnTo>
                  <a:lnTo>
                    <a:pt x="0" y="606722"/>
                  </a:lnTo>
                  <a:close/>
                  <a:moveTo>
                    <a:pt x="276890" y="335751"/>
                  </a:moveTo>
                  <a:lnTo>
                    <a:pt x="443069" y="377345"/>
                  </a:lnTo>
                  <a:lnTo>
                    <a:pt x="443069" y="423559"/>
                  </a:lnTo>
                  <a:lnTo>
                    <a:pt x="442802" y="423648"/>
                  </a:lnTo>
                  <a:lnTo>
                    <a:pt x="323976" y="394764"/>
                  </a:lnTo>
                  <a:lnTo>
                    <a:pt x="315342" y="429781"/>
                  </a:lnTo>
                  <a:lnTo>
                    <a:pt x="443336" y="460887"/>
                  </a:lnTo>
                  <a:lnTo>
                    <a:pt x="593493" y="419649"/>
                  </a:lnTo>
                  <a:lnTo>
                    <a:pt x="606933" y="470663"/>
                  </a:lnTo>
                  <a:lnTo>
                    <a:pt x="382810" y="594021"/>
                  </a:lnTo>
                  <a:lnTo>
                    <a:pt x="212804" y="546384"/>
                  </a:lnTo>
                  <a:lnTo>
                    <a:pt x="125042" y="556249"/>
                  </a:lnTo>
                  <a:lnTo>
                    <a:pt x="125042" y="519900"/>
                  </a:lnTo>
                  <a:lnTo>
                    <a:pt x="125042" y="395742"/>
                  </a:lnTo>
                  <a:lnTo>
                    <a:pt x="125042" y="362236"/>
                  </a:lnTo>
                  <a:lnTo>
                    <a:pt x="125042" y="359303"/>
                  </a:lnTo>
                  <a:close/>
                  <a:moveTo>
                    <a:pt x="382041" y="177119"/>
                  </a:moveTo>
                  <a:cubicBezTo>
                    <a:pt x="399471" y="181654"/>
                    <a:pt x="399471" y="192859"/>
                    <a:pt x="399471" y="197750"/>
                  </a:cubicBezTo>
                  <a:cubicBezTo>
                    <a:pt x="399471" y="202641"/>
                    <a:pt x="399471" y="213934"/>
                    <a:pt x="382041" y="218470"/>
                  </a:cubicBezTo>
                  <a:close/>
                  <a:moveTo>
                    <a:pt x="345841" y="95828"/>
                  </a:moveTo>
                  <a:lnTo>
                    <a:pt x="345841" y="137109"/>
                  </a:lnTo>
                  <a:cubicBezTo>
                    <a:pt x="328341" y="132670"/>
                    <a:pt x="328341" y="121395"/>
                    <a:pt x="328341" y="116513"/>
                  </a:cubicBezTo>
                  <a:cubicBezTo>
                    <a:pt x="328341" y="111630"/>
                    <a:pt x="328341" y="100355"/>
                    <a:pt x="345841" y="95828"/>
                  </a:cubicBezTo>
                  <a:close/>
                  <a:moveTo>
                    <a:pt x="345877" y="41411"/>
                  </a:moveTo>
                  <a:lnTo>
                    <a:pt x="345877" y="59184"/>
                  </a:lnTo>
                  <a:cubicBezTo>
                    <a:pt x="334220" y="60961"/>
                    <a:pt x="324253" y="64605"/>
                    <a:pt x="315978" y="70115"/>
                  </a:cubicBezTo>
                  <a:cubicBezTo>
                    <a:pt x="300494" y="80423"/>
                    <a:pt x="292308" y="96508"/>
                    <a:pt x="292308" y="116502"/>
                  </a:cubicBezTo>
                  <a:cubicBezTo>
                    <a:pt x="292308" y="136497"/>
                    <a:pt x="300494" y="152582"/>
                    <a:pt x="315978" y="162890"/>
                  </a:cubicBezTo>
                  <a:cubicBezTo>
                    <a:pt x="324253" y="168400"/>
                    <a:pt x="334220" y="172043"/>
                    <a:pt x="345877" y="173820"/>
                  </a:cubicBezTo>
                  <a:lnTo>
                    <a:pt x="345877" y="218431"/>
                  </a:lnTo>
                  <a:cubicBezTo>
                    <a:pt x="328347" y="213899"/>
                    <a:pt x="328347" y="202613"/>
                    <a:pt x="328347" y="197725"/>
                  </a:cubicBezTo>
                  <a:lnTo>
                    <a:pt x="292308" y="197725"/>
                  </a:lnTo>
                  <a:cubicBezTo>
                    <a:pt x="292308" y="217720"/>
                    <a:pt x="300494" y="233805"/>
                    <a:pt x="315978" y="244113"/>
                  </a:cubicBezTo>
                  <a:cubicBezTo>
                    <a:pt x="324253" y="249623"/>
                    <a:pt x="334220" y="253266"/>
                    <a:pt x="345877" y="255043"/>
                  </a:cubicBezTo>
                  <a:lnTo>
                    <a:pt x="345877" y="272816"/>
                  </a:lnTo>
                  <a:lnTo>
                    <a:pt x="382004" y="272816"/>
                  </a:lnTo>
                  <a:lnTo>
                    <a:pt x="382004" y="255043"/>
                  </a:lnTo>
                  <a:cubicBezTo>
                    <a:pt x="393573" y="253266"/>
                    <a:pt x="403628" y="249623"/>
                    <a:pt x="411814" y="244113"/>
                  </a:cubicBezTo>
                  <a:cubicBezTo>
                    <a:pt x="427387" y="233805"/>
                    <a:pt x="435573" y="217720"/>
                    <a:pt x="435573" y="197725"/>
                  </a:cubicBezTo>
                  <a:cubicBezTo>
                    <a:pt x="435573" y="177731"/>
                    <a:pt x="427387" y="161735"/>
                    <a:pt x="411814" y="151338"/>
                  </a:cubicBezTo>
                  <a:cubicBezTo>
                    <a:pt x="403628" y="145917"/>
                    <a:pt x="393573" y="142273"/>
                    <a:pt x="382004" y="140407"/>
                  </a:cubicBezTo>
                  <a:lnTo>
                    <a:pt x="382004" y="95797"/>
                  </a:lnTo>
                  <a:cubicBezTo>
                    <a:pt x="399446" y="100329"/>
                    <a:pt x="399446" y="111615"/>
                    <a:pt x="399446" y="116502"/>
                  </a:cubicBezTo>
                  <a:lnTo>
                    <a:pt x="435573" y="116502"/>
                  </a:lnTo>
                  <a:cubicBezTo>
                    <a:pt x="435573" y="96508"/>
                    <a:pt x="427387" y="80423"/>
                    <a:pt x="411814" y="70115"/>
                  </a:cubicBezTo>
                  <a:cubicBezTo>
                    <a:pt x="403628" y="64605"/>
                    <a:pt x="393573" y="60961"/>
                    <a:pt x="382004" y="59184"/>
                  </a:cubicBezTo>
                  <a:lnTo>
                    <a:pt x="382004" y="41411"/>
                  </a:lnTo>
                  <a:close/>
                  <a:moveTo>
                    <a:pt x="363941" y="0"/>
                  </a:moveTo>
                  <a:cubicBezTo>
                    <a:pt x="450701" y="0"/>
                    <a:pt x="521266" y="70470"/>
                    <a:pt x="521266" y="157114"/>
                  </a:cubicBezTo>
                  <a:cubicBezTo>
                    <a:pt x="521266" y="243758"/>
                    <a:pt x="450701" y="314228"/>
                    <a:pt x="363941" y="314228"/>
                  </a:cubicBezTo>
                  <a:cubicBezTo>
                    <a:pt x="277180" y="314228"/>
                    <a:pt x="206615" y="243758"/>
                    <a:pt x="206615" y="157114"/>
                  </a:cubicBezTo>
                  <a:cubicBezTo>
                    <a:pt x="206615" y="70470"/>
                    <a:pt x="277180" y="0"/>
                    <a:pt x="363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 sz="2999">
                <a:solidFill>
                  <a:schemeClr val="dk1"/>
                </a:solidFill>
              </a:endParaRPr>
            </a:p>
          </p:txBody>
        </p:sp>
        <p:sp>
          <p:nvSpPr>
            <p:cNvPr id="11" name="îśḻíḑé">
              <a:extLst>
                <a:ext uri="{FF2B5EF4-FFF2-40B4-BE49-F238E27FC236}">
                  <a16:creationId xmlns:a16="http://schemas.microsoft.com/office/drawing/2014/main" xmlns="" id="{752EBB15-EB20-470C-8289-92B165E9F7B7}"/>
                </a:ext>
              </a:extLst>
            </p:cNvPr>
            <p:cNvSpPr/>
            <p:nvPr/>
          </p:nvSpPr>
          <p:spPr>
            <a:xfrm>
              <a:off x="4358939" y="3163527"/>
              <a:ext cx="1122400" cy="1122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3600">
                <a:solidFill>
                  <a:srgbClr val="757070"/>
                </a:solidFill>
              </a:endParaRPr>
            </a:p>
          </p:txBody>
        </p:sp>
        <p:sp>
          <p:nvSpPr>
            <p:cNvPr id="12" name="ïşļídè">
              <a:extLst>
                <a:ext uri="{FF2B5EF4-FFF2-40B4-BE49-F238E27FC236}">
                  <a16:creationId xmlns:a16="http://schemas.microsoft.com/office/drawing/2014/main" xmlns="" id="{87F7F1FB-BAC0-4A5D-A72C-21B1B49673CB}"/>
                </a:ext>
              </a:extLst>
            </p:cNvPr>
            <p:cNvSpPr/>
            <p:nvPr/>
          </p:nvSpPr>
          <p:spPr>
            <a:xfrm>
              <a:off x="4675371" y="3480329"/>
              <a:ext cx="489537" cy="488797"/>
            </a:xfrm>
            <a:custGeom>
              <a:avLst/>
              <a:gdLst>
                <a:gd name="connsiteX0" fmla="*/ 186482 w 607356"/>
                <a:gd name="connsiteY0" fmla="*/ 210567 h 606439"/>
                <a:gd name="connsiteX1" fmla="*/ 202880 w 607356"/>
                <a:gd name="connsiteY1" fmla="*/ 210567 h 606439"/>
                <a:gd name="connsiteX2" fmla="*/ 202880 w 607356"/>
                <a:gd name="connsiteY2" fmla="*/ 232708 h 606439"/>
                <a:gd name="connsiteX3" fmla="*/ 194529 w 607356"/>
                <a:gd name="connsiteY3" fmla="*/ 250754 h 606439"/>
                <a:gd name="connsiteX4" fmla="*/ 218671 w 607356"/>
                <a:gd name="connsiteY4" fmla="*/ 274715 h 606439"/>
                <a:gd name="connsiteX5" fmla="*/ 242661 w 607356"/>
                <a:gd name="connsiteY5" fmla="*/ 250754 h 606439"/>
                <a:gd name="connsiteX6" fmla="*/ 234462 w 607356"/>
                <a:gd name="connsiteY6" fmla="*/ 232708 h 606439"/>
                <a:gd name="connsiteX7" fmla="*/ 234462 w 607356"/>
                <a:gd name="connsiteY7" fmla="*/ 210567 h 606439"/>
                <a:gd name="connsiteX8" fmla="*/ 370353 w 607356"/>
                <a:gd name="connsiteY8" fmla="*/ 210567 h 606439"/>
                <a:gd name="connsiteX9" fmla="*/ 370353 w 607356"/>
                <a:gd name="connsiteY9" fmla="*/ 232708 h 606439"/>
                <a:gd name="connsiteX10" fmla="*/ 362003 w 607356"/>
                <a:gd name="connsiteY10" fmla="*/ 250754 h 606439"/>
                <a:gd name="connsiteX11" fmla="*/ 386144 w 607356"/>
                <a:gd name="connsiteY11" fmla="*/ 274715 h 606439"/>
                <a:gd name="connsiteX12" fmla="*/ 410134 w 607356"/>
                <a:gd name="connsiteY12" fmla="*/ 250754 h 606439"/>
                <a:gd name="connsiteX13" fmla="*/ 401935 w 607356"/>
                <a:gd name="connsiteY13" fmla="*/ 232708 h 606439"/>
                <a:gd name="connsiteX14" fmla="*/ 401935 w 607356"/>
                <a:gd name="connsiteY14" fmla="*/ 210567 h 606439"/>
                <a:gd name="connsiteX15" fmla="*/ 418181 w 607356"/>
                <a:gd name="connsiteY15" fmla="*/ 210567 h 606439"/>
                <a:gd name="connsiteX16" fmla="*/ 435035 w 607356"/>
                <a:gd name="connsiteY16" fmla="*/ 227400 h 606439"/>
                <a:gd name="connsiteX17" fmla="*/ 435035 w 607356"/>
                <a:gd name="connsiteY17" fmla="*/ 452144 h 606439"/>
                <a:gd name="connsiteX18" fmla="*/ 418181 w 607356"/>
                <a:gd name="connsiteY18" fmla="*/ 468977 h 606439"/>
                <a:gd name="connsiteX19" fmla="*/ 186482 w 607356"/>
                <a:gd name="connsiteY19" fmla="*/ 468977 h 606439"/>
                <a:gd name="connsiteX20" fmla="*/ 169780 w 607356"/>
                <a:gd name="connsiteY20" fmla="*/ 452144 h 606439"/>
                <a:gd name="connsiteX21" fmla="*/ 169780 w 607356"/>
                <a:gd name="connsiteY21" fmla="*/ 227400 h 606439"/>
                <a:gd name="connsiteX22" fmla="*/ 186482 w 607356"/>
                <a:gd name="connsiteY22" fmla="*/ 210567 h 606439"/>
                <a:gd name="connsiteX23" fmla="*/ 302297 w 607356"/>
                <a:gd name="connsiteY23" fmla="*/ 87642 h 606439"/>
                <a:gd name="connsiteX24" fmla="*/ 370327 w 607356"/>
                <a:gd name="connsiteY24" fmla="*/ 155579 h 606439"/>
                <a:gd name="connsiteX25" fmla="*/ 370327 w 607356"/>
                <a:gd name="connsiteY25" fmla="*/ 179236 h 606439"/>
                <a:gd name="connsiteX26" fmla="*/ 234418 w 607356"/>
                <a:gd name="connsiteY26" fmla="*/ 179236 h 606439"/>
                <a:gd name="connsiteX27" fmla="*/ 234418 w 607356"/>
                <a:gd name="connsiteY27" fmla="*/ 155579 h 606439"/>
                <a:gd name="connsiteX28" fmla="*/ 302297 w 607356"/>
                <a:gd name="connsiteY28" fmla="*/ 87642 h 606439"/>
                <a:gd name="connsiteX29" fmla="*/ 302311 w 607356"/>
                <a:gd name="connsiteY29" fmla="*/ 56247 h 606439"/>
                <a:gd name="connsiteX30" fmla="*/ 202857 w 607356"/>
                <a:gd name="connsiteY30" fmla="*/ 155552 h 606439"/>
                <a:gd name="connsiteX31" fmla="*/ 202857 w 607356"/>
                <a:gd name="connsiteY31" fmla="*/ 179203 h 606439"/>
                <a:gd name="connsiteX32" fmla="*/ 186458 w 607356"/>
                <a:gd name="connsiteY32" fmla="*/ 179203 h 606439"/>
                <a:gd name="connsiteX33" fmla="*/ 138173 w 607356"/>
                <a:gd name="connsiteY33" fmla="*/ 227415 h 606439"/>
                <a:gd name="connsiteX34" fmla="*/ 138173 w 607356"/>
                <a:gd name="connsiteY34" fmla="*/ 452100 h 606439"/>
                <a:gd name="connsiteX35" fmla="*/ 186458 w 607356"/>
                <a:gd name="connsiteY35" fmla="*/ 500312 h 606439"/>
                <a:gd name="connsiteX36" fmla="*/ 418165 w 607356"/>
                <a:gd name="connsiteY36" fmla="*/ 500312 h 606439"/>
                <a:gd name="connsiteX37" fmla="*/ 466601 w 607356"/>
                <a:gd name="connsiteY37" fmla="*/ 452100 h 606439"/>
                <a:gd name="connsiteX38" fmla="*/ 466601 w 607356"/>
                <a:gd name="connsiteY38" fmla="*/ 227415 h 606439"/>
                <a:gd name="connsiteX39" fmla="*/ 418165 w 607356"/>
                <a:gd name="connsiteY39" fmla="*/ 179203 h 606439"/>
                <a:gd name="connsiteX40" fmla="*/ 401918 w 607356"/>
                <a:gd name="connsiteY40" fmla="*/ 179203 h 606439"/>
                <a:gd name="connsiteX41" fmla="*/ 401918 w 607356"/>
                <a:gd name="connsiteY41" fmla="*/ 155552 h 606439"/>
                <a:gd name="connsiteX42" fmla="*/ 302311 w 607356"/>
                <a:gd name="connsiteY42" fmla="*/ 56247 h 606439"/>
                <a:gd name="connsiteX43" fmla="*/ 303678 w 607356"/>
                <a:gd name="connsiteY43" fmla="*/ 0 h 606439"/>
                <a:gd name="connsiteX44" fmla="*/ 607356 w 607356"/>
                <a:gd name="connsiteY44" fmla="*/ 303220 h 606439"/>
                <a:gd name="connsiteX45" fmla="*/ 303678 w 607356"/>
                <a:gd name="connsiteY45" fmla="*/ 606439 h 606439"/>
                <a:gd name="connsiteX46" fmla="*/ 0 w 607356"/>
                <a:gd name="connsiteY46" fmla="*/ 303220 h 606439"/>
                <a:gd name="connsiteX47" fmla="*/ 303678 w 607356"/>
                <a:gd name="connsiteY47" fmla="*/ 0 h 606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07356" h="606439">
                  <a:moveTo>
                    <a:pt x="186482" y="210567"/>
                  </a:moveTo>
                  <a:lnTo>
                    <a:pt x="202880" y="210567"/>
                  </a:lnTo>
                  <a:lnTo>
                    <a:pt x="202880" y="232708"/>
                  </a:lnTo>
                  <a:cubicBezTo>
                    <a:pt x="197869" y="237106"/>
                    <a:pt x="194529" y="243475"/>
                    <a:pt x="194529" y="250754"/>
                  </a:cubicBezTo>
                  <a:cubicBezTo>
                    <a:pt x="194529" y="263947"/>
                    <a:pt x="205309" y="274715"/>
                    <a:pt x="218671" y="274715"/>
                  </a:cubicBezTo>
                  <a:cubicBezTo>
                    <a:pt x="231880" y="274715"/>
                    <a:pt x="242661" y="263947"/>
                    <a:pt x="242661" y="250754"/>
                  </a:cubicBezTo>
                  <a:cubicBezTo>
                    <a:pt x="242661" y="243475"/>
                    <a:pt x="239472" y="237106"/>
                    <a:pt x="234462" y="232708"/>
                  </a:cubicBezTo>
                  <a:lnTo>
                    <a:pt x="234462" y="210567"/>
                  </a:lnTo>
                  <a:lnTo>
                    <a:pt x="370353" y="210567"/>
                  </a:lnTo>
                  <a:lnTo>
                    <a:pt x="370353" y="232708"/>
                  </a:lnTo>
                  <a:cubicBezTo>
                    <a:pt x="365343" y="237106"/>
                    <a:pt x="362003" y="243475"/>
                    <a:pt x="362003" y="250754"/>
                  </a:cubicBezTo>
                  <a:cubicBezTo>
                    <a:pt x="362003" y="263947"/>
                    <a:pt x="372783" y="274715"/>
                    <a:pt x="386144" y="274715"/>
                  </a:cubicBezTo>
                  <a:cubicBezTo>
                    <a:pt x="399354" y="274715"/>
                    <a:pt x="410134" y="263947"/>
                    <a:pt x="410134" y="250754"/>
                  </a:cubicBezTo>
                  <a:cubicBezTo>
                    <a:pt x="410134" y="243475"/>
                    <a:pt x="406946" y="237106"/>
                    <a:pt x="401935" y="232708"/>
                  </a:cubicBezTo>
                  <a:lnTo>
                    <a:pt x="401935" y="210567"/>
                  </a:lnTo>
                  <a:lnTo>
                    <a:pt x="418181" y="210567"/>
                  </a:lnTo>
                  <a:cubicBezTo>
                    <a:pt x="427443" y="210567"/>
                    <a:pt x="435035" y="218149"/>
                    <a:pt x="435035" y="227400"/>
                  </a:cubicBezTo>
                  <a:lnTo>
                    <a:pt x="435035" y="452144"/>
                  </a:lnTo>
                  <a:cubicBezTo>
                    <a:pt x="435035" y="461395"/>
                    <a:pt x="427443" y="468977"/>
                    <a:pt x="418181" y="468977"/>
                  </a:cubicBezTo>
                  <a:lnTo>
                    <a:pt x="186482" y="468977"/>
                  </a:lnTo>
                  <a:cubicBezTo>
                    <a:pt x="177220" y="468977"/>
                    <a:pt x="169780" y="461395"/>
                    <a:pt x="169780" y="452144"/>
                  </a:cubicBezTo>
                  <a:lnTo>
                    <a:pt x="169780" y="227400"/>
                  </a:lnTo>
                  <a:cubicBezTo>
                    <a:pt x="169780" y="218149"/>
                    <a:pt x="177220" y="210567"/>
                    <a:pt x="186482" y="210567"/>
                  </a:cubicBezTo>
                  <a:close/>
                  <a:moveTo>
                    <a:pt x="302297" y="87642"/>
                  </a:moveTo>
                  <a:cubicBezTo>
                    <a:pt x="339804" y="87642"/>
                    <a:pt x="370327" y="118123"/>
                    <a:pt x="370327" y="155579"/>
                  </a:cubicBezTo>
                  <a:lnTo>
                    <a:pt x="370327" y="179236"/>
                  </a:lnTo>
                  <a:lnTo>
                    <a:pt x="234418" y="179236"/>
                  </a:lnTo>
                  <a:lnTo>
                    <a:pt x="234418" y="155579"/>
                  </a:lnTo>
                  <a:cubicBezTo>
                    <a:pt x="234418" y="118123"/>
                    <a:pt x="264941" y="87642"/>
                    <a:pt x="302297" y="87642"/>
                  </a:cubicBezTo>
                  <a:close/>
                  <a:moveTo>
                    <a:pt x="302311" y="56247"/>
                  </a:moveTo>
                  <a:cubicBezTo>
                    <a:pt x="247498" y="56247"/>
                    <a:pt x="202857" y="100820"/>
                    <a:pt x="202857" y="155552"/>
                  </a:cubicBezTo>
                  <a:lnTo>
                    <a:pt x="202857" y="179203"/>
                  </a:lnTo>
                  <a:lnTo>
                    <a:pt x="186458" y="179203"/>
                  </a:lnTo>
                  <a:cubicBezTo>
                    <a:pt x="159886" y="179203"/>
                    <a:pt x="138173" y="200883"/>
                    <a:pt x="138173" y="227415"/>
                  </a:cubicBezTo>
                  <a:lnTo>
                    <a:pt x="138173" y="452100"/>
                  </a:lnTo>
                  <a:cubicBezTo>
                    <a:pt x="138173" y="478632"/>
                    <a:pt x="159886" y="500312"/>
                    <a:pt x="186458" y="500312"/>
                  </a:cubicBezTo>
                  <a:lnTo>
                    <a:pt x="418165" y="500312"/>
                  </a:lnTo>
                  <a:cubicBezTo>
                    <a:pt x="444888" y="500312"/>
                    <a:pt x="466601" y="478632"/>
                    <a:pt x="466601" y="452100"/>
                  </a:cubicBezTo>
                  <a:lnTo>
                    <a:pt x="466601" y="227415"/>
                  </a:lnTo>
                  <a:cubicBezTo>
                    <a:pt x="466601" y="200883"/>
                    <a:pt x="444888" y="179203"/>
                    <a:pt x="418165" y="179203"/>
                  </a:cubicBezTo>
                  <a:lnTo>
                    <a:pt x="401918" y="179203"/>
                  </a:lnTo>
                  <a:lnTo>
                    <a:pt x="401918" y="155552"/>
                  </a:lnTo>
                  <a:cubicBezTo>
                    <a:pt x="401918" y="100820"/>
                    <a:pt x="357277" y="56247"/>
                    <a:pt x="302311" y="56247"/>
                  </a:cubicBezTo>
                  <a:close/>
                  <a:moveTo>
                    <a:pt x="303678" y="0"/>
                  </a:moveTo>
                  <a:cubicBezTo>
                    <a:pt x="471460" y="0"/>
                    <a:pt x="607356" y="135691"/>
                    <a:pt x="607356" y="303220"/>
                  </a:cubicBezTo>
                  <a:cubicBezTo>
                    <a:pt x="607356" y="470748"/>
                    <a:pt x="471460" y="606439"/>
                    <a:pt x="303678" y="606439"/>
                  </a:cubicBezTo>
                  <a:cubicBezTo>
                    <a:pt x="135896" y="606439"/>
                    <a:pt x="0" y="470748"/>
                    <a:pt x="0" y="303220"/>
                  </a:cubicBezTo>
                  <a:cubicBezTo>
                    <a:pt x="0" y="135691"/>
                    <a:pt x="135896" y="0"/>
                    <a:pt x="3036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 sz="2999">
                <a:solidFill>
                  <a:schemeClr val="dk1"/>
                </a:solidFill>
              </a:endParaRPr>
            </a:p>
          </p:txBody>
        </p:sp>
        <p:sp>
          <p:nvSpPr>
            <p:cNvPr id="13" name="îşľïḑê">
              <a:extLst>
                <a:ext uri="{FF2B5EF4-FFF2-40B4-BE49-F238E27FC236}">
                  <a16:creationId xmlns:a16="http://schemas.microsoft.com/office/drawing/2014/main" xmlns="" id="{567C7D8F-09D9-46E5-A5B7-5568221BEDDA}"/>
                </a:ext>
              </a:extLst>
            </p:cNvPr>
            <p:cNvSpPr/>
            <p:nvPr/>
          </p:nvSpPr>
          <p:spPr>
            <a:xfrm>
              <a:off x="9093365" y="2331124"/>
              <a:ext cx="1122400" cy="112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3600">
                <a:solidFill>
                  <a:srgbClr val="757070"/>
                </a:solidFill>
              </a:endParaRPr>
            </a:p>
          </p:txBody>
        </p:sp>
        <p:sp>
          <p:nvSpPr>
            <p:cNvPr id="14" name="ïṧliḓê">
              <a:extLst>
                <a:ext uri="{FF2B5EF4-FFF2-40B4-BE49-F238E27FC236}">
                  <a16:creationId xmlns:a16="http://schemas.microsoft.com/office/drawing/2014/main" xmlns="" id="{5E4B4FB9-F431-482A-B415-DD61C580CE72}"/>
                </a:ext>
              </a:extLst>
            </p:cNvPr>
            <p:cNvSpPr/>
            <p:nvPr/>
          </p:nvSpPr>
          <p:spPr>
            <a:xfrm>
              <a:off x="9409797" y="2667659"/>
              <a:ext cx="489537" cy="449330"/>
            </a:xfrm>
            <a:custGeom>
              <a:avLst/>
              <a:gdLst>
                <a:gd name="connsiteX0" fmla="*/ 93434 w 608426"/>
                <a:gd name="connsiteY0" fmla="*/ 245427 h 558455"/>
                <a:gd name="connsiteX1" fmla="*/ 105418 w 608426"/>
                <a:gd name="connsiteY1" fmla="*/ 251565 h 558455"/>
                <a:gd name="connsiteX2" fmla="*/ 184086 w 608426"/>
                <a:gd name="connsiteY2" fmla="*/ 358669 h 558455"/>
                <a:gd name="connsiteX3" fmla="*/ 185315 w 608426"/>
                <a:gd name="connsiteY3" fmla="*/ 374167 h 558455"/>
                <a:gd name="connsiteX4" fmla="*/ 172101 w 608426"/>
                <a:gd name="connsiteY4" fmla="*/ 382300 h 558455"/>
                <a:gd name="connsiteX5" fmla="*/ 139835 w 608426"/>
                <a:gd name="connsiteY5" fmla="*/ 382300 h 558455"/>
                <a:gd name="connsiteX6" fmla="*/ 139835 w 608426"/>
                <a:gd name="connsiteY6" fmla="*/ 543571 h 558455"/>
                <a:gd name="connsiteX7" fmla="*/ 124931 w 608426"/>
                <a:gd name="connsiteY7" fmla="*/ 558455 h 558455"/>
                <a:gd name="connsiteX8" fmla="*/ 61936 w 608426"/>
                <a:gd name="connsiteY8" fmla="*/ 558455 h 558455"/>
                <a:gd name="connsiteX9" fmla="*/ 47186 w 608426"/>
                <a:gd name="connsiteY9" fmla="*/ 543571 h 558455"/>
                <a:gd name="connsiteX10" fmla="*/ 47186 w 608426"/>
                <a:gd name="connsiteY10" fmla="*/ 382300 h 558455"/>
                <a:gd name="connsiteX11" fmla="*/ 14766 w 608426"/>
                <a:gd name="connsiteY11" fmla="*/ 382300 h 558455"/>
                <a:gd name="connsiteX12" fmla="*/ 1552 w 608426"/>
                <a:gd name="connsiteY12" fmla="*/ 374167 h 558455"/>
                <a:gd name="connsiteX13" fmla="*/ 2935 w 608426"/>
                <a:gd name="connsiteY13" fmla="*/ 358669 h 558455"/>
                <a:gd name="connsiteX14" fmla="*/ 81603 w 608426"/>
                <a:gd name="connsiteY14" fmla="*/ 251565 h 558455"/>
                <a:gd name="connsiteX15" fmla="*/ 93434 w 608426"/>
                <a:gd name="connsiteY15" fmla="*/ 245427 h 558455"/>
                <a:gd name="connsiteX16" fmla="*/ 259204 w 608426"/>
                <a:gd name="connsiteY16" fmla="*/ 157855 h 558455"/>
                <a:gd name="connsiteX17" fmla="*/ 271035 w 608426"/>
                <a:gd name="connsiteY17" fmla="*/ 163839 h 558455"/>
                <a:gd name="connsiteX18" fmla="*/ 349703 w 608426"/>
                <a:gd name="connsiteY18" fmla="*/ 271085 h 558455"/>
                <a:gd name="connsiteX19" fmla="*/ 351086 w 608426"/>
                <a:gd name="connsiteY19" fmla="*/ 286581 h 558455"/>
                <a:gd name="connsiteX20" fmla="*/ 337872 w 608426"/>
                <a:gd name="connsiteY20" fmla="*/ 294559 h 558455"/>
                <a:gd name="connsiteX21" fmla="*/ 305452 w 608426"/>
                <a:gd name="connsiteY21" fmla="*/ 294559 h 558455"/>
                <a:gd name="connsiteX22" fmla="*/ 305452 w 608426"/>
                <a:gd name="connsiteY22" fmla="*/ 543572 h 558455"/>
                <a:gd name="connsiteX23" fmla="*/ 290702 w 608426"/>
                <a:gd name="connsiteY23" fmla="*/ 558455 h 558455"/>
                <a:gd name="connsiteX24" fmla="*/ 227707 w 608426"/>
                <a:gd name="connsiteY24" fmla="*/ 558455 h 558455"/>
                <a:gd name="connsiteX25" fmla="*/ 212803 w 608426"/>
                <a:gd name="connsiteY25" fmla="*/ 543572 h 558455"/>
                <a:gd name="connsiteX26" fmla="*/ 212803 w 608426"/>
                <a:gd name="connsiteY26" fmla="*/ 294559 h 558455"/>
                <a:gd name="connsiteX27" fmla="*/ 180537 w 608426"/>
                <a:gd name="connsiteY27" fmla="*/ 294559 h 558455"/>
                <a:gd name="connsiteX28" fmla="*/ 167323 w 608426"/>
                <a:gd name="connsiteY28" fmla="*/ 286581 h 558455"/>
                <a:gd name="connsiteX29" fmla="*/ 168552 w 608426"/>
                <a:gd name="connsiteY29" fmla="*/ 271085 h 558455"/>
                <a:gd name="connsiteX30" fmla="*/ 247220 w 608426"/>
                <a:gd name="connsiteY30" fmla="*/ 163839 h 558455"/>
                <a:gd name="connsiteX31" fmla="*/ 259204 w 608426"/>
                <a:gd name="connsiteY31" fmla="*/ 157855 h 558455"/>
                <a:gd name="connsiteX32" fmla="*/ 446012 w 608426"/>
                <a:gd name="connsiteY32" fmla="*/ 156011 h 558455"/>
                <a:gd name="connsiteX33" fmla="*/ 451390 w 608426"/>
                <a:gd name="connsiteY33" fmla="*/ 159693 h 558455"/>
                <a:gd name="connsiteX34" fmla="*/ 490572 w 608426"/>
                <a:gd name="connsiteY34" fmla="*/ 267094 h 558455"/>
                <a:gd name="connsiteX35" fmla="*/ 503787 w 608426"/>
                <a:gd name="connsiteY35" fmla="*/ 267094 h 558455"/>
                <a:gd name="connsiteX36" fmla="*/ 542969 w 608426"/>
                <a:gd name="connsiteY36" fmla="*/ 159693 h 558455"/>
                <a:gd name="connsiteX37" fmla="*/ 550191 w 608426"/>
                <a:gd name="connsiteY37" fmla="*/ 156165 h 558455"/>
                <a:gd name="connsiteX38" fmla="*/ 568783 w 608426"/>
                <a:gd name="connsiteY38" fmla="*/ 161841 h 558455"/>
                <a:gd name="connsiteX39" fmla="*/ 568937 w 608426"/>
                <a:gd name="connsiteY39" fmla="*/ 161995 h 558455"/>
                <a:gd name="connsiteX40" fmla="*/ 608426 w 608426"/>
                <a:gd name="connsiteY40" fmla="*/ 216462 h 558455"/>
                <a:gd name="connsiteX41" fmla="*/ 608426 w 608426"/>
                <a:gd name="connsiteY41" fmla="*/ 330306 h 558455"/>
                <a:gd name="connsiteX42" fmla="*/ 607504 w 608426"/>
                <a:gd name="connsiteY42" fmla="*/ 333375 h 558455"/>
                <a:gd name="connsiteX43" fmla="*/ 566632 w 608426"/>
                <a:gd name="connsiteY43" fmla="*/ 395514 h 558455"/>
                <a:gd name="connsiteX44" fmla="*/ 566632 w 608426"/>
                <a:gd name="connsiteY44" fmla="*/ 552625 h 558455"/>
                <a:gd name="connsiteX45" fmla="*/ 560793 w 608426"/>
                <a:gd name="connsiteY45" fmla="*/ 558455 h 558455"/>
                <a:gd name="connsiteX46" fmla="*/ 433566 w 608426"/>
                <a:gd name="connsiteY46" fmla="*/ 558455 h 558455"/>
                <a:gd name="connsiteX47" fmla="*/ 427727 w 608426"/>
                <a:gd name="connsiteY47" fmla="*/ 552625 h 558455"/>
                <a:gd name="connsiteX48" fmla="*/ 427727 w 608426"/>
                <a:gd name="connsiteY48" fmla="*/ 395514 h 558455"/>
                <a:gd name="connsiteX49" fmla="*/ 386855 w 608426"/>
                <a:gd name="connsiteY49" fmla="*/ 333375 h 558455"/>
                <a:gd name="connsiteX50" fmla="*/ 385933 w 608426"/>
                <a:gd name="connsiteY50" fmla="*/ 330306 h 558455"/>
                <a:gd name="connsiteX51" fmla="*/ 385933 w 608426"/>
                <a:gd name="connsiteY51" fmla="*/ 216769 h 558455"/>
                <a:gd name="connsiteX52" fmla="*/ 425730 w 608426"/>
                <a:gd name="connsiteY52" fmla="*/ 161841 h 558455"/>
                <a:gd name="connsiteX53" fmla="*/ 446012 w 608426"/>
                <a:gd name="connsiteY53" fmla="*/ 156011 h 558455"/>
                <a:gd name="connsiteX54" fmla="*/ 487387 w 608426"/>
                <a:gd name="connsiteY54" fmla="*/ 148470 h 558455"/>
                <a:gd name="connsiteX55" fmla="*/ 507184 w 608426"/>
                <a:gd name="connsiteY55" fmla="*/ 148470 h 558455"/>
                <a:gd name="connsiteX56" fmla="*/ 514244 w 608426"/>
                <a:gd name="connsiteY56" fmla="*/ 151386 h 558455"/>
                <a:gd name="connsiteX57" fmla="*/ 515472 w 608426"/>
                <a:gd name="connsiteY57" fmla="*/ 162281 h 558455"/>
                <a:gd name="connsiteX58" fmla="*/ 504882 w 608426"/>
                <a:gd name="connsiteY58" fmla="*/ 178239 h 558455"/>
                <a:gd name="connsiteX59" fmla="*/ 509793 w 608426"/>
                <a:gd name="connsiteY59" fmla="*/ 220131 h 558455"/>
                <a:gd name="connsiteX60" fmla="*/ 499971 w 608426"/>
                <a:gd name="connsiteY60" fmla="*/ 246064 h 558455"/>
                <a:gd name="connsiteX61" fmla="*/ 494446 w 608426"/>
                <a:gd name="connsiteY61" fmla="*/ 246064 h 558455"/>
                <a:gd name="connsiteX62" fmla="*/ 484624 w 608426"/>
                <a:gd name="connsiteY62" fmla="*/ 220131 h 558455"/>
                <a:gd name="connsiteX63" fmla="*/ 489689 w 608426"/>
                <a:gd name="connsiteY63" fmla="*/ 178239 h 558455"/>
                <a:gd name="connsiteX64" fmla="*/ 478946 w 608426"/>
                <a:gd name="connsiteY64" fmla="*/ 162281 h 558455"/>
                <a:gd name="connsiteX65" fmla="*/ 480173 w 608426"/>
                <a:gd name="connsiteY65" fmla="*/ 151386 h 558455"/>
                <a:gd name="connsiteX66" fmla="*/ 487387 w 608426"/>
                <a:gd name="connsiteY66" fmla="*/ 148470 h 558455"/>
                <a:gd name="connsiteX67" fmla="*/ 497215 w 608426"/>
                <a:gd name="connsiteY67" fmla="*/ 0 h 558455"/>
                <a:gd name="connsiteX68" fmla="*/ 562488 w 608426"/>
                <a:gd name="connsiteY68" fmla="*/ 65203 h 558455"/>
                <a:gd name="connsiteX69" fmla="*/ 497215 w 608426"/>
                <a:gd name="connsiteY69" fmla="*/ 130406 h 558455"/>
                <a:gd name="connsiteX70" fmla="*/ 431942 w 608426"/>
                <a:gd name="connsiteY70" fmla="*/ 65203 h 558455"/>
                <a:gd name="connsiteX71" fmla="*/ 497215 w 608426"/>
                <a:gd name="connsiteY71" fmla="*/ 0 h 55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608426" h="558455">
                  <a:moveTo>
                    <a:pt x="93434" y="245427"/>
                  </a:moveTo>
                  <a:cubicBezTo>
                    <a:pt x="98197" y="245427"/>
                    <a:pt x="102653" y="247729"/>
                    <a:pt x="105418" y="251565"/>
                  </a:cubicBezTo>
                  <a:lnTo>
                    <a:pt x="184086" y="358669"/>
                  </a:lnTo>
                  <a:cubicBezTo>
                    <a:pt x="187312" y="363273"/>
                    <a:pt x="187927" y="369257"/>
                    <a:pt x="185315" y="374167"/>
                  </a:cubicBezTo>
                  <a:cubicBezTo>
                    <a:pt x="182857" y="379078"/>
                    <a:pt x="177786" y="382300"/>
                    <a:pt x="172101" y="382300"/>
                  </a:cubicBezTo>
                  <a:lnTo>
                    <a:pt x="139835" y="382300"/>
                  </a:lnTo>
                  <a:lnTo>
                    <a:pt x="139835" y="543571"/>
                  </a:lnTo>
                  <a:cubicBezTo>
                    <a:pt x="139835" y="551703"/>
                    <a:pt x="133228" y="558455"/>
                    <a:pt x="124931" y="558455"/>
                  </a:cubicBezTo>
                  <a:lnTo>
                    <a:pt x="61936" y="558455"/>
                  </a:lnTo>
                  <a:cubicBezTo>
                    <a:pt x="53793" y="558455"/>
                    <a:pt x="47186" y="551703"/>
                    <a:pt x="47186" y="543571"/>
                  </a:cubicBezTo>
                  <a:lnTo>
                    <a:pt x="47186" y="382300"/>
                  </a:lnTo>
                  <a:lnTo>
                    <a:pt x="14766" y="382300"/>
                  </a:lnTo>
                  <a:cubicBezTo>
                    <a:pt x="9235" y="382300"/>
                    <a:pt x="4164" y="379078"/>
                    <a:pt x="1552" y="374167"/>
                  </a:cubicBezTo>
                  <a:cubicBezTo>
                    <a:pt x="-906" y="369257"/>
                    <a:pt x="-445" y="363273"/>
                    <a:pt x="2935" y="358669"/>
                  </a:cubicBezTo>
                  <a:lnTo>
                    <a:pt x="81603" y="251565"/>
                  </a:lnTo>
                  <a:cubicBezTo>
                    <a:pt x="84368" y="247729"/>
                    <a:pt x="88824" y="245427"/>
                    <a:pt x="93434" y="245427"/>
                  </a:cubicBezTo>
                  <a:close/>
                  <a:moveTo>
                    <a:pt x="259204" y="157855"/>
                  </a:moveTo>
                  <a:cubicBezTo>
                    <a:pt x="263814" y="157855"/>
                    <a:pt x="268270" y="160156"/>
                    <a:pt x="271035" y="163839"/>
                  </a:cubicBezTo>
                  <a:lnTo>
                    <a:pt x="349703" y="271085"/>
                  </a:lnTo>
                  <a:cubicBezTo>
                    <a:pt x="353083" y="275534"/>
                    <a:pt x="353544" y="281518"/>
                    <a:pt x="351086" y="286581"/>
                  </a:cubicBezTo>
                  <a:cubicBezTo>
                    <a:pt x="348474" y="291491"/>
                    <a:pt x="343403" y="294559"/>
                    <a:pt x="337872" y="294559"/>
                  </a:cubicBezTo>
                  <a:lnTo>
                    <a:pt x="305452" y="294559"/>
                  </a:lnTo>
                  <a:lnTo>
                    <a:pt x="305452" y="543572"/>
                  </a:lnTo>
                  <a:cubicBezTo>
                    <a:pt x="305452" y="551704"/>
                    <a:pt x="298845" y="558455"/>
                    <a:pt x="290702" y="558455"/>
                  </a:cubicBezTo>
                  <a:lnTo>
                    <a:pt x="227707" y="558455"/>
                  </a:lnTo>
                  <a:cubicBezTo>
                    <a:pt x="219410" y="558455"/>
                    <a:pt x="212803" y="551704"/>
                    <a:pt x="212803" y="543572"/>
                  </a:cubicBezTo>
                  <a:lnTo>
                    <a:pt x="212803" y="294559"/>
                  </a:lnTo>
                  <a:lnTo>
                    <a:pt x="180537" y="294559"/>
                  </a:lnTo>
                  <a:cubicBezTo>
                    <a:pt x="174852" y="294559"/>
                    <a:pt x="169781" y="291491"/>
                    <a:pt x="167323" y="286581"/>
                  </a:cubicBezTo>
                  <a:cubicBezTo>
                    <a:pt x="164711" y="281518"/>
                    <a:pt x="165326" y="275534"/>
                    <a:pt x="168552" y="271085"/>
                  </a:cubicBezTo>
                  <a:lnTo>
                    <a:pt x="247220" y="163839"/>
                  </a:lnTo>
                  <a:cubicBezTo>
                    <a:pt x="249985" y="160156"/>
                    <a:pt x="254441" y="157855"/>
                    <a:pt x="259204" y="157855"/>
                  </a:cubicBezTo>
                  <a:close/>
                  <a:moveTo>
                    <a:pt x="446012" y="156011"/>
                  </a:moveTo>
                  <a:cubicBezTo>
                    <a:pt x="448317" y="156011"/>
                    <a:pt x="450468" y="157392"/>
                    <a:pt x="451390" y="159693"/>
                  </a:cubicBezTo>
                  <a:lnTo>
                    <a:pt x="490572" y="267094"/>
                  </a:lnTo>
                  <a:cubicBezTo>
                    <a:pt x="492877" y="273231"/>
                    <a:pt x="501636" y="273231"/>
                    <a:pt x="503787" y="267094"/>
                  </a:cubicBezTo>
                  <a:lnTo>
                    <a:pt x="542969" y="159693"/>
                  </a:lnTo>
                  <a:cubicBezTo>
                    <a:pt x="544044" y="156778"/>
                    <a:pt x="547271" y="155244"/>
                    <a:pt x="550191" y="156165"/>
                  </a:cubicBezTo>
                  <a:lnTo>
                    <a:pt x="568783" y="161841"/>
                  </a:lnTo>
                  <a:lnTo>
                    <a:pt x="568937" y="161995"/>
                  </a:lnTo>
                  <a:cubicBezTo>
                    <a:pt x="592446" y="169666"/>
                    <a:pt x="608426" y="191607"/>
                    <a:pt x="608426" y="216462"/>
                  </a:cubicBezTo>
                  <a:lnTo>
                    <a:pt x="608426" y="330306"/>
                  </a:lnTo>
                  <a:cubicBezTo>
                    <a:pt x="608426" y="331380"/>
                    <a:pt x="608119" y="332454"/>
                    <a:pt x="607504" y="333375"/>
                  </a:cubicBezTo>
                  <a:lnTo>
                    <a:pt x="566632" y="395514"/>
                  </a:lnTo>
                  <a:lnTo>
                    <a:pt x="566632" y="552625"/>
                  </a:lnTo>
                  <a:cubicBezTo>
                    <a:pt x="566632" y="555847"/>
                    <a:pt x="564020" y="558455"/>
                    <a:pt x="560793" y="558455"/>
                  </a:cubicBezTo>
                  <a:lnTo>
                    <a:pt x="433566" y="558455"/>
                  </a:lnTo>
                  <a:cubicBezTo>
                    <a:pt x="430339" y="558455"/>
                    <a:pt x="427727" y="555847"/>
                    <a:pt x="427727" y="552625"/>
                  </a:cubicBezTo>
                  <a:lnTo>
                    <a:pt x="427727" y="395514"/>
                  </a:lnTo>
                  <a:lnTo>
                    <a:pt x="386855" y="333375"/>
                  </a:lnTo>
                  <a:cubicBezTo>
                    <a:pt x="386240" y="332454"/>
                    <a:pt x="385933" y="331380"/>
                    <a:pt x="385933" y="330306"/>
                  </a:cubicBezTo>
                  <a:lnTo>
                    <a:pt x="385933" y="216769"/>
                  </a:lnTo>
                  <a:cubicBezTo>
                    <a:pt x="385933" y="191760"/>
                    <a:pt x="401913" y="169820"/>
                    <a:pt x="425730" y="161841"/>
                  </a:cubicBezTo>
                  <a:cubicBezTo>
                    <a:pt x="425730" y="161841"/>
                    <a:pt x="445398" y="156011"/>
                    <a:pt x="446012" y="156011"/>
                  </a:cubicBezTo>
                  <a:close/>
                  <a:moveTo>
                    <a:pt x="487387" y="148470"/>
                  </a:moveTo>
                  <a:lnTo>
                    <a:pt x="507184" y="148470"/>
                  </a:lnTo>
                  <a:cubicBezTo>
                    <a:pt x="509793" y="148470"/>
                    <a:pt x="512402" y="149544"/>
                    <a:pt x="514244" y="151386"/>
                  </a:cubicBezTo>
                  <a:cubicBezTo>
                    <a:pt x="517007" y="154455"/>
                    <a:pt x="517467" y="158905"/>
                    <a:pt x="515472" y="162281"/>
                  </a:cubicBezTo>
                  <a:lnTo>
                    <a:pt x="504882" y="178239"/>
                  </a:lnTo>
                  <a:lnTo>
                    <a:pt x="509793" y="220131"/>
                  </a:lnTo>
                  <a:lnTo>
                    <a:pt x="499971" y="246064"/>
                  </a:lnTo>
                  <a:cubicBezTo>
                    <a:pt x="499050" y="248673"/>
                    <a:pt x="495367" y="248673"/>
                    <a:pt x="494446" y="246064"/>
                  </a:cubicBezTo>
                  <a:lnTo>
                    <a:pt x="484624" y="220131"/>
                  </a:lnTo>
                  <a:lnTo>
                    <a:pt x="489689" y="178239"/>
                  </a:lnTo>
                  <a:lnTo>
                    <a:pt x="478946" y="162281"/>
                  </a:lnTo>
                  <a:cubicBezTo>
                    <a:pt x="477104" y="158905"/>
                    <a:pt x="477411" y="154455"/>
                    <a:pt x="480173" y="151386"/>
                  </a:cubicBezTo>
                  <a:cubicBezTo>
                    <a:pt x="482015" y="149544"/>
                    <a:pt x="484624" y="148470"/>
                    <a:pt x="487387" y="148470"/>
                  </a:cubicBezTo>
                  <a:close/>
                  <a:moveTo>
                    <a:pt x="497215" y="0"/>
                  </a:moveTo>
                  <a:cubicBezTo>
                    <a:pt x="533264" y="0"/>
                    <a:pt x="562488" y="29192"/>
                    <a:pt x="562488" y="65203"/>
                  </a:cubicBezTo>
                  <a:cubicBezTo>
                    <a:pt x="562488" y="101214"/>
                    <a:pt x="533264" y="130406"/>
                    <a:pt x="497215" y="130406"/>
                  </a:cubicBezTo>
                  <a:cubicBezTo>
                    <a:pt x="461166" y="130406"/>
                    <a:pt x="431942" y="101214"/>
                    <a:pt x="431942" y="65203"/>
                  </a:cubicBezTo>
                  <a:cubicBezTo>
                    <a:pt x="431942" y="29192"/>
                    <a:pt x="461166" y="0"/>
                    <a:pt x="4972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 sz="2999">
                <a:solidFill>
                  <a:schemeClr val="dk1"/>
                </a:solidFill>
              </a:endParaRPr>
            </a:p>
          </p:txBody>
        </p:sp>
        <p:sp>
          <p:nvSpPr>
            <p:cNvPr id="15" name="î$1ïḋê">
              <a:extLst>
                <a:ext uri="{FF2B5EF4-FFF2-40B4-BE49-F238E27FC236}">
                  <a16:creationId xmlns:a16="http://schemas.microsoft.com/office/drawing/2014/main" xmlns="" id="{FD3053D7-342F-4450-AD81-28D60D00BB4B}"/>
                </a:ext>
              </a:extLst>
            </p:cNvPr>
            <p:cNvSpPr/>
            <p:nvPr/>
          </p:nvSpPr>
          <p:spPr>
            <a:xfrm>
              <a:off x="6726152" y="2739093"/>
              <a:ext cx="1122400" cy="1122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3600">
                <a:solidFill>
                  <a:srgbClr val="757070"/>
                </a:solidFill>
              </a:endParaRPr>
            </a:p>
          </p:txBody>
        </p:sp>
        <p:sp>
          <p:nvSpPr>
            <p:cNvPr id="16" name="íṥľîḑé">
              <a:extLst>
                <a:ext uri="{FF2B5EF4-FFF2-40B4-BE49-F238E27FC236}">
                  <a16:creationId xmlns:a16="http://schemas.microsoft.com/office/drawing/2014/main" xmlns="" id="{E96B9BBA-C0C8-4D5D-9D9D-C3D0FD598E9A}"/>
                </a:ext>
              </a:extLst>
            </p:cNvPr>
            <p:cNvSpPr/>
            <p:nvPr/>
          </p:nvSpPr>
          <p:spPr>
            <a:xfrm>
              <a:off x="7068289" y="3073829"/>
              <a:ext cx="438126" cy="452928"/>
            </a:xfrm>
            <a:custGeom>
              <a:avLst/>
              <a:gdLst>
                <a:gd name="connsiteX0" fmla="*/ 461639 w 580612"/>
                <a:gd name="connsiteY0" fmla="*/ 352545 h 600230"/>
                <a:gd name="connsiteX1" fmla="*/ 580612 w 580612"/>
                <a:gd name="connsiteY1" fmla="*/ 352545 h 600230"/>
                <a:gd name="connsiteX2" fmla="*/ 580612 w 580612"/>
                <a:gd name="connsiteY2" fmla="*/ 430802 h 600230"/>
                <a:gd name="connsiteX3" fmla="*/ 461639 w 580612"/>
                <a:gd name="connsiteY3" fmla="*/ 430802 h 600230"/>
                <a:gd name="connsiteX4" fmla="*/ 475840 w 580612"/>
                <a:gd name="connsiteY4" fmla="*/ 133995 h 600230"/>
                <a:gd name="connsiteX5" fmla="*/ 315645 w 580612"/>
                <a:gd name="connsiteY5" fmla="*/ 183272 h 600230"/>
                <a:gd name="connsiteX6" fmla="*/ 491024 w 580612"/>
                <a:gd name="connsiteY6" fmla="*/ 183272 h 600230"/>
                <a:gd name="connsiteX7" fmla="*/ 454012 w 580612"/>
                <a:gd name="connsiteY7" fmla="*/ 63112 h 600230"/>
                <a:gd name="connsiteX8" fmla="*/ 63585 w 580612"/>
                <a:gd name="connsiteY8" fmla="*/ 183272 h 600230"/>
                <a:gd name="connsiteX9" fmla="*/ 120905 w 580612"/>
                <a:gd name="connsiteY9" fmla="*/ 183272 h 600230"/>
                <a:gd name="connsiteX10" fmla="*/ 458947 w 580612"/>
                <a:gd name="connsiteY10" fmla="*/ 79222 h 600230"/>
                <a:gd name="connsiteX11" fmla="*/ 487418 w 580612"/>
                <a:gd name="connsiteY11" fmla="*/ 0 h 600230"/>
                <a:gd name="connsiteX12" fmla="*/ 543980 w 580612"/>
                <a:gd name="connsiteY12" fmla="*/ 183272 h 600230"/>
                <a:gd name="connsiteX13" fmla="*/ 580612 w 580612"/>
                <a:gd name="connsiteY13" fmla="*/ 183272 h 600230"/>
                <a:gd name="connsiteX14" fmla="*/ 580612 w 580612"/>
                <a:gd name="connsiteY14" fmla="*/ 324658 h 600230"/>
                <a:gd name="connsiteX15" fmla="*/ 433893 w 580612"/>
                <a:gd name="connsiteY15" fmla="*/ 324658 h 600230"/>
                <a:gd name="connsiteX16" fmla="*/ 433893 w 580612"/>
                <a:gd name="connsiteY16" fmla="*/ 458654 h 600230"/>
                <a:gd name="connsiteX17" fmla="*/ 580612 w 580612"/>
                <a:gd name="connsiteY17" fmla="*/ 458654 h 600230"/>
                <a:gd name="connsiteX18" fmla="*/ 580612 w 580612"/>
                <a:gd name="connsiteY18" fmla="*/ 600230 h 600230"/>
                <a:gd name="connsiteX19" fmla="*/ 13666 w 580612"/>
                <a:gd name="connsiteY19" fmla="*/ 600230 h 600230"/>
                <a:gd name="connsiteX20" fmla="*/ 13666 w 580612"/>
                <a:gd name="connsiteY20" fmla="*/ 195780 h 600230"/>
                <a:gd name="connsiteX21" fmla="*/ 0 w 580612"/>
                <a:gd name="connsiteY21" fmla="*/ 149726 h 60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0612" h="600230">
                  <a:moveTo>
                    <a:pt x="461639" y="352545"/>
                  </a:moveTo>
                  <a:lnTo>
                    <a:pt x="580612" y="352545"/>
                  </a:lnTo>
                  <a:lnTo>
                    <a:pt x="580612" y="430802"/>
                  </a:lnTo>
                  <a:lnTo>
                    <a:pt x="461639" y="430802"/>
                  </a:lnTo>
                  <a:close/>
                  <a:moveTo>
                    <a:pt x="475840" y="133995"/>
                  </a:moveTo>
                  <a:lnTo>
                    <a:pt x="315645" y="183272"/>
                  </a:lnTo>
                  <a:lnTo>
                    <a:pt x="491024" y="183272"/>
                  </a:lnTo>
                  <a:close/>
                  <a:moveTo>
                    <a:pt x="454012" y="63112"/>
                  </a:moveTo>
                  <a:lnTo>
                    <a:pt x="63585" y="183272"/>
                  </a:lnTo>
                  <a:lnTo>
                    <a:pt x="120905" y="183272"/>
                  </a:lnTo>
                  <a:lnTo>
                    <a:pt x="458947" y="79222"/>
                  </a:lnTo>
                  <a:close/>
                  <a:moveTo>
                    <a:pt x="487418" y="0"/>
                  </a:moveTo>
                  <a:lnTo>
                    <a:pt x="543980" y="183272"/>
                  </a:lnTo>
                  <a:lnTo>
                    <a:pt x="580612" y="183272"/>
                  </a:lnTo>
                  <a:lnTo>
                    <a:pt x="580612" y="324658"/>
                  </a:lnTo>
                  <a:lnTo>
                    <a:pt x="433893" y="324658"/>
                  </a:lnTo>
                  <a:lnTo>
                    <a:pt x="433893" y="458654"/>
                  </a:lnTo>
                  <a:lnTo>
                    <a:pt x="580612" y="458654"/>
                  </a:lnTo>
                  <a:lnTo>
                    <a:pt x="580612" y="600230"/>
                  </a:lnTo>
                  <a:lnTo>
                    <a:pt x="13666" y="600230"/>
                  </a:lnTo>
                  <a:lnTo>
                    <a:pt x="13666" y="195780"/>
                  </a:lnTo>
                  <a:lnTo>
                    <a:pt x="0" y="149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 sz="2999">
                <a:solidFill>
                  <a:schemeClr val="dk1"/>
                </a:solidFill>
              </a:endParaRPr>
            </a:p>
          </p:txBody>
        </p:sp>
      </p:grpSp>
      <p:grpSp>
        <p:nvGrpSpPr>
          <p:cNvPr id="17" name="iṣḻîḑe">
            <a:extLst>
              <a:ext uri="{FF2B5EF4-FFF2-40B4-BE49-F238E27FC236}">
                <a16:creationId xmlns:a16="http://schemas.microsoft.com/office/drawing/2014/main" xmlns="" id="{4070C9FC-555B-4D96-A20B-7820A088946F}"/>
              </a:ext>
            </a:extLst>
          </p:cNvPr>
          <p:cNvGrpSpPr/>
          <p:nvPr/>
        </p:nvGrpSpPr>
        <p:grpSpPr>
          <a:xfrm>
            <a:off x="1991726" y="4866938"/>
            <a:ext cx="3547895" cy="830683"/>
            <a:chOff x="5447763" y="3988523"/>
            <a:chExt cx="3547895" cy="830683"/>
          </a:xfrm>
        </p:grpSpPr>
        <p:sp>
          <p:nvSpPr>
            <p:cNvPr id="18" name="iṧļíḍe">
              <a:extLst>
                <a:ext uri="{FF2B5EF4-FFF2-40B4-BE49-F238E27FC236}">
                  <a16:creationId xmlns:a16="http://schemas.microsoft.com/office/drawing/2014/main" xmlns="" id="{4D367AFB-09D9-4CF1-8D4E-0820F6A754CE}"/>
                </a:ext>
              </a:extLst>
            </p:cNvPr>
            <p:cNvSpPr txBox="1"/>
            <p:nvPr/>
          </p:nvSpPr>
          <p:spPr bwMode="auto">
            <a:xfrm>
              <a:off x="5447763" y="3988523"/>
              <a:ext cx="354789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19" name="íSlîḑê">
              <a:extLst>
                <a:ext uri="{FF2B5EF4-FFF2-40B4-BE49-F238E27FC236}">
                  <a16:creationId xmlns:a16="http://schemas.microsoft.com/office/drawing/2014/main" xmlns="" id="{1F2A8217-8D77-40A3-BE5B-DB57931A298A}"/>
                </a:ext>
              </a:extLst>
            </p:cNvPr>
            <p:cNvSpPr/>
            <p:nvPr/>
          </p:nvSpPr>
          <p:spPr bwMode="auto">
            <a:xfrm>
              <a:off x="5447763" y="4430329"/>
              <a:ext cx="3547895" cy="388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</p:grpSp>
      <p:grpSp>
        <p:nvGrpSpPr>
          <p:cNvPr id="20" name="iSḻíďè">
            <a:extLst>
              <a:ext uri="{FF2B5EF4-FFF2-40B4-BE49-F238E27FC236}">
                <a16:creationId xmlns:a16="http://schemas.microsoft.com/office/drawing/2014/main" xmlns="" id="{C8D6FAE8-5883-42F7-84E8-1D47ECE3A717}"/>
              </a:ext>
            </a:extLst>
          </p:cNvPr>
          <p:cNvGrpSpPr/>
          <p:nvPr/>
        </p:nvGrpSpPr>
        <p:grpSpPr>
          <a:xfrm>
            <a:off x="6726152" y="4014702"/>
            <a:ext cx="3547895" cy="830683"/>
            <a:chOff x="5447763" y="3988523"/>
            <a:chExt cx="3547895" cy="830683"/>
          </a:xfrm>
        </p:grpSpPr>
        <p:sp>
          <p:nvSpPr>
            <p:cNvPr id="21" name="îṣḷîḑê">
              <a:extLst>
                <a:ext uri="{FF2B5EF4-FFF2-40B4-BE49-F238E27FC236}">
                  <a16:creationId xmlns:a16="http://schemas.microsoft.com/office/drawing/2014/main" xmlns="" id="{4BE48E1E-E8BD-4829-AEE5-1079FF6577E7}"/>
                </a:ext>
              </a:extLst>
            </p:cNvPr>
            <p:cNvSpPr txBox="1"/>
            <p:nvPr/>
          </p:nvSpPr>
          <p:spPr bwMode="auto">
            <a:xfrm>
              <a:off x="5447763" y="3988523"/>
              <a:ext cx="354789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22" name="ïṡļiḓè">
              <a:extLst>
                <a:ext uri="{FF2B5EF4-FFF2-40B4-BE49-F238E27FC236}">
                  <a16:creationId xmlns:a16="http://schemas.microsoft.com/office/drawing/2014/main" xmlns="" id="{07C3BB00-3878-49DB-B5FF-7E462AA9CBC4}"/>
                </a:ext>
              </a:extLst>
            </p:cNvPr>
            <p:cNvSpPr/>
            <p:nvPr/>
          </p:nvSpPr>
          <p:spPr bwMode="auto">
            <a:xfrm>
              <a:off x="5447763" y="4430329"/>
              <a:ext cx="3547895" cy="388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</p:grpSp>
      <p:grpSp>
        <p:nvGrpSpPr>
          <p:cNvPr id="23" name="íṧ1ïḑè">
            <a:extLst>
              <a:ext uri="{FF2B5EF4-FFF2-40B4-BE49-F238E27FC236}">
                <a16:creationId xmlns:a16="http://schemas.microsoft.com/office/drawing/2014/main" xmlns="" id="{2AD41523-39A5-4FB4-B71A-6DFDA90E051F}"/>
              </a:ext>
            </a:extLst>
          </p:cNvPr>
          <p:cNvGrpSpPr/>
          <p:nvPr/>
        </p:nvGrpSpPr>
        <p:grpSpPr>
          <a:xfrm>
            <a:off x="1933444" y="2199469"/>
            <a:ext cx="3547895" cy="830683"/>
            <a:chOff x="5447763" y="3988523"/>
            <a:chExt cx="3547895" cy="830683"/>
          </a:xfrm>
        </p:grpSpPr>
        <p:sp>
          <p:nvSpPr>
            <p:cNvPr id="24" name="îsḷîďè">
              <a:extLst>
                <a:ext uri="{FF2B5EF4-FFF2-40B4-BE49-F238E27FC236}">
                  <a16:creationId xmlns:a16="http://schemas.microsoft.com/office/drawing/2014/main" xmlns="" id="{E3A55813-5536-4BC2-96F6-2C67092900FA}"/>
                </a:ext>
              </a:extLst>
            </p:cNvPr>
            <p:cNvSpPr txBox="1"/>
            <p:nvPr/>
          </p:nvSpPr>
          <p:spPr bwMode="auto">
            <a:xfrm>
              <a:off x="5447763" y="3988523"/>
              <a:ext cx="354789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25" name="ïsľïḓê">
              <a:extLst>
                <a:ext uri="{FF2B5EF4-FFF2-40B4-BE49-F238E27FC236}">
                  <a16:creationId xmlns:a16="http://schemas.microsoft.com/office/drawing/2014/main" xmlns="" id="{FC577AB2-BC52-4A1F-A349-5D053B7B5F8D}"/>
                </a:ext>
              </a:extLst>
            </p:cNvPr>
            <p:cNvSpPr/>
            <p:nvPr/>
          </p:nvSpPr>
          <p:spPr bwMode="auto">
            <a:xfrm>
              <a:off x="5447763" y="4430329"/>
              <a:ext cx="3547895" cy="388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</p:grpSp>
      <p:grpSp>
        <p:nvGrpSpPr>
          <p:cNvPr id="26" name="íšḻiḑe">
            <a:extLst>
              <a:ext uri="{FF2B5EF4-FFF2-40B4-BE49-F238E27FC236}">
                <a16:creationId xmlns:a16="http://schemas.microsoft.com/office/drawing/2014/main" xmlns="" id="{0D4F34F3-2F1C-41BF-8307-594702DDB0DD}"/>
              </a:ext>
            </a:extLst>
          </p:cNvPr>
          <p:cNvGrpSpPr/>
          <p:nvPr/>
        </p:nvGrpSpPr>
        <p:grpSpPr>
          <a:xfrm>
            <a:off x="6667870" y="1367066"/>
            <a:ext cx="3547895" cy="830683"/>
            <a:chOff x="5447763" y="3988523"/>
            <a:chExt cx="3547895" cy="830683"/>
          </a:xfrm>
        </p:grpSpPr>
        <p:sp>
          <p:nvSpPr>
            <p:cNvPr id="27" name="iṥliḓê">
              <a:extLst>
                <a:ext uri="{FF2B5EF4-FFF2-40B4-BE49-F238E27FC236}">
                  <a16:creationId xmlns:a16="http://schemas.microsoft.com/office/drawing/2014/main" xmlns="" id="{DD6C004F-CA9E-4D2C-85AE-0BFE12D11AF4}"/>
                </a:ext>
              </a:extLst>
            </p:cNvPr>
            <p:cNvSpPr txBox="1"/>
            <p:nvPr/>
          </p:nvSpPr>
          <p:spPr bwMode="auto">
            <a:xfrm>
              <a:off x="5447763" y="3988523"/>
              <a:ext cx="354789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2000" b="1" dirty="0"/>
                <a:t>此处输入标题</a:t>
              </a:r>
              <a:endParaRPr lang="en-US" altLang="zh-CN" sz="2000" b="1" dirty="0"/>
            </a:p>
          </p:txBody>
        </p:sp>
        <p:sp>
          <p:nvSpPr>
            <p:cNvPr id="28" name="îsļídé">
              <a:extLst>
                <a:ext uri="{FF2B5EF4-FFF2-40B4-BE49-F238E27FC236}">
                  <a16:creationId xmlns:a16="http://schemas.microsoft.com/office/drawing/2014/main" xmlns="" id="{ADA42185-3AC0-4894-8721-C08979504F62}"/>
                </a:ext>
              </a:extLst>
            </p:cNvPr>
            <p:cNvSpPr/>
            <p:nvPr/>
          </p:nvSpPr>
          <p:spPr bwMode="auto">
            <a:xfrm>
              <a:off x="5447763" y="4430329"/>
              <a:ext cx="3547895" cy="388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zh-CN" altLang="en-US" sz="1600" dirty="0"/>
                <a:t>通过复制您的文本后，在此框中选择粘贴。</a:t>
              </a:r>
              <a:endParaRPr lang="en-US" altLang="zh-C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7445358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1459"/>
      </p:ext>
    </p:extLst>
  </p:cSld>
  <p:clrMapOvr>
    <a:masterClrMapping/>
  </p:clrMapOvr>
  <p:transition spd="slow" advTm="3000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FB8919A-8B03-4B83-97C8-0C8A39041AA4}"/>
              </a:ext>
            </a:extLst>
          </p:cNvPr>
          <p:cNvGrpSpPr/>
          <p:nvPr/>
        </p:nvGrpSpPr>
        <p:grpSpPr>
          <a:xfrm>
            <a:off x="-625629" y="-612802"/>
            <a:ext cx="13443260" cy="8102422"/>
            <a:chOff x="-625629" y="-612802"/>
            <a:chExt cx="13443260" cy="810242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xmlns="" id="{4E48EAA9-BE92-48A2-9FF4-AA15D4DC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-625629" y="-612802"/>
              <a:ext cx="3573965" cy="357396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xmlns="" id="{615AF2E1-0F39-4B2A-BB40-B53DDA739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00000">
              <a:off x="9243666" y="3915655"/>
              <a:ext cx="3573965" cy="357396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B0416D70-1CA5-46B7-ACCA-074AB64A9150}"/>
                </a:ext>
              </a:extLst>
            </p:cNvPr>
            <p:cNvSpPr/>
            <p:nvPr/>
          </p:nvSpPr>
          <p:spPr>
            <a:xfrm>
              <a:off x="478972" y="504372"/>
              <a:ext cx="11234057" cy="5849257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43E41219-9B10-4BBA-A7F0-2E5DFC985B2F}"/>
                </a:ext>
              </a:extLst>
            </p:cNvPr>
            <p:cNvSpPr/>
            <p:nvPr/>
          </p:nvSpPr>
          <p:spPr>
            <a:xfrm>
              <a:off x="478973" y="485553"/>
              <a:ext cx="11234056" cy="5868076"/>
            </a:xfrm>
            <a:prstGeom prst="rect">
              <a:avLst/>
            </a:prstGeom>
            <a:solidFill>
              <a:schemeClr val="tx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68052BB4-7DAC-436B-9496-BECDAF2CD1BF}"/>
              </a:ext>
            </a:extLst>
          </p:cNvPr>
          <p:cNvGrpSpPr/>
          <p:nvPr/>
        </p:nvGrpSpPr>
        <p:grpSpPr>
          <a:xfrm>
            <a:off x="5008085" y="1472333"/>
            <a:ext cx="6342033" cy="1287683"/>
            <a:chOff x="6127085" y="2944251"/>
            <a:chExt cx="6342033" cy="128768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73C3135A-2ABE-4E1B-B478-20BEB2D3519C}"/>
                </a:ext>
              </a:extLst>
            </p:cNvPr>
            <p:cNvSpPr/>
            <p:nvPr/>
          </p:nvSpPr>
          <p:spPr>
            <a:xfrm>
              <a:off x="6127085" y="2944251"/>
              <a:ext cx="3262432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000" dirty="0" smtClean="0">
                  <a:solidFill>
                    <a:schemeClr val="accent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浙江大学</a:t>
              </a:r>
              <a:endParaRPr lang="zh-CN" altLang="en-US" sz="60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BB7D4D8C-32FF-4F05-9D55-8B6EE9AB8F3B}"/>
                </a:ext>
              </a:extLst>
            </p:cNvPr>
            <p:cNvSpPr/>
            <p:nvPr/>
          </p:nvSpPr>
          <p:spPr>
            <a:xfrm>
              <a:off x="9246761" y="2944251"/>
              <a:ext cx="3222357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PPT</a:t>
              </a:r>
              <a:r>
                <a:rPr lang="zh-CN" altLang="en-US" sz="6000" dirty="0" smtClean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模板</a:t>
              </a:r>
              <a:endParaRPr lang="zh-CN" altLang="en-US" sz="6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F60175BF-9EB2-4DC4-9010-8AF2329852FA}"/>
                </a:ext>
              </a:extLst>
            </p:cNvPr>
            <p:cNvSpPr/>
            <p:nvPr/>
          </p:nvSpPr>
          <p:spPr>
            <a:xfrm>
              <a:off x="7272670" y="3862602"/>
              <a:ext cx="519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b="1" spc="300" dirty="0">
                  <a:solidFill>
                    <a:schemeClr val="bg1"/>
                  </a:solidFill>
                  <a:cs typeface="+mn-ea"/>
                  <a:sym typeface="+mn-lt"/>
                </a:rPr>
                <a:t>BUSINESS POWERPOINT</a:t>
              </a:r>
              <a:endParaRPr lang="zh-CN" altLang="en-US" b="1" spc="3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202CF555-5379-4DA1-80FE-6FBA61AF3DE0}"/>
              </a:ext>
            </a:extLst>
          </p:cNvPr>
          <p:cNvSpPr txBox="1"/>
          <p:nvPr/>
        </p:nvSpPr>
        <p:spPr>
          <a:xfrm>
            <a:off x="638523" y="5884929"/>
            <a:ext cx="610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企业宣传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企业汇报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企业简介</a:t>
            </a:r>
            <a:r>
              <a:rPr lang="en-US" altLang="zh-CN" spc="600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pc="600" dirty="0">
                <a:solidFill>
                  <a:schemeClr val="bg1"/>
                </a:solidFill>
                <a:cs typeface="+mn-ea"/>
                <a:sym typeface="+mn-lt"/>
              </a:rPr>
              <a:t>企业文化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60175BF-9EB2-4DC4-9010-8AF2329852FA}"/>
              </a:ext>
            </a:extLst>
          </p:cNvPr>
          <p:cNvSpPr/>
          <p:nvPr/>
        </p:nvSpPr>
        <p:spPr>
          <a:xfrm>
            <a:off x="8624486" y="3037015"/>
            <a:ext cx="2725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b="1" spc="300" dirty="0">
                <a:solidFill>
                  <a:schemeClr val="bg1"/>
                </a:solidFill>
                <a:cs typeface="+mn-ea"/>
                <a:sym typeface="+mn-lt"/>
              </a:rPr>
              <a:t>汇报</a:t>
            </a:r>
            <a:r>
              <a:rPr lang="zh-CN" altLang="en-US" b="1" spc="300" dirty="0" smtClean="0">
                <a:solidFill>
                  <a:schemeClr val="bg1"/>
                </a:solidFill>
                <a:cs typeface="+mn-ea"/>
                <a:sym typeface="+mn-lt"/>
              </a:rPr>
              <a:t>人</a:t>
            </a:r>
            <a:r>
              <a:rPr lang="en-US" altLang="zh-CN" b="1" spc="300" dirty="0" smtClean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b="1" spc="300" dirty="0" smtClean="0">
                <a:solidFill>
                  <a:schemeClr val="bg1"/>
                </a:solidFill>
                <a:cs typeface="+mn-ea"/>
                <a:sym typeface="+mn-lt"/>
              </a:rPr>
              <a:t>海湾同学社</a:t>
            </a:r>
            <a:endParaRPr lang="zh-CN" altLang="en-US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1057332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BC3649"/>
      </a:accent1>
      <a:accent2>
        <a:srgbClr val="6A868F"/>
      </a:accent2>
      <a:accent3>
        <a:srgbClr val="31778D"/>
      </a:accent3>
      <a:accent4>
        <a:srgbClr val="D6C88B"/>
      </a:accent4>
      <a:accent5>
        <a:srgbClr val="D66E49"/>
      </a:accent5>
      <a:accent6>
        <a:srgbClr val="649EB2"/>
      </a:accent6>
      <a:hlink>
        <a:srgbClr val="BC3649"/>
      </a:hlink>
      <a:folHlink>
        <a:srgbClr val="BFBFBF"/>
      </a:folHlink>
    </a:clrScheme>
    <a:fontScheme name="Temp">
      <a:majorFont>
        <a:latin typeface="Arial" panose="020F0302020204030204"/>
        <a:ea typeface="思源黑体 CN Normal"/>
        <a:cs typeface=""/>
      </a:majorFont>
      <a:minorFont>
        <a:latin typeface="Arial" panose="020F0502020204030204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BC3649"/>
    </a:accent1>
    <a:accent2>
      <a:srgbClr val="6A868F"/>
    </a:accent2>
    <a:accent3>
      <a:srgbClr val="31778D"/>
    </a:accent3>
    <a:accent4>
      <a:srgbClr val="D6C88B"/>
    </a:accent4>
    <a:accent5>
      <a:srgbClr val="D66E49"/>
    </a:accent5>
    <a:accent6>
      <a:srgbClr val="649EB2"/>
    </a:accent6>
    <a:hlink>
      <a:srgbClr val="BC3649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1209</Words>
  <Application>Microsoft Office PowerPoint</Application>
  <PresentationFormat>宽屏</PresentationFormat>
  <Paragraphs>233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思源黑体 CN Heavy</vt:lpstr>
      <vt:lpstr>思源黑体 CN Normal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ZYK</dc:creator>
  <cp:lastModifiedBy>青岛若英</cp:lastModifiedBy>
  <cp:revision>26</cp:revision>
  <dcterms:created xsi:type="dcterms:W3CDTF">2019-03-29T12:05:16Z</dcterms:created>
  <dcterms:modified xsi:type="dcterms:W3CDTF">2022-09-22T09:01:49Z</dcterms:modified>
</cp:coreProperties>
</file>