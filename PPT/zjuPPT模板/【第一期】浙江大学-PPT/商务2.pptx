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2.xml" ContentType="application/vnd.openxmlformats-officedocument.presentationml.tags+xml"/>
  <Override PartName="/ppt/notesSlides/notesSlide9.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16.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7.xml" ContentType="application/vnd.openxmlformats-officedocument.presentationml.notesSlide+xml"/>
  <Override PartName="/ppt/tags/tag40.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9" r:id="rId2"/>
    <p:sldMasterId id="2147483673" r:id="rId3"/>
  </p:sldMasterIdLst>
  <p:notesMasterIdLst>
    <p:notesMasterId r:id="rId28"/>
  </p:notesMasterIdLst>
  <p:sldIdLst>
    <p:sldId id="256" r:id="rId4"/>
    <p:sldId id="262" r:id="rId5"/>
    <p:sldId id="263" r:id="rId6"/>
    <p:sldId id="257" r:id="rId7"/>
    <p:sldId id="261" r:id="rId8"/>
    <p:sldId id="258" r:id="rId9"/>
    <p:sldId id="259" r:id="rId10"/>
    <p:sldId id="264" r:id="rId11"/>
    <p:sldId id="267" r:id="rId12"/>
    <p:sldId id="268" r:id="rId13"/>
    <p:sldId id="280" r:id="rId14"/>
    <p:sldId id="269" r:id="rId15"/>
    <p:sldId id="270" r:id="rId16"/>
    <p:sldId id="265" r:id="rId17"/>
    <p:sldId id="271" r:id="rId18"/>
    <p:sldId id="274" r:id="rId19"/>
    <p:sldId id="273" r:id="rId20"/>
    <p:sldId id="272" r:id="rId21"/>
    <p:sldId id="266" r:id="rId22"/>
    <p:sldId id="275" r:id="rId23"/>
    <p:sldId id="276" r:id="rId24"/>
    <p:sldId id="277" r:id="rId25"/>
    <p:sldId id="278" r:id="rId26"/>
    <p:sldId id="279"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860" autoAdjust="0"/>
    <p:restoredTop sz="94660"/>
  </p:normalViewPr>
  <p:slideViewPr>
    <p:cSldViewPr snapToGrid="0">
      <p:cViewPr varScale="1">
        <p:scale>
          <a:sx n="107" d="100"/>
          <a:sy n="107" d="100"/>
        </p:scale>
        <p:origin x="102"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5A8C7-CC1A-4A08-9B4B-31F43B054C7F}" type="datetimeFigureOut">
              <a:rPr lang="zh-CN" altLang="en-US" smtClean="0"/>
              <a:t>2022/9/22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E1B693-632D-4080-9CF6-EA28B66DC801}" type="slidenum">
              <a:rPr lang="zh-CN" altLang="en-US" smtClean="0"/>
              <a:t>‹#›</a:t>
            </a:fld>
            <a:endParaRPr lang="zh-CN" altLang="en-US"/>
          </a:p>
        </p:txBody>
      </p:sp>
    </p:spTree>
    <p:extLst>
      <p:ext uri="{BB962C8B-B14F-4D97-AF65-F5344CB8AC3E}">
        <p14:creationId xmlns:p14="http://schemas.microsoft.com/office/powerpoint/2010/main" val="1808727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微软雅黑" panose="020B0503020204020204" pitchFamily="34" charset="-122"/>
              </a:rPr>
              <a:t>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微软雅黑" panose="020B0503020204020204" pitchFamily="34" charset="-122"/>
            </a:endParaRPr>
          </a:p>
        </p:txBody>
      </p:sp>
    </p:spTree>
    <p:extLst>
      <p:ext uri="{BB962C8B-B14F-4D97-AF65-F5344CB8AC3E}">
        <p14:creationId xmlns:p14="http://schemas.microsoft.com/office/powerpoint/2010/main" val="643081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4</a:t>
            </a:fld>
            <a:endParaRPr lang="zh-CN" altLang="en-US"/>
          </a:p>
        </p:txBody>
      </p:sp>
    </p:spTree>
    <p:extLst>
      <p:ext uri="{BB962C8B-B14F-4D97-AF65-F5344CB8AC3E}">
        <p14:creationId xmlns:p14="http://schemas.microsoft.com/office/powerpoint/2010/main" val="1607596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B5C645A-9DE7-40AF-AF74-9E3B61D89D37}" type="slidenum">
              <a:rPr lang="zh-CN" altLang="en-US" smtClean="0"/>
              <a:t>5</a:t>
            </a:fld>
            <a:endParaRPr lang="zh-CN" altLang="en-US"/>
          </a:p>
        </p:txBody>
      </p:sp>
    </p:spTree>
    <p:extLst>
      <p:ext uri="{BB962C8B-B14F-4D97-AF65-F5344CB8AC3E}">
        <p14:creationId xmlns:p14="http://schemas.microsoft.com/office/powerpoint/2010/main" val="1848897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6</a:t>
            </a:fld>
            <a:endParaRPr lang="zh-CN" altLang="en-US"/>
          </a:p>
        </p:txBody>
      </p:sp>
    </p:spTree>
    <p:extLst>
      <p:ext uri="{BB962C8B-B14F-4D97-AF65-F5344CB8AC3E}">
        <p14:creationId xmlns:p14="http://schemas.microsoft.com/office/powerpoint/2010/main" val="1196955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7</a:t>
            </a:fld>
            <a:endParaRPr lang="zh-CN" altLang="en-US"/>
          </a:p>
        </p:txBody>
      </p:sp>
    </p:spTree>
    <p:extLst>
      <p:ext uri="{BB962C8B-B14F-4D97-AF65-F5344CB8AC3E}">
        <p14:creationId xmlns:p14="http://schemas.microsoft.com/office/powerpoint/2010/main" val="3931927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9</a:t>
            </a:fld>
            <a:endParaRPr lang="zh-CN" altLang="en-US"/>
          </a:p>
        </p:txBody>
      </p:sp>
    </p:spTree>
    <p:extLst>
      <p:ext uri="{BB962C8B-B14F-4D97-AF65-F5344CB8AC3E}">
        <p14:creationId xmlns:p14="http://schemas.microsoft.com/office/powerpoint/2010/main" val="2520883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p:sp>
      <p:sp>
        <p:nvSpPr>
          <p:cNvPr id="4099" name="备注占位符 2"/>
          <p:cNvSpPr>
            <a:spLocks noGrp="1"/>
          </p:cNvSpPr>
          <p:nvPr>
            <p:ph type="body" idx="1"/>
          </p:nvPr>
        </p:nvSpPr>
        <p:spPr>
          <a:noFill/>
          <a:extLst>
            <a:ext uri="{91240B29-F687-4F45-9708-019B960494DF}">
              <a14:hiddenLine xmlns:a14="http://schemas.microsoft.com/office/drawing/2010/main" w="12700">
                <a:solidFill>
                  <a:srgbClr val="000000"/>
                </a:solidFill>
                <a:miter lim="800000"/>
                <a:headEnd/>
                <a:tailEnd/>
              </a14:hiddenLine>
            </a:ext>
          </a:extLst>
        </p:spPr>
        <p:txBody>
          <a:bodyPr anchor="t"/>
          <a:lstStyle/>
          <a:p>
            <a:pPr eaLnBrk="1" hangingPunct="1">
              <a:spcBef>
                <a:spcPct val="0"/>
              </a:spcBef>
            </a:pPr>
            <a:endParaRPr lang="zh-CN" altLang="en-US" dirty="0" smtClean="0"/>
          </a:p>
        </p:txBody>
      </p:sp>
      <p:sp>
        <p:nvSpPr>
          <p:cNvPr id="4100" name="灯片编号占位符 3"/>
          <p:cNvSpPr txBox="1">
            <a:spLocks noGrp="1"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buFont typeface="Arial" panose="020B0604020202020204" pitchFamily="34" charset="0"/>
              <a:buNone/>
            </a:pPr>
            <a:fld id="{DEDB9E10-DB4B-4F5A-B1C5-FF7C95836B45}" type="slidenum">
              <a:rPr lang="zh-CN" altLang="en-US" sz="1200">
                <a:latin typeface="Calibri" panose="020F0502020204030204" pitchFamily="34" charset="0"/>
                <a:ea typeface="宋体" panose="02010600030101010101" pitchFamily="2" charset="-122"/>
              </a:rPr>
              <a:t>10</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062444767"/>
      </p:ext>
    </p:extLst>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12</a:t>
            </a:fld>
            <a:endParaRPr lang="zh-CN" altLang="en-US"/>
          </a:p>
        </p:txBody>
      </p:sp>
    </p:spTree>
    <p:extLst>
      <p:ext uri="{BB962C8B-B14F-4D97-AF65-F5344CB8AC3E}">
        <p14:creationId xmlns:p14="http://schemas.microsoft.com/office/powerpoint/2010/main" val="1700383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p:sp>
      <p:sp>
        <p:nvSpPr>
          <p:cNvPr id="4099" name="备注占位符 2"/>
          <p:cNvSpPr>
            <a:spLocks noGrp="1"/>
          </p:cNvSpPr>
          <p:nvPr>
            <p:ph type="body" idx="1"/>
          </p:nvPr>
        </p:nvSpPr>
        <p:spPr>
          <a:noFill/>
          <a:extLst>
            <a:ext uri="{91240B29-F687-4F45-9708-019B960494DF}">
              <a14:hiddenLine xmlns:a14="http://schemas.microsoft.com/office/drawing/2010/main" w="12700">
                <a:solidFill>
                  <a:srgbClr val="000000"/>
                </a:solidFill>
                <a:miter lim="800000"/>
                <a:headEnd/>
                <a:tailEnd/>
              </a14:hiddenLine>
            </a:ext>
          </a:extLst>
        </p:spPr>
        <p:txBody>
          <a:bodyPr anchor="t"/>
          <a:lstStyle/>
          <a:p>
            <a:pPr eaLnBrk="1" hangingPunct="1">
              <a:spcBef>
                <a:spcPct val="0"/>
              </a:spcBef>
            </a:pPr>
            <a:endParaRPr lang="zh-CN" altLang="en-US" dirty="0" smtClean="0"/>
          </a:p>
        </p:txBody>
      </p:sp>
      <p:sp>
        <p:nvSpPr>
          <p:cNvPr id="4100" name="灯片编号占位符 3"/>
          <p:cNvSpPr txBox="1">
            <a:spLocks noGrp="1"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algn="r" eaLnBrk="1" hangingPunct="1">
              <a:buFont typeface="Arial" panose="020B0604020202020204" pitchFamily="34" charset="0"/>
              <a:buNone/>
            </a:pPr>
            <a:fld id="{818E1AFD-475D-493D-B1F9-BF53CFB7B783}" type="slidenum">
              <a:rPr lang="zh-CN" altLang="en-US" sz="1200">
                <a:latin typeface="Calibri" panose="020F0502020204030204" pitchFamily="34" charset="0"/>
                <a:ea typeface="宋体" panose="02010600030101010101" pitchFamily="2" charset="-122"/>
              </a:rPr>
              <a:t>13</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52701221"/>
      </p:ext>
    </p:extLst>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15</a:t>
            </a:fld>
            <a:endParaRPr lang="zh-CN" altLang="en-US"/>
          </a:p>
        </p:txBody>
      </p:sp>
    </p:spTree>
    <p:extLst>
      <p:ext uri="{BB962C8B-B14F-4D97-AF65-F5344CB8AC3E}">
        <p14:creationId xmlns:p14="http://schemas.microsoft.com/office/powerpoint/2010/main" val="928487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16</a:t>
            </a:fld>
            <a:endParaRPr lang="zh-CN" altLang="en-US"/>
          </a:p>
        </p:txBody>
      </p:sp>
    </p:spTree>
    <p:extLst>
      <p:ext uri="{BB962C8B-B14F-4D97-AF65-F5344CB8AC3E}">
        <p14:creationId xmlns:p14="http://schemas.microsoft.com/office/powerpoint/2010/main" val="1079644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5C645A-9DE7-40AF-AF74-9E3B61D89D37}" type="slidenum">
              <a:rPr lang="zh-CN" altLang="en-US" smtClean="0"/>
              <a:t>17</a:t>
            </a:fld>
            <a:endParaRPr lang="zh-CN" altLang="en-US"/>
          </a:p>
        </p:txBody>
      </p:sp>
    </p:spTree>
    <p:extLst>
      <p:ext uri="{BB962C8B-B14F-4D97-AF65-F5344CB8AC3E}">
        <p14:creationId xmlns:p14="http://schemas.microsoft.com/office/powerpoint/2010/main" val="5133927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18</a:t>
            </a:fld>
            <a:endParaRPr lang="zh-CN" altLang="en-US"/>
          </a:p>
        </p:txBody>
      </p:sp>
    </p:spTree>
    <p:extLst>
      <p:ext uri="{BB962C8B-B14F-4D97-AF65-F5344CB8AC3E}">
        <p14:creationId xmlns:p14="http://schemas.microsoft.com/office/powerpoint/2010/main" val="3803916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20</a:t>
            </a:fld>
            <a:endParaRPr lang="zh-CN" altLang="en-US"/>
          </a:p>
        </p:txBody>
      </p:sp>
    </p:spTree>
    <p:extLst>
      <p:ext uri="{BB962C8B-B14F-4D97-AF65-F5344CB8AC3E}">
        <p14:creationId xmlns:p14="http://schemas.microsoft.com/office/powerpoint/2010/main" val="13509420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49D3E0-124D-4DFF-AE99-4EA4CC201DB4}" type="slidenum">
              <a:rPr lang="zh-CN" altLang="en-US" smtClean="0"/>
              <a:t>21</a:t>
            </a:fld>
            <a:endParaRPr lang="zh-CN" altLang="en-US"/>
          </a:p>
        </p:txBody>
      </p:sp>
    </p:spTree>
    <p:extLst>
      <p:ext uri="{BB962C8B-B14F-4D97-AF65-F5344CB8AC3E}">
        <p14:creationId xmlns:p14="http://schemas.microsoft.com/office/powerpoint/2010/main" val="41478502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B5C645A-9DE7-40AF-AF74-9E3B61D89D37}" type="slidenum">
              <a:rPr lang="zh-CN" altLang="en-US" smtClean="0"/>
              <a:t>22</a:t>
            </a:fld>
            <a:endParaRPr lang="zh-CN" altLang="en-US"/>
          </a:p>
        </p:txBody>
      </p:sp>
    </p:spTree>
    <p:extLst>
      <p:ext uri="{BB962C8B-B14F-4D97-AF65-F5344CB8AC3E}">
        <p14:creationId xmlns:p14="http://schemas.microsoft.com/office/powerpoint/2010/main" val="855899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smtClean="0"/>
          </a:p>
        </p:txBody>
      </p:sp>
      <p:sp>
        <p:nvSpPr>
          <p:cNvPr id="41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AE83C188-767C-4829-B67C-85E73FA9ACAA}" type="slidenum">
              <a:rPr lang="zh-CN" altLang="en-US" smtClean="0">
                <a:latin typeface="Calibri" panose="020F0502020204030204" pitchFamily="34" charset="0"/>
                <a:ea typeface="宋体" panose="02010600030101010101" pitchFamily="2" charset="-122"/>
              </a:rPr>
              <a:t>23</a:t>
            </a:fld>
            <a:endParaRPr lang="zh-CN" altLang="en-US" smtClean="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598854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微软雅黑" panose="020B0503020204020204" pitchFamily="34" charset="-122"/>
              </a:rPr>
              <a:t>24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微软雅黑" panose="020B0503020204020204" pitchFamily="34" charset="-122"/>
            </a:endParaRPr>
          </a:p>
        </p:txBody>
      </p:sp>
    </p:spTree>
    <p:extLst>
      <p:ext uri="{BB962C8B-B14F-4D97-AF65-F5344CB8AC3E}">
        <p14:creationId xmlns:p14="http://schemas.microsoft.com/office/powerpoint/2010/main" val="2818752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854199"/>
            <a:ext cx="9144000" cy="1655763"/>
          </a:xfrm>
        </p:spPr>
        <p:txBody>
          <a:bodyPr anchor="b">
            <a:normAutofit/>
          </a:bodyPr>
          <a:lstStyle>
            <a:lvl1pPr algn="ctr">
              <a:defRPr sz="7200" b="0"/>
            </a:lvl1pPr>
          </a:lstStyle>
          <a:p>
            <a:r>
              <a:rPr lang="zh-CN" altLang="en-US" dirty="0"/>
              <a:t>单击此处编辑标题</a:t>
            </a:r>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2022/9/22</a:t>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lstStyle/>
          <a:p>
            <a:r>
              <a:rPr lang="zh-CN" altLang="en-US" dirty="0"/>
              <a:t>单击此处编辑母版标题样式</a:t>
            </a:r>
          </a:p>
        </p:txBody>
      </p:sp>
      <p:sp>
        <p:nvSpPr>
          <p:cNvPr id="3" name="内容占位符 2"/>
          <p:cNvSpPr>
            <a:spLocks noGrp="1"/>
          </p:cNvSpPr>
          <p:nvPr>
            <p:ph idx="1"/>
          </p:nvPr>
        </p:nvSpPr>
        <p:spPr/>
        <p:txBody>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2022/9/22</a:t>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DD7636-5BE1-44BC-BB5F-15739D9E18E1}" type="datetimeFigureOut">
              <a:rPr lang="zh-CN" altLang="en-US" smtClean="0"/>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87C0E1D-24C4-406F-9615-DBDA8D2D1F93}" type="slidenum">
              <a:rPr lang="zh-CN" altLang="en-US" smtClean="0"/>
              <a:t>‹#›</a:t>
            </a:fld>
            <a:endParaRPr lang="zh-CN" altLang="en-US"/>
          </a:p>
        </p:txBody>
      </p:sp>
      <p:sp>
        <p:nvSpPr>
          <p:cNvPr id="5" name="标题 4"/>
          <p:cNvSpPr>
            <a:spLocks noGrp="1"/>
          </p:cNvSpPr>
          <p:nvPr>
            <p:ph type="title" hasCustomPrompt="1"/>
          </p:nvPr>
        </p:nvSpPr>
        <p:spPr>
          <a:xfrm>
            <a:off x="838200" y="2187443"/>
            <a:ext cx="10515600" cy="2483115"/>
          </a:xfrm>
        </p:spPr>
        <p:txBody>
          <a:bodyPr>
            <a:normAutofit/>
          </a:bodyPr>
          <a:lstStyle>
            <a:lvl1pPr algn="ctr">
              <a:defRPr sz="6000" b="0"/>
            </a:lvl1pPr>
          </a:lstStyle>
          <a:p>
            <a:r>
              <a:rPr lang="zh-CN" altLang="en-US" dirty="0"/>
              <a:t>单击此处编辑标题</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nchor="ctr" anchorCtr="0"/>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2022/9/22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238500" y="2159000"/>
            <a:ext cx="5715000" cy="1382450"/>
          </a:xfrm>
        </p:spPr>
        <p:txBody>
          <a:bodyPr anchor="b" anchorCtr="0">
            <a:normAutofit/>
          </a:bodyPr>
          <a:lstStyle>
            <a:lvl1pPr algn="ctr">
              <a:defRPr sz="8000" b="0">
                <a:solidFill>
                  <a:schemeClr val="tx1"/>
                </a:solidFill>
              </a:defRPr>
            </a:lvl1pPr>
          </a:lstStyle>
          <a:p>
            <a:r>
              <a:rPr lang="zh-CN" altLang="en-US" dirty="0"/>
              <a:t>编辑标题</a:t>
            </a:r>
          </a:p>
        </p:txBody>
      </p:sp>
      <p:sp>
        <p:nvSpPr>
          <p:cNvPr id="3" name="日期占位符 2"/>
          <p:cNvSpPr>
            <a:spLocks noGrp="1"/>
          </p:cNvSpPr>
          <p:nvPr>
            <p:ph type="dt" sz="half" idx="10"/>
          </p:nvPr>
        </p:nvSpPr>
        <p:spPr/>
        <p:txBody>
          <a:bodyPr/>
          <a:lstStyle/>
          <a:p>
            <a:fld id="{20DD7636-5BE1-44BC-BB5F-15739D9E18E1}" type="datetimeFigureOut">
              <a:rPr lang="zh-CN" altLang="en-US" smtClean="0"/>
              <a:t>2022/9/22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87C0E1D-24C4-406F-9615-DBDA8D2D1F93}" type="slidenum">
              <a:rPr lang="zh-CN" altLang="en-US" smtClean="0"/>
              <a:t>‹#›</a:t>
            </a:fld>
            <a:endParaRPr lang="zh-CN" altLang="en-US"/>
          </a:p>
        </p:txBody>
      </p:sp>
      <p:sp>
        <p:nvSpPr>
          <p:cNvPr id="37" name="内容占位符 36"/>
          <p:cNvSpPr>
            <a:spLocks noGrp="1"/>
          </p:cNvSpPr>
          <p:nvPr>
            <p:ph sz="quarter" idx="13" hasCustomPrompt="1"/>
          </p:nvPr>
        </p:nvSpPr>
        <p:spPr>
          <a:xfrm>
            <a:off x="3238500" y="3733201"/>
            <a:ext cx="5715000" cy="1185937"/>
          </a:xfrm>
        </p:spPr>
        <p:txBody>
          <a:bodyPr>
            <a:normAutofit/>
          </a:bodyPr>
          <a:lstStyle>
            <a:lvl1pPr marL="0" indent="0" algn="ctr">
              <a:buNone/>
              <a:defRPr sz="3200">
                <a:solidFill>
                  <a:schemeClr val="tx1"/>
                </a:solidFill>
              </a:defRPr>
            </a:lvl1pPr>
          </a:lstStyle>
          <a:p>
            <a:pPr lvl="0"/>
            <a:r>
              <a:rPr lang="zh-CN" altLang="en-US" dirty="0"/>
              <a:t>编辑文本</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713673"/>
            <a:ext cx="4681654" cy="1428161"/>
          </a:xfrm>
        </p:spPr>
        <p:txBody>
          <a:bodyPr anchor="t" anchorCtr="0">
            <a:normAutofit/>
          </a:bodyPr>
          <a:lstStyle>
            <a:lvl1pPr>
              <a:defRPr sz="3600"/>
            </a:lvl1pPr>
          </a:lstStyle>
          <a:p>
            <a:r>
              <a:rPr lang="zh-CN" altLang="en-US" dirty="0"/>
              <a:t>单击此处编辑标题</a:t>
            </a:r>
          </a:p>
        </p:txBody>
      </p:sp>
      <p:sp>
        <p:nvSpPr>
          <p:cNvPr id="3" name="图片占位符 2"/>
          <p:cNvSpPr>
            <a:spLocks noGrp="1" noChangeAspect="1"/>
          </p:cNvSpPr>
          <p:nvPr>
            <p:ph type="pic" idx="1"/>
          </p:nvPr>
        </p:nvSpPr>
        <p:spPr>
          <a:xfrm>
            <a:off x="5642517" y="713673"/>
            <a:ext cx="5711882" cy="540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838200" y="2313873"/>
            <a:ext cx="4681654"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2022/9/22</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10444898" y="365125"/>
            <a:ext cx="908901" cy="5811838"/>
          </a:xfrm>
        </p:spPr>
        <p:txBody>
          <a:bodyPr vert="eaVert">
            <a:normAutofit/>
          </a:bodyPr>
          <a:lstStyle>
            <a:lvl1pPr>
              <a:defRPr sz="4400"/>
            </a:lvl1pPr>
          </a:lstStyle>
          <a:p>
            <a:r>
              <a:rPr lang="zh-CN" altLang="en-US" dirty="0"/>
              <a:t>单击此处编辑标题</a:t>
            </a:r>
          </a:p>
        </p:txBody>
      </p:sp>
      <p:sp>
        <p:nvSpPr>
          <p:cNvPr id="3" name="竖排文字占位符 2"/>
          <p:cNvSpPr>
            <a:spLocks noGrp="1"/>
          </p:cNvSpPr>
          <p:nvPr>
            <p:ph type="body" orient="vert" idx="1"/>
          </p:nvPr>
        </p:nvSpPr>
        <p:spPr>
          <a:xfrm>
            <a:off x="838199" y="365125"/>
            <a:ext cx="9446443"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2022/9/22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25" y="2130527"/>
            <a:ext cx="10363470" cy="1470093"/>
          </a:xfrm>
        </p:spPr>
        <p:txBody>
          <a:bodyPr/>
          <a:lstStyle/>
          <a:p>
            <a:r>
              <a:rPr lang="en-US"/>
              <a:t>Click to edit Master title style</a:t>
            </a:r>
          </a:p>
        </p:txBody>
      </p:sp>
      <p:sp>
        <p:nvSpPr>
          <p:cNvPr id="3" name="Subtitle 2"/>
          <p:cNvSpPr>
            <a:spLocks noGrp="1"/>
          </p:cNvSpPr>
          <p:nvPr>
            <p:ph type="subTitle" idx="1"/>
          </p:nvPr>
        </p:nvSpPr>
        <p:spPr>
          <a:xfrm>
            <a:off x="1828849" y="3886380"/>
            <a:ext cx="8534623" cy="1752681"/>
          </a:xfr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165"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406E9206-D2D6-4057-92D4-39C87A03E66D}" type="datetime1">
              <a:rPr lang="en-US" altLang="zh-CN"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C052E9E1-D97D-4C90-BB96-FA1ED58B786F}" type="datetime1">
              <a:rPr lang="en-US" altLang="zh-CN"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110" y="4407107"/>
            <a:ext cx="10363470" cy="1362138"/>
          </a:xfrm>
        </p:spPr>
        <p:txBody>
          <a:bodyPr anchor="t"/>
          <a:lstStyle>
            <a:lvl1pPr algn="l">
              <a:defRPr sz="5400" b="1" cap="all"/>
            </a:lvl1pPr>
          </a:lstStyle>
          <a:p>
            <a:r>
              <a:rPr lang="en-US"/>
              <a:t>Click to edit Master title style</a:t>
            </a:r>
          </a:p>
        </p:txBody>
      </p:sp>
      <p:sp>
        <p:nvSpPr>
          <p:cNvPr id="3" name="Text Placeholder 2"/>
          <p:cNvSpPr>
            <a:spLocks noGrp="1"/>
          </p:cNvSpPr>
          <p:nvPr>
            <p:ph type="body" idx="1"/>
          </p:nvPr>
        </p:nvSpPr>
        <p:spPr>
          <a:xfrm>
            <a:off x="963110" y="2906849"/>
            <a:ext cx="10363470" cy="1500256"/>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200">
                <a:solidFill>
                  <a:schemeClr val="tx1">
                    <a:tint val="75000"/>
                  </a:schemeClr>
                </a:solidFill>
              </a:defRPr>
            </a:lvl3pPr>
            <a:lvl4pPr marL="1828165" indent="0">
              <a:buNone/>
              <a:defRPr sz="1900">
                <a:solidFill>
                  <a:schemeClr val="tx1">
                    <a:tint val="75000"/>
                  </a:schemeClr>
                </a:solidFill>
              </a:defRPr>
            </a:lvl4pPr>
            <a:lvl5pPr marL="2437765" indent="0">
              <a:buNone/>
              <a:defRPr sz="1900">
                <a:solidFill>
                  <a:schemeClr val="tx1">
                    <a:tint val="75000"/>
                  </a:schemeClr>
                </a:solidFill>
              </a:defRPr>
            </a:lvl5pPr>
            <a:lvl6pPr marL="3047365" indent="0">
              <a:buNone/>
              <a:defRPr sz="1900">
                <a:solidFill>
                  <a:schemeClr val="tx1">
                    <a:tint val="75000"/>
                  </a:schemeClr>
                </a:solidFill>
              </a:defRPr>
            </a:lvl6pPr>
            <a:lvl7pPr marL="3656965" indent="0">
              <a:buNone/>
              <a:defRPr sz="1900">
                <a:solidFill>
                  <a:schemeClr val="tx1">
                    <a:tint val="75000"/>
                  </a:schemeClr>
                </a:solidFill>
              </a:defRPr>
            </a:lvl7pPr>
            <a:lvl8pPr marL="4266565" indent="0">
              <a:buNone/>
              <a:defRPr sz="1900">
                <a:solidFill>
                  <a:schemeClr val="tx1">
                    <a:tint val="75000"/>
                  </a:schemeClr>
                </a:solidFill>
              </a:defRPr>
            </a:lvl8pPr>
            <a:lvl9pPr marL="4876165"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14779EE-1E16-4CC5-A459-C716090F6017}" type="datetime1">
              <a:rPr lang="en-US" altLang="zh-CN"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17" y="1600276"/>
            <a:ext cx="5384940" cy="4526173"/>
          </a:xfrm>
        </p:spPr>
        <p:txBody>
          <a:bodyPr/>
          <a:lstStyle>
            <a:lvl1pPr>
              <a:defRPr sz="38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762" y="1600276"/>
            <a:ext cx="5384940" cy="4526173"/>
          </a:xfrm>
        </p:spPr>
        <p:txBody>
          <a:bodyPr/>
          <a:lstStyle>
            <a:lvl1pPr>
              <a:defRPr sz="38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A3311C9F-D64E-4824-A709-CF61DE4E0BDD}" type="datetime1">
              <a:rPr lang="en-US" altLang="zh-CN" smtClean="0">
                <a:solidFill>
                  <a:prstClr val="black">
                    <a:tint val="75000"/>
                  </a:prstClr>
                </a:solidFill>
              </a:rPr>
              <a:t>9/22/2022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17" y="1535185"/>
            <a:ext cx="5387058" cy="639793"/>
          </a:xfrm>
        </p:spPr>
        <p:txBody>
          <a:bodyPr anchor="b"/>
          <a:lstStyle>
            <a:lvl1pPr marL="0" indent="0">
              <a:buNone/>
              <a:defRPr sz="3200" b="1"/>
            </a:lvl1pPr>
            <a:lvl2pPr marL="609600" indent="0">
              <a:buNone/>
              <a:defRPr sz="2700" b="1"/>
            </a:lvl2pPr>
            <a:lvl3pPr marL="1219200" indent="0">
              <a:buNone/>
              <a:defRPr sz="2400" b="1"/>
            </a:lvl3pPr>
            <a:lvl4pPr marL="1828165" indent="0">
              <a:buNone/>
              <a:defRPr sz="2200" b="1"/>
            </a:lvl4pPr>
            <a:lvl5pPr marL="2437765" indent="0">
              <a:buNone/>
              <a:defRPr sz="2200" b="1"/>
            </a:lvl5pPr>
            <a:lvl6pPr marL="3047365" indent="0">
              <a:buNone/>
              <a:defRPr sz="2200" b="1"/>
            </a:lvl6pPr>
            <a:lvl7pPr marL="3656965" indent="0">
              <a:buNone/>
              <a:defRPr sz="2200" b="1"/>
            </a:lvl7pPr>
            <a:lvl8pPr marL="4266565" indent="0">
              <a:buNone/>
              <a:defRPr sz="2200" b="1"/>
            </a:lvl8pPr>
            <a:lvl9pPr marL="4876165" indent="0">
              <a:buNone/>
              <a:defRPr sz="2200" b="1"/>
            </a:lvl9pPr>
          </a:lstStyle>
          <a:p>
            <a:pPr lvl="0"/>
            <a:r>
              <a:rPr lang="en-US"/>
              <a:t>Click to edit Master text styles</a:t>
            </a:r>
          </a:p>
        </p:txBody>
      </p:sp>
      <p:sp>
        <p:nvSpPr>
          <p:cNvPr id="4" name="Content Placeholder 3"/>
          <p:cNvSpPr>
            <a:spLocks noGrp="1"/>
          </p:cNvSpPr>
          <p:nvPr>
            <p:ph sz="half" idx="2"/>
          </p:nvPr>
        </p:nvSpPr>
        <p:spPr>
          <a:xfrm>
            <a:off x="609617" y="2174977"/>
            <a:ext cx="5387058" cy="3951471"/>
          </a:xfrm>
        </p:spPr>
        <p:txBody>
          <a:bodyPr/>
          <a:lstStyle>
            <a:lvl1pPr>
              <a:defRPr sz="3200"/>
            </a:lvl1pPr>
            <a:lvl2pPr>
              <a:defRPr sz="2700"/>
            </a:lvl2pPr>
            <a:lvl3pPr>
              <a:defRPr sz="24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535" y="1535185"/>
            <a:ext cx="5389174" cy="639793"/>
          </a:xfrm>
        </p:spPr>
        <p:txBody>
          <a:bodyPr anchor="b"/>
          <a:lstStyle>
            <a:lvl1pPr marL="0" indent="0">
              <a:buNone/>
              <a:defRPr sz="3200" b="1"/>
            </a:lvl1pPr>
            <a:lvl2pPr marL="609600" indent="0">
              <a:buNone/>
              <a:defRPr sz="2700" b="1"/>
            </a:lvl2pPr>
            <a:lvl3pPr marL="1219200" indent="0">
              <a:buNone/>
              <a:defRPr sz="2400" b="1"/>
            </a:lvl3pPr>
            <a:lvl4pPr marL="1828165" indent="0">
              <a:buNone/>
              <a:defRPr sz="2200" b="1"/>
            </a:lvl4pPr>
            <a:lvl5pPr marL="2437765" indent="0">
              <a:buNone/>
              <a:defRPr sz="2200" b="1"/>
            </a:lvl5pPr>
            <a:lvl6pPr marL="3047365" indent="0">
              <a:buNone/>
              <a:defRPr sz="2200" b="1"/>
            </a:lvl6pPr>
            <a:lvl7pPr marL="3656965" indent="0">
              <a:buNone/>
              <a:defRPr sz="2200" b="1"/>
            </a:lvl7pPr>
            <a:lvl8pPr marL="4266565" indent="0">
              <a:buNone/>
              <a:defRPr sz="2200" b="1"/>
            </a:lvl8pPr>
            <a:lvl9pPr marL="4876165" indent="0">
              <a:buNone/>
              <a:defRPr sz="2200" b="1"/>
            </a:lvl9pPr>
          </a:lstStyle>
          <a:p>
            <a:pPr lvl="0"/>
            <a:r>
              <a:rPr lang="en-US"/>
              <a:t>Click to edit Master text styles</a:t>
            </a:r>
          </a:p>
        </p:txBody>
      </p:sp>
      <p:sp>
        <p:nvSpPr>
          <p:cNvPr id="6" name="Content Placeholder 5"/>
          <p:cNvSpPr>
            <a:spLocks noGrp="1"/>
          </p:cNvSpPr>
          <p:nvPr>
            <p:ph sz="quarter" idx="4"/>
          </p:nvPr>
        </p:nvSpPr>
        <p:spPr>
          <a:xfrm>
            <a:off x="6193535" y="2174977"/>
            <a:ext cx="5389174" cy="3951471"/>
          </a:xfrm>
        </p:spPr>
        <p:txBody>
          <a:bodyPr/>
          <a:lstStyle>
            <a:lvl1pPr>
              <a:defRPr sz="3200"/>
            </a:lvl1pPr>
            <a:lvl2pPr>
              <a:defRPr sz="2700"/>
            </a:lvl2pPr>
            <a:lvl3pPr>
              <a:defRPr sz="24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0A4318BD-B3C6-4D4B-B871-C29490A2E55A}" type="datetime1">
              <a:rPr lang="en-US" altLang="zh-CN" smtClean="0">
                <a:solidFill>
                  <a:prstClr val="black">
                    <a:tint val="75000"/>
                  </a:prstClr>
                </a:solidFill>
              </a:rPr>
              <a:t>9/22/2022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E14CAFC4-799C-4CDE-B92B-8C262F06CF3E}" type="datetime1">
              <a:rPr lang="en-US" altLang="zh-CN" smtClean="0">
                <a:solidFill>
                  <a:prstClr val="black">
                    <a:tint val="75000"/>
                  </a:prstClr>
                </a:solidFill>
              </a:rPr>
              <a:t>9/22/2022</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圆角矩形 4"/>
          <p:cNvSpPr/>
          <p:nvPr userDrawn="1"/>
        </p:nvSpPr>
        <p:spPr>
          <a:xfrm>
            <a:off x="1139663" y="1031306"/>
            <a:ext cx="9912993" cy="42892"/>
          </a:xfrm>
          <a:prstGeom prst="roundRect">
            <a:avLst>
              <a:gd name="adj" fmla="val 50000"/>
            </a:avLst>
          </a:prstGeom>
          <a:gradFill>
            <a:gsLst>
              <a:gs pos="0">
                <a:schemeClr val="bg1">
                  <a:lumMod val="7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19" tIns="45709" rIns="91419" bIns="45709"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sp>
        <p:nvSpPr>
          <p:cNvPr id="6" name="圆角矩形 5"/>
          <p:cNvSpPr/>
          <p:nvPr userDrawn="1"/>
        </p:nvSpPr>
        <p:spPr>
          <a:xfrm>
            <a:off x="5900211" y="6452198"/>
            <a:ext cx="391899" cy="22011"/>
          </a:xfrm>
          <a:prstGeom prst="roundRect">
            <a:avLst>
              <a:gd name="adj" fmla="val 50000"/>
            </a:avLst>
          </a:prstGeom>
          <a:gradFill>
            <a:gsLst>
              <a:gs pos="0">
                <a:schemeClr val="bg1">
                  <a:lumMod val="7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19" tIns="45709" rIns="91419" bIns="45709"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sp>
        <p:nvSpPr>
          <p:cNvPr id="7" name="日期占位符 6"/>
          <p:cNvSpPr>
            <a:spLocks noGrp="1"/>
          </p:cNvSpPr>
          <p:nvPr>
            <p:ph type="dt" sz="half" idx="10"/>
          </p:nvPr>
        </p:nvSpPr>
        <p:spPr/>
        <p:txBody>
          <a:bodyPr/>
          <a:lstStyle/>
          <a:p>
            <a:pPr>
              <a:defRPr/>
            </a:pPr>
            <a:fld id="{3E729073-8FFE-4F18-B513-07581FC6638E}" type="datetime1">
              <a:rPr lang="en-US" altLang="zh-CN" smtClean="0">
                <a:solidFill>
                  <a:prstClr val="black">
                    <a:tint val="75000"/>
                  </a:prstClr>
                </a:solidFill>
              </a:rPr>
              <a:t>9/22/2022</a:t>
            </a:fld>
            <a:endParaRPr lang="en-US" dirty="0">
              <a:solidFill>
                <a:prstClr val="black">
                  <a:tint val="75000"/>
                </a:prstClr>
              </a:solidFill>
            </a:endParaRPr>
          </a:p>
        </p:txBody>
      </p:sp>
      <p:sp>
        <p:nvSpPr>
          <p:cNvPr id="9" name="灯片编号占位符 8"/>
          <p:cNvSpPr>
            <a:spLocks noGrp="1"/>
          </p:cNvSpPr>
          <p:nvPr>
            <p:ph type="sldNum" sz="quarter" idx="12"/>
          </p:nvPr>
        </p:nvSpPr>
        <p:spPr>
          <a:xfrm>
            <a:off x="4673722" y="6396523"/>
            <a:ext cx="2844875" cy="365142"/>
          </a:xfrm>
        </p:spPr>
        <p:txBody>
          <a:bodyPr/>
          <a:lstStyle>
            <a:lvl1pPr algn="ctr">
              <a:defRPr>
                <a:latin typeface="ITC Avant Garde Std Bk" panose="020B0502020202020204" pitchFamily="34" charset="0"/>
              </a:defRPr>
            </a:lvl1p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19" y="273062"/>
            <a:ext cx="4011189" cy="1162105"/>
          </a:xfr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6858" y="273066"/>
            <a:ext cx="6815845" cy="5853384"/>
          </a:xfrm>
        </p:spPr>
        <p:txBody>
          <a:bodyPr/>
          <a:lstStyle>
            <a:lvl1pPr>
              <a:defRPr sz="4300"/>
            </a:lvl1pPr>
            <a:lvl2pPr>
              <a:defRPr sz="38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19" y="1435171"/>
            <a:ext cx="4011189" cy="4691280"/>
          </a:xfrm>
        </p:spPr>
        <p:txBody>
          <a:bodyPr/>
          <a:lstStyle>
            <a:lvl1pPr marL="0" indent="0">
              <a:buNone/>
              <a:defRPr sz="1900"/>
            </a:lvl1pPr>
            <a:lvl2pPr marL="609600" indent="0">
              <a:buNone/>
              <a:defRPr sz="1600"/>
            </a:lvl2pPr>
            <a:lvl3pPr marL="1219200" indent="0">
              <a:buNone/>
              <a:defRPr sz="1400"/>
            </a:lvl3pPr>
            <a:lvl4pPr marL="1828165"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3C7FCF6-76BD-4495-B08F-4C059D2BA31F}" type="datetime1">
              <a:rPr lang="en-US" altLang="zh-CN" smtClean="0">
                <a:solidFill>
                  <a:prstClr val="black">
                    <a:tint val="75000"/>
                  </a:prstClr>
                </a:solidFill>
              </a:rPr>
              <a:t>9/22/2022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79" y="4800825"/>
            <a:ext cx="7315391" cy="566765"/>
          </a:xfr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89779" y="612805"/>
            <a:ext cx="7315391" cy="4114991"/>
          </a:xfrm>
        </p:spPr>
        <p:txBody>
          <a:bodyPr/>
          <a:lstStyle>
            <a:lvl1pPr marL="0" indent="0">
              <a:buNone/>
              <a:defRPr sz="4300"/>
            </a:lvl1pPr>
            <a:lvl2pPr marL="609600" indent="0">
              <a:buNone/>
              <a:defRPr sz="3800"/>
            </a:lvl2pPr>
            <a:lvl3pPr marL="1219200" indent="0">
              <a:buNone/>
              <a:defRPr sz="3200"/>
            </a:lvl3pPr>
            <a:lvl4pPr marL="1828165" indent="0">
              <a:buNone/>
              <a:defRPr sz="2700"/>
            </a:lvl4pPr>
            <a:lvl5pPr marL="2437765" indent="0">
              <a:buNone/>
              <a:defRPr sz="2700"/>
            </a:lvl5pPr>
            <a:lvl6pPr marL="3047365" indent="0">
              <a:buNone/>
              <a:defRPr sz="2700"/>
            </a:lvl6pPr>
            <a:lvl7pPr marL="3656965" indent="0">
              <a:buNone/>
              <a:defRPr sz="2700"/>
            </a:lvl7pPr>
            <a:lvl8pPr marL="4266565" indent="0">
              <a:buNone/>
              <a:defRPr sz="2700"/>
            </a:lvl8pPr>
            <a:lvl9pPr marL="4876165" indent="0">
              <a:buNone/>
              <a:defRPr sz="2700"/>
            </a:lvl9pPr>
          </a:lstStyle>
          <a:p>
            <a:endParaRPr lang="en-US" dirty="0"/>
          </a:p>
        </p:txBody>
      </p:sp>
      <p:sp>
        <p:nvSpPr>
          <p:cNvPr id="4" name="Text Placeholder 3"/>
          <p:cNvSpPr>
            <a:spLocks noGrp="1"/>
          </p:cNvSpPr>
          <p:nvPr>
            <p:ph type="body" sz="half" idx="2"/>
          </p:nvPr>
        </p:nvSpPr>
        <p:spPr>
          <a:xfrm>
            <a:off x="2389779" y="5367590"/>
            <a:ext cx="7315391" cy="804900"/>
          </a:xfrm>
        </p:spPr>
        <p:txBody>
          <a:bodyPr/>
          <a:lstStyle>
            <a:lvl1pPr marL="0" indent="0">
              <a:buNone/>
              <a:defRPr sz="1900"/>
            </a:lvl1pPr>
            <a:lvl2pPr marL="609600" indent="0">
              <a:buNone/>
              <a:defRPr sz="1600"/>
            </a:lvl2pPr>
            <a:lvl3pPr marL="1219200" indent="0">
              <a:buNone/>
              <a:defRPr sz="1400"/>
            </a:lvl3pPr>
            <a:lvl4pPr marL="1828165"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257577C-F53D-4BB9-9408-EB84DEB3CD80}" type="datetime1">
              <a:rPr lang="en-US" altLang="zh-CN" smtClean="0">
                <a:solidFill>
                  <a:prstClr val="black">
                    <a:tint val="75000"/>
                  </a:prstClr>
                </a:solidFill>
              </a:rPr>
              <a:t>9/22/2022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77D58058-BD14-4845-947D-4A9B79A00D09}" type="datetime1">
              <a:rPr lang="en-US" altLang="zh-CN"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431" y="274653"/>
            <a:ext cx="2743272" cy="585179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17" y="274653"/>
            <a:ext cx="8026609" cy="58517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18ECB469-C949-4E3F-B0CB-0C15DA7B7F92}" type="datetime1">
              <a:rPr lang="en-US" altLang="zh-CN"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自定义版式">
    <p:spTree>
      <p:nvGrpSpPr>
        <p:cNvPr id="1" name=""/>
        <p:cNvGrpSpPr/>
        <p:nvPr/>
      </p:nvGrpSpPr>
      <p:grpSpPr>
        <a:xfrm>
          <a:off x="0" y="0"/>
          <a:ext cx="0" cy="0"/>
          <a:chOff x="0" y="0"/>
          <a:chExt cx="0" cy="0"/>
        </a:xfrm>
      </p:grpSpPr>
      <p:sp>
        <p:nvSpPr>
          <p:cNvPr id="27" name="图片占位符 26"/>
          <p:cNvSpPr>
            <a:spLocks noGrp="1"/>
          </p:cNvSpPr>
          <p:nvPr>
            <p:ph type="pic" sz="quarter" idx="17"/>
          </p:nvPr>
        </p:nvSpPr>
        <p:spPr>
          <a:xfrm>
            <a:off x="8015977" y="1910307"/>
            <a:ext cx="3548585" cy="3721578"/>
          </a:xfrm>
          <a:custGeom>
            <a:avLst/>
            <a:gdLst>
              <a:gd name="connsiteX0" fmla="*/ 1944758 w 3548585"/>
              <a:gd name="connsiteY0" fmla="*/ 0 h 3721578"/>
              <a:gd name="connsiteX1" fmla="*/ 3450961 w 3548585"/>
              <a:gd name="connsiteY1" fmla="*/ 0 h 3721578"/>
              <a:gd name="connsiteX2" fmla="*/ 3548585 w 3548585"/>
              <a:gd name="connsiteY2" fmla="*/ 97624 h 3721578"/>
              <a:gd name="connsiteX3" fmla="*/ 3548585 w 3548585"/>
              <a:gd name="connsiteY3" fmla="*/ 1051160 h 3721578"/>
              <a:gd name="connsiteX4" fmla="*/ 3450961 w 3548585"/>
              <a:gd name="connsiteY4" fmla="*/ 1148784 h 3721578"/>
              <a:gd name="connsiteX5" fmla="*/ 1959028 w 3548585"/>
              <a:gd name="connsiteY5" fmla="*/ 1148784 h 3721578"/>
              <a:gd name="connsiteX6" fmla="*/ 1919610 w 3548585"/>
              <a:gd name="connsiteY6" fmla="*/ 1161020 h 3721578"/>
              <a:gd name="connsiteX7" fmla="*/ 1717221 w 3548585"/>
              <a:gd name="connsiteY7" fmla="*/ 1363409 h 3721578"/>
              <a:gd name="connsiteX8" fmla="*/ 1701451 w 3548585"/>
              <a:gd name="connsiteY8" fmla="*/ 1414212 h 3721578"/>
              <a:gd name="connsiteX9" fmla="*/ 1701451 w 3548585"/>
              <a:gd name="connsiteY9" fmla="*/ 2286294 h 3721578"/>
              <a:gd name="connsiteX10" fmla="*/ 1703255 w 3548585"/>
              <a:gd name="connsiteY10" fmla="*/ 2288102 h 3721578"/>
              <a:gd name="connsiteX11" fmla="*/ 1723907 w 3548585"/>
              <a:gd name="connsiteY11" fmla="*/ 2354634 h 3721578"/>
              <a:gd name="connsiteX12" fmla="*/ 1926297 w 3548585"/>
              <a:gd name="connsiteY12" fmla="*/ 2557022 h 3721578"/>
              <a:gd name="connsiteX13" fmla="*/ 1977105 w 3548585"/>
              <a:gd name="connsiteY13" fmla="*/ 2572794 h 3721578"/>
              <a:gd name="connsiteX14" fmla="*/ 3450961 w 3548585"/>
              <a:gd name="connsiteY14" fmla="*/ 2572794 h 3721578"/>
              <a:gd name="connsiteX15" fmla="*/ 3548585 w 3548585"/>
              <a:gd name="connsiteY15" fmla="*/ 2670418 h 3721578"/>
              <a:gd name="connsiteX16" fmla="*/ 3548585 w 3548585"/>
              <a:gd name="connsiteY16" fmla="*/ 3623954 h 3721578"/>
              <a:gd name="connsiteX17" fmla="*/ 3450961 w 3548585"/>
              <a:gd name="connsiteY17" fmla="*/ 3721578 h 3721578"/>
              <a:gd name="connsiteX18" fmla="*/ 1944758 w 3548585"/>
              <a:gd name="connsiteY18" fmla="*/ 3721578 h 3721578"/>
              <a:gd name="connsiteX19" fmla="*/ 1847134 w 3548585"/>
              <a:gd name="connsiteY19" fmla="*/ 3623954 h 3721578"/>
              <a:gd name="connsiteX20" fmla="*/ 1847134 w 3548585"/>
              <a:gd name="connsiteY20" fmla="*/ 2695320 h 3721578"/>
              <a:gd name="connsiteX21" fmla="*/ 1830007 w 3548585"/>
              <a:gd name="connsiteY21" fmla="*/ 2640144 h 3721578"/>
              <a:gd name="connsiteX22" fmla="*/ 1627617 w 3548585"/>
              <a:gd name="connsiteY22" fmla="*/ 2437755 h 3721578"/>
              <a:gd name="connsiteX23" fmla="*/ 1613217 w 3548585"/>
              <a:gd name="connsiteY23" fmla="*/ 2433285 h 3721578"/>
              <a:gd name="connsiteX24" fmla="*/ 1603827 w 3548585"/>
              <a:gd name="connsiteY24" fmla="*/ 2435181 h 3721578"/>
              <a:gd name="connsiteX25" fmla="*/ 97624 w 3548585"/>
              <a:gd name="connsiteY25" fmla="*/ 2435181 h 3721578"/>
              <a:gd name="connsiteX26" fmla="*/ 0 w 3548585"/>
              <a:gd name="connsiteY26" fmla="*/ 2337557 h 3721578"/>
              <a:gd name="connsiteX27" fmla="*/ 0 w 3548585"/>
              <a:gd name="connsiteY27" fmla="*/ 1384021 h 3721578"/>
              <a:gd name="connsiteX28" fmla="*/ 97624 w 3548585"/>
              <a:gd name="connsiteY28" fmla="*/ 1286397 h 3721578"/>
              <a:gd name="connsiteX29" fmla="*/ 1574998 w 3548585"/>
              <a:gd name="connsiteY29" fmla="*/ 1286397 h 3721578"/>
              <a:gd name="connsiteX30" fmla="*/ 1576353 w 3548585"/>
              <a:gd name="connsiteY30" fmla="*/ 1285045 h 3721578"/>
              <a:gd name="connsiteX31" fmla="*/ 1634099 w 3548585"/>
              <a:gd name="connsiteY31" fmla="*/ 1267119 h 3721578"/>
              <a:gd name="connsiteX32" fmla="*/ 1836488 w 3548585"/>
              <a:gd name="connsiteY32" fmla="*/ 1064729 h 3721578"/>
              <a:gd name="connsiteX33" fmla="*/ 1847134 w 3548585"/>
              <a:gd name="connsiteY33" fmla="*/ 1030435 h 3721578"/>
              <a:gd name="connsiteX34" fmla="*/ 1847134 w 3548585"/>
              <a:gd name="connsiteY34" fmla="*/ 97624 h 3721578"/>
              <a:gd name="connsiteX35" fmla="*/ 1944758 w 3548585"/>
              <a:gd name="connsiteY35" fmla="*/ 0 h 3721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548585" h="3721578">
                <a:moveTo>
                  <a:pt x="1944758" y="0"/>
                </a:moveTo>
                <a:lnTo>
                  <a:pt x="3450961" y="0"/>
                </a:lnTo>
                <a:cubicBezTo>
                  <a:pt x="3504877" y="0"/>
                  <a:pt x="3548585" y="43708"/>
                  <a:pt x="3548585" y="97624"/>
                </a:cubicBezTo>
                <a:lnTo>
                  <a:pt x="3548585" y="1051160"/>
                </a:lnTo>
                <a:cubicBezTo>
                  <a:pt x="3548585" y="1105076"/>
                  <a:pt x="3504877" y="1148784"/>
                  <a:pt x="3450961" y="1148784"/>
                </a:cubicBezTo>
                <a:lnTo>
                  <a:pt x="1959028" y="1148784"/>
                </a:lnTo>
                <a:lnTo>
                  <a:pt x="1919610" y="1161020"/>
                </a:lnTo>
                <a:cubicBezTo>
                  <a:pt x="1828611" y="1199509"/>
                  <a:pt x="1755710" y="1272410"/>
                  <a:pt x="1717221" y="1363409"/>
                </a:cubicBezTo>
                <a:lnTo>
                  <a:pt x="1701451" y="1414212"/>
                </a:lnTo>
                <a:lnTo>
                  <a:pt x="1701451" y="2286294"/>
                </a:lnTo>
                <a:lnTo>
                  <a:pt x="1703255" y="2288102"/>
                </a:lnTo>
                <a:lnTo>
                  <a:pt x="1723907" y="2354634"/>
                </a:lnTo>
                <a:cubicBezTo>
                  <a:pt x="1762397" y="2445633"/>
                  <a:pt x="1835298" y="2518534"/>
                  <a:pt x="1926297" y="2557022"/>
                </a:cubicBezTo>
                <a:lnTo>
                  <a:pt x="1977105" y="2572794"/>
                </a:lnTo>
                <a:lnTo>
                  <a:pt x="3450961" y="2572794"/>
                </a:lnTo>
                <a:cubicBezTo>
                  <a:pt x="3504877" y="2572794"/>
                  <a:pt x="3548585" y="2616502"/>
                  <a:pt x="3548585" y="2670418"/>
                </a:cubicBezTo>
                <a:lnTo>
                  <a:pt x="3548585" y="3623954"/>
                </a:lnTo>
                <a:cubicBezTo>
                  <a:pt x="3548585" y="3677870"/>
                  <a:pt x="3504877" y="3721578"/>
                  <a:pt x="3450961" y="3721578"/>
                </a:cubicBezTo>
                <a:lnTo>
                  <a:pt x="1944758" y="3721578"/>
                </a:lnTo>
                <a:cubicBezTo>
                  <a:pt x="1890842" y="3721578"/>
                  <a:pt x="1847134" y="3677870"/>
                  <a:pt x="1847134" y="3623954"/>
                </a:cubicBezTo>
                <a:lnTo>
                  <a:pt x="1847134" y="2695320"/>
                </a:lnTo>
                <a:lnTo>
                  <a:pt x="1830007" y="2640144"/>
                </a:lnTo>
                <a:cubicBezTo>
                  <a:pt x="1791517" y="2549145"/>
                  <a:pt x="1718616" y="2476245"/>
                  <a:pt x="1627617" y="2437755"/>
                </a:cubicBezTo>
                <a:lnTo>
                  <a:pt x="1613217" y="2433285"/>
                </a:lnTo>
                <a:lnTo>
                  <a:pt x="1603827" y="2435181"/>
                </a:lnTo>
                <a:lnTo>
                  <a:pt x="97624" y="2435181"/>
                </a:lnTo>
                <a:cubicBezTo>
                  <a:pt x="43708" y="2435181"/>
                  <a:pt x="0" y="2391473"/>
                  <a:pt x="0" y="2337557"/>
                </a:cubicBezTo>
                <a:lnTo>
                  <a:pt x="0" y="1384021"/>
                </a:lnTo>
                <a:cubicBezTo>
                  <a:pt x="0" y="1330105"/>
                  <a:pt x="43708" y="1286397"/>
                  <a:pt x="97624" y="1286397"/>
                </a:cubicBezTo>
                <a:lnTo>
                  <a:pt x="1574998" y="1286397"/>
                </a:lnTo>
                <a:lnTo>
                  <a:pt x="1576353" y="1285045"/>
                </a:lnTo>
                <a:lnTo>
                  <a:pt x="1634099" y="1267119"/>
                </a:lnTo>
                <a:cubicBezTo>
                  <a:pt x="1725098" y="1228630"/>
                  <a:pt x="1797999" y="1155729"/>
                  <a:pt x="1836488" y="1064729"/>
                </a:cubicBezTo>
                <a:lnTo>
                  <a:pt x="1847134" y="1030435"/>
                </a:lnTo>
                <a:lnTo>
                  <a:pt x="1847134" y="97624"/>
                </a:lnTo>
                <a:cubicBezTo>
                  <a:pt x="1847134" y="43708"/>
                  <a:pt x="1890842" y="0"/>
                  <a:pt x="1944758" y="0"/>
                </a:cubicBezTo>
                <a:close/>
              </a:path>
            </a:pathLst>
          </a:custGeom>
        </p:spPr>
        <p:txBody>
          <a:bodyPr wrap="square">
            <a:noAutofit/>
          </a:bodyPr>
          <a:lstStyle/>
          <a:p>
            <a:endParaRPr lang="zh-CN" altLang="en-US"/>
          </a:p>
        </p:txBody>
      </p:sp>
      <p:sp>
        <p:nvSpPr>
          <p:cNvPr id="22" name="图片占位符 21"/>
          <p:cNvSpPr>
            <a:spLocks noGrp="1"/>
          </p:cNvSpPr>
          <p:nvPr>
            <p:ph type="pic" sz="quarter" idx="10"/>
          </p:nvPr>
        </p:nvSpPr>
        <p:spPr>
          <a:xfrm>
            <a:off x="627441" y="1910307"/>
            <a:ext cx="1701451" cy="1148784"/>
          </a:xfrm>
          <a:custGeom>
            <a:avLst/>
            <a:gdLst>
              <a:gd name="connsiteX0" fmla="*/ 97624 w 1701451"/>
              <a:gd name="connsiteY0" fmla="*/ 0 h 1148784"/>
              <a:gd name="connsiteX1" fmla="*/ 1603827 w 1701451"/>
              <a:gd name="connsiteY1" fmla="*/ 0 h 1148784"/>
              <a:gd name="connsiteX2" fmla="*/ 1701451 w 1701451"/>
              <a:gd name="connsiteY2" fmla="*/ 97624 h 1148784"/>
              <a:gd name="connsiteX3" fmla="*/ 1701451 w 1701451"/>
              <a:gd name="connsiteY3" fmla="*/ 1051160 h 1148784"/>
              <a:gd name="connsiteX4" fmla="*/ 1603827 w 1701451"/>
              <a:gd name="connsiteY4" fmla="*/ 1148784 h 1148784"/>
              <a:gd name="connsiteX5" fmla="*/ 97624 w 1701451"/>
              <a:gd name="connsiteY5" fmla="*/ 1148784 h 1148784"/>
              <a:gd name="connsiteX6" fmla="*/ 0 w 1701451"/>
              <a:gd name="connsiteY6" fmla="*/ 1051160 h 1148784"/>
              <a:gd name="connsiteX7" fmla="*/ 0 w 1701451"/>
              <a:gd name="connsiteY7" fmla="*/ 97624 h 1148784"/>
              <a:gd name="connsiteX8" fmla="*/ 97624 w 1701451"/>
              <a:gd name="connsiteY8" fmla="*/ 0 h 114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1451" h="1148784">
                <a:moveTo>
                  <a:pt x="97624" y="0"/>
                </a:moveTo>
                <a:lnTo>
                  <a:pt x="1603827" y="0"/>
                </a:lnTo>
                <a:cubicBezTo>
                  <a:pt x="1657743" y="0"/>
                  <a:pt x="1701451" y="43708"/>
                  <a:pt x="1701451" y="97624"/>
                </a:cubicBezTo>
                <a:lnTo>
                  <a:pt x="1701451" y="1051160"/>
                </a:lnTo>
                <a:cubicBezTo>
                  <a:pt x="1701451" y="1105076"/>
                  <a:pt x="1657743" y="1148784"/>
                  <a:pt x="1603827" y="1148784"/>
                </a:cubicBezTo>
                <a:lnTo>
                  <a:pt x="97624" y="1148784"/>
                </a:lnTo>
                <a:cubicBezTo>
                  <a:pt x="43708" y="1148784"/>
                  <a:pt x="0" y="1105076"/>
                  <a:pt x="0" y="1051160"/>
                </a:cubicBezTo>
                <a:lnTo>
                  <a:pt x="0" y="97624"/>
                </a:lnTo>
                <a:cubicBezTo>
                  <a:pt x="0" y="43708"/>
                  <a:pt x="43708" y="0"/>
                  <a:pt x="97624" y="0"/>
                </a:cubicBezTo>
                <a:close/>
              </a:path>
            </a:pathLst>
          </a:custGeom>
        </p:spPr>
        <p:txBody>
          <a:bodyPr wrap="square">
            <a:noAutofit/>
          </a:bodyPr>
          <a:lstStyle/>
          <a:p>
            <a:endParaRPr lang="zh-CN" altLang="en-US" dirty="0"/>
          </a:p>
        </p:txBody>
      </p:sp>
      <p:sp>
        <p:nvSpPr>
          <p:cNvPr id="23" name="图片占位符 22"/>
          <p:cNvSpPr>
            <a:spLocks noGrp="1"/>
          </p:cNvSpPr>
          <p:nvPr>
            <p:ph type="pic" sz="quarter" idx="11"/>
          </p:nvPr>
        </p:nvSpPr>
        <p:spPr>
          <a:xfrm>
            <a:off x="2474575" y="1910307"/>
            <a:ext cx="1701451" cy="1148784"/>
          </a:xfrm>
          <a:custGeom>
            <a:avLst/>
            <a:gdLst>
              <a:gd name="connsiteX0" fmla="*/ 97624 w 1701451"/>
              <a:gd name="connsiteY0" fmla="*/ 0 h 1148784"/>
              <a:gd name="connsiteX1" fmla="*/ 1603827 w 1701451"/>
              <a:gd name="connsiteY1" fmla="*/ 0 h 1148784"/>
              <a:gd name="connsiteX2" fmla="*/ 1701451 w 1701451"/>
              <a:gd name="connsiteY2" fmla="*/ 97624 h 1148784"/>
              <a:gd name="connsiteX3" fmla="*/ 1701451 w 1701451"/>
              <a:gd name="connsiteY3" fmla="*/ 1051160 h 1148784"/>
              <a:gd name="connsiteX4" fmla="*/ 1603827 w 1701451"/>
              <a:gd name="connsiteY4" fmla="*/ 1148784 h 1148784"/>
              <a:gd name="connsiteX5" fmla="*/ 97624 w 1701451"/>
              <a:gd name="connsiteY5" fmla="*/ 1148784 h 1148784"/>
              <a:gd name="connsiteX6" fmla="*/ 0 w 1701451"/>
              <a:gd name="connsiteY6" fmla="*/ 1051160 h 1148784"/>
              <a:gd name="connsiteX7" fmla="*/ 0 w 1701451"/>
              <a:gd name="connsiteY7" fmla="*/ 97624 h 1148784"/>
              <a:gd name="connsiteX8" fmla="*/ 97624 w 1701451"/>
              <a:gd name="connsiteY8" fmla="*/ 0 h 114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1451" h="1148784">
                <a:moveTo>
                  <a:pt x="97624" y="0"/>
                </a:moveTo>
                <a:lnTo>
                  <a:pt x="1603827" y="0"/>
                </a:lnTo>
                <a:cubicBezTo>
                  <a:pt x="1657743" y="0"/>
                  <a:pt x="1701451" y="43708"/>
                  <a:pt x="1701451" y="97624"/>
                </a:cubicBezTo>
                <a:lnTo>
                  <a:pt x="1701451" y="1051160"/>
                </a:lnTo>
                <a:cubicBezTo>
                  <a:pt x="1701451" y="1105076"/>
                  <a:pt x="1657743" y="1148784"/>
                  <a:pt x="1603827" y="1148784"/>
                </a:cubicBezTo>
                <a:lnTo>
                  <a:pt x="97624" y="1148784"/>
                </a:lnTo>
                <a:cubicBezTo>
                  <a:pt x="43708" y="1148784"/>
                  <a:pt x="0" y="1105076"/>
                  <a:pt x="0" y="1051160"/>
                </a:cubicBezTo>
                <a:lnTo>
                  <a:pt x="0" y="97624"/>
                </a:lnTo>
                <a:cubicBezTo>
                  <a:pt x="0" y="43708"/>
                  <a:pt x="43708" y="0"/>
                  <a:pt x="97624" y="0"/>
                </a:cubicBezTo>
                <a:close/>
              </a:path>
            </a:pathLst>
          </a:custGeom>
        </p:spPr>
        <p:txBody>
          <a:bodyPr wrap="square">
            <a:noAutofit/>
          </a:bodyPr>
          <a:lstStyle/>
          <a:p>
            <a:endParaRPr lang="zh-CN" altLang="en-US" dirty="0"/>
          </a:p>
        </p:txBody>
      </p:sp>
      <p:sp>
        <p:nvSpPr>
          <p:cNvPr id="24" name="图片占位符 23"/>
          <p:cNvSpPr>
            <a:spLocks noGrp="1"/>
          </p:cNvSpPr>
          <p:nvPr>
            <p:ph type="pic" sz="quarter" idx="12"/>
          </p:nvPr>
        </p:nvSpPr>
        <p:spPr>
          <a:xfrm>
            <a:off x="627441" y="3196704"/>
            <a:ext cx="1701451" cy="1148784"/>
          </a:xfrm>
          <a:custGeom>
            <a:avLst/>
            <a:gdLst>
              <a:gd name="connsiteX0" fmla="*/ 97624 w 1701451"/>
              <a:gd name="connsiteY0" fmla="*/ 0 h 1148784"/>
              <a:gd name="connsiteX1" fmla="*/ 1603827 w 1701451"/>
              <a:gd name="connsiteY1" fmla="*/ 0 h 1148784"/>
              <a:gd name="connsiteX2" fmla="*/ 1701451 w 1701451"/>
              <a:gd name="connsiteY2" fmla="*/ 97624 h 1148784"/>
              <a:gd name="connsiteX3" fmla="*/ 1701451 w 1701451"/>
              <a:gd name="connsiteY3" fmla="*/ 1051160 h 1148784"/>
              <a:gd name="connsiteX4" fmla="*/ 1603827 w 1701451"/>
              <a:gd name="connsiteY4" fmla="*/ 1148784 h 1148784"/>
              <a:gd name="connsiteX5" fmla="*/ 97624 w 1701451"/>
              <a:gd name="connsiteY5" fmla="*/ 1148784 h 1148784"/>
              <a:gd name="connsiteX6" fmla="*/ 0 w 1701451"/>
              <a:gd name="connsiteY6" fmla="*/ 1051160 h 1148784"/>
              <a:gd name="connsiteX7" fmla="*/ 0 w 1701451"/>
              <a:gd name="connsiteY7" fmla="*/ 97624 h 1148784"/>
              <a:gd name="connsiteX8" fmla="*/ 97624 w 1701451"/>
              <a:gd name="connsiteY8" fmla="*/ 0 h 114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1451" h="1148784">
                <a:moveTo>
                  <a:pt x="97624" y="0"/>
                </a:moveTo>
                <a:lnTo>
                  <a:pt x="1603827" y="0"/>
                </a:lnTo>
                <a:cubicBezTo>
                  <a:pt x="1657743" y="0"/>
                  <a:pt x="1701451" y="43708"/>
                  <a:pt x="1701451" y="97624"/>
                </a:cubicBezTo>
                <a:lnTo>
                  <a:pt x="1701451" y="1051160"/>
                </a:lnTo>
                <a:cubicBezTo>
                  <a:pt x="1701451" y="1105076"/>
                  <a:pt x="1657743" y="1148784"/>
                  <a:pt x="1603827" y="1148784"/>
                </a:cubicBezTo>
                <a:lnTo>
                  <a:pt x="97624" y="1148784"/>
                </a:lnTo>
                <a:cubicBezTo>
                  <a:pt x="43708" y="1148784"/>
                  <a:pt x="0" y="1105076"/>
                  <a:pt x="0" y="1051160"/>
                </a:cubicBezTo>
                <a:lnTo>
                  <a:pt x="0" y="97624"/>
                </a:lnTo>
                <a:cubicBezTo>
                  <a:pt x="0" y="43708"/>
                  <a:pt x="43708" y="0"/>
                  <a:pt x="97624" y="0"/>
                </a:cubicBezTo>
                <a:close/>
              </a:path>
            </a:pathLst>
          </a:custGeom>
        </p:spPr>
        <p:txBody>
          <a:bodyPr wrap="square">
            <a:noAutofit/>
          </a:bodyPr>
          <a:lstStyle/>
          <a:p>
            <a:endParaRPr lang="zh-CN" altLang="en-US"/>
          </a:p>
        </p:txBody>
      </p:sp>
      <p:sp>
        <p:nvSpPr>
          <p:cNvPr id="25" name="图片占位符 24"/>
          <p:cNvSpPr>
            <a:spLocks noGrp="1"/>
          </p:cNvSpPr>
          <p:nvPr>
            <p:ph type="pic" sz="quarter" idx="13"/>
          </p:nvPr>
        </p:nvSpPr>
        <p:spPr>
          <a:xfrm>
            <a:off x="2474575" y="3196704"/>
            <a:ext cx="1701451" cy="1148784"/>
          </a:xfrm>
          <a:custGeom>
            <a:avLst/>
            <a:gdLst>
              <a:gd name="connsiteX0" fmla="*/ 97624 w 1701451"/>
              <a:gd name="connsiteY0" fmla="*/ 0 h 1148784"/>
              <a:gd name="connsiteX1" fmla="*/ 1603827 w 1701451"/>
              <a:gd name="connsiteY1" fmla="*/ 0 h 1148784"/>
              <a:gd name="connsiteX2" fmla="*/ 1701451 w 1701451"/>
              <a:gd name="connsiteY2" fmla="*/ 97624 h 1148784"/>
              <a:gd name="connsiteX3" fmla="*/ 1701451 w 1701451"/>
              <a:gd name="connsiteY3" fmla="*/ 1051160 h 1148784"/>
              <a:gd name="connsiteX4" fmla="*/ 1603827 w 1701451"/>
              <a:gd name="connsiteY4" fmla="*/ 1148784 h 1148784"/>
              <a:gd name="connsiteX5" fmla="*/ 97624 w 1701451"/>
              <a:gd name="connsiteY5" fmla="*/ 1148784 h 1148784"/>
              <a:gd name="connsiteX6" fmla="*/ 0 w 1701451"/>
              <a:gd name="connsiteY6" fmla="*/ 1051160 h 1148784"/>
              <a:gd name="connsiteX7" fmla="*/ 0 w 1701451"/>
              <a:gd name="connsiteY7" fmla="*/ 97624 h 1148784"/>
              <a:gd name="connsiteX8" fmla="*/ 97624 w 1701451"/>
              <a:gd name="connsiteY8" fmla="*/ 0 h 114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1451" h="1148784">
                <a:moveTo>
                  <a:pt x="97624" y="0"/>
                </a:moveTo>
                <a:lnTo>
                  <a:pt x="1603827" y="0"/>
                </a:lnTo>
                <a:cubicBezTo>
                  <a:pt x="1657743" y="0"/>
                  <a:pt x="1701451" y="43708"/>
                  <a:pt x="1701451" y="97624"/>
                </a:cubicBezTo>
                <a:lnTo>
                  <a:pt x="1701451" y="1051160"/>
                </a:lnTo>
                <a:cubicBezTo>
                  <a:pt x="1701451" y="1105076"/>
                  <a:pt x="1657743" y="1148784"/>
                  <a:pt x="1603827" y="1148784"/>
                </a:cubicBezTo>
                <a:lnTo>
                  <a:pt x="97624" y="1148784"/>
                </a:lnTo>
                <a:cubicBezTo>
                  <a:pt x="43708" y="1148784"/>
                  <a:pt x="0" y="1105076"/>
                  <a:pt x="0" y="1051160"/>
                </a:cubicBezTo>
                <a:lnTo>
                  <a:pt x="0" y="97624"/>
                </a:lnTo>
                <a:cubicBezTo>
                  <a:pt x="0" y="43708"/>
                  <a:pt x="43708" y="0"/>
                  <a:pt x="97624" y="0"/>
                </a:cubicBezTo>
                <a:close/>
              </a:path>
            </a:pathLst>
          </a:custGeom>
        </p:spPr>
        <p:txBody>
          <a:bodyPr wrap="square">
            <a:noAutofit/>
          </a:bodyPr>
          <a:lstStyle/>
          <a:p>
            <a:endParaRPr lang="zh-CN" altLang="en-US"/>
          </a:p>
        </p:txBody>
      </p:sp>
      <p:sp>
        <p:nvSpPr>
          <p:cNvPr id="26" name="图片占位符 25"/>
          <p:cNvSpPr>
            <a:spLocks noGrp="1"/>
          </p:cNvSpPr>
          <p:nvPr>
            <p:ph type="pic" sz="quarter" idx="14"/>
          </p:nvPr>
        </p:nvSpPr>
        <p:spPr>
          <a:xfrm>
            <a:off x="4321709" y="3196704"/>
            <a:ext cx="1701451" cy="1148784"/>
          </a:xfrm>
          <a:custGeom>
            <a:avLst/>
            <a:gdLst>
              <a:gd name="connsiteX0" fmla="*/ 97624 w 1701451"/>
              <a:gd name="connsiteY0" fmla="*/ 0 h 1148784"/>
              <a:gd name="connsiteX1" fmla="*/ 1603827 w 1701451"/>
              <a:gd name="connsiteY1" fmla="*/ 0 h 1148784"/>
              <a:gd name="connsiteX2" fmla="*/ 1701451 w 1701451"/>
              <a:gd name="connsiteY2" fmla="*/ 97624 h 1148784"/>
              <a:gd name="connsiteX3" fmla="*/ 1701451 w 1701451"/>
              <a:gd name="connsiteY3" fmla="*/ 1051160 h 1148784"/>
              <a:gd name="connsiteX4" fmla="*/ 1603827 w 1701451"/>
              <a:gd name="connsiteY4" fmla="*/ 1148784 h 1148784"/>
              <a:gd name="connsiteX5" fmla="*/ 97624 w 1701451"/>
              <a:gd name="connsiteY5" fmla="*/ 1148784 h 1148784"/>
              <a:gd name="connsiteX6" fmla="*/ 0 w 1701451"/>
              <a:gd name="connsiteY6" fmla="*/ 1051160 h 1148784"/>
              <a:gd name="connsiteX7" fmla="*/ 0 w 1701451"/>
              <a:gd name="connsiteY7" fmla="*/ 97624 h 1148784"/>
              <a:gd name="connsiteX8" fmla="*/ 97624 w 1701451"/>
              <a:gd name="connsiteY8" fmla="*/ 0 h 114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1451" h="1148784">
                <a:moveTo>
                  <a:pt x="97624" y="0"/>
                </a:moveTo>
                <a:lnTo>
                  <a:pt x="1603827" y="0"/>
                </a:lnTo>
                <a:cubicBezTo>
                  <a:pt x="1657743" y="0"/>
                  <a:pt x="1701451" y="43708"/>
                  <a:pt x="1701451" y="97624"/>
                </a:cubicBezTo>
                <a:lnTo>
                  <a:pt x="1701451" y="1051160"/>
                </a:lnTo>
                <a:cubicBezTo>
                  <a:pt x="1701451" y="1105076"/>
                  <a:pt x="1657743" y="1148784"/>
                  <a:pt x="1603827" y="1148784"/>
                </a:cubicBezTo>
                <a:lnTo>
                  <a:pt x="97624" y="1148784"/>
                </a:lnTo>
                <a:cubicBezTo>
                  <a:pt x="43708" y="1148784"/>
                  <a:pt x="0" y="1105076"/>
                  <a:pt x="0" y="1051160"/>
                </a:cubicBezTo>
                <a:lnTo>
                  <a:pt x="0" y="97624"/>
                </a:lnTo>
                <a:cubicBezTo>
                  <a:pt x="0" y="43708"/>
                  <a:pt x="43708" y="0"/>
                  <a:pt x="97624" y="0"/>
                </a:cubicBezTo>
                <a:close/>
              </a:path>
            </a:pathLst>
          </a:custGeom>
        </p:spPr>
        <p:txBody>
          <a:bodyPr wrap="square">
            <a:noAutofit/>
          </a:bodyPr>
          <a:lstStyle/>
          <a:p>
            <a:endParaRPr lang="zh-CN" altLang="en-US"/>
          </a:p>
        </p:txBody>
      </p:sp>
      <p:sp>
        <p:nvSpPr>
          <p:cNvPr id="30" name="图片占位符 29"/>
          <p:cNvSpPr>
            <a:spLocks noGrp="1"/>
          </p:cNvSpPr>
          <p:nvPr>
            <p:ph type="pic" sz="quarter" idx="15"/>
          </p:nvPr>
        </p:nvSpPr>
        <p:spPr>
          <a:xfrm>
            <a:off x="6168843" y="623910"/>
            <a:ext cx="3548585" cy="2435182"/>
          </a:xfrm>
          <a:custGeom>
            <a:avLst/>
            <a:gdLst>
              <a:gd name="connsiteX0" fmla="*/ 1944758 w 3548585"/>
              <a:gd name="connsiteY0" fmla="*/ 0 h 2435182"/>
              <a:gd name="connsiteX1" fmla="*/ 3450961 w 3548585"/>
              <a:gd name="connsiteY1" fmla="*/ 1 h 2435182"/>
              <a:gd name="connsiteX2" fmla="*/ 3548585 w 3548585"/>
              <a:gd name="connsiteY2" fmla="*/ 97625 h 2435182"/>
              <a:gd name="connsiteX3" fmla="*/ 3548585 w 3548585"/>
              <a:gd name="connsiteY3" fmla="*/ 1051161 h 2435182"/>
              <a:gd name="connsiteX4" fmla="*/ 3450961 w 3548585"/>
              <a:gd name="connsiteY4" fmla="*/ 1148785 h 2435182"/>
              <a:gd name="connsiteX5" fmla="*/ 1976722 w 3548585"/>
              <a:gd name="connsiteY5" fmla="*/ 1148785 h 2435182"/>
              <a:gd name="connsiteX6" fmla="*/ 1915861 w 3548585"/>
              <a:gd name="connsiteY6" fmla="*/ 1167677 h 2435182"/>
              <a:gd name="connsiteX7" fmla="*/ 1713472 w 3548585"/>
              <a:gd name="connsiteY7" fmla="*/ 1370066 h 2435182"/>
              <a:gd name="connsiteX8" fmla="*/ 1701451 w 3548585"/>
              <a:gd name="connsiteY8" fmla="*/ 1408793 h 2435182"/>
              <a:gd name="connsiteX9" fmla="*/ 1701451 w 3548585"/>
              <a:gd name="connsiteY9" fmla="*/ 2337558 h 2435182"/>
              <a:gd name="connsiteX10" fmla="*/ 1603827 w 3548585"/>
              <a:gd name="connsiteY10" fmla="*/ 2435182 h 2435182"/>
              <a:gd name="connsiteX11" fmla="*/ 97625 w 3548585"/>
              <a:gd name="connsiteY11" fmla="*/ 2435182 h 2435182"/>
              <a:gd name="connsiteX12" fmla="*/ 0 w 3548585"/>
              <a:gd name="connsiteY12" fmla="*/ 2337558 h 2435182"/>
              <a:gd name="connsiteX13" fmla="*/ 0 w 3548585"/>
              <a:gd name="connsiteY13" fmla="*/ 1384022 h 2435182"/>
              <a:gd name="connsiteX14" fmla="*/ 97624 w 3548585"/>
              <a:gd name="connsiteY14" fmla="*/ 1286398 h 2435182"/>
              <a:gd name="connsiteX15" fmla="*/ 1589690 w 3548585"/>
              <a:gd name="connsiteY15" fmla="*/ 1286397 h 2435182"/>
              <a:gd name="connsiteX16" fmla="*/ 1630350 w 3548585"/>
              <a:gd name="connsiteY16" fmla="*/ 1273776 h 2435182"/>
              <a:gd name="connsiteX17" fmla="*/ 1832740 w 3548585"/>
              <a:gd name="connsiteY17" fmla="*/ 1071386 h 2435182"/>
              <a:gd name="connsiteX18" fmla="*/ 1847134 w 3548585"/>
              <a:gd name="connsiteY18" fmla="*/ 1025015 h 2435182"/>
              <a:gd name="connsiteX19" fmla="*/ 1847135 w 3548585"/>
              <a:gd name="connsiteY19" fmla="*/ 97625 h 2435182"/>
              <a:gd name="connsiteX20" fmla="*/ 1944758 w 3548585"/>
              <a:gd name="connsiteY20" fmla="*/ 0 h 243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48585" h="2435182">
                <a:moveTo>
                  <a:pt x="1944758" y="0"/>
                </a:moveTo>
                <a:lnTo>
                  <a:pt x="3450961" y="1"/>
                </a:lnTo>
                <a:cubicBezTo>
                  <a:pt x="3504877" y="1"/>
                  <a:pt x="3548585" y="43709"/>
                  <a:pt x="3548585" y="97625"/>
                </a:cubicBezTo>
                <a:lnTo>
                  <a:pt x="3548585" y="1051161"/>
                </a:lnTo>
                <a:cubicBezTo>
                  <a:pt x="3548585" y="1105077"/>
                  <a:pt x="3504877" y="1148785"/>
                  <a:pt x="3450961" y="1148785"/>
                </a:cubicBezTo>
                <a:lnTo>
                  <a:pt x="1976722" y="1148785"/>
                </a:lnTo>
                <a:lnTo>
                  <a:pt x="1915861" y="1167677"/>
                </a:lnTo>
                <a:cubicBezTo>
                  <a:pt x="1824862" y="1206167"/>
                  <a:pt x="1751961" y="1279067"/>
                  <a:pt x="1713472" y="1370066"/>
                </a:cubicBezTo>
                <a:lnTo>
                  <a:pt x="1701451" y="1408793"/>
                </a:lnTo>
                <a:lnTo>
                  <a:pt x="1701451" y="2337558"/>
                </a:lnTo>
                <a:cubicBezTo>
                  <a:pt x="1701451" y="2391474"/>
                  <a:pt x="1657743" y="2435182"/>
                  <a:pt x="1603827" y="2435182"/>
                </a:cubicBezTo>
                <a:lnTo>
                  <a:pt x="97625" y="2435182"/>
                </a:lnTo>
                <a:cubicBezTo>
                  <a:pt x="43708" y="2435182"/>
                  <a:pt x="0" y="2391474"/>
                  <a:pt x="0" y="2337558"/>
                </a:cubicBezTo>
                <a:lnTo>
                  <a:pt x="0" y="1384022"/>
                </a:lnTo>
                <a:cubicBezTo>
                  <a:pt x="0" y="1330106"/>
                  <a:pt x="43708" y="1286398"/>
                  <a:pt x="97624" y="1286398"/>
                </a:cubicBezTo>
                <a:lnTo>
                  <a:pt x="1589690" y="1286397"/>
                </a:lnTo>
                <a:lnTo>
                  <a:pt x="1630350" y="1273776"/>
                </a:lnTo>
                <a:cubicBezTo>
                  <a:pt x="1721349" y="1235287"/>
                  <a:pt x="1794250" y="1162386"/>
                  <a:pt x="1832740" y="1071386"/>
                </a:cubicBezTo>
                <a:lnTo>
                  <a:pt x="1847134" y="1025015"/>
                </a:lnTo>
                <a:lnTo>
                  <a:pt x="1847135" y="97625"/>
                </a:lnTo>
                <a:cubicBezTo>
                  <a:pt x="1847134" y="43709"/>
                  <a:pt x="1890842" y="1"/>
                  <a:pt x="1944758" y="0"/>
                </a:cubicBezTo>
                <a:close/>
              </a:path>
            </a:pathLst>
          </a:custGeom>
        </p:spPr>
        <p:txBody>
          <a:bodyPr wrap="square">
            <a:noAutofit/>
          </a:bodyPr>
          <a:lstStyle/>
          <a:p>
            <a:endParaRPr lang="zh-CN" altLang="en-US"/>
          </a:p>
        </p:txBody>
      </p:sp>
      <p:sp>
        <p:nvSpPr>
          <p:cNvPr id="29" name="图片占位符 28"/>
          <p:cNvSpPr>
            <a:spLocks noGrp="1"/>
          </p:cNvSpPr>
          <p:nvPr>
            <p:ph type="pic" sz="quarter" idx="16"/>
          </p:nvPr>
        </p:nvSpPr>
        <p:spPr>
          <a:xfrm>
            <a:off x="6168843" y="623910"/>
            <a:ext cx="5395719" cy="3721579"/>
          </a:xfrm>
          <a:custGeom>
            <a:avLst/>
            <a:gdLst>
              <a:gd name="connsiteX0" fmla="*/ 3791892 w 5395719"/>
              <a:gd name="connsiteY0" fmla="*/ 0 h 3721579"/>
              <a:gd name="connsiteX1" fmla="*/ 5298095 w 5395719"/>
              <a:gd name="connsiteY1" fmla="*/ 1 h 3721579"/>
              <a:gd name="connsiteX2" fmla="*/ 5395719 w 5395719"/>
              <a:gd name="connsiteY2" fmla="*/ 97625 h 3721579"/>
              <a:gd name="connsiteX3" fmla="*/ 5395719 w 5395719"/>
              <a:gd name="connsiteY3" fmla="*/ 1051161 h 3721579"/>
              <a:gd name="connsiteX4" fmla="*/ 5298095 w 5395719"/>
              <a:gd name="connsiteY4" fmla="*/ 1148784 h 3721579"/>
              <a:gd name="connsiteX5" fmla="*/ 3827600 w 5395719"/>
              <a:gd name="connsiteY5" fmla="*/ 1148785 h 3721579"/>
              <a:gd name="connsiteX6" fmla="*/ 3766743 w 5395719"/>
              <a:gd name="connsiteY6" fmla="*/ 1167675 h 3721579"/>
              <a:gd name="connsiteX7" fmla="*/ 3564354 w 5395719"/>
              <a:gd name="connsiteY7" fmla="*/ 1370065 h 3721579"/>
              <a:gd name="connsiteX8" fmla="*/ 3548585 w 5395719"/>
              <a:gd name="connsiteY8" fmla="*/ 1420864 h 3721579"/>
              <a:gd name="connsiteX9" fmla="*/ 3548584 w 5395719"/>
              <a:gd name="connsiteY9" fmla="*/ 2337557 h 3721579"/>
              <a:gd name="connsiteX10" fmla="*/ 3450961 w 5395719"/>
              <a:gd name="connsiteY10" fmla="*/ 2435182 h 3721579"/>
              <a:gd name="connsiteX11" fmla="*/ 1962564 w 5395719"/>
              <a:gd name="connsiteY11" fmla="*/ 2435182 h 3721579"/>
              <a:gd name="connsiteX12" fmla="*/ 1923146 w 5395719"/>
              <a:gd name="connsiteY12" fmla="*/ 2447417 h 3721579"/>
              <a:gd name="connsiteX13" fmla="*/ 1720758 w 5395719"/>
              <a:gd name="connsiteY13" fmla="*/ 2649807 h 3721579"/>
              <a:gd name="connsiteX14" fmla="*/ 1701451 w 5395719"/>
              <a:gd name="connsiteY14" fmla="*/ 2712002 h 3721579"/>
              <a:gd name="connsiteX15" fmla="*/ 1701451 w 5395719"/>
              <a:gd name="connsiteY15" fmla="*/ 3623954 h 3721579"/>
              <a:gd name="connsiteX16" fmla="*/ 1603827 w 5395719"/>
              <a:gd name="connsiteY16" fmla="*/ 3721578 h 3721579"/>
              <a:gd name="connsiteX17" fmla="*/ 97624 w 5395719"/>
              <a:gd name="connsiteY17" fmla="*/ 3721579 h 3721579"/>
              <a:gd name="connsiteX18" fmla="*/ 1 w 5395719"/>
              <a:gd name="connsiteY18" fmla="*/ 3623955 h 3721579"/>
              <a:gd name="connsiteX19" fmla="*/ 0 w 5395719"/>
              <a:gd name="connsiteY19" fmla="*/ 2670419 h 3721579"/>
              <a:gd name="connsiteX20" fmla="*/ 97624 w 5395719"/>
              <a:gd name="connsiteY20" fmla="*/ 2572795 h 3721579"/>
              <a:gd name="connsiteX21" fmla="*/ 1578534 w 5395719"/>
              <a:gd name="connsiteY21" fmla="*/ 2572794 h 3721579"/>
              <a:gd name="connsiteX22" fmla="*/ 1579889 w 5395719"/>
              <a:gd name="connsiteY22" fmla="*/ 2571443 h 3721579"/>
              <a:gd name="connsiteX23" fmla="*/ 1637635 w 5395719"/>
              <a:gd name="connsiteY23" fmla="*/ 2553516 h 3721579"/>
              <a:gd name="connsiteX24" fmla="*/ 1840025 w 5395719"/>
              <a:gd name="connsiteY24" fmla="*/ 2351126 h 3721579"/>
              <a:gd name="connsiteX25" fmla="*/ 1847134 w 5395719"/>
              <a:gd name="connsiteY25" fmla="*/ 2328223 h 3721579"/>
              <a:gd name="connsiteX26" fmla="*/ 1847134 w 5395719"/>
              <a:gd name="connsiteY26" fmla="*/ 1384021 h 3721579"/>
              <a:gd name="connsiteX27" fmla="*/ 1944758 w 5395719"/>
              <a:gd name="connsiteY27" fmla="*/ 1286398 h 3721579"/>
              <a:gd name="connsiteX28" fmla="*/ 3440569 w 5395719"/>
              <a:gd name="connsiteY28" fmla="*/ 1286398 h 3721579"/>
              <a:gd name="connsiteX29" fmla="*/ 3481232 w 5395719"/>
              <a:gd name="connsiteY29" fmla="*/ 1273775 h 3721579"/>
              <a:gd name="connsiteX30" fmla="*/ 3683621 w 5395719"/>
              <a:gd name="connsiteY30" fmla="*/ 1071384 h 3721579"/>
              <a:gd name="connsiteX31" fmla="*/ 3694267 w 5395719"/>
              <a:gd name="connsiteY31" fmla="*/ 1037087 h 3721579"/>
              <a:gd name="connsiteX32" fmla="*/ 3694267 w 5395719"/>
              <a:gd name="connsiteY32" fmla="*/ 97625 h 3721579"/>
              <a:gd name="connsiteX33" fmla="*/ 3791892 w 5395719"/>
              <a:gd name="connsiteY33" fmla="*/ 0 h 3721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395719" h="3721579">
                <a:moveTo>
                  <a:pt x="3791892" y="0"/>
                </a:moveTo>
                <a:lnTo>
                  <a:pt x="5298095" y="1"/>
                </a:lnTo>
                <a:cubicBezTo>
                  <a:pt x="5352011" y="0"/>
                  <a:pt x="5395719" y="43708"/>
                  <a:pt x="5395719" y="97625"/>
                </a:cubicBezTo>
                <a:lnTo>
                  <a:pt x="5395719" y="1051161"/>
                </a:lnTo>
                <a:cubicBezTo>
                  <a:pt x="5395719" y="1105076"/>
                  <a:pt x="5352011" y="1148785"/>
                  <a:pt x="5298095" y="1148784"/>
                </a:cubicBezTo>
                <a:lnTo>
                  <a:pt x="3827600" y="1148785"/>
                </a:lnTo>
                <a:lnTo>
                  <a:pt x="3766743" y="1167675"/>
                </a:lnTo>
                <a:cubicBezTo>
                  <a:pt x="3675744" y="1206165"/>
                  <a:pt x="3602844" y="1279066"/>
                  <a:pt x="3564354" y="1370065"/>
                </a:cubicBezTo>
                <a:lnTo>
                  <a:pt x="3548585" y="1420864"/>
                </a:lnTo>
                <a:lnTo>
                  <a:pt x="3548584" y="2337557"/>
                </a:lnTo>
                <a:cubicBezTo>
                  <a:pt x="3548585" y="2391474"/>
                  <a:pt x="3504877" y="2435181"/>
                  <a:pt x="3450961" y="2435182"/>
                </a:cubicBezTo>
                <a:lnTo>
                  <a:pt x="1962564" y="2435182"/>
                </a:lnTo>
                <a:lnTo>
                  <a:pt x="1923146" y="2447417"/>
                </a:lnTo>
                <a:cubicBezTo>
                  <a:pt x="1832147" y="2485907"/>
                  <a:pt x="1759246" y="2558808"/>
                  <a:pt x="1720758" y="2649807"/>
                </a:cubicBezTo>
                <a:lnTo>
                  <a:pt x="1701451" y="2712002"/>
                </a:lnTo>
                <a:lnTo>
                  <a:pt x="1701451" y="3623954"/>
                </a:lnTo>
                <a:cubicBezTo>
                  <a:pt x="1701452" y="3677871"/>
                  <a:pt x="1657743" y="3721579"/>
                  <a:pt x="1603827" y="3721578"/>
                </a:cubicBezTo>
                <a:lnTo>
                  <a:pt x="97624" y="3721579"/>
                </a:lnTo>
                <a:cubicBezTo>
                  <a:pt x="43709" y="3721579"/>
                  <a:pt x="0" y="3677870"/>
                  <a:pt x="1" y="3623955"/>
                </a:cubicBezTo>
                <a:lnTo>
                  <a:pt x="0" y="2670419"/>
                </a:lnTo>
                <a:cubicBezTo>
                  <a:pt x="0" y="2616502"/>
                  <a:pt x="43708" y="2572794"/>
                  <a:pt x="97624" y="2572795"/>
                </a:cubicBezTo>
                <a:lnTo>
                  <a:pt x="1578534" y="2572794"/>
                </a:lnTo>
                <a:lnTo>
                  <a:pt x="1579889" y="2571443"/>
                </a:lnTo>
                <a:lnTo>
                  <a:pt x="1637635" y="2553516"/>
                </a:lnTo>
                <a:cubicBezTo>
                  <a:pt x="1728635" y="2515027"/>
                  <a:pt x="1801535" y="2442127"/>
                  <a:pt x="1840025" y="2351126"/>
                </a:cubicBezTo>
                <a:lnTo>
                  <a:pt x="1847134" y="2328223"/>
                </a:lnTo>
                <a:lnTo>
                  <a:pt x="1847134" y="1384021"/>
                </a:lnTo>
                <a:cubicBezTo>
                  <a:pt x="1847134" y="1330106"/>
                  <a:pt x="1890842" y="1286398"/>
                  <a:pt x="1944758" y="1286398"/>
                </a:cubicBezTo>
                <a:lnTo>
                  <a:pt x="3440569" y="1286398"/>
                </a:lnTo>
                <a:lnTo>
                  <a:pt x="3481232" y="1273775"/>
                </a:lnTo>
                <a:cubicBezTo>
                  <a:pt x="3572231" y="1235285"/>
                  <a:pt x="3645132" y="1162384"/>
                  <a:pt x="3683621" y="1071384"/>
                </a:cubicBezTo>
                <a:lnTo>
                  <a:pt x="3694267" y="1037087"/>
                </a:lnTo>
                <a:lnTo>
                  <a:pt x="3694267" y="97625"/>
                </a:lnTo>
                <a:cubicBezTo>
                  <a:pt x="3694268" y="43708"/>
                  <a:pt x="3737976" y="1"/>
                  <a:pt x="3791892" y="0"/>
                </a:cubicBezTo>
                <a:close/>
              </a:path>
            </a:pathLst>
          </a:custGeom>
        </p:spPr>
        <p:txBody>
          <a:bodyPr wrap="square">
            <a:noAutofit/>
          </a:bodyPr>
          <a:lstStyle/>
          <a:p>
            <a:endParaRPr lang="zh-CN" altLang="en-US"/>
          </a:p>
        </p:txBody>
      </p:sp>
      <p:sp>
        <p:nvSpPr>
          <p:cNvPr id="28" name="图片占位符 27"/>
          <p:cNvSpPr>
            <a:spLocks noGrp="1"/>
          </p:cNvSpPr>
          <p:nvPr>
            <p:ph type="pic" sz="quarter" idx="18"/>
          </p:nvPr>
        </p:nvSpPr>
        <p:spPr>
          <a:xfrm>
            <a:off x="9863111" y="3196704"/>
            <a:ext cx="1701451" cy="1148784"/>
          </a:xfrm>
          <a:custGeom>
            <a:avLst/>
            <a:gdLst>
              <a:gd name="connsiteX0" fmla="*/ 97624 w 1701451"/>
              <a:gd name="connsiteY0" fmla="*/ 0 h 1148784"/>
              <a:gd name="connsiteX1" fmla="*/ 1603827 w 1701451"/>
              <a:gd name="connsiteY1" fmla="*/ 0 h 1148784"/>
              <a:gd name="connsiteX2" fmla="*/ 1701451 w 1701451"/>
              <a:gd name="connsiteY2" fmla="*/ 97624 h 1148784"/>
              <a:gd name="connsiteX3" fmla="*/ 1701451 w 1701451"/>
              <a:gd name="connsiteY3" fmla="*/ 1051160 h 1148784"/>
              <a:gd name="connsiteX4" fmla="*/ 1603827 w 1701451"/>
              <a:gd name="connsiteY4" fmla="*/ 1148784 h 1148784"/>
              <a:gd name="connsiteX5" fmla="*/ 97624 w 1701451"/>
              <a:gd name="connsiteY5" fmla="*/ 1148784 h 1148784"/>
              <a:gd name="connsiteX6" fmla="*/ 0 w 1701451"/>
              <a:gd name="connsiteY6" fmla="*/ 1051160 h 1148784"/>
              <a:gd name="connsiteX7" fmla="*/ 0 w 1701451"/>
              <a:gd name="connsiteY7" fmla="*/ 97624 h 1148784"/>
              <a:gd name="connsiteX8" fmla="*/ 97624 w 1701451"/>
              <a:gd name="connsiteY8" fmla="*/ 0 h 114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1451" h="1148784">
                <a:moveTo>
                  <a:pt x="97624" y="0"/>
                </a:moveTo>
                <a:lnTo>
                  <a:pt x="1603827" y="0"/>
                </a:lnTo>
                <a:cubicBezTo>
                  <a:pt x="1657743" y="0"/>
                  <a:pt x="1701451" y="43708"/>
                  <a:pt x="1701451" y="97624"/>
                </a:cubicBezTo>
                <a:lnTo>
                  <a:pt x="1701451" y="1051160"/>
                </a:lnTo>
                <a:cubicBezTo>
                  <a:pt x="1701451" y="1105076"/>
                  <a:pt x="1657743" y="1148784"/>
                  <a:pt x="1603827" y="1148784"/>
                </a:cubicBezTo>
                <a:lnTo>
                  <a:pt x="97624" y="1148784"/>
                </a:lnTo>
                <a:cubicBezTo>
                  <a:pt x="43708" y="1148784"/>
                  <a:pt x="0" y="1105076"/>
                  <a:pt x="0" y="1051160"/>
                </a:cubicBezTo>
                <a:lnTo>
                  <a:pt x="0" y="97624"/>
                </a:lnTo>
                <a:cubicBezTo>
                  <a:pt x="0" y="43708"/>
                  <a:pt x="43708" y="0"/>
                  <a:pt x="97624" y="0"/>
                </a:cubicBez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17" name="图片占位符 16"/>
          <p:cNvSpPr>
            <a:spLocks noGrp="1"/>
          </p:cNvSpPr>
          <p:nvPr>
            <p:ph type="pic" sz="quarter" idx="11"/>
          </p:nvPr>
        </p:nvSpPr>
        <p:spPr>
          <a:xfrm>
            <a:off x="1155133" y="3232102"/>
            <a:ext cx="2756830" cy="2656396"/>
          </a:xfrm>
          <a:custGeom>
            <a:avLst/>
            <a:gdLst>
              <a:gd name="connsiteX0" fmla="*/ 969945 w 2756830"/>
              <a:gd name="connsiteY0" fmla="*/ 0 h 2656396"/>
              <a:gd name="connsiteX1" fmla="*/ 2756830 w 2756830"/>
              <a:gd name="connsiteY1" fmla="*/ 1152329 h 2656396"/>
              <a:gd name="connsiteX2" fmla="*/ 1786885 w 2756830"/>
              <a:gd name="connsiteY2" fmla="*/ 2656396 h 2656396"/>
              <a:gd name="connsiteX3" fmla="*/ 0 w 2756830"/>
              <a:gd name="connsiteY3" fmla="*/ 1504067 h 2656396"/>
            </a:gdLst>
            <a:ahLst/>
            <a:cxnLst>
              <a:cxn ang="0">
                <a:pos x="connsiteX0" y="connsiteY0"/>
              </a:cxn>
              <a:cxn ang="0">
                <a:pos x="connsiteX1" y="connsiteY1"/>
              </a:cxn>
              <a:cxn ang="0">
                <a:pos x="connsiteX2" y="connsiteY2"/>
              </a:cxn>
              <a:cxn ang="0">
                <a:pos x="connsiteX3" y="connsiteY3"/>
              </a:cxn>
            </a:cxnLst>
            <a:rect l="l" t="t" r="r" b="b"/>
            <a:pathLst>
              <a:path w="2756830" h="2656396">
                <a:moveTo>
                  <a:pt x="969945" y="0"/>
                </a:moveTo>
                <a:lnTo>
                  <a:pt x="2756830" y="1152329"/>
                </a:lnTo>
                <a:lnTo>
                  <a:pt x="1786885" y="2656396"/>
                </a:lnTo>
                <a:lnTo>
                  <a:pt x="0" y="1504067"/>
                </a:lnTo>
                <a:close/>
              </a:path>
            </a:pathLst>
          </a:custGeom>
        </p:spPr>
        <p:txBody>
          <a:bodyPr wrap="square">
            <a:noAutofit/>
          </a:bodyPr>
          <a:lstStyle/>
          <a:p>
            <a:endParaRPr lang="zh-CN" altLang="en-US"/>
          </a:p>
        </p:txBody>
      </p:sp>
      <p:sp>
        <p:nvSpPr>
          <p:cNvPr id="16" name="图片占位符 15"/>
          <p:cNvSpPr>
            <a:spLocks noGrp="1"/>
          </p:cNvSpPr>
          <p:nvPr>
            <p:ph type="pic" sz="quarter" idx="12"/>
          </p:nvPr>
        </p:nvSpPr>
        <p:spPr>
          <a:xfrm>
            <a:off x="1618816" y="2415850"/>
            <a:ext cx="2504047" cy="2673034"/>
          </a:xfrm>
          <a:custGeom>
            <a:avLst/>
            <a:gdLst>
              <a:gd name="connsiteX0" fmla="*/ 1632393 w 2504047"/>
              <a:gd name="connsiteY0" fmla="*/ 0 h 2673034"/>
              <a:gd name="connsiteX1" fmla="*/ 2504047 w 2504047"/>
              <a:gd name="connsiteY1" fmla="*/ 1939340 h 2673034"/>
              <a:gd name="connsiteX2" fmla="*/ 871655 w 2504047"/>
              <a:gd name="connsiteY2" fmla="*/ 2673034 h 2673034"/>
              <a:gd name="connsiteX3" fmla="*/ 0 w 2504047"/>
              <a:gd name="connsiteY3" fmla="*/ 733695 h 2673034"/>
            </a:gdLst>
            <a:ahLst/>
            <a:cxnLst>
              <a:cxn ang="0">
                <a:pos x="connsiteX0" y="connsiteY0"/>
              </a:cxn>
              <a:cxn ang="0">
                <a:pos x="connsiteX1" y="connsiteY1"/>
              </a:cxn>
              <a:cxn ang="0">
                <a:pos x="connsiteX2" y="connsiteY2"/>
              </a:cxn>
              <a:cxn ang="0">
                <a:pos x="connsiteX3" y="connsiteY3"/>
              </a:cxn>
            </a:cxnLst>
            <a:rect l="l" t="t" r="r" b="b"/>
            <a:pathLst>
              <a:path w="2504047" h="2673034">
                <a:moveTo>
                  <a:pt x="1632393" y="0"/>
                </a:moveTo>
                <a:lnTo>
                  <a:pt x="2504047" y="1939340"/>
                </a:lnTo>
                <a:lnTo>
                  <a:pt x="871655" y="2673034"/>
                </a:lnTo>
                <a:lnTo>
                  <a:pt x="0" y="733695"/>
                </a:lnTo>
                <a:close/>
              </a:path>
            </a:pathLst>
          </a:custGeom>
        </p:spPr>
        <p:txBody>
          <a:bodyPr wrap="square">
            <a:noAutofit/>
          </a:bodyPr>
          <a:lstStyle/>
          <a:p>
            <a:endParaRPr lang="zh-CN" altLang="en-US"/>
          </a:p>
        </p:txBody>
      </p:sp>
      <p:sp>
        <p:nvSpPr>
          <p:cNvPr id="15" name="图片占位符 14"/>
          <p:cNvSpPr>
            <a:spLocks noGrp="1"/>
          </p:cNvSpPr>
          <p:nvPr>
            <p:ph type="pic" sz="quarter" idx="13"/>
          </p:nvPr>
        </p:nvSpPr>
        <p:spPr>
          <a:xfrm>
            <a:off x="2971642" y="2191716"/>
            <a:ext cx="1862506" cy="2187133"/>
          </a:xfrm>
          <a:custGeom>
            <a:avLst/>
            <a:gdLst>
              <a:gd name="connsiteX0" fmla="*/ 73890 w 1862506"/>
              <a:gd name="connsiteY0" fmla="*/ 0 h 2187133"/>
              <a:gd name="connsiteX1" fmla="*/ 1862506 w 1862506"/>
              <a:gd name="connsiteY1" fmla="*/ 62195 h 2187133"/>
              <a:gd name="connsiteX2" fmla="*/ 1788616 w 1862506"/>
              <a:gd name="connsiteY2" fmla="*/ 2187133 h 2187133"/>
              <a:gd name="connsiteX3" fmla="*/ 0 w 1862506"/>
              <a:gd name="connsiteY3" fmla="*/ 2124937 h 2187133"/>
            </a:gdLst>
            <a:ahLst/>
            <a:cxnLst>
              <a:cxn ang="0">
                <a:pos x="connsiteX0" y="connsiteY0"/>
              </a:cxn>
              <a:cxn ang="0">
                <a:pos x="connsiteX1" y="connsiteY1"/>
              </a:cxn>
              <a:cxn ang="0">
                <a:pos x="connsiteX2" y="connsiteY2"/>
              </a:cxn>
              <a:cxn ang="0">
                <a:pos x="connsiteX3" y="connsiteY3"/>
              </a:cxn>
            </a:cxnLst>
            <a:rect l="l" t="t" r="r" b="b"/>
            <a:pathLst>
              <a:path w="1862506" h="2187133">
                <a:moveTo>
                  <a:pt x="73890" y="0"/>
                </a:moveTo>
                <a:lnTo>
                  <a:pt x="1862506" y="62195"/>
                </a:lnTo>
                <a:lnTo>
                  <a:pt x="1788616" y="2187133"/>
                </a:lnTo>
                <a:lnTo>
                  <a:pt x="0" y="2124937"/>
                </a:lnTo>
                <a:close/>
              </a:path>
            </a:pathLst>
          </a:custGeom>
        </p:spPr>
        <p:txBody>
          <a:bodyPr wrap="square">
            <a:noAutofit/>
          </a:bodyPr>
          <a:lstStyle/>
          <a:p>
            <a:endParaRPr lang="zh-CN" altLang="en-US"/>
          </a:p>
        </p:txBody>
      </p:sp>
      <p:sp>
        <p:nvSpPr>
          <p:cNvPr id="14" name="图片占位符 13"/>
          <p:cNvSpPr>
            <a:spLocks noGrp="1"/>
          </p:cNvSpPr>
          <p:nvPr>
            <p:ph type="pic" sz="quarter" idx="14"/>
          </p:nvPr>
        </p:nvSpPr>
        <p:spPr>
          <a:xfrm>
            <a:off x="3470136" y="2234343"/>
            <a:ext cx="2722697" cy="2777886"/>
          </a:xfrm>
          <a:custGeom>
            <a:avLst/>
            <a:gdLst>
              <a:gd name="connsiteX0" fmla="*/ 1318975 w 2722697"/>
              <a:gd name="connsiteY0" fmla="*/ 0 h 2777886"/>
              <a:gd name="connsiteX1" fmla="*/ 2722697 w 2722697"/>
              <a:gd name="connsiteY1" fmla="*/ 1110216 h 2777886"/>
              <a:gd name="connsiteX2" fmla="*/ 1403723 w 2722697"/>
              <a:gd name="connsiteY2" fmla="*/ 2777886 h 2777886"/>
              <a:gd name="connsiteX3" fmla="*/ 0 w 2722697"/>
              <a:gd name="connsiteY3" fmla="*/ 1667671 h 2777886"/>
            </a:gdLst>
            <a:ahLst/>
            <a:cxnLst>
              <a:cxn ang="0">
                <a:pos x="connsiteX0" y="connsiteY0"/>
              </a:cxn>
              <a:cxn ang="0">
                <a:pos x="connsiteX1" y="connsiteY1"/>
              </a:cxn>
              <a:cxn ang="0">
                <a:pos x="connsiteX2" y="connsiteY2"/>
              </a:cxn>
              <a:cxn ang="0">
                <a:pos x="connsiteX3" y="connsiteY3"/>
              </a:cxn>
            </a:cxnLst>
            <a:rect l="l" t="t" r="r" b="b"/>
            <a:pathLst>
              <a:path w="2722697" h="2777886">
                <a:moveTo>
                  <a:pt x="1318975" y="0"/>
                </a:moveTo>
                <a:lnTo>
                  <a:pt x="2722697" y="1110216"/>
                </a:lnTo>
                <a:lnTo>
                  <a:pt x="1403723" y="2777886"/>
                </a:lnTo>
                <a:lnTo>
                  <a:pt x="0" y="1667671"/>
                </a:lnTo>
                <a:close/>
              </a:path>
            </a:pathLst>
          </a:custGeom>
        </p:spPr>
        <p:txBody>
          <a:bodyPr wrap="square">
            <a:noAutofit/>
          </a:bodyPr>
          <a:lstStyle/>
          <a:p>
            <a:endParaRPr lang="zh-CN" altLang="en-US"/>
          </a:p>
        </p:txBody>
      </p:sp>
      <p:sp>
        <p:nvSpPr>
          <p:cNvPr id="13" name="图片占位符 12"/>
          <p:cNvSpPr>
            <a:spLocks noGrp="1"/>
          </p:cNvSpPr>
          <p:nvPr>
            <p:ph type="pic" sz="quarter" idx="15"/>
          </p:nvPr>
        </p:nvSpPr>
        <p:spPr>
          <a:xfrm>
            <a:off x="4229124" y="2900898"/>
            <a:ext cx="2623631" cy="2428754"/>
          </a:xfrm>
          <a:custGeom>
            <a:avLst/>
            <a:gdLst>
              <a:gd name="connsiteX0" fmla="*/ 1987275 w 2623631"/>
              <a:gd name="connsiteY0" fmla="*/ 0 h 2428754"/>
              <a:gd name="connsiteX1" fmla="*/ 2623631 w 2623631"/>
              <a:gd name="connsiteY1" fmla="*/ 1672742 h 2428754"/>
              <a:gd name="connsiteX2" fmla="*/ 636355 w 2623631"/>
              <a:gd name="connsiteY2" fmla="*/ 2428754 h 2428754"/>
              <a:gd name="connsiteX3" fmla="*/ 0 w 2623631"/>
              <a:gd name="connsiteY3" fmla="*/ 756013 h 2428754"/>
            </a:gdLst>
            <a:ahLst/>
            <a:cxnLst>
              <a:cxn ang="0">
                <a:pos x="connsiteX0" y="connsiteY0"/>
              </a:cxn>
              <a:cxn ang="0">
                <a:pos x="connsiteX1" y="connsiteY1"/>
              </a:cxn>
              <a:cxn ang="0">
                <a:pos x="connsiteX2" y="connsiteY2"/>
              </a:cxn>
              <a:cxn ang="0">
                <a:pos x="connsiteX3" y="connsiteY3"/>
              </a:cxn>
            </a:cxnLst>
            <a:rect l="l" t="t" r="r" b="b"/>
            <a:pathLst>
              <a:path w="2623631" h="2428754">
                <a:moveTo>
                  <a:pt x="1987275" y="0"/>
                </a:moveTo>
                <a:lnTo>
                  <a:pt x="2623631" y="1672742"/>
                </a:lnTo>
                <a:lnTo>
                  <a:pt x="636355" y="2428754"/>
                </a:lnTo>
                <a:lnTo>
                  <a:pt x="0" y="756013"/>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13" name="图片占位符 12"/>
          <p:cNvSpPr>
            <a:spLocks noGrp="1"/>
          </p:cNvSpPr>
          <p:nvPr>
            <p:ph type="pic" sz="quarter" idx="11"/>
          </p:nvPr>
        </p:nvSpPr>
        <p:spPr>
          <a:xfrm>
            <a:off x="3484204" y="1465951"/>
            <a:ext cx="2616412" cy="2323412"/>
          </a:xfrm>
          <a:custGeom>
            <a:avLst/>
            <a:gdLst>
              <a:gd name="connsiteX0" fmla="*/ 0 w 2616412"/>
              <a:gd name="connsiteY0" fmla="*/ 0 h 2323412"/>
              <a:gd name="connsiteX1" fmla="*/ 2616412 w 2616412"/>
              <a:gd name="connsiteY1" fmla="*/ 0 h 2323412"/>
              <a:gd name="connsiteX2" fmla="*/ 2616412 w 2616412"/>
              <a:gd name="connsiteY2" fmla="*/ 2323412 h 2323412"/>
              <a:gd name="connsiteX3" fmla="*/ 0 w 2616412"/>
              <a:gd name="connsiteY3" fmla="*/ 2323412 h 2323412"/>
            </a:gdLst>
            <a:ahLst/>
            <a:cxnLst>
              <a:cxn ang="0">
                <a:pos x="connsiteX0" y="connsiteY0"/>
              </a:cxn>
              <a:cxn ang="0">
                <a:pos x="connsiteX1" y="connsiteY1"/>
              </a:cxn>
              <a:cxn ang="0">
                <a:pos x="connsiteX2" y="connsiteY2"/>
              </a:cxn>
              <a:cxn ang="0">
                <a:pos x="connsiteX3" y="connsiteY3"/>
              </a:cxn>
            </a:cxnLst>
            <a:rect l="l" t="t" r="r" b="b"/>
            <a:pathLst>
              <a:path w="2616412" h="2323412">
                <a:moveTo>
                  <a:pt x="0" y="0"/>
                </a:moveTo>
                <a:lnTo>
                  <a:pt x="2616412" y="0"/>
                </a:lnTo>
                <a:lnTo>
                  <a:pt x="2616412" y="2323412"/>
                </a:lnTo>
                <a:lnTo>
                  <a:pt x="0" y="2323412"/>
                </a:lnTo>
                <a:close/>
              </a:path>
            </a:pathLst>
          </a:custGeom>
        </p:spPr>
        <p:txBody>
          <a:bodyPr wrap="square">
            <a:noAutofit/>
          </a:bodyPr>
          <a:lstStyle/>
          <a:p>
            <a:endParaRPr lang="zh-CN" altLang="en-US"/>
          </a:p>
        </p:txBody>
      </p:sp>
      <p:sp>
        <p:nvSpPr>
          <p:cNvPr id="14" name="图片占位符 13"/>
          <p:cNvSpPr>
            <a:spLocks noGrp="1"/>
          </p:cNvSpPr>
          <p:nvPr>
            <p:ph type="pic" sz="quarter" idx="12"/>
          </p:nvPr>
        </p:nvSpPr>
        <p:spPr>
          <a:xfrm>
            <a:off x="6091387" y="1465951"/>
            <a:ext cx="2616412" cy="2323412"/>
          </a:xfrm>
          <a:custGeom>
            <a:avLst/>
            <a:gdLst>
              <a:gd name="connsiteX0" fmla="*/ 0 w 2616412"/>
              <a:gd name="connsiteY0" fmla="*/ 0 h 2323412"/>
              <a:gd name="connsiteX1" fmla="*/ 2616412 w 2616412"/>
              <a:gd name="connsiteY1" fmla="*/ 0 h 2323412"/>
              <a:gd name="connsiteX2" fmla="*/ 2616412 w 2616412"/>
              <a:gd name="connsiteY2" fmla="*/ 2323412 h 2323412"/>
              <a:gd name="connsiteX3" fmla="*/ 0 w 2616412"/>
              <a:gd name="connsiteY3" fmla="*/ 2323412 h 2323412"/>
            </a:gdLst>
            <a:ahLst/>
            <a:cxnLst>
              <a:cxn ang="0">
                <a:pos x="connsiteX0" y="connsiteY0"/>
              </a:cxn>
              <a:cxn ang="0">
                <a:pos x="connsiteX1" y="connsiteY1"/>
              </a:cxn>
              <a:cxn ang="0">
                <a:pos x="connsiteX2" y="connsiteY2"/>
              </a:cxn>
              <a:cxn ang="0">
                <a:pos x="connsiteX3" y="connsiteY3"/>
              </a:cxn>
            </a:cxnLst>
            <a:rect l="l" t="t" r="r" b="b"/>
            <a:pathLst>
              <a:path w="2616412" h="2323412">
                <a:moveTo>
                  <a:pt x="0" y="0"/>
                </a:moveTo>
                <a:lnTo>
                  <a:pt x="2616412" y="0"/>
                </a:lnTo>
                <a:lnTo>
                  <a:pt x="2616412" y="2323412"/>
                </a:lnTo>
                <a:lnTo>
                  <a:pt x="0" y="2323412"/>
                </a:lnTo>
                <a:close/>
              </a:path>
            </a:pathLst>
          </a:custGeom>
        </p:spPr>
        <p:txBody>
          <a:bodyPr wrap="square">
            <a:noAutofit/>
          </a:bodyPr>
          <a:lstStyle/>
          <a:p>
            <a:endParaRPr lang="zh-CN" altLang="en-US"/>
          </a:p>
        </p:txBody>
      </p:sp>
      <p:sp>
        <p:nvSpPr>
          <p:cNvPr id="17" name="图片占位符 16"/>
          <p:cNvSpPr>
            <a:spLocks noGrp="1"/>
          </p:cNvSpPr>
          <p:nvPr>
            <p:ph type="pic" sz="quarter" idx="13"/>
          </p:nvPr>
        </p:nvSpPr>
        <p:spPr>
          <a:xfrm>
            <a:off x="8700877" y="3789363"/>
            <a:ext cx="2616412" cy="2323412"/>
          </a:xfrm>
          <a:custGeom>
            <a:avLst/>
            <a:gdLst>
              <a:gd name="connsiteX0" fmla="*/ 0 w 2616412"/>
              <a:gd name="connsiteY0" fmla="*/ 0 h 2323412"/>
              <a:gd name="connsiteX1" fmla="*/ 2616412 w 2616412"/>
              <a:gd name="connsiteY1" fmla="*/ 0 h 2323412"/>
              <a:gd name="connsiteX2" fmla="*/ 2616412 w 2616412"/>
              <a:gd name="connsiteY2" fmla="*/ 2323412 h 2323412"/>
              <a:gd name="connsiteX3" fmla="*/ 0 w 2616412"/>
              <a:gd name="connsiteY3" fmla="*/ 2323412 h 2323412"/>
            </a:gdLst>
            <a:ahLst/>
            <a:cxnLst>
              <a:cxn ang="0">
                <a:pos x="connsiteX0" y="connsiteY0"/>
              </a:cxn>
              <a:cxn ang="0">
                <a:pos x="connsiteX1" y="connsiteY1"/>
              </a:cxn>
              <a:cxn ang="0">
                <a:pos x="connsiteX2" y="connsiteY2"/>
              </a:cxn>
              <a:cxn ang="0">
                <a:pos x="connsiteX3" y="connsiteY3"/>
              </a:cxn>
            </a:cxnLst>
            <a:rect l="l" t="t" r="r" b="b"/>
            <a:pathLst>
              <a:path w="2616412" h="2323412">
                <a:moveTo>
                  <a:pt x="0" y="0"/>
                </a:moveTo>
                <a:lnTo>
                  <a:pt x="2616412" y="0"/>
                </a:lnTo>
                <a:lnTo>
                  <a:pt x="2616412" y="2323412"/>
                </a:lnTo>
                <a:lnTo>
                  <a:pt x="0" y="2323412"/>
                </a:lnTo>
                <a:close/>
              </a:path>
            </a:pathLst>
          </a:custGeom>
        </p:spPr>
        <p:txBody>
          <a:bodyPr wrap="square">
            <a:noAutofit/>
          </a:bodyPr>
          <a:lstStyle/>
          <a:p>
            <a:endParaRPr lang="zh-CN" altLang="en-US"/>
          </a:p>
        </p:txBody>
      </p:sp>
      <p:sp>
        <p:nvSpPr>
          <p:cNvPr id="16" name="图片占位符 15"/>
          <p:cNvSpPr>
            <a:spLocks noGrp="1"/>
          </p:cNvSpPr>
          <p:nvPr>
            <p:ph type="pic" sz="quarter" idx="14"/>
          </p:nvPr>
        </p:nvSpPr>
        <p:spPr>
          <a:xfrm>
            <a:off x="3484204" y="3789363"/>
            <a:ext cx="2616412" cy="2323412"/>
          </a:xfrm>
          <a:custGeom>
            <a:avLst/>
            <a:gdLst>
              <a:gd name="connsiteX0" fmla="*/ 0 w 2616412"/>
              <a:gd name="connsiteY0" fmla="*/ 0 h 2323412"/>
              <a:gd name="connsiteX1" fmla="*/ 2616412 w 2616412"/>
              <a:gd name="connsiteY1" fmla="*/ 0 h 2323412"/>
              <a:gd name="connsiteX2" fmla="*/ 2616412 w 2616412"/>
              <a:gd name="connsiteY2" fmla="*/ 2323412 h 2323412"/>
              <a:gd name="connsiteX3" fmla="*/ 0 w 2616412"/>
              <a:gd name="connsiteY3" fmla="*/ 2323412 h 2323412"/>
            </a:gdLst>
            <a:ahLst/>
            <a:cxnLst>
              <a:cxn ang="0">
                <a:pos x="connsiteX0" y="connsiteY0"/>
              </a:cxn>
              <a:cxn ang="0">
                <a:pos x="connsiteX1" y="connsiteY1"/>
              </a:cxn>
              <a:cxn ang="0">
                <a:pos x="connsiteX2" y="connsiteY2"/>
              </a:cxn>
              <a:cxn ang="0">
                <a:pos x="connsiteX3" y="connsiteY3"/>
              </a:cxn>
            </a:cxnLst>
            <a:rect l="l" t="t" r="r" b="b"/>
            <a:pathLst>
              <a:path w="2616412" h="2323412">
                <a:moveTo>
                  <a:pt x="0" y="0"/>
                </a:moveTo>
                <a:lnTo>
                  <a:pt x="2616412" y="0"/>
                </a:lnTo>
                <a:lnTo>
                  <a:pt x="2616412" y="2323412"/>
                </a:lnTo>
                <a:lnTo>
                  <a:pt x="0" y="2323412"/>
                </a:lnTo>
                <a:close/>
              </a:path>
            </a:pathLst>
          </a:custGeom>
        </p:spPr>
        <p:txBody>
          <a:bodyPr wrap="square">
            <a:noAutofit/>
          </a:bodyPr>
          <a:lstStyle/>
          <a:p>
            <a:endParaRPr lang="zh-CN" altLang="en-US"/>
          </a:p>
        </p:txBody>
      </p:sp>
      <p:sp>
        <p:nvSpPr>
          <p:cNvPr id="15" name="图片占位符 14"/>
          <p:cNvSpPr>
            <a:spLocks noGrp="1"/>
          </p:cNvSpPr>
          <p:nvPr>
            <p:ph type="pic" sz="quarter" idx="15"/>
          </p:nvPr>
        </p:nvSpPr>
        <p:spPr>
          <a:xfrm>
            <a:off x="874715" y="3789363"/>
            <a:ext cx="2616412" cy="2323412"/>
          </a:xfrm>
          <a:custGeom>
            <a:avLst/>
            <a:gdLst>
              <a:gd name="connsiteX0" fmla="*/ 0 w 2616412"/>
              <a:gd name="connsiteY0" fmla="*/ 0 h 2323412"/>
              <a:gd name="connsiteX1" fmla="*/ 2616412 w 2616412"/>
              <a:gd name="connsiteY1" fmla="*/ 0 h 2323412"/>
              <a:gd name="connsiteX2" fmla="*/ 2616412 w 2616412"/>
              <a:gd name="connsiteY2" fmla="*/ 2323412 h 2323412"/>
              <a:gd name="connsiteX3" fmla="*/ 0 w 2616412"/>
              <a:gd name="connsiteY3" fmla="*/ 2323412 h 2323412"/>
            </a:gdLst>
            <a:ahLst/>
            <a:cxnLst>
              <a:cxn ang="0">
                <a:pos x="connsiteX0" y="connsiteY0"/>
              </a:cxn>
              <a:cxn ang="0">
                <a:pos x="connsiteX1" y="connsiteY1"/>
              </a:cxn>
              <a:cxn ang="0">
                <a:pos x="connsiteX2" y="connsiteY2"/>
              </a:cxn>
              <a:cxn ang="0">
                <a:pos x="connsiteX3" y="connsiteY3"/>
              </a:cxn>
            </a:cxnLst>
            <a:rect l="l" t="t" r="r" b="b"/>
            <a:pathLst>
              <a:path w="2616412" h="2323412">
                <a:moveTo>
                  <a:pt x="0" y="0"/>
                </a:moveTo>
                <a:lnTo>
                  <a:pt x="2616412" y="0"/>
                </a:lnTo>
                <a:lnTo>
                  <a:pt x="2616412" y="2323412"/>
                </a:lnTo>
                <a:lnTo>
                  <a:pt x="0" y="2323412"/>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9" name="图片占位符 8"/>
          <p:cNvSpPr>
            <a:spLocks noGrp="1"/>
          </p:cNvSpPr>
          <p:nvPr>
            <p:ph type="pic" sz="quarter" idx="12"/>
          </p:nvPr>
        </p:nvSpPr>
        <p:spPr>
          <a:xfrm>
            <a:off x="874712" y="1409699"/>
            <a:ext cx="10442575" cy="4743449"/>
          </a:xfrm>
          <a:custGeom>
            <a:avLst/>
            <a:gdLst>
              <a:gd name="connsiteX0" fmla="*/ 0 w 10442575"/>
              <a:gd name="connsiteY0" fmla="*/ 0 h 4743449"/>
              <a:gd name="connsiteX1" fmla="*/ 10442575 w 10442575"/>
              <a:gd name="connsiteY1" fmla="*/ 0 h 4743449"/>
              <a:gd name="connsiteX2" fmla="*/ 10442575 w 10442575"/>
              <a:gd name="connsiteY2" fmla="*/ 4743449 h 4743449"/>
              <a:gd name="connsiteX3" fmla="*/ 0 w 10442575"/>
              <a:gd name="connsiteY3" fmla="*/ 4743449 h 4743449"/>
            </a:gdLst>
            <a:ahLst/>
            <a:cxnLst>
              <a:cxn ang="0">
                <a:pos x="connsiteX0" y="connsiteY0"/>
              </a:cxn>
              <a:cxn ang="0">
                <a:pos x="connsiteX1" y="connsiteY1"/>
              </a:cxn>
              <a:cxn ang="0">
                <a:pos x="connsiteX2" y="connsiteY2"/>
              </a:cxn>
              <a:cxn ang="0">
                <a:pos x="connsiteX3" y="connsiteY3"/>
              </a:cxn>
            </a:cxnLst>
            <a:rect l="l" t="t" r="r" b="b"/>
            <a:pathLst>
              <a:path w="10442575" h="4743449">
                <a:moveTo>
                  <a:pt x="0" y="0"/>
                </a:moveTo>
                <a:lnTo>
                  <a:pt x="10442575" y="0"/>
                </a:lnTo>
                <a:lnTo>
                  <a:pt x="10442575" y="4743449"/>
                </a:lnTo>
                <a:lnTo>
                  <a:pt x="0" y="4743449"/>
                </a:lnTo>
                <a:close/>
              </a:path>
            </a:pathLst>
          </a:custGeom>
        </p:spPr>
        <p:txBody>
          <a:bodyPr wrap="square">
            <a:noAutofit/>
          </a:bodyPr>
          <a:lstStyle/>
          <a:p>
            <a:endParaRPr lang="zh-CN" altLang="en-US"/>
          </a:p>
        </p:txBody>
      </p:sp>
      <p:sp>
        <p:nvSpPr>
          <p:cNvPr id="8" name="图片占位符 7"/>
          <p:cNvSpPr>
            <a:spLocks noGrp="1"/>
          </p:cNvSpPr>
          <p:nvPr>
            <p:ph type="pic" sz="quarter" idx="11"/>
          </p:nvPr>
        </p:nvSpPr>
        <p:spPr>
          <a:xfrm>
            <a:off x="1698944" y="2240592"/>
            <a:ext cx="2492056" cy="3386682"/>
          </a:xfrm>
          <a:custGeom>
            <a:avLst/>
            <a:gdLst>
              <a:gd name="connsiteX0" fmla="*/ 0 w 2492056"/>
              <a:gd name="connsiteY0" fmla="*/ 0 h 3386682"/>
              <a:gd name="connsiteX1" fmla="*/ 2492056 w 2492056"/>
              <a:gd name="connsiteY1" fmla="*/ 0 h 3386682"/>
              <a:gd name="connsiteX2" fmla="*/ 2492056 w 2492056"/>
              <a:gd name="connsiteY2" fmla="*/ 3386682 h 3386682"/>
              <a:gd name="connsiteX3" fmla="*/ 0 w 2492056"/>
              <a:gd name="connsiteY3" fmla="*/ 3386682 h 3386682"/>
            </a:gdLst>
            <a:ahLst/>
            <a:cxnLst>
              <a:cxn ang="0">
                <a:pos x="connsiteX0" y="connsiteY0"/>
              </a:cxn>
              <a:cxn ang="0">
                <a:pos x="connsiteX1" y="connsiteY1"/>
              </a:cxn>
              <a:cxn ang="0">
                <a:pos x="connsiteX2" y="connsiteY2"/>
              </a:cxn>
              <a:cxn ang="0">
                <a:pos x="connsiteX3" y="connsiteY3"/>
              </a:cxn>
            </a:cxnLst>
            <a:rect l="l" t="t" r="r" b="b"/>
            <a:pathLst>
              <a:path w="2492056" h="3386682">
                <a:moveTo>
                  <a:pt x="0" y="0"/>
                </a:moveTo>
                <a:lnTo>
                  <a:pt x="2492056" y="0"/>
                </a:lnTo>
                <a:lnTo>
                  <a:pt x="2492056" y="3386682"/>
                </a:lnTo>
                <a:lnTo>
                  <a:pt x="0" y="3386682"/>
                </a:lnTo>
                <a:close/>
              </a:path>
            </a:pathLst>
          </a:custGeom>
          <a:solidFill>
            <a:schemeClr val="tx1">
              <a:lumMod val="75000"/>
              <a:lumOff val="25000"/>
            </a:schemeClr>
          </a:solidFill>
          <a:ln w="50800">
            <a:solidFill>
              <a:srgbClr val="FFFFFF"/>
            </a:solidFill>
            <a:miter lim="800000"/>
          </a:ln>
          <a:effectLst>
            <a:outerShdw dist="25401" dir="2700000" algn="ctr" rotWithShape="0">
              <a:srgbClr val="000000">
                <a:alpha val="14000"/>
              </a:srgbClr>
            </a:outerShdw>
          </a:effectLst>
        </p:spPr>
        <p:txBody>
          <a:bodyPr anchor="ctr"/>
          <a:lstStyle>
            <a:lvl1pPr>
              <a:defRPr lang="zh-CN" altLang="en-US" sz="1800">
                <a:solidFill>
                  <a:srgbClr val="FFFFFF"/>
                </a:solidFill>
                <a:latin typeface="Arial Narrow" panose="020B0606020202030204" pitchFamily="34" charset="0"/>
                <a:ea typeface="微软雅黑" panose="020B0503020204020204" pitchFamily="34" charset="-122"/>
              </a:defRPr>
            </a:lvl1pPr>
          </a:lstStyle>
          <a:p>
            <a:pPr marL="0" lvl="0" algn="ctr">
              <a:lnSpc>
                <a:spcPct val="100000"/>
              </a:lnSpc>
              <a:spcBef>
                <a:spcPct val="0"/>
              </a:spcBef>
              <a:buNone/>
            </a:pPr>
            <a:endParaRPr lang="zh-CN" altLang="en-US"/>
          </a:p>
        </p:txBody>
      </p:sp>
    </p:spTree>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9" name="图片占位符 8"/>
          <p:cNvSpPr>
            <a:spLocks noGrp="1"/>
          </p:cNvSpPr>
          <p:nvPr>
            <p:ph type="pic" sz="quarter" idx="11"/>
          </p:nvPr>
        </p:nvSpPr>
        <p:spPr>
          <a:xfrm>
            <a:off x="874714" y="1529557"/>
            <a:ext cx="2137837" cy="2245829"/>
          </a:xfrm>
          <a:custGeom>
            <a:avLst/>
            <a:gdLst>
              <a:gd name="connsiteX0" fmla="*/ 0 w 2137837"/>
              <a:gd name="connsiteY0" fmla="*/ 0 h 2245829"/>
              <a:gd name="connsiteX1" fmla="*/ 2137837 w 2137837"/>
              <a:gd name="connsiteY1" fmla="*/ 0 h 2245829"/>
              <a:gd name="connsiteX2" fmla="*/ 2137837 w 2137837"/>
              <a:gd name="connsiteY2" fmla="*/ 2245829 h 2245829"/>
              <a:gd name="connsiteX3" fmla="*/ 0 w 2137837"/>
              <a:gd name="connsiteY3" fmla="*/ 2245829 h 2245829"/>
            </a:gdLst>
            <a:ahLst/>
            <a:cxnLst>
              <a:cxn ang="0">
                <a:pos x="connsiteX0" y="connsiteY0"/>
              </a:cxn>
              <a:cxn ang="0">
                <a:pos x="connsiteX1" y="connsiteY1"/>
              </a:cxn>
              <a:cxn ang="0">
                <a:pos x="connsiteX2" y="connsiteY2"/>
              </a:cxn>
              <a:cxn ang="0">
                <a:pos x="connsiteX3" y="connsiteY3"/>
              </a:cxn>
            </a:cxnLst>
            <a:rect l="l" t="t" r="r" b="b"/>
            <a:pathLst>
              <a:path w="2137837" h="2245829">
                <a:moveTo>
                  <a:pt x="0" y="0"/>
                </a:moveTo>
                <a:lnTo>
                  <a:pt x="2137837" y="0"/>
                </a:lnTo>
                <a:lnTo>
                  <a:pt x="2137837" y="2245829"/>
                </a:lnTo>
                <a:lnTo>
                  <a:pt x="0" y="2245829"/>
                </a:lnTo>
                <a:close/>
              </a:path>
            </a:pathLst>
          </a:custGeom>
        </p:spPr>
        <p:txBody>
          <a:bodyPr wrap="square">
            <a:noAutofit/>
          </a:bodyPr>
          <a:lstStyle/>
          <a:p>
            <a:endParaRPr lang="zh-CN" altLang="en-US" dirty="0"/>
          </a:p>
        </p:txBody>
      </p:sp>
      <p:sp>
        <p:nvSpPr>
          <p:cNvPr id="10" name="图片占位符 9"/>
          <p:cNvSpPr>
            <a:spLocks noGrp="1"/>
          </p:cNvSpPr>
          <p:nvPr>
            <p:ph type="pic" sz="quarter" idx="12"/>
          </p:nvPr>
        </p:nvSpPr>
        <p:spPr>
          <a:xfrm>
            <a:off x="3076506" y="1529557"/>
            <a:ext cx="8237962" cy="2245829"/>
          </a:xfrm>
          <a:custGeom>
            <a:avLst/>
            <a:gdLst>
              <a:gd name="connsiteX0" fmla="*/ 0 w 8237962"/>
              <a:gd name="connsiteY0" fmla="*/ 0 h 2245829"/>
              <a:gd name="connsiteX1" fmla="*/ 8237962 w 8237962"/>
              <a:gd name="connsiteY1" fmla="*/ 0 h 2245829"/>
              <a:gd name="connsiteX2" fmla="*/ 8237962 w 8237962"/>
              <a:gd name="connsiteY2" fmla="*/ 2245829 h 2245829"/>
              <a:gd name="connsiteX3" fmla="*/ 0 w 8237962"/>
              <a:gd name="connsiteY3" fmla="*/ 2245829 h 2245829"/>
            </a:gdLst>
            <a:ahLst/>
            <a:cxnLst>
              <a:cxn ang="0">
                <a:pos x="connsiteX0" y="connsiteY0"/>
              </a:cxn>
              <a:cxn ang="0">
                <a:pos x="connsiteX1" y="connsiteY1"/>
              </a:cxn>
              <a:cxn ang="0">
                <a:pos x="connsiteX2" y="connsiteY2"/>
              </a:cxn>
              <a:cxn ang="0">
                <a:pos x="connsiteX3" y="connsiteY3"/>
              </a:cxn>
            </a:cxnLst>
            <a:rect l="l" t="t" r="r" b="b"/>
            <a:pathLst>
              <a:path w="8237962" h="2245829">
                <a:moveTo>
                  <a:pt x="0" y="0"/>
                </a:moveTo>
                <a:lnTo>
                  <a:pt x="8237962" y="0"/>
                </a:lnTo>
                <a:lnTo>
                  <a:pt x="8237962" y="2245829"/>
                </a:lnTo>
                <a:lnTo>
                  <a:pt x="0" y="2245829"/>
                </a:lnTo>
                <a:close/>
              </a:path>
            </a:pathLst>
          </a:custGeom>
        </p:spPr>
        <p:txBody>
          <a:bodyPr wrap="square">
            <a:noAutofit/>
          </a:bodyPr>
          <a:lstStyle/>
          <a:p>
            <a:endParaRPr lang="zh-CN" altLang="en-US"/>
          </a:p>
        </p:txBody>
      </p:sp>
      <p:sp>
        <p:nvSpPr>
          <p:cNvPr id="11" name="图片占位符 10"/>
          <p:cNvSpPr>
            <a:spLocks noGrp="1"/>
          </p:cNvSpPr>
          <p:nvPr>
            <p:ph type="pic" sz="quarter" idx="13"/>
          </p:nvPr>
        </p:nvSpPr>
        <p:spPr>
          <a:xfrm>
            <a:off x="874714" y="3832005"/>
            <a:ext cx="10442574" cy="2245829"/>
          </a:xfrm>
          <a:custGeom>
            <a:avLst/>
            <a:gdLst>
              <a:gd name="connsiteX0" fmla="*/ 0 w 10442574"/>
              <a:gd name="connsiteY0" fmla="*/ 0 h 2245829"/>
              <a:gd name="connsiteX1" fmla="*/ 10442574 w 10442574"/>
              <a:gd name="connsiteY1" fmla="*/ 0 h 2245829"/>
              <a:gd name="connsiteX2" fmla="*/ 10442574 w 10442574"/>
              <a:gd name="connsiteY2" fmla="*/ 2245829 h 2245829"/>
              <a:gd name="connsiteX3" fmla="*/ 0 w 10442574"/>
              <a:gd name="connsiteY3" fmla="*/ 2245829 h 2245829"/>
            </a:gdLst>
            <a:ahLst/>
            <a:cxnLst>
              <a:cxn ang="0">
                <a:pos x="connsiteX0" y="connsiteY0"/>
              </a:cxn>
              <a:cxn ang="0">
                <a:pos x="connsiteX1" y="connsiteY1"/>
              </a:cxn>
              <a:cxn ang="0">
                <a:pos x="connsiteX2" y="connsiteY2"/>
              </a:cxn>
              <a:cxn ang="0">
                <a:pos x="connsiteX3" y="connsiteY3"/>
              </a:cxn>
            </a:cxnLst>
            <a:rect l="l" t="t" r="r" b="b"/>
            <a:pathLst>
              <a:path w="10442574" h="2245829">
                <a:moveTo>
                  <a:pt x="0" y="0"/>
                </a:moveTo>
                <a:lnTo>
                  <a:pt x="10442574" y="0"/>
                </a:lnTo>
                <a:lnTo>
                  <a:pt x="10442574" y="2245829"/>
                </a:lnTo>
                <a:lnTo>
                  <a:pt x="0" y="2245829"/>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14" name="图片占位符 13"/>
          <p:cNvSpPr>
            <a:spLocks noGrp="1"/>
          </p:cNvSpPr>
          <p:nvPr>
            <p:ph type="pic" sz="quarter" idx="11"/>
          </p:nvPr>
        </p:nvSpPr>
        <p:spPr>
          <a:xfrm>
            <a:off x="927100" y="1534319"/>
            <a:ext cx="10371138" cy="1605065"/>
          </a:xfrm>
          <a:custGeom>
            <a:avLst/>
            <a:gdLst>
              <a:gd name="connsiteX0" fmla="*/ 0 w 10371138"/>
              <a:gd name="connsiteY0" fmla="*/ 0 h 1605065"/>
              <a:gd name="connsiteX1" fmla="*/ 10371138 w 10371138"/>
              <a:gd name="connsiteY1" fmla="*/ 0 h 1605065"/>
              <a:gd name="connsiteX2" fmla="*/ 10371138 w 10371138"/>
              <a:gd name="connsiteY2" fmla="*/ 1288448 h 1605065"/>
              <a:gd name="connsiteX3" fmla="*/ 5161332 w 10371138"/>
              <a:gd name="connsiteY3" fmla="*/ 1605065 h 1605065"/>
              <a:gd name="connsiteX4" fmla="*/ 0 w 10371138"/>
              <a:gd name="connsiteY4" fmla="*/ 1287605 h 1605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1138" h="1605065">
                <a:moveTo>
                  <a:pt x="0" y="0"/>
                </a:moveTo>
                <a:lnTo>
                  <a:pt x="10371138" y="0"/>
                </a:lnTo>
                <a:lnTo>
                  <a:pt x="10371138" y="1288448"/>
                </a:lnTo>
                <a:lnTo>
                  <a:pt x="5161332" y="1605065"/>
                </a:lnTo>
                <a:lnTo>
                  <a:pt x="0" y="1287605"/>
                </a:lnTo>
                <a:close/>
              </a:path>
            </a:pathLst>
          </a:custGeom>
        </p:spPr>
        <p:txBody>
          <a:bodyPr wrap="square">
            <a:noAutofit/>
          </a:bodyPr>
          <a:lstStyle/>
          <a:p>
            <a:endParaRPr lang="zh-CN" altLang="en-US"/>
          </a:p>
        </p:txBody>
      </p:sp>
      <p:sp>
        <p:nvSpPr>
          <p:cNvPr id="16" name="图片占位符 15"/>
          <p:cNvSpPr>
            <a:spLocks noGrp="1"/>
          </p:cNvSpPr>
          <p:nvPr>
            <p:ph type="pic" sz="quarter" idx="14"/>
          </p:nvPr>
        </p:nvSpPr>
        <p:spPr>
          <a:xfrm>
            <a:off x="6187644" y="2889065"/>
            <a:ext cx="5110594" cy="1814421"/>
          </a:xfrm>
          <a:custGeom>
            <a:avLst/>
            <a:gdLst>
              <a:gd name="connsiteX0" fmla="*/ 5110594 w 5110594"/>
              <a:gd name="connsiteY0" fmla="*/ 0 h 1814421"/>
              <a:gd name="connsiteX1" fmla="*/ 5110594 w 5110594"/>
              <a:gd name="connsiteY1" fmla="*/ 1814421 h 1814421"/>
              <a:gd name="connsiteX2" fmla="*/ 5699 w 5110594"/>
              <a:gd name="connsiteY2" fmla="*/ 1487950 h 1814421"/>
              <a:gd name="connsiteX3" fmla="*/ 0 w 5110594"/>
              <a:gd name="connsiteY3" fmla="*/ 311172 h 1814421"/>
            </a:gdLst>
            <a:ahLst/>
            <a:cxnLst>
              <a:cxn ang="0">
                <a:pos x="connsiteX0" y="connsiteY0"/>
              </a:cxn>
              <a:cxn ang="0">
                <a:pos x="connsiteX1" y="connsiteY1"/>
              </a:cxn>
              <a:cxn ang="0">
                <a:pos x="connsiteX2" y="connsiteY2"/>
              </a:cxn>
              <a:cxn ang="0">
                <a:pos x="connsiteX3" y="connsiteY3"/>
              </a:cxn>
            </a:cxnLst>
            <a:rect l="l" t="t" r="r" b="b"/>
            <a:pathLst>
              <a:path w="5110594" h="1814421">
                <a:moveTo>
                  <a:pt x="5110594" y="0"/>
                </a:moveTo>
                <a:lnTo>
                  <a:pt x="5110594" y="1814421"/>
                </a:lnTo>
                <a:lnTo>
                  <a:pt x="5699" y="1487950"/>
                </a:lnTo>
                <a:cubicBezTo>
                  <a:pt x="3800" y="1095691"/>
                  <a:pt x="1899" y="703431"/>
                  <a:pt x="0" y="311172"/>
                </a:cubicBezTo>
                <a:close/>
              </a:path>
            </a:pathLst>
          </a:custGeom>
        </p:spPr>
        <p:txBody>
          <a:bodyPr wrap="square">
            <a:noAutofit/>
          </a:bodyPr>
          <a:lstStyle/>
          <a:p>
            <a:endParaRPr lang="zh-CN" altLang="en-US"/>
          </a:p>
        </p:txBody>
      </p:sp>
      <p:sp>
        <p:nvSpPr>
          <p:cNvPr id="17" name="图片占位符 16"/>
          <p:cNvSpPr>
            <a:spLocks noGrp="1"/>
          </p:cNvSpPr>
          <p:nvPr>
            <p:ph type="pic" sz="quarter" idx="15"/>
          </p:nvPr>
        </p:nvSpPr>
        <p:spPr>
          <a:xfrm>
            <a:off x="6195016" y="4444067"/>
            <a:ext cx="5103222" cy="1638440"/>
          </a:xfrm>
          <a:custGeom>
            <a:avLst/>
            <a:gdLst>
              <a:gd name="connsiteX0" fmla="*/ 1520 w 5103222"/>
              <a:gd name="connsiteY0" fmla="*/ 0 h 1638440"/>
              <a:gd name="connsiteX1" fmla="*/ 5103222 w 5103222"/>
              <a:gd name="connsiteY1" fmla="*/ 318944 h 1638440"/>
              <a:gd name="connsiteX2" fmla="*/ 5103222 w 5103222"/>
              <a:gd name="connsiteY2" fmla="*/ 1638440 h 1638440"/>
              <a:gd name="connsiteX3" fmla="*/ 1520 w 5103222"/>
              <a:gd name="connsiteY3" fmla="*/ 1629522 h 1638440"/>
              <a:gd name="connsiteX4" fmla="*/ 1520 w 5103222"/>
              <a:gd name="connsiteY4" fmla="*/ 0 h 1638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3222" h="1638440">
                <a:moveTo>
                  <a:pt x="1520" y="0"/>
                </a:moveTo>
                <a:lnTo>
                  <a:pt x="5103222" y="318944"/>
                </a:lnTo>
                <a:lnTo>
                  <a:pt x="5103222" y="1638440"/>
                </a:lnTo>
                <a:lnTo>
                  <a:pt x="1520" y="1629522"/>
                </a:lnTo>
                <a:cubicBezTo>
                  <a:pt x="6784" y="1094440"/>
                  <a:pt x="-3744" y="535082"/>
                  <a:pt x="1520" y="0"/>
                </a:cubicBezTo>
                <a:close/>
              </a:path>
            </a:pathLst>
          </a:custGeom>
        </p:spPr>
        <p:txBody>
          <a:bodyPr wrap="square">
            <a:noAutofit/>
          </a:bodyPr>
          <a:lstStyle/>
          <a:p>
            <a:endParaRPr lang="zh-CN" altLang="en-US"/>
          </a:p>
        </p:txBody>
      </p:sp>
      <p:sp>
        <p:nvSpPr>
          <p:cNvPr id="15" name="图片占位符 14"/>
          <p:cNvSpPr>
            <a:spLocks noGrp="1"/>
          </p:cNvSpPr>
          <p:nvPr>
            <p:ph type="pic" sz="quarter" idx="12"/>
          </p:nvPr>
        </p:nvSpPr>
        <p:spPr>
          <a:xfrm>
            <a:off x="927100" y="2889065"/>
            <a:ext cx="5110594" cy="1814421"/>
          </a:xfrm>
          <a:custGeom>
            <a:avLst/>
            <a:gdLst>
              <a:gd name="connsiteX0" fmla="*/ 0 w 5110594"/>
              <a:gd name="connsiteY0" fmla="*/ 0 h 1814421"/>
              <a:gd name="connsiteX1" fmla="*/ 5110594 w 5110594"/>
              <a:gd name="connsiteY1" fmla="*/ 311172 h 1814421"/>
              <a:gd name="connsiteX2" fmla="*/ 5104896 w 5110594"/>
              <a:gd name="connsiteY2" fmla="*/ 1487950 h 1814421"/>
              <a:gd name="connsiteX3" fmla="*/ 0 w 5110594"/>
              <a:gd name="connsiteY3" fmla="*/ 1814421 h 1814421"/>
            </a:gdLst>
            <a:ahLst/>
            <a:cxnLst>
              <a:cxn ang="0">
                <a:pos x="connsiteX0" y="connsiteY0"/>
              </a:cxn>
              <a:cxn ang="0">
                <a:pos x="connsiteX1" y="connsiteY1"/>
              </a:cxn>
              <a:cxn ang="0">
                <a:pos x="connsiteX2" y="connsiteY2"/>
              </a:cxn>
              <a:cxn ang="0">
                <a:pos x="connsiteX3" y="connsiteY3"/>
              </a:cxn>
            </a:cxnLst>
            <a:rect l="l" t="t" r="r" b="b"/>
            <a:pathLst>
              <a:path w="5110594" h="1814421">
                <a:moveTo>
                  <a:pt x="0" y="0"/>
                </a:moveTo>
                <a:lnTo>
                  <a:pt x="5110594" y="311172"/>
                </a:lnTo>
                <a:cubicBezTo>
                  <a:pt x="5108695" y="703431"/>
                  <a:pt x="5106795" y="1095691"/>
                  <a:pt x="5104896" y="1487950"/>
                </a:cubicBezTo>
                <a:lnTo>
                  <a:pt x="0" y="1814421"/>
                </a:lnTo>
                <a:close/>
              </a:path>
            </a:pathLst>
          </a:custGeom>
        </p:spPr>
        <p:txBody>
          <a:bodyPr wrap="square">
            <a:noAutofit/>
          </a:bodyPr>
          <a:lstStyle/>
          <a:p>
            <a:endParaRPr lang="zh-CN" altLang="en-US"/>
          </a:p>
        </p:txBody>
      </p:sp>
      <p:sp>
        <p:nvSpPr>
          <p:cNvPr id="18" name="图片占位符 17"/>
          <p:cNvSpPr>
            <a:spLocks noGrp="1"/>
          </p:cNvSpPr>
          <p:nvPr>
            <p:ph type="pic" sz="quarter" idx="13"/>
          </p:nvPr>
        </p:nvSpPr>
        <p:spPr>
          <a:xfrm>
            <a:off x="934474" y="4444067"/>
            <a:ext cx="5103221" cy="1638440"/>
          </a:xfrm>
          <a:custGeom>
            <a:avLst/>
            <a:gdLst>
              <a:gd name="connsiteX0" fmla="*/ 5101702 w 5103221"/>
              <a:gd name="connsiteY0" fmla="*/ 0 h 1638440"/>
              <a:gd name="connsiteX1" fmla="*/ 5101702 w 5103221"/>
              <a:gd name="connsiteY1" fmla="*/ 1629522 h 1638440"/>
              <a:gd name="connsiteX2" fmla="*/ 0 w 5103221"/>
              <a:gd name="connsiteY2" fmla="*/ 1638440 h 1638440"/>
              <a:gd name="connsiteX3" fmla="*/ 0 w 5103221"/>
              <a:gd name="connsiteY3" fmla="*/ 318944 h 1638440"/>
            </a:gdLst>
            <a:ahLst/>
            <a:cxnLst>
              <a:cxn ang="0">
                <a:pos x="connsiteX0" y="connsiteY0"/>
              </a:cxn>
              <a:cxn ang="0">
                <a:pos x="connsiteX1" y="connsiteY1"/>
              </a:cxn>
              <a:cxn ang="0">
                <a:pos x="connsiteX2" y="connsiteY2"/>
              </a:cxn>
              <a:cxn ang="0">
                <a:pos x="connsiteX3" y="connsiteY3"/>
              </a:cxn>
            </a:cxnLst>
            <a:rect l="l" t="t" r="r" b="b"/>
            <a:pathLst>
              <a:path w="5103221" h="1638440">
                <a:moveTo>
                  <a:pt x="5101702" y="0"/>
                </a:moveTo>
                <a:cubicBezTo>
                  <a:pt x="5106966" y="535082"/>
                  <a:pt x="5096438" y="1094440"/>
                  <a:pt x="5101702" y="1629522"/>
                </a:cubicBezTo>
                <a:lnTo>
                  <a:pt x="0" y="1638440"/>
                </a:lnTo>
                <a:lnTo>
                  <a:pt x="0" y="318944"/>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11" name="图片占位符 10"/>
          <p:cNvSpPr>
            <a:spLocks noGrp="1"/>
          </p:cNvSpPr>
          <p:nvPr>
            <p:ph type="pic" sz="quarter" idx="11"/>
          </p:nvPr>
        </p:nvSpPr>
        <p:spPr>
          <a:xfrm>
            <a:off x="1069976" y="1681956"/>
            <a:ext cx="4110578" cy="2379215"/>
          </a:xfrm>
          <a:custGeom>
            <a:avLst/>
            <a:gdLst>
              <a:gd name="connsiteX0" fmla="*/ 0 w 4110578"/>
              <a:gd name="connsiteY0" fmla="*/ 0 h 2379215"/>
              <a:gd name="connsiteX1" fmla="*/ 4110578 w 4110578"/>
              <a:gd name="connsiteY1" fmla="*/ 0 h 2379215"/>
              <a:gd name="connsiteX2" fmla="*/ 4110578 w 4110578"/>
              <a:gd name="connsiteY2" fmla="*/ 2379215 h 2379215"/>
              <a:gd name="connsiteX3" fmla="*/ 0 w 4110578"/>
              <a:gd name="connsiteY3" fmla="*/ 2379215 h 2379215"/>
            </a:gdLst>
            <a:ahLst/>
            <a:cxnLst>
              <a:cxn ang="0">
                <a:pos x="connsiteX0" y="connsiteY0"/>
              </a:cxn>
              <a:cxn ang="0">
                <a:pos x="connsiteX1" y="connsiteY1"/>
              </a:cxn>
              <a:cxn ang="0">
                <a:pos x="connsiteX2" y="connsiteY2"/>
              </a:cxn>
              <a:cxn ang="0">
                <a:pos x="connsiteX3" y="connsiteY3"/>
              </a:cxn>
            </a:cxnLst>
            <a:rect l="l" t="t" r="r" b="b"/>
            <a:pathLst>
              <a:path w="4110578" h="2379215">
                <a:moveTo>
                  <a:pt x="0" y="0"/>
                </a:moveTo>
                <a:lnTo>
                  <a:pt x="4110578" y="0"/>
                </a:lnTo>
                <a:lnTo>
                  <a:pt x="4110578" y="2379215"/>
                </a:lnTo>
                <a:lnTo>
                  <a:pt x="0" y="2379215"/>
                </a:lnTo>
                <a:close/>
              </a:path>
            </a:pathLst>
          </a:custGeom>
        </p:spPr>
        <p:txBody>
          <a:bodyPr wrap="square">
            <a:noAutofit/>
          </a:bodyPr>
          <a:lstStyle/>
          <a:p>
            <a:endParaRPr lang="zh-CN" altLang="en-US"/>
          </a:p>
        </p:txBody>
      </p:sp>
      <p:sp>
        <p:nvSpPr>
          <p:cNvPr id="13" name="图片占位符 12"/>
          <p:cNvSpPr>
            <a:spLocks noGrp="1"/>
          </p:cNvSpPr>
          <p:nvPr>
            <p:ph type="pic" sz="quarter" idx="12"/>
          </p:nvPr>
        </p:nvSpPr>
        <p:spPr>
          <a:xfrm>
            <a:off x="1069976" y="4245619"/>
            <a:ext cx="3346722" cy="1888481"/>
          </a:xfrm>
          <a:custGeom>
            <a:avLst/>
            <a:gdLst>
              <a:gd name="connsiteX0" fmla="*/ 0 w 3346722"/>
              <a:gd name="connsiteY0" fmla="*/ 0 h 1888481"/>
              <a:gd name="connsiteX1" fmla="*/ 3346722 w 3346722"/>
              <a:gd name="connsiteY1" fmla="*/ 0 h 1888481"/>
              <a:gd name="connsiteX2" fmla="*/ 3346722 w 3346722"/>
              <a:gd name="connsiteY2" fmla="*/ 1888481 h 1888481"/>
              <a:gd name="connsiteX3" fmla="*/ 0 w 3346722"/>
              <a:gd name="connsiteY3" fmla="*/ 1888481 h 1888481"/>
            </a:gdLst>
            <a:ahLst/>
            <a:cxnLst>
              <a:cxn ang="0">
                <a:pos x="connsiteX0" y="connsiteY0"/>
              </a:cxn>
              <a:cxn ang="0">
                <a:pos x="connsiteX1" y="connsiteY1"/>
              </a:cxn>
              <a:cxn ang="0">
                <a:pos x="connsiteX2" y="connsiteY2"/>
              </a:cxn>
              <a:cxn ang="0">
                <a:pos x="connsiteX3" y="connsiteY3"/>
              </a:cxn>
            </a:cxnLst>
            <a:rect l="l" t="t" r="r" b="b"/>
            <a:pathLst>
              <a:path w="3346722" h="1888481">
                <a:moveTo>
                  <a:pt x="0" y="0"/>
                </a:moveTo>
                <a:lnTo>
                  <a:pt x="3346722" y="0"/>
                </a:lnTo>
                <a:lnTo>
                  <a:pt x="3346722" y="1888481"/>
                </a:lnTo>
                <a:lnTo>
                  <a:pt x="0" y="1888481"/>
                </a:lnTo>
                <a:close/>
              </a:path>
            </a:pathLst>
          </a:custGeom>
        </p:spPr>
        <p:txBody>
          <a:bodyPr wrap="square">
            <a:noAutofit/>
          </a:bodyPr>
          <a:lstStyle/>
          <a:p>
            <a:endParaRPr lang="zh-CN" altLang="en-US"/>
          </a:p>
        </p:txBody>
      </p:sp>
      <p:sp>
        <p:nvSpPr>
          <p:cNvPr id="14" name="图片占位符 13"/>
          <p:cNvSpPr>
            <a:spLocks noGrp="1"/>
          </p:cNvSpPr>
          <p:nvPr>
            <p:ph type="pic" sz="quarter" idx="13"/>
          </p:nvPr>
        </p:nvSpPr>
        <p:spPr>
          <a:xfrm>
            <a:off x="8235973" y="4245619"/>
            <a:ext cx="3081315" cy="1888481"/>
          </a:xfrm>
          <a:custGeom>
            <a:avLst/>
            <a:gdLst>
              <a:gd name="connsiteX0" fmla="*/ 0 w 3081315"/>
              <a:gd name="connsiteY0" fmla="*/ 0 h 1888481"/>
              <a:gd name="connsiteX1" fmla="*/ 3081315 w 3081315"/>
              <a:gd name="connsiteY1" fmla="*/ 0 h 1888481"/>
              <a:gd name="connsiteX2" fmla="*/ 3081315 w 3081315"/>
              <a:gd name="connsiteY2" fmla="*/ 1888481 h 1888481"/>
              <a:gd name="connsiteX3" fmla="*/ 0 w 3081315"/>
              <a:gd name="connsiteY3" fmla="*/ 1888481 h 1888481"/>
            </a:gdLst>
            <a:ahLst/>
            <a:cxnLst>
              <a:cxn ang="0">
                <a:pos x="connsiteX0" y="connsiteY0"/>
              </a:cxn>
              <a:cxn ang="0">
                <a:pos x="connsiteX1" y="connsiteY1"/>
              </a:cxn>
              <a:cxn ang="0">
                <a:pos x="connsiteX2" y="connsiteY2"/>
              </a:cxn>
              <a:cxn ang="0">
                <a:pos x="connsiteX3" y="connsiteY3"/>
              </a:cxn>
            </a:cxnLst>
            <a:rect l="l" t="t" r="r" b="b"/>
            <a:pathLst>
              <a:path w="3081315" h="1888481">
                <a:moveTo>
                  <a:pt x="0" y="0"/>
                </a:moveTo>
                <a:lnTo>
                  <a:pt x="3081315" y="0"/>
                </a:lnTo>
                <a:lnTo>
                  <a:pt x="3081315" y="1888481"/>
                </a:lnTo>
                <a:lnTo>
                  <a:pt x="0" y="1888481"/>
                </a:lnTo>
                <a:close/>
              </a:path>
            </a:pathLst>
          </a:custGeom>
        </p:spPr>
        <p:txBody>
          <a:bodyPr wrap="square">
            <a:noAutofit/>
          </a:bodyPr>
          <a:lstStyle/>
          <a:p>
            <a:endParaRPr lang="zh-CN" altLang="en-US"/>
          </a:p>
        </p:txBody>
      </p:sp>
      <p:sp>
        <p:nvSpPr>
          <p:cNvPr id="12" name="图片占位符 11"/>
          <p:cNvSpPr>
            <a:spLocks noGrp="1"/>
          </p:cNvSpPr>
          <p:nvPr>
            <p:ph type="pic" sz="quarter" idx="14"/>
          </p:nvPr>
        </p:nvSpPr>
        <p:spPr>
          <a:xfrm>
            <a:off x="5372102" y="1681956"/>
            <a:ext cx="5945188" cy="2379215"/>
          </a:xfrm>
          <a:custGeom>
            <a:avLst/>
            <a:gdLst>
              <a:gd name="connsiteX0" fmla="*/ 0 w 5945188"/>
              <a:gd name="connsiteY0" fmla="*/ 0 h 2379215"/>
              <a:gd name="connsiteX1" fmla="*/ 5945188 w 5945188"/>
              <a:gd name="connsiteY1" fmla="*/ 0 h 2379215"/>
              <a:gd name="connsiteX2" fmla="*/ 5945188 w 5945188"/>
              <a:gd name="connsiteY2" fmla="*/ 2379215 h 2379215"/>
              <a:gd name="connsiteX3" fmla="*/ 0 w 5945188"/>
              <a:gd name="connsiteY3" fmla="*/ 2379215 h 2379215"/>
            </a:gdLst>
            <a:ahLst/>
            <a:cxnLst>
              <a:cxn ang="0">
                <a:pos x="connsiteX0" y="connsiteY0"/>
              </a:cxn>
              <a:cxn ang="0">
                <a:pos x="connsiteX1" y="connsiteY1"/>
              </a:cxn>
              <a:cxn ang="0">
                <a:pos x="connsiteX2" y="connsiteY2"/>
              </a:cxn>
              <a:cxn ang="0">
                <a:pos x="connsiteX3" y="connsiteY3"/>
              </a:cxn>
            </a:cxnLst>
            <a:rect l="l" t="t" r="r" b="b"/>
            <a:pathLst>
              <a:path w="5945188" h="2379215">
                <a:moveTo>
                  <a:pt x="0" y="0"/>
                </a:moveTo>
                <a:lnTo>
                  <a:pt x="5945188" y="0"/>
                </a:lnTo>
                <a:lnTo>
                  <a:pt x="5945188" y="2379215"/>
                </a:lnTo>
                <a:lnTo>
                  <a:pt x="0" y="2379215"/>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5" name="图片占位符 4"/>
          <p:cNvSpPr>
            <a:spLocks noGrp="1"/>
          </p:cNvSpPr>
          <p:nvPr>
            <p:ph type="pic" sz="quarter" idx="11"/>
          </p:nvPr>
        </p:nvSpPr>
        <p:spPr>
          <a:xfrm>
            <a:off x="1567825" y="1583267"/>
            <a:ext cx="6188330" cy="4412192"/>
          </a:xfrm>
          <a:custGeom>
            <a:avLst/>
            <a:gdLst>
              <a:gd name="connsiteX0" fmla="*/ 1640523 w 6188330"/>
              <a:gd name="connsiteY0" fmla="*/ 2556354 h 4412192"/>
              <a:gd name="connsiteX1" fmla="*/ 3575806 w 6188330"/>
              <a:gd name="connsiteY1" fmla="*/ 2556354 h 4412192"/>
              <a:gd name="connsiteX2" fmla="*/ 2735172 w 6188330"/>
              <a:gd name="connsiteY2" fmla="*/ 4412192 h 4412192"/>
              <a:gd name="connsiteX3" fmla="*/ 799889 w 6188330"/>
              <a:gd name="connsiteY3" fmla="*/ 4412192 h 4412192"/>
              <a:gd name="connsiteX4" fmla="*/ 2362647 w 6188330"/>
              <a:gd name="connsiteY4" fmla="*/ 941999 h 4412192"/>
              <a:gd name="connsiteX5" fmla="*/ 4297930 w 6188330"/>
              <a:gd name="connsiteY5" fmla="*/ 941999 h 4412192"/>
              <a:gd name="connsiteX6" fmla="*/ 3581353 w 6188330"/>
              <a:gd name="connsiteY6" fmla="*/ 2517438 h 4412192"/>
              <a:gd name="connsiteX7" fmla="*/ 1646070 w 6188330"/>
              <a:gd name="connsiteY7" fmla="*/ 2517438 h 4412192"/>
              <a:gd name="connsiteX8" fmla="*/ 4598483 w 6188330"/>
              <a:gd name="connsiteY8" fmla="*/ 428417 h 4412192"/>
              <a:gd name="connsiteX9" fmla="*/ 6188330 w 6188330"/>
              <a:gd name="connsiteY9" fmla="*/ 428417 h 4412192"/>
              <a:gd name="connsiteX10" fmla="*/ 5055089 w 6188330"/>
              <a:gd name="connsiteY10" fmla="*/ 2930235 h 4412192"/>
              <a:gd name="connsiteX11" fmla="*/ 3462653 w 6188330"/>
              <a:gd name="connsiteY11" fmla="*/ 2933971 h 4412192"/>
              <a:gd name="connsiteX12" fmla="*/ 4565178 w 6188330"/>
              <a:gd name="connsiteY12" fmla="*/ 499964 h 4412192"/>
              <a:gd name="connsiteX13" fmla="*/ 1135830 w 6188330"/>
              <a:gd name="connsiteY13" fmla="*/ 0 h 4412192"/>
              <a:gd name="connsiteX14" fmla="*/ 2725677 w 6188330"/>
              <a:gd name="connsiteY14" fmla="*/ 0 h 4412192"/>
              <a:gd name="connsiteX15" fmla="*/ 1592436 w 6188330"/>
              <a:gd name="connsiteY15" fmla="*/ 2501818 h 4412192"/>
              <a:gd name="connsiteX16" fmla="*/ 0 w 6188330"/>
              <a:gd name="connsiteY16" fmla="*/ 2505554 h 4412192"/>
              <a:gd name="connsiteX17" fmla="*/ 1102525 w 6188330"/>
              <a:gd name="connsiteY17" fmla="*/ 71547 h 4412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88330" h="4412192">
                <a:moveTo>
                  <a:pt x="1640523" y="2556354"/>
                </a:moveTo>
                <a:lnTo>
                  <a:pt x="3575806" y="2556354"/>
                </a:lnTo>
                <a:lnTo>
                  <a:pt x="2735172" y="4412192"/>
                </a:lnTo>
                <a:lnTo>
                  <a:pt x="799889" y="4412192"/>
                </a:lnTo>
                <a:close/>
                <a:moveTo>
                  <a:pt x="2362647" y="941999"/>
                </a:moveTo>
                <a:lnTo>
                  <a:pt x="4297930" y="941999"/>
                </a:lnTo>
                <a:lnTo>
                  <a:pt x="3581353" y="2517438"/>
                </a:lnTo>
                <a:lnTo>
                  <a:pt x="1646070" y="2517438"/>
                </a:lnTo>
                <a:close/>
                <a:moveTo>
                  <a:pt x="4598483" y="428417"/>
                </a:moveTo>
                <a:lnTo>
                  <a:pt x="6188330" y="428417"/>
                </a:lnTo>
                <a:lnTo>
                  <a:pt x="5055089" y="2930235"/>
                </a:lnTo>
                <a:lnTo>
                  <a:pt x="3462653" y="2933971"/>
                </a:lnTo>
                <a:lnTo>
                  <a:pt x="4565178" y="499964"/>
                </a:lnTo>
                <a:close/>
                <a:moveTo>
                  <a:pt x="1135830" y="0"/>
                </a:moveTo>
                <a:lnTo>
                  <a:pt x="2725677" y="0"/>
                </a:lnTo>
                <a:lnTo>
                  <a:pt x="1592436" y="2501818"/>
                </a:lnTo>
                <a:lnTo>
                  <a:pt x="0" y="2505554"/>
                </a:lnTo>
                <a:lnTo>
                  <a:pt x="1102525" y="71547"/>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11" name="图片占位符 10"/>
          <p:cNvSpPr>
            <a:spLocks noGrp="1"/>
          </p:cNvSpPr>
          <p:nvPr>
            <p:ph type="pic" sz="quarter" idx="11"/>
          </p:nvPr>
        </p:nvSpPr>
        <p:spPr>
          <a:xfrm>
            <a:off x="903289" y="2846058"/>
            <a:ext cx="3679641" cy="3180093"/>
          </a:xfrm>
          <a:custGeom>
            <a:avLst/>
            <a:gdLst>
              <a:gd name="connsiteX0" fmla="*/ 0 w 3679641"/>
              <a:gd name="connsiteY0" fmla="*/ 0 h 3180093"/>
              <a:gd name="connsiteX1" fmla="*/ 3679641 w 3679641"/>
              <a:gd name="connsiteY1" fmla="*/ 0 h 3180093"/>
              <a:gd name="connsiteX2" fmla="*/ 3679641 w 3679641"/>
              <a:gd name="connsiteY2" fmla="*/ 3180093 h 3180093"/>
              <a:gd name="connsiteX3" fmla="*/ 0 w 3679641"/>
              <a:gd name="connsiteY3" fmla="*/ 3180093 h 3180093"/>
            </a:gdLst>
            <a:ahLst/>
            <a:cxnLst>
              <a:cxn ang="0">
                <a:pos x="connsiteX0" y="connsiteY0"/>
              </a:cxn>
              <a:cxn ang="0">
                <a:pos x="connsiteX1" y="connsiteY1"/>
              </a:cxn>
              <a:cxn ang="0">
                <a:pos x="connsiteX2" y="connsiteY2"/>
              </a:cxn>
              <a:cxn ang="0">
                <a:pos x="connsiteX3" y="connsiteY3"/>
              </a:cxn>
            </a:cxnLst>
            <a:rect l="l" t="t" r="r" b="b"/>
            <a:pathLst>
              <a:path w="3679641" h="3180093">
                <a:moveTo>
                  <a:pt x="0" y="0"/>
                </a:moveTo>
                <a:lnTo>
                  <a:pt x="3679641" y="0"/>
                </a:lnTo>
                <a:lnTo>
                  <a:pt x="3679641" y="3180093"/>
                </a:lnTo>
                <a:lnTo>
                  <a:pt x="0" y="3180093"/>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4726981" y="1733550"/>
            <a:ext cx="2766616" cy="2120062"/>
          </a:xfrm>
          <a:custGeom>
            <a:avLst/>
            <a:gdLst>
              <a:gd name="connsiteX0" fmla="*/ 0 w 2766616"/>
              <a:gd name="connsiteY0" fmla="*/ 0 h 2120062"/>
              <a:gd name="connsiteX1" fmla="*/ 2766616 w 2766616"/>
              <a:gd name="connsiteY1" fmla="*/ 0 h 2120062"/>
              <a:gd name="connsiteX2" fmla="*/ 2766616 w 2766616"/>
              <a:gd name="connsiteY2" fmla="*/ 2120062 h 2120062"/>
              <a:gd name="connsiteX3" fmla="*/ 0 w 2766616"/>
              <a:gd name="connsiteY3" fmla="*/ 2120062 h 2120062"/>
            </a:gdLst>
            <a:ahLst/>
            <a:cxnLst>
              <a:cxn ang="0">
                <a:pos x="connsiteX0" y="connsiteY0"/>
              </a:cxn>
              <a:cxn ang="0">
                <a:pos x="connsiteX1" y="connsiteY1"/>
              </a:cxn>
              <a:cxn ang="0">
                <a:pos x="connsiteX2" y="connsiteY2"/>
              </a:cxn>
              <a:cxn ang="0">
                <a:pos x="connsiteX3" y="connsiteY3"/>
              </a:cxn>
            </a:cxnLst>
            <a:rect l="l" t="t" r="r" b="b"/>
            <a:pathLst>
              <a:path w="2766616" h="2120062">
                <a:moveTo>
                  <a:pt x="0" y="0"/>
                </a:moveTo>
                <a:lnTo>
                  <a:pt x="2766616" y="0"/>
                </a:lnTo>
                <a:lnTo>
                  <a:pt x="2766616" y="2120062"/>
                </a:lnTo>
                <a:lnTo>
                  <a:pt x="0" y="2120062"/>
                </a:lnTo>
                <a:close/>
              </a:path>
            </a:pathLst>
          </a:custGeom>
        </p:spPr>
        <p:txBody>
          <a:bodyPr wrap="square">
            <a:noAutofit/>
          </a:bodyPr>
          <a:lstStyle/>
          <a:p>
            <a:endParaRPr lang="zh-CN" altLang="en-US"/>
          </a:p>
        </p:txBody>
      </p:sp>
      <p:sp>
        <p:nvSpPr>
          <p:cNvPr id="14" name="图片占位符 13"/>
          <p:cNvSpPr>
            <a:spLocks noGrp="1"/>
          </p:cNvSpPr>
          <p:nvPr>
            <p:ph type="pic" sz="quarter" idx="13"/>
          </p:nvPr>
        </p:nvSpPr>
        <p:spPr>
          <a:xfrm>
            <a:off x="4726981" y="3950695"/>
            <a:ext cx="2766616" cy="2075456"/>
          </a:xfrm>
          <a:custGeom>
            <a:avLst/>
            <a:gdLst>
              <a:gd name="connsiteX0" fmla="*/ 0 w 2766616"/>
              <a:gd name="connsiteY0" fmla="*/ 0 h 2075456"/>
              <a:gd name="connsiteX1" fmla="*/ 2766616 w 2766616"/>
              <a:gd name="connsiteY1" fmla="*/ 0 h 2075456"/>
              <a:gd name="connsiteX2" fmla="*/ 2766616 w 2766616"/>
              <a:gd name="connsiteY2" fmla="*/ 2075456 h 2075456"/>
              <a:gd name="connsiteX3" fmla="*/ 0 w 2766616"/>
              <a:gd name="connsiteY3" fmla="*/ 2075456 h 2075456"/>
            </a:gdLst>
            <a:ahLst/>
            <a:cxnLst>
              <a:cxn ang="0">
                <a:pos x="connsiteX0" y="connsiteY0"/>
              </a:cxn>
              <a:cxn ang="0">
                <a:pos x="connsiteX1" y="connsiteY1"/>
              </a:cxn>
              <a:cxn ang="0">
                <a:pos x="connsiteX2" y="connsiteY2"/>
              </a:cxn>
              <a:cxn ang="0">
                <a:pos x="connsiteX3" y="connsiteY3"/>
              </a:cxn>
            </a:cxnLst>
            <a:rect l="l" t="t" r="r" b="b"/>
            <a:pathLst>
              <a:path w="2766616" h="2075456">
                <a:moveTo>
                  <a:pt x="0" y="0"/>
                </a:moveTo>
                <a:lnTo>
                  <a:pt x="2766616" y="0"/>
                </a:lnTo>
                <a:lnTo>
                  <a:pt x="2766616" y="2075456"/>
                </a:lnTo>
                <a:lnTo>
                  <a:pt x="0" y="2075456"/>
                </a:lnTo>
                <a:close/>
              </a:path>
            </a:pathLst>
          </a:custGeom>
        </p:spPr>
        <p:txBody>
          <a:bodyPr wrap="square">
            <a:noAutofit/>
          </a:bodyPr>
          <a:lstStyle/>
          <a:p>
            <a:endParaRPr lang="zh-CN" altLang="en-US"/>
          </a:p>
        </p:txBody>
      </p:sp>
      <p:sp>
        <p:nvSpPr>
          <p:cNvPr id="13" name="图片占位符 12"/>
          <p:cNvSpPr>
            <a:spLocks noGrp="1"/>
          </p:cNvSpPr>
          <p:nvPr>
            <p:ph type="pic" sz="quarter" idx="14"/>
          </p:nvPr>
        </p:nvSpPr>
        <p:spPr>
          <a:xfrm>
            <a:off x="7637646" y="1733550"/>
            <a:ext cx="3679643" cy="3180093"/>
          </a:xfrm>
          <a:custGeom>
            <a:avLst/>
            <a:gdLst>
              <a:gd name="connsiteX0" fmla="*/ 0 w 3679643"/>
              <a:gd name="connsiteY0" fmla="*/ 0 h 3180093"/>
              <a:gd name="connsiteX1" fmla="*/ 3679643 w 3679643"/>
              <a:gd name="connsiteY1" fmla="*/ 0 h 3180093"/>
              <a:gd name="connsiteX2" fmla="*/ 3679643 w 3679643"/>
              <a:gd name="connsiteY2" fmla="*/ 3180093 h 3180093"/>
              <a:gd name="connsiteX3" fmla="*/ 0 w 3679643"/>
              <a:gd name="connsiteY3" fmla="*/ 3180093 h 3180093"/>
            </a:gdLst>
            <a:ahLst/>
            <a:cxnLst>
              <a:cxn ang="0">
                <a:pos x="connsiteX0" y="connsiteY0"/>
              </a:cxn>
              <a:cxn ang="0">
                <a:pos x="connsiteX1" y="connsiteY1"/>
              </a:cxn>
              <a:cxn ang="0">
                <a:pos x="connsiteX2" y="connsiteY2"/>
              </a:cxn>
              <a:cxn ang="0">
                <a:pos x="connsiteX3" y="connsiteY3"/>
              </a:cxn>
            </a:cxnLst>
            <a:rect l="l" t="t" r="r" b="b"/>
            <a:pathLst>
              <a:path w="3679643" h="3180093">
                <a:moveTo>
                  <a:pt x="0" y="0"/>
                </a:moveTo>
                <a:lnTo>
                  <a:pt x="3679643" y="0"/>
                </a:lnTo>
                <a:lnTo>
                  <a:pt x="3679643" y="3180093"/>
                </a:lnTo>
                <a:lnTo>
                  <a:pt x="0" y="3180093"/>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11" name="图片占位符 10"/>
          <p:cNvSpPr>
            <a:spLocks noGrp="1"/>
          </p:cNvSpPr>
          <p:nvPr>
            <p:ph type="pic" sz="quarter" idx="11"/>
          </p:nvPr>
        </p:nvSpPr>
        <p:spPr>
          <a:xfrm>
            <a:off x="874713" y="1554111"/>
            <a:ext cx="7044531" cy="2999964"/>
          </a:xfrm>
          <a:custGeom>
            <a:avLst/>
            <a:gdLst>
              <a:gd name="connsiteX0" fmla="*/ 0 w 7044531"/>
              <a:gd name="connsiteY0" fmla="*/ 0 h 2999964"/>
              <a:gd name="connsiteX1" fmla="*/ 7044531 w 7044531"/>
              <a:gd name="connsiteY1" fmla="*/ 0 h 2999964"/>
              <a:gd name="connsiteX2" fmla="*/ 7044531 w 7044531"/>
              <a:gd name="connsiteY2" fmla="*/ 2999964 h 2999964"/>
              <a:gd name="connsiteX3" fmla="*/ 0 w 7044531"/>
              <a:gd name="connsiteY3" fmla="*/ 2999964 h 2999964"/>
            </a:gdLst>
            <a:ahLst/>
            <a:cxnLst>
              <a:cxn ang="0">
                <a:pos x="connsiteX0" y="connsiteY0"/>
              </a:cxn>
              <a:cxn ang="0">
                <a:pos x="connsiteX1" y="connsiteY1"/>
              </a:cxn>
              <a:cxn ang="0">
                <a:pos x="connsiteX2" y="connsiteY2"/>
              </a:cxn>
              <a:cxn ang="0">
                <a:pos x="connsiteX3" y="connsiteY3"/>
              </a:cxn>
            </a:cxnLst>
            <a:rect l="l" t="t" r="r" b="b"/>
            <a:pathLst>
              <a:path w="7044531" h="2999964">
                <a:moveTo>
                  <a:pt x="0" y="0"/>
                </a:moveTo>
                <a:lnTo>
                  <a:pt x="7044531" y="0"/>
                </a:lnTo>
                <a:lnTo>
                  <a:pt x="7044531" y="2999964"/>
                </a:lnTo>
                <a:lnTo>
                  <a:pt x="0" y="2999964"/>
                </a:lnTo>
                <a:close/>
              </a:path>
            </a:pathLst>
          </a:custGeom>
        </p:spPr>
        <p:txBody>
          <a:bodyPr wrap="square">
            <a:noAutofit/>
          </a:bodyPr>
          <a:lstStyle/>
          <a:p>
            <a:endParaRPr lang="zh-CN" altLang="en-US"/>
          </a:p>
        </p:txBody>
      </p:sp>
      <p:sp>
        <p:nvSpPr>
          <p:cNvPr id="14" name="图片占位符 13"/>
          <p:cNvSpPr>
            <a:spLocks noGrp="1"/>
          </p:cNvSpPr>
          <p:nvPr>
            <p:ph type="pic" sz="quarter" idx="12"/>
          </p:nvPr>
        </p:nvSpPr>
        <p:spPr>
          <a:xfrm>
            <a:off x="874713" y="4692593"/>
            <a:ext cx="7044531" cy="1446322"/>
          </a:xfrm>
          <a:custGeom>
            <a:avLst/>
            <a:gdLst>
              <a:gd name="connsiteX0" fmla="*/ 0 w 7044531"/>
              <a:gd name="connsiteY0" fmla="*/ 0 h 1446322"/>
              <a:gd name="connsiteX1" fmla="*/ 7044531 w 7044531"/>
              <a:gd name="connsiteY1" fmla="*/ 0 h 1446322"/>
              <a:gd name="connsiteX2" fmla="*/ 7044531 w 7044531"/>
              <a:gd name="connsiteY2" fmla="*/ 1446322 h 1446322"/>
              <a:gd name="connsiteX3" fmla="*/ 0 w 7044531"/>
              <a:gd name="connsiteY3" fmla="*/ 1446322 h 1446322"/>
            </a:gdLst>
            <a:ahLst/>
            <a:cxnLst>
              <a:cxn ang="0">
                <a:pos x="connsiteX0" y="connsiteY0"/>
              </a:cxn>
              <a:cxn ang="0">
                <a:pos x="connsiteX1" y="connsiteY1"/>
              </a:cxn>
              <a:cxn ang="0">
                <a:pos x="connsiteX2" y="connsiteY2"/>
              </a:cxn>
              <a:cxn ang="0">
                <a:pos x="connsiteX3" y="connsiteY3"/>
              </a:cxn>
            </a:cxnLst>
            <a:rect l="l" t="t" r="r" b="b"/>
            <a:pathLst>
              <a:path w="7044531" h="1446322">
                <a:moveTo>
                  <a:pt x="0" y="0"/>
                </a:moveTo>
                <a:lnTo>
                  <a:pt x="7044531" y="0"/>
                </a:lnTo>
                <a:lnTo>
                  <a:pt x="7044531" y="1446322"/>
                </a:lnTo>
                <a:lnTo>
                  <a:pt x="0" y="1446322"/>
                </a:lnTo>
                <a:close/>
              </a:path>
            </a:pathLst>
          </a:custGeom>
        </p:spPr>
        <p:txBody>
          <a:bodyPr wrap="square">
            <a:noAutofit/>
          </a:bodyPr>
          <a:lstStyle/>
          <a:p>
            <a:endParaRPr lang="zh-CN" altLang="en-US"/>
          </a:p>
        </p:txBody>
      </p:sp>
      <p:sp>
        <p:nvSpPr>
          <p:cNvPr id="12" name="图片占位符 11"/>
          <p:cNvSpPr>
            <a:spLocks noGrp="1"/>
          </p:cNvSpPr>
          <p:nvPr>
            <p:ph type="pic" sz="quarter" idx="13"/>
          </p:nvPr>
        </p:nvSpPr>
        <p:spPr>
          <a:xfrm>
            <a:off x="8064000" y="1554112"/>
            <a:ext cx="1552394" cy="1415124"/>
          </a:xfrm>
          <a:custGeom>
            <a:avLst/>
            <a:gdLst>
              <a:gd name="connsiteX0" fmla="*/ 0 w 1552394"/>
              <a:gd name="connsiteY0" fmla="*/ 0 h 1415124"/>
              <a:gd name="connsiteX1" fmla="*/ 1552394 w 1552394"/>
              <a:gd name="connsiteY1" fmla="*/ 0 h 1415124"/>
              <a:gd name="connsiteX2" fmla="*/ 1552394 w 1552394"/>
              <a:gd name="connsiteY2" fmla="*/ 1415124 h 1415124"/>
              <a:gd name="connsiteX3" fmla="*/ 0 w 1552394"/>
              <a:gd name="connsiteY3" fmla="*/ 1415124 h 1415124"/>
            </a:gdLst>
            <a:ahLst/>
            <a:cxnLst>
              <a:cxn ang="0">
                <a:pos x="connsiteX0" y="connsiteY0"/>
              </a:cxn>
              <a:cxn ang="0">
                <a:pos x="connsiteX1" y="connsiteY1"/>
              </a:cxn>
              <a:cxn ang="0">
                <a:pos x="connsiteX2" y="connsiteY2"/>
              </a:cxn>
              <a:cxn ang="0">
                <a:pos x="connsiteX3" y="connsiteY3"/>
              </a:cxn>
            </a:cxnLst>
            <a:rect l="l" t="t" r="r" b="b"/>
            <a:pathLst>
              <a:path w="1552394" h="1415124">
                <a:moveTo>
                  <a:pt x="0" y="0"/>
                </a:moveTo>
                <a:lnTo>
                  <a:pt x="1552394" y="0"/>
                </a:lnTo>
                <a:lnTo>
                  <a:pt x="1552394" y="1415124"/>
                </a:lnTo>
                <a:lnTo>
                  <a:pt x="0" y="1415124"/>
                </a:lnTo>
                <a:close/>
              </a:path>
            </a:pathLst>
          </a:custGeom>
        </p:spPr>
        <p:txBody>
          <a:bodyPr wrap="square">
            <a:noAutofit/>
          </a:bodyPr>
          <a:lstStyle/>
          <a:p>
            <a:endParaRPr lang="zh-CN" altLang="en-US"/>
          </a:p>
        </p:txBody>
      </p:sp>
      <p:sp>
        <p:nvSpPr>
          <p:cNvPr id="13" name="图片占位符 12"/>
          <p:cNvSpPr>
            <a:spLocks noGrp="1"/>
          </p:cNvSpPr>
          <p:nvPr>
            <p:ph type="pic" sz="quarter" idx="14"/>
          </p:nvPr>
        </p:nvSpPr>
        <p:spPr>
          <a:xfrm>
            <a:off x="8064000" y="3167653"/>
            <a:ext cx="3253288" cy="2971262"/>
          </a:xfrm>
          <a:custGeom>
            <a:avLst/>
            <a:gdLst>
              <a:gd name="connsiteX0" fmla="*/ 0 w 3253288"/>
              <a:gd name="connsiteY0" fmla="*/ 0 h 2971262"/>
              <a:gd name="connsiteX1" fmla="*/ 3253288 w 3253288"/>
              <a:gd name="connsiteY1" fmla="*/ 0 h 2971262"/>
              <a:gd name="connsiteX2" fmla="*/ 3253288 w 3253288"/>
              <a:gd name="connsiteY2" fmla="*/ 2971262 h 2971262"/>
              <a:gd name="connsiteX3" fmla="*/ 0 w 3253288"/>
              <a:gd name="connsiteY3" fmla="*/ 2971262 h 2971262"/>
            </a:gdLst>
            <a:ahLst/>
            <a:cxnLst>
              <a:cxn ang="0">
                <a:pos x="connsiteX0" y="connsiteY0"/>
              </a:cxn>
              <a:cxn ang="0">
                <a:pos x="connsiteX1" y="connsiteY1"/>
              </a:cxn>
              <a:cxn ang="0">
                <a:pos x="connsiteX2" y="connsiteY2"/>
              </a:cxn>
              <a:cxn ang="0">
                <a:pos x="connsiteX3" y="connsiteY3"/>
              </a:cxn>
            </a:cxnLst>
            <a:rect l="l" t="t" r="r" b="b"/>
            <a:pathLst>
              <a:path w="3253288" h="2971262">
                <a:moveTo>
                  <a:pt x="0" y="0"/>
                </a:moveTo>
                <a:lnTo>
                  <a:pt x="3253288" y="0"/>
                </a:lnTo>
                <a:lnTo>
                  <a:pt x="3253288" y="2971262"/>
                </a:lnTo>
                <a:lnTo>
                  <a:pt x="0" y="2971262"/>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7" name="图片占位符 6"/>
          <p:cNvSpPr>
            <a:spLocks noGrp="1"/>
          </p:cNvSpPr>
          <p:nvPr>
            <p:ph type="pic" sz="quarter" idx="11"/>
          </p:nvPr>
        </p:nvSpPr>
        <p:spPr>
          <a:xfrm>
            <a:off x="874712" y="1722936"/>
            <a:ext cx="4258613" cy="4421778"/>
          </a:xfrm>
          <a:custGeom>
            <a:avLst/>
            <a:gdLst>
              <a:gd name="connsiteX0" fmla="*/ 0 w 4258613"/>
              <a:gd name="connsiteY0" fmla="*/ 0 h 4421778"/>
              <a:gd name="connsiteX1" fmla="*/ 4258613 w 4258613"/>
              <a:gd name="connsiteY1" fmla="*/ 0 h 4421778"/>
              <a:gd name="connsiteX2" fmla="*/ 4258613 w 4258613"/>
              <a:gd name="connsiteY2" fmla="*/ 4421778 h 4421778"/>
              <a:gd name="connsiteX3" fmla="*/ 0 w 4258613"/>
              <a:gd name="connsiteY3" fmla="*/ 4421778 h 4421778"/>
            </a:gdLst>
            <a:ahLst/>
            <a:cxnLst>
              <a:cxn ang="0">
                <a:pos x="connsiteX0" y="connsiteY0"/>
              </a:cxn>
              <a:cxn ang="0">
                <a:pos x="connsiteX1" y="connsiteY1"/>
              </a:cxn>
              <a:cxn ang="0">
                <a:pos x="connsiteX2" y="connsiteY2"/>
              </a:cxn>
              <a:cxn ang="0">
                <a:pos x="connsiteX3" y="connsiteY3"/>
              </a:cxn>
            </a:cxnLst>
            <a:rect l="l" t="t" r="r" b="b"/>
            <a:pathLst>
              <a:path w="4258613" h="4421778">
                <a:moveTo>
                  <a:pt x="0" y="0"/>
                </a:moveTo>
                <a:lnTo>
                  <a:pt x="4258613" y="0"/>
                </a:lnTo>
                <a:lnTo>
                  <a:pt x="4258613" y="4421778"/>
                </a:lnTo>
                <a:lnTo>
                  <a:pt x="0" y="4421778"/>
                </a:lnTo>
                <a:close/>
              </a:path>
            </a:pathLst>
          </a:custGeom>
        </p:spPr>
        <p:txBody>
          <a:bodyPr wrap="square">
            <a:noAutofit/>
          </a:bodyPr>
          <a:lstStyle/>
          <a:p>
            <a:endParaRPr lang="zh-CN" altLang="en-US"/>
          </a:p>
        </p:txBody>
      </p:sp>
      <p:sp>
        <p:nvSpPr>
          <p:cNvPr id="8" name="图片占位符 7"/>
          <p:cNvSpPr>
            <a:spLocks noGrp="1"/>
          </p:cNvSpPr>
          <p:nvPr>
            <p:ph type="pic" sz="quarter" idx="12"/>
          </p:nvPr>
        </p:nvSpPr>
        <p:spPr>
          <a:xfrm>
            <a:off x="5231224" y="1722936"/>
            <a:ext cx="6086064" cy="4421778"/>
          </a:xfrm>
          <a:custGeom>
            <a:avLst/>
            <a:gdLst>
              <a:gd name="connsiteX0" fmla="*/ 0 w 6086064"/>
              <a:gd name="connsiteY0" fmla="*/ 0 h 4421778"/>
              <a:gd name="connsiteX1" fmla="*/ 6086064 w 6086064"/>
              <a:gd name="connsiteY1" fmla="*/ 0 h 4421778"/>
              <a:gd name="connsiteX2" fmla="*/ 6086064 w 6086064"/>
              <a:gd name="connsiteY2" fmla="*/ 4421778 h 4421778"/>
              <a:gd name="connsiteX3" fmla="*/ 0 w 6086064"/>
              <a:gd name="connsiteY3" fmla="*/ 4421778 h 4421778"/>
            </a:gdLst>
            <a:ahLst/>
            <a:cxnLst>
              <a:cxn ang="0">
                <a:pos x="connsiteX0" y="connsiteY0"/>
              </a:cxn>
              <a:cxn ang="0">
                <a:pos x="connsiteX1" y="connsiteY1"/>
              </a:cxn>
              <a:cxn ang="0">
                <a:pos x="connsiteX2" y="connsiteY2"/>
              </a:cxn>
              <a:cxn ang="0">
                <a:pos x="connsiteX3" y="connsiteY3"/>
              </a:cxn>
            </a:cxnLst>
            <a:rect l="l" t="t" r="r" b="b"/>
            <a:pathLst>
              <a:path w="6086064" h="4421778">
                <a:moveTo>
                  <a:pt x="0" y="0"/>
                </a:moveTo>
                <a:lnTo>
                  <a:pt x="6086064" y="0"/>
                </a:lnTo>
                <a:lnTo>
                  <a:pt x="6086064" y="4421778"/>
                </a:lnTo>
                <a:lnTo>
                  <a:pt x="0" y="4421778"/>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14" name="图片占位符 13"/>
          <p:cNvSpPr>
            <a:spLocks noGrp="1"/>
          </p:cNvSpPr>
          <p:nvPr>
            <p:ph type="pic" sz="quarter" idx="11"/>
          </p:nvPr>
        </p:nvSpPr>
        <p:spPr>
          <a:xfrm>
            <a:off x="874712" y="1676400"/>
            <a:ext cx="2053601" cy="3192863"/>
          </a:xfrm>
          <a:custGeom>
            <a:avLst/>
            <a:gdLst>
              <a:gd name="connsiteX0" fmla="*/ 1026801 w 2053601"/>
              <a:gd name="connsiteY0" fmla="*/ 0 h 3192863"/>
              <a:gd name="connsiteX1" fmla="*/ 2053601 w 2053601"/>
              <a:gd name="connsiteY1" fmla="*/ 316473 h 3192863"/>
              <a:gd name="connsiteX2" fmla="*/ 2053601 w 2053601"/>
              <a:gd name="connsiteY2" fmla="*/ 2876390 h 3192863"/>
              <a:gd name="connsiteX3" fmla="*/ 1026801 w 2053601"/>
              <a:gd name="connsiteY3" fmla="*/ 3192863 h 3192863"/>
              <a:gd name="connsiteX4" fmla="*/ 0 w 2053601"/>
              <a:gd name="connsiteY4" fmla="*/ 2876390 h 3192863"/>
              <a:gd name="connsiteX5" fmla="*/ 0 w 2053601"/>
              <a:gd name="connsiteY5" fmla="*/ 316473 h 31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601" h="3192863">
                <a:moveTo>
                  <a:pt x="1026801" y="0"/>
                </a:moveTo>
                <a:lnTo>
                  <a:pt x="2053601" y="316473"/>
                </a:lnTo>
                <a:lnTo>
                  <a:pt x="2053601" y="2876390"/>
                </a:lnTo>
                <a:lnTo>
                  <a:pt x="1026801" y="3192863"/>
                </a:lnTo>
                <a:lnTo>
                  <a:pt x="0" y="2876390"/>
                </a:lnTo>
                <a:lnTo>
                  <a:pt x="0" y="316473"/>
                </a:lnTo>
                <a:close/>
              </a:path>
            </a:pathLst>
          </a:custGeom>
        </p:spPr>
        <p:txBody>
          <a:bodyPr wrap="square">
            <a:noAutofit/>
          </a:bodyPr>
          <a:lstStyle/>
          <a:p>
            <a:endParaRPr lang="zh-CN" altLang="en-US"/>
          </a:p>
        </p:txBody>
      </p:sp>
      <p:sp>
        <p:nvSpPr>
          <p:cNvPr id="15" name="图片占位符 14"/>
          <p:cNvSpPr>
            <a:spLocks noGrp="1"/>
          </p:cNvSpPr>
          <p:nvPr>
            <p:ph type="pic" sz="quarter" idx="12"/>
          </p:nvPr>
        </p:nvSpPr>
        <p:spPr>
          <a:xfrm>
            <a:off x="2972300" y="1676400"/>
            <a:ext cx="2052226" cy="3192863"/>
          </a:xfrm>
          <a:custGeom>
            <a:avLst/>
            <a:gdLst>
              <a:gd name="connsiteX0" fmla="*/ 1026113 w 2052226"/>
              <a:gd name="connsiteY0" fmla="*/ 0 h 3192863"/>
              <a:gd name="connsiteX1" fmla="*/ 2052226 w 2052226"/>
              <a:gd name="connsiteY1" fmla="*/ 316473 h 3192863"/>
              <a:gd name="connsiteX2" fmla="*/ 2052226 w 2052226"/>
              <a:gd name="connsiteY2" fmla="*/ 2876390 h 3192863"/>
              <a:gd name="connsiteX3" fmla="*/ 1026113 w 2052226"/>
              <a:gd name="connsiteY3" fmla="*/ 3192863 h 3192863"/>
              <a:gd name="connsiteX4" fmla="*/ 0 w 2052226"/>
              <a:gd name="connsiteY4" fmla="*/ 2876390 h 3192863"/>
              <a:gd name="connsiteX5" fmla="*/ 0 w 2052226"/>
              <a:gd name="connsiteY5" fmla="*/ 316473 h 31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2226" h="3192863">
                <a:moveTo>
                  <a:pt x="1026113" y="0"/>
                </a:moveTo>
                <a:lnTo>
                  <a:pt x="2052226" y="316473"/>
                </a:lnTo>
                <a:lnTo>
                  <a:pt x="2052226" y="2876390"/>
                </a:lnTo>
                <a:lnTo>
                  <a:pt x="1026113" y="3192863"/>
                </a:lnTo>
                <a:lnTo>
                  <a:pt x="0" y="2876390"/>
                </a:lnTo>
                <a:lnTo>
                  <a:pt x="0" y="316473"/>
                </a:lnTo>
                <a:close/>
              </a:path>
            </a:pathLst>
          </a:custGeom>
        </p:spPr>
        <p:txBody>
          <a:bodyPr wrap="square">
            <a:noAutofit/>
          </a:bodyPr>
          <a:lstStyle/>
          <a:p>
            <a:endParaRPr lang="zh-CN" altLang="en-US"/>
          </a:p>
        </p:txBody>
      </p:sp>
      <p:sp>
        <p:nvSpPr>
          <p:cNvPr id="16" name="图片占位符 15"/>
          <p:cNvSpPr>
            <a:spLocks noGrp="1"/>
          </p:cNvSpPr>
          <p:nvPr>
            <p:ph type="pic" sz="quarter" idx="13"/>
          </p:nvPr>
        </p:nvSpPr>
        <p:spPr>
          <a:xfrm>
            <a:off x="5068513" y="1676400"/>
            <a:ext cx="2053601" cy="3192863"/>
          </a:xfrm>
          <a:custGeom>
            <a:avLst/>
            <a:gdLst>
              <a:gd name="connsiteX0" fmla="*/ 1026801 w 2053601"/>
              <a:gd name="connsiteY0" fmla="*/ 0 h 3192863"/>
              <a:gd name="connsiteX1" fmla="*/ 2053601 w 2053601"/>
              <a:gd name="connsiteY1" fmla="*/ 316473 h 3192863"/>
              <a:gd name="connsiteX2" fmla="*/ 2053601 w 2053601"/>
              <a:gd name="connsiteY2" fmla="*/ 2876390 h 3192863"/>
              <a:gd name="connsiteX3" fmla="*/ 1026801 w 2053601"/>
              <a:gd name="connsiteY3" fmla="*/ 3192863 h 3192863"/>
              <a:gd name="connsiteX4" fmla="*/ 0 w 2053601"/>
              <a:gd name="connsiteY4" fmla="*/ 2876390 h 3192863"/>
              <a:gd name="connsiteX5" fmla="*/ 0 w 2053601"/>
              <a:gd name="connsiteY5" fmla="*/ 316473 h 31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601" h="3192863">
                <a:moveTo>
                  <a:pt x="1026801" y="0"/>
                </a:moveTo>
                <a:lnTo>
                  <a:pt x="2053601" y="316473"/>
                </a:lnTo>
                <a:lnTo>
                  <a:pt x="2053601" y="2876390"/>
                </a:lnTo>
                <a:lnTo>
                  <a:pt x="1026801" y="3192863"/>
                </a:lnTo>
                <a:lnTo>
                  <a:pt x="0" y="2876390"/>
                </a:lnTo>
                <a:lnTo>
                  <a:pt x="0" y="316473"/>
                </a:lnTo>
                <a:close/>
              </a:path>
            </a:pathLst>
          </a:custGeom>
        </p:spPr>
        <p:txBody>
          <a:bodyPr wrap="square">
            <a:noAutofit/>
          </a:bodyPr>
          <a:lstStyle/>
          <a:p>
            <a:endParaRPr lang="zh-CN" altLang="en-US"/>
          </a:p>
        </p:txBody>
      </p:sp>
      <p:sp>
        <p:nvSpPr>
          <p:cNvPr id="17" name="图片占位符 16"/>
          <p:cNvSpPr>
            <a:spLocks noGrp="1"/>
          </p:cNvSpPr>
          <p:nvPr>
            <p:ph type="pic" sz="quarter" idx="14"/>
          </p:nvPr>
        </p:nvSpPr>
        <p:spPr>
          <a:xfrm>
            <a:off x="7166101" y="1676400"/>
            <a:ext cx="2053601" cy="3192863"/>
          </a:xfrm>
          <a:custGeom>
            <a:avLst/>
            <a:gdLst>
              <a:gd name="connsiteX0" fmla="*/ 1026801 w 2053601"/>
              <a:gd name="connsiteY0" fmla="*/ 0 h 3192863"/>
              <a:gd name="connsiteX1" fmla="*/ 2053601 w 2053601"/>
              <a:gd name="connsiteY1" fmla="*/ 316473 h 3192863"/>
              <a:gd name="connsiteX2" fmla="*/ 2053601 w 2053601"/>
              <a:gd name="connsiteY2" fmla="*/ 2876390 h 3192863"/>
              <a:gd name="connsiteX3" fmla="*/ 1026801 w 2053601"/>
              <a:gd name="connsiteY3" fmla="*/ 3192863 h 3192863"/>
              <a:gd name="connsiteX4" fmla="*/ 0 w 2053601"/>
              <a:gd name="connsiteY4" fmla="*/ 2876390 h 3192863"/>
              <a:gd name="connsiteX5" fmla="*/ 0 w 2053601"/>
              <a:gd name="connsiteY5" fmla="*/ 316473 h 31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601" h="3192863">
                <a:moveTo>
                  <a:pt x="1026801" y="0"/>
                </a:moveTo>
                <a:lnTo>
                  <a:pt x="2053601" y="316473"/>
                </a:lnTo>
                <a:lnTo>
                  <a:pt x="2053601" y="2876390"/>
                </a:lnTo>
                <a:lnTo>
                  <a:pt x="1026801" y="3192863"/>
                </a:lnTo>
                <a:lnTo>
                  <a:pt x="0" y="2876390"/>
                </a:lnTo>
                <a:lnTo>
                  <a:pt x="0" y="316473"/>
                </a:lnTo>
                <a:close/>
              </a:path>
            </a:pathLst>
          </a:custGeom>
        </p:spPr>
        <p:txBody>
          <a:bodyPr wrap="square">
            <a:noAutofit/>
          </a:bodyPr>
          <a:lstStyle/>
          <a:p>
            <a:endParaRPr lang="zh-CN" altLang="en-US"/>
          </a:p>
        </p:txBody>
      </p:sp>
      <p:sp>
        <p:nvSpPr>
          <p:cNvPr id="18" name="图片占位符 17"/>
          <p:cNvSpPr>
            <a:spLocks noGrp="1"/>
          </p:cNvSpPr>
          <p:nvPr>
            <p:ph type="pic" sz="quarter" idx="15"/>
          </p:nvPr>
        </p:nvSpPr>
        <p:spPr>
          <a:xfrm>
            <a:off x="9263686" y="1676400"/>
            <a:ext cx="2053601" cy="3192863"/>
          </a:xfrm>
          <a:custGeom>
            <a:avLst/>
            <a:gdLst>
              <a:gd name="connsiteX0" fmla="*/ 1026800 w 2053601"/>
              <a:gd name="connsiteY0" fmla="*/ 0 h 3192863"/>
              <a:gd name="connsiteX1" fmla="*/ 2053601 w 2053601"/>
              <a:gd name="connsiteY1" fmla="*/ 316473 h 3192863"/>
              <a:gd name="connsiteX2" fmla="*/ 2053601 w 2053601"/>
              <a:gd name="connsiteY2" fmla="*/ 2876390 h 3192863"/>
              <a:gd name="connsiteX3" fmla="*/ 1026800 w 2053601"/>
              <a:gd name="connsiteY3" fmla="*/ 3192863 h 3192863"/>
              <a:gd name="connsiteX4" fmla="*/ 0 w 2053601"/>
              <a:gd name="connsiteY4" fmla="*/ 2876390 h 3192863"/>
              <a:gd name="connsiteX5" fmla="*/ 0 w 2053601"/>
              <a:gd name="connsiteY5" fmla="*/ 316473 h 319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601" h="3192863">
                <a:moveTo>
                  <a:pt x="1026800" y="0"/>
                </a:moveTo>
                <a:lnTo>
                  <a:pt x="2053601" y="316473"/>
                </a:lnTo>
                <a:lnTo>
                  <a:pt x="2053601" y="2876390"/>
                </a:lnTo>
                <a:lnTo>
                  <a:pt x="1026800" y="3192863"/>
                </a:lnTo>
                <a:lnTo>
                  <a:pt x="0" y="2876390"/>
                </a:lnTo>
                <a:lnTo>
                  <a:pt x="0" y="316473"/>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5" name="图片占位符 4"/>
          <p:cNvSpPr>
            <a:spLocks noGrp="1"/>
          </p:cNvSpPr>
          <p:nvPr>
            <p:ph type="pic" sz="quarter" idx="11"/>
          </p:nvPr>
        </p:nvSpPr>
        <p:spPr>
          <a:xfrm>
            <a:off x="1532731" y="1565319"/>
            <a:ext cx="9126537" cy="4486187"/>
          </a:xfrm>
          <a:custGeom>
            <a:avLst/>
            <a:gdLst>
              <a:gd name="connsiteX0" fmla="*/ 7575800 w 9126537"/>
              <a:gd name="connsiteY0" fmla="*/ 3052458 h 4486187"/>
              <a:gd name="connsiteX1" fmla="*/ 9012297 w 9126537"/>
              <a:gd name="connsiteY1" fmla="*/ 3052458 h 4486187"/>
              <a:gd name="connsiteX2" fmla="*/ 9126537 w 9126537"/>
              <a:gd name="connsiteY2" fmla="*/ 3166698 h 4486187"/>
              <a:gd name="connsiteX3" fmla="*/ 9126537 w 9126537"/>
              <a:gd name="connsiteY3" fmla="*/ 4371948 h 4486187"/>
              <a:gd name="connsiteX4" fmla="*/ 9012297 w 9126537"/>
              <a:gd name="connsiteY4" fmla="*/ 4486187 h 4486187"/>
              <a:gd name="connsiteX5" fmla="*/ 7575800 w 9126537"/>
              <a:gd name="connsiteY5" fmla="*/ 4486187 h 4486187"/>
              <a:gd name="connsiteX6" fmla="*/ 7461561 w 9126537"/>
              <a:gd name="connsiteY6" fmla="*/ 4371948 h 4486187"/>
              <a:gd name="connsiteX7" fmla="*/ 7461561 w 9126537"/>
              <a:gd name="connsiteY7" fmla="*/ 3166698 h 4486187"/>
              <a:gd name="connsiteX8" fmla="*/ 7575800 w 9126537"/>
              <a:gd name="connsiteY8" fmla="*/ 3052458 h 4486187"/>
              <a:gd name="connsiteX9" fmla="*/ 5710410 w 9126537"/>
              <a:gd name="connsiteY9" fmla="*/ 3052458 h 4486187"/>
              <a:gd name="connsiteX10" fmla="*/ 7146907 w 9126537"/>
              <a:gd name="connsiteY10" fmla="*/ 3052458 h 4486187"/>
              <a:gd name="connsiteX11" fmla="*/ 7261147 w 9126537"/>
              <a:gd name="connsiteY11" fmla="*/ 3166698 h 4486187"/>
              <a:gd name="connsiteX12" fmla="*/ 7261147 w 9126537"/>
              <a:gd name="connsiteY12" fmla="*/ 4371948 h 4486187"/>
              <a:gd name="connsiteX13" fmla="*/ 7146907 w 9126537"/>
              <a:gd name="connsiteY13" fmla="*/ 4486187 h 4486187"/>
              <a:gd name="connsiteX14" fmla="*/ 5710410 w 9126537"/>
              <a:gd name="connsiteY14" fmla="*/ 4486187 h 4486187"/>
              <a:gd name="connsiteX15" fmla="*/ 5596171 w 9126537"/>
              <a:gd name="connsiteY15" fmla="*/ 4371948 h 4486187"/>
              <a:gd name="connsiteX16" fmla="*/ 5596171 w 9126537"/>
              <a:gd name="connsiteY16" fmla="*/ 3166698 h 4486187"/>
              <a:gd name="connsiteX17" fmla="*/ 5710410 w 9126537"/>
              <a:gd name="connsiteY17" fmla="*/ 3052458 h 4486187"/>
              <a:gd name="connsiteX18" fmla="*/ 7575800 w 9126537"/>
              <a:gd name="connsiteY18" fmla="*/ 1526229 h 4486187"/>
              <a:gd name="connsiteX19" fmla="*/ 9012297 w 9126537"/>
              <a:gd name="connsiteY19" fmla="*/ 1526229 h 4486187"/>
              <a:gd name="connsiteX20" fmla="*/ 9126537 w 9126537"/>
              <a:gd name="connsiteY20" fmla="*/ 1640469 h 4486187"/>
              <a:gd name="connsiteX21" fmla="*/ 9126537 w 9126537"/>
              <a:gd name="connsiteY21" fmla="*/ 2845719 h 4486187"/>
              <a:gd name="connsiteX22" fmla="*/ 9012297 w 9126537"/>
              <a:gd name="connsiteY22" fmla="*/ 2959958 h 4486187"/>
              <a:gd name="connsiteX23" fmla="*/ 7575800 w 9126537"/>
              <a:gd name="connsiteY23" fmla="*/ 2959958 h 4486187"/>
              <a:gd name="connsiteX24" fmla="*/ 7461561 w 9126537"/>
              <a:gd name="connsiteY24" fmla="*/ 2845719 h 4486187"/>
              <a:gd name="connsiteX25" fmla="*/ 7461561 w 9126537"/>
              <a:gd name="connsiteY25" fmla="*/ 1640469 h 4486187"/>
              <a:gd name="connsiteX26" fmla="*/ 7575800 w 9126537"/>
              <a:gd name="connsiteY26" fmla="*/ 1526229 h 4486187"/>
              <a:gd name="connsiteX27" fmla="*/ 5710410 w 9126537"/>
              <a:gd name="connsiteY27" fmla="*/ 1526229 h 4486187"/>
              <a:gd name="connsiteX28" fmla="*/ 7146907 w 9126537"/>
              <a:gd name="connsiteY28" fmla="*/ 1526229 h 4486187"/>
              <a:gd name="connsiteX29" fmla="*/ 7261147 w 9126537"/>
              <a:gd name="connsiteY29" fmla="*/ 1640469 h 4486187"/>
              <a:gd name="connsiteX30" fmla="*/ 7261147 w 9126537"/>
              <a:gd name="connsiteY30" fmla="*/ 2845719 h 4486187"/>
              <a:gd name="connsiteX31" fmla="*/ 7146907 w 9126537"/>
              <a:gd name="connsiteY31" fmla="*/ 2959958 h 4486187"/>
              <a:gd name="connsiteX32" fmla="*/ 5710410 w 9126537"/>
              <a:gd name="connsiteY32" fmla="*/ 2959958 h 4486187"/>
              <a:gd name="connsiteX33" fmla="*/ 5596171 w 9126537"/>
              <a:gd name="connsiteY33" fmla="*/ 2845719 h 4486187"/>
              <a:gd name="connsiteX34" fmla="*/ 5596171 w 9126537"/>
              <a:gd name="connsiteY34" fmla="*/ 1640469 h 4486187"/>
              <a:gd name="connsiteX35" fmla="*/ 5710410 w 9126537"/>
              <a:gd name="connsiteY35" fmla="*/ 1526229 h 4486187"/>
              <a:gd name="connsiteX36" fmla="*/ 3845020 w 9126537"/>
              <a:gd name="connsiteY36" fmla="*/ 1526229 h 4486187"/>
              <a:gd name="connsiteX37" fmla="*/ 5281517 w 9126537"/>
              <a:gd name="connsiteY37" fmla="*/ 1526229 h 4486187"/>
              <a:gd name="connsiteX38" fmla="*/ 5395757 w 9126537"/>
              <a:gd name="connsiteY38" fmla="*/ 1640469 h 4486187"/>
              <a:gd name="connsiteX39" fmla="*/ 5395757 w 9126537"/>
              <a:gd name="connsiteY39" fmla="*/ 2845719 h 4486187"/>
              <a:gd name="connsiteX40" fmla="*/ 5281517 w 9126537"/>
              <a:gd name="connsiteY40" fmla="*/ 2959958 h 4486187"/>
              <a:gd name="connsiteX41" fmla="*/ 3845020 w 9126537"/>
              <a:gd name="connsiteY41" fmla="*/ 2959958 h 4486187"/>
              <a:gd name="connsiteX42" fmla="*/ 3730780 w 9126537"/>
              <a:gd name="connsiteY42" fmla="*/ 2845719 h 4486187"/>
              <a:gd name="connsiteX43" fmla="*/ 3730780 w 9126537"/>
              <a:gd name="connsiteY43" fmla="*/ 1640469 h 4486187"/>
              <a:gd name="connsiteX44" fmla="*/ 3845020 w 9126537"/>
              <a:gd name="connsiteY44" fmla="*/ 1526229 h 4486187"/>
              <a:gd name="connsiteX45" fmla="*/ 1979630 w 9126537"/>
              <a:gd name="connsiteY45" fmla="*/ 1526229 h 4486187"/>
              <a:gd name="connsiteX46" fmla="*/ 3416127 w 9126537"/>
              <a:gd name="connsiteY46" fmla="*/ 1526229 h 4486187"/>
              <a:gd name="connsiteX47" fmla="*/ 3530367 w 9126537"/>
              <a:gd name="connsiteY47" fmla="*/ 1640469 h 4486187"/>
              <a:gd name="connsiteX48" fmla="*/ 3530367 w 9126537"/>
              <a:gd name="connsiteY48" fmla="*/ 2845719 h 4486187"/>
              <a:gd name="connsiteX49" fmla="*/ 3416127 w 9126537"/>
              <a:gd name="connsiteY49" fmla="*/ 2959958 h 4486187"/>
              <a:gd name="connsiteX50" fmla="*/ 1979630 w 9126537"/>
              <a:gd name="connsiteY50" fmla="*/ 2959958 h 4486187"/>
              <a:gd name="connsiteX51" fmla="*/ 1865390 w 9126537"/>
              <a:gd name="connsiteY51" fmla="*/ 2845719 h 4486187"/>
              <a:gd name="connsiteX52" fmla="*/ 1865390 w 9126537"/>
              <a:gd name="connsiteY52" fmla="*/ 1640469 h 4486187"/>
              <a:gd name="connsiteX53" fmla="*/ 1979630 w 9126537"/>
              <a:gd name="connsiteY53" fmla="*/ 1526229 h 4486187"/>
              <a:gd name="connsiteX54" fmla="*/ 114240 w 9126537"/>
              <a:gd name="connsiteY54" fmla="*/ 1526229 h 4486187"/>
              <a:gd name="connsiteX55" fmla="*/ 1550737 w 9126537"/>
              <a:gd name="connsiteY55" fmla="*/ 1526229 h 4486187"/>
              <a:gd name="connsiteX56" fmla="*/ 1664977 w 9126537"/>
              <a:gd name="connsiteY56" fmla="*/ 1640469 h 4486187"/>
              <a:gd name="connsiteX57" fmla="*/ 1664977 w 9126537"/>
              <a:gd name="connsiteY57" fmla="*/ 2845719 h 4486187"/>
              <a:gd name="connsiteX58" fmla="*/ 1550737 w 9126537"/>
              <a:gd name="connsiteY58" fmla="*/ 2959958 h 4486187"/>
              <a:gd name="connsiteX59" fmla="*/ 114240 w 9126537"/>
              <a:gd name="connsiteY59" fmla="*/ 2959958 h 4486187"/>
              <a:gd name="connsiteX60" fmla="*/ 0 w 9126537"/>
              <a:gd name="connsiteY60" fmla="*/ 2845719 h 4486187"/>
              <a:gd name="connsiteX61" fmla="*/ 0 w 9126537"/>
              <a:gd name="connsiteY61" fmla="*/ 1640469 h 4486187"/>
              <a:gd name="connsiteX62" fmla="*/ 114240 w 9126537"/>
              <a:gd name="connsiteY62" fmla="*/ 1526229 h 4486187"/>
              <a:gd name="connsiteX63" fmla="*/ 7575800 w 9126537"/>
              <a:gd name="connsiteY63" fmla="*/ 0 h 4486187"/>
              <a:gd name="connsiteX64" fmla="*/ 9012297 w 9126537"/>
              <a:gd name="connsiteY64" fmla="*/ 0 h 4486187"/>
              <a:gd name="connsiteX65" fmla="*/ 9126537 w 9126537"/>
              <a:gd name="connsiteY65" fmla="*/ 114240 h 4486187"/>
              <a:gd name="connsiteX66" fmla="*/ 9126537 w 9126537"/>
              <a:gd name="connsiteY66" fmla="*/ 1319490 h 4486187"/>
              <a:gd name="connsiteX67" fmla="*/ 9012297 w 9126537"/>
              <a:gd name="connsiteY67" fmla="*/ 1433729 h 4486187"/>
              <a:gd name="connsiteX68" fmla="*/ 7575800 w 9126537"/>
              <a:gd name="connsiteY68" fmla="*/ 1433729 h 4486187"/>
              <a:gd name="connsiteX69" fmla="*/ 7461561 w 9126537"/>
              <a:gd name="connsiteY69" fmla="*/ 1319490 h 4486187"/>
              <a:gd name="connsiteX70" fmla="*/ 7461561 w 9126537"/>
              <a:gd name="connsiteY70" fmla="*/ 114240 h 4486187"/>
              <a:gd name="connsiteX71" fmla="*/ 7575800 w 9126537"/>
              <a:gd name="connsiteY71" fmla="*/ 0 h 4486187"/>
              <a:gd name="connsiteX72" fmla="*/ 5710410 w 9126537"/>
              <a:gd name="connsiteY72" fmla="*/ 0 h 4486187"/>
              <a:gd name="connsiteX73" fmla="*/ 7146907 w 9126537"/>
              <a:gd name="connsiteY73" fmla="*/ 0 h 4486187"/>
              <a:gd name="connsiteX74" fmla="*/ 7261147 w 9126537"/>
              <a:gd name="connsiteY74" fmla="*/ 114240 h 4486187"/>
              <a:gd name="connsiteX75" fmla="*/ 7261147 w 9126537"/>
              <a:gd name="connsiteY75" fmla="*/ 1319490 h 4486187"/>
              <a:gd name="connsiteX76" fmla="*/ 7146907 w 9126537"/>
              <a:gd name="connsiteY76" fmla="*/ 1433729 h 4486187"/>
              <a:gd name="connsiteX77" fmla="*/ 5710410 w 9126537"/>
              <a:gd name="connsiteY77" fmla="*/ 1433729 h 4486187"/>
              <a:gd name="connsiteX78" fmla="*/ 5596171 w 9126537"/>
              <a:gd name="connsiteY78" fmla="*/ 1319490 h 4486187"/>
              <a:gd name="connsiteX79" fmla="*/ 5596171 w 9126537"/>
              <a:gd name="connsiteY79" fmla="*/ 114240 h 4486187"/>
              <a:gd name="connsiteX80" fmla="*/ 5710410 w 9126537"/>
              <a:gd name="connsiteY80" fmla="*/ 0 h 4486187"/>
              <a:gd name="connsiteX81" fmla="*/ 3845020 w 9126537"/>
              <a:gd name="connsiteY81" fmla="*/ 0 h 4486187"/>
              <a:gd name="connsiteX82" fmla="*/ 5281517 w 9126537"/>
              <a:gd name="connsiteY82" fmla="*/ 0 h 4486187"/>
              <a:gd name="connsiteX83" fmla="*/ 5395757 w 9126537"/>
              <a:gd name="connsiteY83" fmla="*/ 114240 h 4486187"/>
              <a:gd name="connsiteX84" fmla="*/ 5395757 w 9126537"/>
              <a:gd name="connsiteY84" fmla="*/ 1319490 h 4486187"/>
              <a:gd name="connsiteX85" fmla="*/ 5281517 w 9126537"/>
              <a:gd name="connsiteY85" fmla="*/ 1433729 h 4486187"/>
              <a:gd name="connsiteX86" fmla="*/ 3845020 w 9126537"/>
              <a:gd name="connsiteY86" fmla="*/ 1433729 h 4486187"/>
              <a:gd name="connsiteX87" fmla="*/ 3730780 w 9126537"/>
              <a:gd name="connsiteY87" fmla="*/ 1319490 h 4486187"/>
              <a:gd name="connsiteX88" fmla="*/ 3730780 w 9126537"/>
              <a:gd name="connsiteY88" fmla="*/ 114240 h 4486187"/>
              <a:gd name="connsiteX89" fmla="*/ 3845020 w 9126537"/>
              <a:gd name="connsiteY89" fmla="*/ 0 h 4486187"/>
              <a:gd name="connsiteX90" fmla="*/ 1979630 w 9126537"/>
              <a:gd name="connsiteY90" fmla="*/ 0 h 4486187"/>
              <a:gd name="connsiteX91" fmla="*/ 3416127 w 9126537"/>
              <a:gd name="connsiteY91" fmla="*/ 0 h 4486187"/>
              <a:gd name="connsiteX92" fmla="*/ 3530367 w 9126537"/>
              <a:gd name="connsiteY92" fmla="*/ 114240 h 4486187"/>
              <a:gd name="connsiteX93" fmla="*/ 3530367 w 9126537"/>
              <a:gd name="connsiteY93" fmla="*/ 1319490 h 4486187"/>
              <a:gd name="connsiteX94" fmla="*/ 3416127 w 9126537"/>
              <a:gd name="connsiteY94" fmla="*/ 1433729 h 4486187"/>
              <a:gd name="connsiteX95" fmla="*/ 1979630 w 9126537"/>
              <a:gd name="connsiteY95" fmla="*/ 1433729 h 4486187"/>
              <a:gd name="connsiteX96" fmla="*/ 1865390 w 9126537"/>
              <a:gd name="connsiteY96" fmla="*/ 1319490 h 4486187"/>
              <a:gd name="connsiteX97" fmla="*/ 1865390 w 9126537"/>
              <a:gd name="connsiteY97" fmla="*/ 114240 h 4486187"/>
              <a:gd name="connsiteX98" fmla="*/ 1979630 w 9126537"/>
              <a:gd name="connsiteY98" fmla="*/ 0 h 4486187"/>
              <a:gd name="connsiteX99" fmla="*/ 114240 w 9126537"/>
              <a:gd name="connsiteY99" fmla="*/ 0 h 4486187"/>
              <a:gd name="connsiteX100" fmla="*/ 1550737 w 9126537"/>
              <a:gd name="connsiteY100" fmla="*/ 0 h 4486187"/>
              <a:gd name="connsiteX101" fmla="*/ 1664977 w 9126537"/>
              <a:gd name="connsiteY101" fmla="*/ 114240 h 4486187"/>
              <a:gd name="connsiteX102" fmla="*/ 1664977 w 9126537"/>
              <a:gd name="connsiteY102" fmla="*/ 1319490 h 4486187"/>
              <a:gd name="connsiteX103" fmla="*/ 1550737 w 9126537"/>
              <a:gd name="connsiteY103" fmla="*/ 1433729 h 4486187"/>
              <a:gd name="connsiteX104" fmla="*/ 114240 w 9126537"/>
              <a:gd name="connsiteY104" fmla="*/ 1433729 h 4486187"/>
              <a:gd name="connsiteX105" fmla="*/ 0 w 9126537"/>
              <a:gd name="connsiteY105" fmla="*/ 1319490 h 4486187"/>
              <a:gd name="connsiteX106" fmla="*/ 0 w 9126537"/>
              <a:gd name="connsiteY106" fmla="*/ 114240 h 4486187"/>
              <a:gd name="connsiteX107" fmla="*/ 114240 w 9126537"/>
              <a:gd name="connsiteY107" fmla="*/ 0 h 448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9126537" h="4486187">
                <a:moveTo>
                  <a:pt x="7575800" y="3052458"/>
                </a:moveTo>
                <a:lnTo>
                  <a:pt x="9012297" y="3052458"/>
                </a:lnTo>
                <a:cubicBezTo>
                  <a:pt x="9075391" y="3052458"/>
                  <a:pt x="9126537" y="3103604"/>
                  <a:pt x="9126537" y="3166698"/>
                </a:cubicBezTo>
                <a:lnTo>
                  <a:pt x="9126537" y="4371948"/>
                </a:lnTo>
                <a:cubicBezTo>
                  <a:pt x="9126537" y="4435041"/>
                  <a:pt x="9075391" y="4486187"/>
                  <a:pt x="9012297" y="4486187"/>
                </a:cubicBezTo>
                <a:lnTo>
                  <a:pt x="7575800" y="4486187"/>
                </a:lnTo>
                <a:cubicBezTo>
                  <a:pt x="7512707" y="4486187"/>
                  <a:pt x="7461561" y="4435041"/>
                  <a:pt x="7461561" y="4371948"/>
                </a:cubicBezTo>
                <a:lnTo>
                  <a:pt x="7461561" y="3166698"/>
                </a:lnTo>
                <a:cubicBezTo>
                  <a:pt x="7461561" y="3103604"/>
                  <a:pt x="7512707" y="3052458"/>
                  <a:pt x="7575800" y="3052458"/>
                </a:cubicBezTo>
                <a:close/>
                <a:moveTo>
                  <a:pt x="5710410" y="3052458"/>
                </a:moveTo>
                <a:lnTo>
                  <a:pt x="7146907" y="3052458"/>
                </a:lnTo>
                <a:cubicBezTo>
                  <a:pt x="7210001" y="3052458"/>
                  <a:pt x="7261147" y="3103604"/>
                  <a:pt x="7261147" y="3166698"/>
                </a:cubicBezTo>
                <a:lnTo>
                  <a:pt x="7261147" y="4371948"/>
                </a:lnTo>
                <a:cubicBezTo>
                  <a:pt x="7261147" y="4435041"/>
                  <a:pt x="7210001" y="4486187"/>
                  <a:pt x="7146907" y="4486187"/>
                </a:cubicBezTo>
                <a:lnTo>
                  <a:pt x="5710410" y="4486187"/>
                </a:lnTo>
                <a:cubicBezTo>
                  <a:pt x="5647317" y="4486187"/>
                  <a:pt x="5596171" y="4435041"/>
                  <a:pt x="5596171" y="4371948"/>
                </a:cubicBezTo>
                <a:lnTo>
                  <a:pt x="5596171" y="3166698"/>
                </a:lnTo>
                <a:cubicBezTo>
                  <a:pt x="5596171" y="3103604"/>
                  <a:pt x="5647317" y="3052458"/>
                  <a:pt x="5710410" y="3052458"/>
                </a:cubicBezTo>
                <a:close/>
                <a:moveTo>
                  <a:pt x="7575800" y="1526229"/>
                </a:moveTo>
                <a:lnTo>
                  <a:pt x="9012297" y="1526229"/>
                </a:lnTo>
                <a:cubicBezTo>
                  <a:pt x="9075391" y="1526229"/>
                  <a:pt x="9126537" y="1577375"/>
                  <a:pt x="9126537" y="1640469"/>
                </a:cubicBezTo>
                <a:lnTo>
                  <a:pt x="9126537" y="2845719"/>
                </a:lnTo>
                <a:cubicBezTo>
                  <a:pt x="9126537" y="2908812"/>
                  <a:pt x="9075391" y="2959958"/>
                  <a:pt x="9012297" y="2959958"/>
                </a:cubicBezTo>
                <a:lnTo>
                  <a:pt x="7575800" y="2959958"/>
                </a:lnTo>
                <a:cubicBezTo>
                  <a:pt x="7512707" y="2959958"/>
                  <a:pt x="7461561" y="2908812"/>
                  <a:pt x="7461561" y="2845719"/>
                </a:cubicBezTo>
                <a:lnTo>
                  <a:pt x="7461561" y="1640469"/>
                </a:lnTo>
                <a:cubicBezTo>
                  <a:pt x="7461561" y="1577375"/>
                  <a:pt x="7512707" y="1526229"/>
                  <a:pt x="7575800" y="1526229"/>
                </a:cubicBezTo>
                <a:close/>
                <a:moveTo>
                  <a:pt x="5710410" y="1526229"/>
                </a:moveTo>
                <a:lnTo>
                  <a:pt x="7146907" y="1526229"/>
                </a:lnTo>
                <a:cubicBezTo>
                  <a:pt x="7210001" y="1526229"/>
                  <a:pt x="7261147" y="1577375"/>
                  <a:pt x="7261147" y="1640469"/>
                </a:cubicBezTo>
                <a:lnTo>
                  <a:pt x="7261147" y="2845719"/>
                </a:lnTo>
                <a:cubicBezTo>
                  <a:pt x="7261147" y="2908812"/>
                  <a:pt x="7210001" y="2959958"/>
                  <a:pt x="7146907" y="2959958"/>
                </a:cubicBezTo>
                <a:lnTo>
                  <a:pt x="5710410" y="2959958"/>
                </a:lnTo>
                <a:cubicBezTo>
                  <a:pt x="5647317" y="2959958"/>
                  <a:pt x="5596171" y="2908812"/>
                  <a:pt x="5596171" y="2845719"/>
                </a:cubicBezTo>
                <a:lnTo>
                  <a:pt x="5596171" y="1640469"/>
                </a:lnTo>
                <a:cubicBezTo>
                  <a:pt x="5596171" y="1577375"/>
                  <a:pt x="5647317" y="1526229"/>
                  <a:pt x="5710410" y="1526229"/>
                </a:cubicBezTo>
                <a:close/>
                <a:moveTo>
                  <a:pt x="3845020" y="1526229"/>
                </a:moveTo>
                <a:lnTo>
                  <a:pt x="5281517" y="1526229"/>
                </a:lnTo>
                <a:cubicBezTo>
                  <a:pt x="5344611" y="1526229"/>
                  <a:pt x="5395757" y="1577375"/>
                  <a:pt x="5395757" y="1640469"/>
                </a:cubicBezTo>
                <a:lnTo>
                  <a:pt x="5395757" y="2845719"/>
                </a:lnTo>
                <a:cubicBezTo>
                  <a:pt x="5395757" y="2908812"/>
                  <a:pt x="5344611" y="2959958"/>
                  <a:pt x="5281517" y="2959958"/>
                </a:cubicBezTo>
                <a:lnTo>
                  <a:pt x="3845020" y="2959958"/>
                </a:lnTo>
                <a:cubicBezTo>
                  <a:pt x="3781927" y="2959958"/>
                  <a:pt x="3730780" y="2908812"/>
                  <a:pt x="3730780" y="2845719"/>
                </a:cubicBezTo>
                <a:lnTo>
                  <a:pt x="3730780" y="1640469"/>
                </a:lnTo>
                <a:cubicBezTo>
                  <a:pt x="3730780" y="1577375"/>
                  <a:pt x="3781927" y="1526229"/>
                  <a:pt x="3845020" y="1526229"/>
                </a:cubicBezTo>
                <a:close/>
                <a:moveTo>
                  <a:pt x="1979630" y="1526229"/>
                </a:moveTo>
                <a:lnTo>
                  <a:pt x="3416127" y="1526229"/>
                </a:lnTo>
                <a:cubicBezTo>
                  <a:pt x="3479220" y="1526229"/>
                  <a:pt x="3530367" y="1577375"/>
                  <a:pt x="3530367" y="1640469"/>
                </a:cubicBezTo>
                <a:lnTo>
                  <a:pt x="3530367" y="2845719"/>
                </a:lnTo>
                <a:cubicBezTo>
                  <a:pt x="3530367" y="2908812"/>
                  <a:pt x="3479220" y="2959958"/>
                  <a:pt x="3416127" y="2959958"/>
                </a:cubicBezTo>
                <a:lnTo>
                  <a:pt x="1979630" y="2959958"/>
                </a:lnTo>
                <a:cubicBezTo>
                  <a:pt x="1916537" y="2959958"/>
                  <a:pt x="1865390" y="2908812"/>
                  <a:pt x="1865390" y="2845719"/>
                </a:cubicBezTo>
                <a:lnTo>
                  <a:pt x="1865390" y="1640469"/>
                </a:lnTo>
                <a:cubicBezTo>
                  <a:pt x="1865390" y="1577375"/>
                  <a:pt x="1916537" y="1526229"/>
                  <a:pt x="1979630" y="1526229"/>
                </a:cubicBezTo>
                <a:close/>
                <a:moveTo>
                  <a:pt x="114240" y="1526229"/>
                </a:moveTo>
                <a:lnTo>
                  <a:pt x="1550737" y="1526229"/>
                </a:lnTo>
                <a:cubicBezTo>
                  <a:pt x="1613830" y="1526229"/>
                  <a:pt x="1664977" y="1577375"/>
                  <a:pt x="1664977" y="1640469"/>
                </a:cubicBezTo>
                <a:lnTo>
                  <a:pt x="1664977" y="2845719"/>
                </a:lnTo>
                <a:cubicBezTo>
                  <a:pt x="1664977" y="2908812"/>
                  <a:pt x="1613830" y="2959958"/>
                  <a:pt x="1550737" y="2959958"/>
                </a:cubicBezTo>
                <a:lnTo>
                  <a:pt x="114240" y="2959958"/>
                </a:lnTo>
                <a:cubicBezTo>
                  <a:pt x="51147" y="2959958"/>
                  <a:pt x="0" y="2908812"/>
                  <a:pt x="0" y="2845719"/>
                </a:cubicBezTo>
                <a:lnTo>
                  <a:pt x="0" y="1640469"/>
                </a:lnTo>
                <a:cubicBezTo>
                  <a:pt x="0" y="1577375"/>
                  <a:pt x="51147" y="1526229"/>
                  <a:pt x="114240" y="1526229"/>
                </a:cubicBezTo>
                <a:close/>
                <a:moveTo>
                  <a:pt x="7575800" y="0"/>
                </a:moveTo>
                <a:lnTo>
                  <a:pt x="9012297" y="0"/>
                </a:lnTo>
                <a:cubicBezTo>
                  <a:pt x="9075391" y="0"/>
                  <a:pt x="9126537" y="51146"/>
                  <a:pt x="9126537" y="114240"/>
                </a:cubicBezTo>
                <a:lnTo>
                  <a:pt x="9126537" y="1319490"/>
                </a:lnTo>
                <a:cubicBezTo>
                  <a:pt x="9126537" y="1382583"/>
                  <a:pt x="9075391" y="1433729"/>
                  <a:pt x="9012297" y="1433729"/>
                </a:cubicBezTo>
                <a:lnTo>
                  <a:pt x="7575800" y="1433729"/>
                </a:lnTo>
                <a:cubicBezTo>
                  <a:pt x="7512707" y="1433729"/>
                  <a:pt x="7461561" y="1382583"/>
                  <a:pt x="7461561" y="1319490"/>
                </a:cubicBezTo>
                <a:lnTo>
                  <a:pt x="7461561" y="114240"/>
                </a:lnTo>
                <a:cubicBezTo>
                  <a:pt x="7461561" y="51146"/>
                  <a:pt x="7512707" y="0"/>
                  <a:pt x="7575800" y="0"/>
                </a:cubicBezTo>
                <a:close/>
                <a:moveTo>
                  <a:pt x="5710410" y="0"/>
                </a:moveTo>
                <a:lnTo>
                  <a:pt x="7146907" y="0"/>
                </a:lnTo>
                <a:cubicBezTo>
                  <a:pt x="7210001" y="0"/>
                  <a:pt x="7261147" y="51146"/>
                  <a:pt x="7261147" y="114240"/>
                </a:cubicBezTo>
                <a:lnTo>
                  <a:pt x="7261147" y="1319490"/>
                </a:lnTo>
                <a:cubicBezTo>
                  <a:pt x="7261147" y="1382583"/>
                  <a:pt x="7210001" y="1433729"/>
                  <a:pt x="7146907" y="1433729"/>
                </a:cubicBezTo>
                <a:lnTo>
                  <a:pt x="5710410" y="1433729"/>
                </a:lnTo>
                <a:cubicBezTo>
                  <a:pt x="5647317" y="1433729"/>
                  <a:pt x="5596171" y="1382583"/>
                  <a:pt x="5596171" y="1319490"/>
                </a:cubicBezTo>
                <a:lnTo>
                  <a:pt x="5596171" y="114240"/>
                </a:lnTo>
                <a:cubicBezTo>
                  <a:pt x="5596171" y="51146"/>
                  <a:pt x="5647317" y="0"/>
                  <a:pt x="5710410" y="0"/>
                </a:cubicBezTo>
                <a:close/>
                <a:moveTo>
                  <a:pt x="3845020" y="0"/>
                </a:moveTo>
                <a:lnTo>
                  <a:pt x="5281517" y="0"/>
                </a:lnTo>
                <a:cubicBezTo>
                  <a:pt x="5344611" y="0"/>
                  <a:pt x="5395757" y="51146"/>
                  <a:pt x="5395757" y="114240"/>
                </a:cubicBezTo>
                <a:lnTo>
                  <a:pt x="5395757" y="1319490"/>
                </a:lnTo>
                <a:cubicBezTo>
                  <a:pt x="5395757" y="1382583"/>
                  <a:pt x="5344611" y="1433729"/>
                  <a:pt x="5281517" y="1433729"/>
                </a:cubicBezTo>
                <a:lnTo>
                  <a:pt x="3845020" y="1433729"/>
                </a:lnTo>
                <a:cubicBezTo>
                  <a:pt x="3781927" y="1433729"/>
                  <a:pt x="3730780" y="1382583"/>
                  <a:pt x="3730780" y="1319490"/>
                </a:cubicBezTo>
                <a:lnTo>
                  <a:pt x="3730780" y="114240"/>
                </a:lnTo>
                <a:cubicBezTo>
                  <a:pt x="3730780" y="51146"/>
                  <a:pt x="3781927" y="0"/>
                  <a:pt x="3845020" y="0"/>
                </a:cubicBezTo>
                <a:close/>
                <a:moveTo>
                  <a:pt x="1979630" y="0"/>
                </a:moveTo>
                <a:lnTo>
                  <a:pt x="3416127" y="0"/>
                </a:lnTo>
                <a:cubicBezTo>
                  <a:pt x="3479220" y="0"/>
                  <a:pt x="3530367" y="51146"/>
                  <a:pt x="3530367" y="114240"/>
                </a:cubicBezTo>
                <a:lnTo>
                  <a:pt x="3530367" y="1319490"/>
                </a:lnTo>
                <a:cubicBezTo>
                  <a:pt x="3530367" y="1382583"/>
                  <a:pt x="3479220" y="1433729"/>
                  <a:pt x="3416127" y="1433729"/>
                </a:cubicBezTo>
                <a:lnTo>
                  <a:pt x="1979630" y="1433729"/>
                </a:lnTo>
                <a:cubicBezTo>
                  <a:pt x="1916537" y="1433729"/>
                  <a:pt x="1865390" y="1382583"/>
                  <a:pt x="1865390" y="1319490"/>
                </a:cubicBezTo>
                <a:lnTo>
                  <a:pt x="1865390" y="114240"/>
                </a:lnTo>
                <a:cubicBezTo>
                  <a:pt x="1865390" y="51146"/>
                  <a:pt x="1916537" y="0"/>
                  <a:pt x="1979630" y="0"/>
                </a:cubicBezTo>
                <a:close/>
                <a:moveTo>
                  <a:pt x="114240" y="0"/>
                </a:moveTo>
                <a:lnTo>
                  <a:pt x="1550737" y="0"/>
                </a:lnTo>
                <a:cubicBezTo>
                  <a:pt x="1613830" y="0"/>
                  <a:pt x="1664977" y="51146"/>
                  <a:pt x="1664977" y="114240"/>
                </a:cubicBezTo>
                <a:lnTo>
                  <a:pt x="1664977" y="1319490"/>
                </a:lnTo>
                <a:cubicBezTo>
                  <a:pt x="1664977" y="1382583"/>
                  <a:pt x="1613830" y="1433729"/>
                  <a:pt x="1550737" y="1433729"/>
                </a:cubicBezTo>
                <a:lnTo>
                  <a:pt x="114240" y="1433729"/>
                </a:lnTo>
                <a:cubicBezTo>
                  <a:pt x="51147" y="1433729"/>
                  <a:pt x="0" y="1382583"/>
                  <a:pt x="0" y="1319490"/>
                </a:cubicBezTo>
                <a:lnTo>
                  <a:pt x="0" y="114240"/>
                </a:lnTo>
                <a:cubicBezTo>
                  <a:pt x="0" y="51146"/>
                  <a:pt x="51147" y="0"/>
                  <a:pt x="114240" y="0"/>
                </a:cubicBez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12" name="图片占位符 11"/>
          <p:cNvSpPr>
            <a:spLocks noGrp="1"/>
          </p:cNvSpPr>
          <p:nvPr>
            <p:ph type="pic" sz="quarter" idx="11"/>
          </p:nvPr>
        </p:nvSpPr>
        <p:spPr>
          <a:xfrm>
            <a:off x="2122969" y="1981157"/>
            <a:ext cx="3973031" cy="1803183"/>
          </a:xfrm>
          <a:custGeom>
            <a:avLst/>
            <a:gdLst>
              <a:gd name="connsiteX0" fmla="*/ 378319 w 3973031"/>
              <a:gd name="connsiteY0" fmla="*/ 0 h 1803183"/>
              <a:gd name="connsiteX1" fmla="*/ 1925340 w 3973031"/>
              <a:gd name="connsiteY1" fmla="*/ 0 h 1803183"/>
              <a:gd name="connsiteX2" fmla="*/ 2426010 w 3973031"/>
              <a:gd name="connsiteY2" fmla="*/ 0 h 1803183"/>
              <a:gd name="connsiteX3" fmla="*/ 3973031 w 3973031"/>
              <a:gd name="connsiteY3" fmla="*/ 0 h 1803183"/>
              <a:gd name="connsiteX4" fmla="*/ 3973031 w 3973031"/>
              <a:gd name="connsiteY4" fmla="*/ 1803183 h 1803183"/>
              <a:gd name="connsiteX5" fmla="*/ 2426010 w 3973031"/>
              <a:gd name="connsiteY5" fmla="*/ 1803183 h 1803183"/>
              <a:gd name="connsiteX6" fmla="*/ 1547021 w 3973031"/>
              <a:gd name="connsiteY6" fmla="*/ 1803183 h 1803183"/>
              <a:gd name="connsiteX7" fmla="*/ 0 w 3973031"/>
              <a:gd name="connsiteY7" fmla="*/ 1803183 h 1803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73031" h="1803183">
                <a:moveTo>
                  <a:pt x="378319" y="0"/>
                </a:moveTo>
                <a:lnTo>
                  <a:pt x="1925340" y="0"/>
                </a:lnTo>
                <a:lnTo>
                  <a:pt x="2426010" y="0"/>
                </a:lnTo>
                <a:lnTo>
                  <a:pt x="3973031" y="0"/>
                </a:lnTo>
                <a:lnTo>
                  <a:pt x="3973031" y="1803183"/>
                </a:lnTo>
                <a:lnTo>
                  <a:pt x="2426010" y="1803183"/>
                </a:lnTo>
                <a:lnTo>
                  <a:pt x="1547021" y="1803183"/>
                </a:lnTo>
                <a:lnTo>
                  <a:pt x="0" y="1803183"/>
                </a:lnTo>
                <a:close/>
              </a:path>
            </a:pathLst>
          </a:custGeom>
        </p:spPr>
        <p:txBody>
          <a:bodyPr wrap="square">
            <a:noAutofit/>
          </a:bodyPr>
          <a:lstStyle/>
          <a:p>
            <a:endParaRPr lang="zh-CN" altLang="en-US"/>
          </a:p>
        </p:txBody>
      </p:sp>
      <p:sp>
        <p:nvSpPr>
          <p:cNvPr id="11" name="图片占位符 10"/>
          <p:cNvSpPr>
            <a:spLocks noGrp="1"/>
          </p:cNvSpPr>
          <p:nvPr>
            <p:ph type="pic" sz="quarter" idx="12"/>
          </p:nvPr>
        </p:nvSpPr>
        <p:spPr>
          <a:xfrm>
            <a:off x="6096000" y="1981157"/>
            <a:ext cx="4234217" cy="1803183"/>
          </a:xfrm>
          <a:custGeom>
            <a:avLst/>
            <a:gdLst>
              <a:gd name="connsiteX0" fmla="*/ 0 w 4234217"/>
              <a:gd name="connsiteY0" fmla="*/ 0 h 1803183"/>
              <a:gd name="connsiteX1" fmla="*/ 1547021 w 4234217"/>
              <a:gd name="connsiteY1" fmla="*/ 0 h 1803183"/>
              <a:gd name="connsiteX2" fmla="*/ 2360204 w 4234217"/>
              <a:gd name="connsiteY2" fmla="*/ 0 h 1803183"/>
              <a:gd name="connsiteX3" fmla="*/ 3907225 w 4234217"/>
              <a:gd name="connsiteY3" fmla="*/ 0 h 1803183"/>
              <a:gd name="connsiteX4" fmla="*/ 4234217 w 4234217"/>
              <a:gd name="connsiteY4" fmla="*/ 566358 h 1803183"/>
              <a:gd name="connsiteX5" fmla="*/ 3974753 w 4234217"/>
              <a:gd name="connsiteY5" fmla="*/ 1803183 h 1803183"/>
              <a:gd name="connsiteX6" fmla="*/ 2427731 w 4234217"/>
              <a:gd name="connsiteY6" fmla="*/ 1803183 h 1803183"/>
              <a:gd name="connsiteX7" fmla="*/ 1547021 w 4234217"/>
              <a:gd name="connsiteY7" fmla="*/ 1803183 h 1803183"/>
              <a:gd name="connsiteX8" fmla="*/ 0 w 4234217"/>
              <a:gd name="connsiteY8" fmla="*/ 1803183 h 1803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34217" h="1803183">
                <a:moveTo>
                  <a:pt x="0" y="0"/>
                </a:moveTo>
                <a:lnTo>
                  <a:pt x="1547021" y="0"/>
                </a:lnTo>
                <a:lnTo>
                  <a:pt x="2360204" y="0"/>
                </a:lnTo>
                <a:lnTo>
                  <a:pt x="3907225" y="0"/>
                </a:lnTo>
                <a:lnTo>
                  <a:pt x="4234217" y="566358"/>
                </a:lnTo>
                <a:lnTo>
                  <a:pt x="3974753" y="1803183"/>
                </a:lnTo>
                <a:lnTo>
                  <a:pt x="2427731" y="1803183"/>
                </a:lnTo>
                <a:lnTo>
                  <a:pt x="1547021" y="1803183"/>
                </a:lnTo>
                <a:lnTo>
                  <a:pt x="0" y="1803183"/>
                </a:lnTo>
                <a:close/>
              </a:path>
            </a:pathLst>
          </a:custGeom>
        </p:spPr>
        <p:txBody>
          <a:bodyPr wrap="square">
            <a:noAutofit/>
          </a:bodyPr>
          <a:lstStyle/>
          <a:p>
            <a:endParaRPr lang="zh-CN" altLang="en-US"/>
          </a:p>
        </p:txBody>
      </p:sp>
      <p:sp>
        <p:nvSpPr>
          <p:cNvPr id="14" name="图片占位符 13"/>
          <p:cNvSpPr>
            <a:spLocks noGrp="1"/>
          </p:cNvSpPr>
          <p:nvPr>
            <p:ph type="pic" sz="quarter" idx="13"/>
          </p:nvPr>
        </p:nvSpPr>
        <p:spPr>
          <a:xfrm>
            <a:off x="6096000" y="3784861"/>
            <a:ext cx="3973031" cy="1803183"/>
          </a:xfrm>
          <a:custGeom>
            <a:avLst/>
            <a:gdLst>
              <a:gd name="connsiteX0" fmla="*/ 0 w 3973031"/>
              <a:gd name="connsiteY0" fmla="*/ 0 h 1803183"/>
              <a:gd name="connsiteX1" fmla="*/ 1547021 w 3973031"/>
              <a:gd name="connsiteY1" fmla="*/ 0 h 1803183"/>
              <a:gd name="connsiteX2" fmla="*/ 2426010 w 3973031"/>
              <a:gd name="connsiteY2" fmla="*/ 0 h 1803183"/>
              <a:gd name="connsiteX3" fmla="*/ 3973031 w 3973031"/>
              <a:gd name="connsiteY3" fmla="*/ 0 h 1803183"/>
              <a:gd name="connsiteX4" fmla="*/ 3594712 w 3973031"/>
              <a:gd name="connsiteY4" fmla="*/ 1803183 h 1803183"/>
              <a:gd name="connsiteX5" fmla="*/ 2047692 w 3973031"/>
              <a:gd name="connsiteY5" fmla="*/ 1803183 h 1803183"/>
              <a:gd name="connsiteX6" fmla="*/ 1547021 w 3973031"/>
              <a:gd name="connsiteY6" fmla="*/ 1803183 h 1803183"/>
              <a:gd name="connsiteX7" fmla="*/ 0 w 3973031"/>
              <a:gd name="connsiteY7" fmla="*/ 1803183 h 1803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73031" h="1803183">
                <a:moveTo>
                  <a:pt x="0" y="0"/>
                </a:moveTo>
                <a:lnTo>
                  <a:pt x="1547021" y="0"/>
                </a:lnTo>
                <a:lnTo>
                  <a:pt x="2426010" y="0"/>
                </a:lnTo>
                <a:lnTo>
                  <a:pt x="3973031" y="0"/>
                </a:lnTo>
                <a:lnTo>
                  <a:pt x="3594712" y="1803183"/>
                </a:lnTo>
                <a:lnTo>
                  <a:pt x="2047692" y="1803183"/>
                </a:lnTo>
                <a:lnTo>
                  <a:pt x="1547021" y="1803183"/>
                </a:lnTo>
                <a:lnTo>
                  <a:pt x="0" y="1803183"/>
                </a:lnTo>
                <a:close/>
              </a:path>
            </a:pathLst>
          </a:custGeom>
        </p:spPr>
        <p:txBody>
          <a:bodyPr wrap="square">
            <a:noAutofit/>
          </a:bodyPr>
          <a:lstStyle/>
          <a:p>
            <a:endParaRPr lang="zh-CN" altLang="en-US"/>
          </a:p>
        </p:txBody>
      </p:sp>
      <p:sp>
        <p:nvSpPr>
          <p:cNvPr id="13" name="图片占位符 12"/>
          <p:cNvSpPr>
            <a:spLocks noGrp="1"/>
          </p:cNvSpPr>
          <p:nvPr>
            <p:ph type="pic" sz="quarter" idx="14"/>
          </p:nvPr>
        </p:nvSpPr>
        <p:spPr>
          <a:xfrm>
            <a:off x="1861783" y="3784861"/>
            <a:ext cx="4234217" cy="1803183"/>
          </a:xfrm>
          <a:custGeom>
            <a:avLst/>
            <a:gdLst>
              <a:gd name="connsiteX0" fmla="*/ 259464 w 4234217"/>
              <a:gd name="connsiteY0" fmla="*/ 0 h 1803183"/>
              <a:gd name="connsiteX1" fmla="*/ 1806486 w 4234217"/>
              <a:gd name="connsiteY1" fmla="*/ 0 h 1803183"/>
              <a:gd name="connsiteX2" fmla="*/ 2687196 w 4234217"/>
              <a:gd name="connsiteY2" fmla="*/ 0 h 1803183"/>
              <a:gd name="connsiteX3" fmla="*/ 4234217 w 4234217"/>
              <a:gd name="connsiteY3" fmla="*/ 0 h 1803183"/>
              <a:gd name="connsiteX4" fmla="*/ 4234217 w 4234217"/>
              <a:gd name="connsiteY4" fmla="*/ 1803183 h 1803183"/>
              <a:gd name="connsiteX5" fmla="*/ 2687196 w 4234217"/>
              <a:gd name="connsiteY5" fmla="*/ 1803183 h 1803183"/>
              <a:gd name="connsiteX6" fmla="*/ 1874014 w 4234217"/>
              <a:gd name="connsiteY6" fmla="*/ 1803183 h 1803183"/>
              <a:gd name="connsiteX7" fmla="*/ 326992 w 4234217"/>
              <a:gd name="connsiteY7" fmla="*/ 1803183 h 1803183"/>
              <a:gd name="connsiteX8" fmla="*/ 0 w 4234217"/>
              <a:gd name="connsiteY8" fmla="*/ 1236826 h 1803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34217" h="1803183">
                <a:moveTo>
                  <a:pt x="259464" y="0"/>
                </a:moveTo>
                <a:lnTo>
                  <a:pt x="1806486" y="0"/>
                </a:lnTo>
                <a:lnTo>
                  <a:pt x="2687196" y="0"/>
                </a:lnTo>
                <a:lnTo>
                  <a:pt x="4234217" y="0"/>
                </a:lnTo>
                <a:lnTo>
                  <a:pt x="4234217" y="1803183"/>
                </a:lnTo>
                <a:lnTo>
                  <a:pt x="2687196" y="1803183"/>
                </a:lnTo>
                <a:lnTo>
                  <a:pt x="1874014" y="1803183"/>
                </a:lnTo>
                <a:lnTo>
                  <a:pt x="326992" y="1803183"/>
                </a:lnTo>
                <a:lnTo>
                  <a:pt x="0" y="1236826"/>
                </a:lnTo>
                <a:close/>
              </a:path>
            </a:pathLst>
          </a:custGeom>
        </p:spPr>
        <p:txBody>
          <a:bodyPr wrap="square">
            <a:noAutofit/>
          </a:bodyPr>
          <a:lstStyle/>
          <a:p>
            <a:endParaRPr lang="zh-CN" altLang="en-US" dirty="0"/>
          </a:p>
        </p:txBody>
      </p:sp>
    </p:spTree>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9" name="图片占位符 8"/>
          <p:cNvSpPr>
            <a:spLocks noGrp="1"/>
          </p:cNvSpPr>
          <p:nvPr>
            <p:ph type="pic" sz="quarter" idx="11"/>
          </p:nvPr>
        </p:nvSpPr>
        <p:spPr>
          <a:xfrm>
            <a:off x="874713" y="1587501"/>
            <a:ext cx="6924790" cy="3905371"/>
          </a:xfrm>
          <a:custGeom>
            <a:avLst/>
            <a:gdLst>
              <a:gd name="connsiteX0" fmla="*/ 0 w 6924790"/>
              <a:gd name="connsiteY0" fmla="*/ 0 h 3905371"/>
              <a:gd name="connsiteX1" fmla="*/ 6924790 w 6924790"/>
              <a:gd name="connsiteY1" fmla="*/ 0 h 3905371"/>
              <a:gd name="connsiteX2" fmla="*/ 6924790 w 6924790"/>
              <a:gd name="connsiteY2" fmla="*/ 3905371 h 3905371"/>
              <a:gd name="connsiteX3" fmla="*/ 0 w 6924790"/>
              <a:gd name="connsiteY3" fmla="*/ 3905371 h 3905371"/>
            </a:gdLst>
            <a:ahLst/>
            <a:cxnLst>
              <a:cxn ang="0">
                <a:pos x="connsiteX0" y="connsiteY0"/>
              </a:cxn>
              <a:cxn ang="0">
                <a:pos x="connsiteX1" y="connsiteY1"/>
              </a:cxn>
              <a:cxn ang="0">
                <a:pos x="connsiteX2" y="connsiteY2"/>
              </a:cxn>
              <a:cxn ang="0">
                <a:pos x="connsiteX3" y="connsiteY3"/>
              </a:cxn>
            </a:cxnLst>
            <a:rect l="l" t="t" r="r" b="b"/>
            <a:pathLst>
              <a:path w="6924790" h="3905371">
                <a:moveTo>
                  <a:pt x="0" y="0"/>
                </a:moveTo>
                <a:lnTo>
                  <a:pt x="6924790" y="0"/>
                </a:lnTo>
                <a:lnTo>
                  <a:pt x="6924790" y="3905371"/>
                </a:lnTo>
                <a:lnTo>
                  <a:pt x="0" y="3905371"/>
                </a:lnTo>
                <a:close/>
              </a:path>
            </a:pathLst>
          </a:custGeom>
        </p:spPr>
        <p:txBody>
          <a:bodyPr wrap="square">
            <a:noAutofit/>
          </a:bodyPr>
          <a:lstStyle/>
          <a:p>
            <a:endParaRPr lang="zh-CN" altLang="en-US"/>
          </a:p>
        </p:txBody>
      </p:sp>
      <p:sp>
        <p:nvSpPr>
          <p:cNvPr id="10" name="图片占位符 9"/>
          <p:cNvSpPr>
            <a:spLocks noGrp="1"/>
          </p:cNvSpPr>
          <p:nvPr>
            <p:ph type="pic" sz="quarter" idx="12"/>
          </p:nvPr>
        </p:nvSpPr>
        <p:spPr>
          <a:xfrm>
            <a:off x="8119302" y="1587501"/>
            <a:ext cx="3197986" cy="1671733"/>
          </a:xfrm>
          <a:custGeom>
            <a:avLst/>
            <a:gdLst>
              <a:gd name="connsiteX0" fmla="*/ 0 w 3197986"/>
              <a:gd name="connsiteY0" fmla="*/ 0 h 1671733"/>
              <a:gd name="connsiteX1" fmla="*/ 3197986 w 3197986"/>
              <a:gd name="connsiteY1" fmla="*/ 0 h 1671733"/>
              <a:gd name="connsiteX2" fmla="*/ 3197986 w 3197986"/>
              <a:gd name="connsiteY2" fmla="*/ 1671733 h 1671733"/>
              <a:gd name="connsiteX3" fmla="*/ 0 w 3197986"/>
              <a:gd name="connsiteY3" fmla="*/ 1671733 h 1671733"/>
            </a:gdLst>
            <a:ahLst/>
            <a:cxnLst>
              <a:cxn ang="0">
                <a:pos x="connsiteX0" y="connsiteY0"/>
              </a:cxn>
              <a:cxn ang="0">
                <a:pos x="connsiteX1" y="connsiteY1"/>
              </a:cxn>
              <a:cxn ang="0">
                <a:pos x="connsiteX2" y="connsiteY2"/>
              </a:cxn>
              <a:cxn ang="0">
                <a:pos x="connsiteX3" y="connsiteY3"/>
              </a:cxn>
            </a:cxnLst>
            <a:rect l="l" t="t" r="r" b="b"/>
            <a:pathLst>
              <a:path w="3197986" h="1671733">
                <a:moveTo>
                  <a:pt x="0" y="0"/>
                </a:moveTo>
                <a:lnTo>
                  <a:pt x="3197986" y="0"/>
                </a:lnTo>
                <a:lnTo>
                  <a:pt x="3197986" y="1671733"/>
                </a:lnTo>
                <a:lnTo>
                  <a:pt x="0" y="1671733"/>
                </a:lnTo>
                <a:close/>
              </a:path>
            </a:pathLst>
          </a:custGeom>
        </p:spPr>
        <p:txBody>
          <a:bodyPr wrap="square">
            <a:noAutofit/>
          </a:bodyPr>
          <a:lstStyle/>
          <a:p>
            <a:endParaRPr lang="zh-CN" altLang="en-US"/>
          </a:p>
        </p:txBody>
      </p:sp>
      <p:sp>
        <p:nvSpPr>
          <p:cNvPr id="11" name="图片占位符 10"/>
          <p:cNvSpPr>
            <a:spLocks noGrp="1"/>
          </p:cNvSpPr>
          <p:nvPr>
            <p:ph type="pic" sz="quarter" idx="13"/>
          </p:nvPr>
        </p:nvSpPr>
        <p:spPr>
          <a:xfrm>
            <a:off x="8119302" y="3824528"/>
            <a:ext cx="3197986" cy="1671733"/>
          </a:xfrm>
          <a:custGeom>
            <a:avLst/>
            <a:gdLst>
              <a:gd name="connsiteX0" fmla="*/ 0 w 3197986"/>
              <a:gd name="connsiteY0" fmla="*/ 0 h 1671733"/>
              <a:gd name="connsiteX1" fmla="*/ 3197986 w 3197986"/>
              <a:gd name="connsiteY1" fmla="*/ 0 h 1671733"/>
              <a:gd name="connsiteX2" fmla="*/ 3197986 w 3197986"/>
              <a:gd name="connsiteY2" fmla="*/ 1671733 h 1671733"/>
              <a:gd name="connsiteX3" fmla="*/ 0 w 3197986"/>
              <a:gd name="connsiteY3" fmla="*/ 1671733 h 1671733"/>
            </a:gdLst>
            <a:ahLst/>
            <a:cxnLst>
              <a:cxn ang="0">
                <a:pos x="connsiteX0" y="connsiteY0"/>
              </a:cxn>
              <a:cxn ang="0">
                <a:pos x="connsiteX1" y="connsiteY1"/>
              </a:cxn>
              <a:cxn ang="0">
                <a:pos x="connsiteX2" y="connsiteY2"/>
              </a:cxn>
              <a:cxn ang="0">
                <a:pos x="connsiteX3" y="connsiteY3"/>
              </a:cxn>
            </a:cxnLst>
            <a:rect l="l" t="t" r="r" b="b"/>
            <a:pathLst>
              <a:path w="3197986" h="1671733">
                <a:moveTo>
                  <a:pt x="0" y="0"/>
                </a:moveTo>
                <a:lnTo>
                  <a:pt x="3197986" y="0"/>
                </a:lnTo>
                <a:lnTo>
                  <a:pt x="3197986" y="1671733"/>
                </a:lnTo>
                <a:lnTo>
                  <a:pt x="0" y="1671733"/>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7" name="图片占位符 6"/>
          <p:cNvSpPr>
            <a:spLocks noGrp="1"/>
          </p:cNvSpPr>
          <p:nvPr>
            <p:ph type="pic" sz="quarter" idx="11"/>
          </p:nvPr>
        </p:nvSpPr>
        <p:spPr>
          <a:xfrm>
            <a:off x="874713" y="3478213"/>
            <a:ext cx="4814887" cy="2501900"/>
          </a:xfrm>
          <a:custGeom>
            <a:avLst/>
            <a:gdLst>
              <a:gd name="connsiteX0" fmla="*/ 0 w 4814887"/>
              <a:gd name="connsiteY0" fmla="*/ 0 h 2501900"/>
              <a:gd name="connsiteX1" fmla="*/ 4814887 w 4814887"/>
              <a:gd name="connsiteY1" fmla="*/ 0 h 2501900"/>
              <a:gd name="connsiteX2" fmla="*/ 4814887 w 4814887"/>
              <a:gd name="connsiteY2" fmla="*/ 2501900 h 2501900"/>
              <a:gd name="connsiteX3" fmla="*/ 0 w 4814887"/>
              <a:gd name="connsiteY3" fmla="*/ 2501900 h 2501900"/>
            </a:gdLst>
            <a:ahLst/>
            <a:cxnLst>
              <a:cxn ang="0">
                <a:pos x="connsiteX0" y="connsiteY0"/>
              </a:cxn>
              <a:cxn ang="0">
                <a:pos x="connsiteX1" y="connsiteY1"/>
              </a:cxn>
              <a:cxn ang="0">
                <a:pos x="connsiteX2" y="connsiteY2"/>
              </a:cxn>
              <a:cxn ang="0">
                <a:pos x="connsiteX3" y="connsiteY3"/>
              </a:cxn>
            </a:cxnLst>
            <a:rect l="l" t="t" r="r" b="b"/>
            <a:pathLst>
              <a:path w="4814887" h="2501900">
                <a:moveTo>
                  <a:pt x="0" y="0"/>
                </a:moveTo>
                <a:lnTo>
                  <a:pt x="4814887" y="0"/>
                </a:lnTo>
                <a:lnTo>
                  <a:pt x="4814887" y="2501900"/>
                </a:lnTo>
                <a:lnTo>
                  <a:pt x="0" y="2501900"/>
                </a:lnTo>
                <a:close/>
              </a:path>
            </a:pathLst>
          </a:custGeom>
        </p:spPr>
        <p:txBody>
          <a:bodyPr wrap="square">
            <a:noAutofit/>
          </a:bodyPr>
          <a:lstStyle/>
          <a:p>
            <a:endParaRPr lang="zh-CN" altLang="en-US"/>
          </a:p>
        </p:txBody>
      </p:sp>
      <p:sp>
        <p:nvSpPr>
          <p:cNvPr id="8" name="图片占位符 7"/>
          <p:cNvSpPr>
            <a:spLocks noGrp="1"/>
          </p:cNvSpPr>
          <p:nvPr>
            <p:ph type="pic" sz="quarter" idx="12"/>
          </p:nvPr>
        </p:nvSpPr>
        <p:spPr>
          <a:xfrm>
            <a:off x="6610350" y="1830387"/>
            <a:ext cx="4706938" cy="3816350"/>
          </a:xfrm>
          <a:custGeom>
            <a:avLst/>
            <a:gdLst>
              <a:gd name="connsiteX0" fmla="*/ 0 w 4706938"/>
              <a:gd name="connsiteY0" fmla="*/ 0 h 3816350"/>
              <a:gd name="connsiteX1" fmla="*/ 4706938 w 4706938"/>
              <a:gd name="connsiteY1" fmla="*/ 0 h 3816350"/>
              <a:gd name="connsiteX2" fmla="*/ 4706938 w 4706938"/>
              <a:gd name="connsiteY2" fmla="*/ 3816350 h 3816350"/>
              <a:gd name="connsiteX3" fmla="*/ 0 w 4706938"/>
              <a:gd name="connsiteY3" fmla="*/ 3816350 h 3816350"/>
            </a:gdLst>
            <a:ahLst/>
            <a:cxnLst>
              <a:cxn ang="0">
                <a:pos x="connsiteX0" y="connsiteY0"/>
              </a:cxn>
              <a:cxn ang="0">
                <a:pos x="connsiteX1" y="connsiteY1"/>
              </a:cxn>
              <a:cxn ang="0">
                <a:pos x="connsiteX2" y="connsiteY2"/>
              </a:cxn>
              <a:cxn ang="0">
                <a:pos x="connsiteX3" y="connsiteY3"/>
              </a:cxn>
            </a:cxnLst>
            <a:rect l="l" t="t" r="r" b="b"/>
            <a:pathLst>
              <a:path w="4706938" h="3816350">
                <a:moveTo>
                  <a:pt x="0" y="0"/>
                </a:moveTo>
                <a:lnTo>
                  <a:pt x="4706938" y="0"/>
                </a:lnTo>
                <a:lnTo>
                  <a:pt x="4706938" y="3816350"/>
                </a:lnTo>
                <a:lnTo>
                  <a:pt x="0" y="3816350"/>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1" name="图片占位符 10"/>
          <p:cNvSpPr>
            <a:spLocks noGrp="1"/>
          </p:cNvSpPr>
          <p:nvPr>
            <p:ph type="pic" sz="quarter" idx="11"/>
          </p:nvPr>
        </p:nvSpPr>
        <p:spPr>
          <a:xfrm>
            <a:off x="874713" y="3174114"/>
            <a:ext cx="2437983" cy="2902043"/>
          </a:xfrm>
          <a:custGeom>
            <a:avLst/>
            <a:gdLst>
              <a:gd name="connsiteX0" fmla="*/ 0 w 2437983"/>
              <a:gd name="connsiteY0" fmla="*/ 0 h 2902043"/>
              <a:gd name="connsiteX1" fmla="*/ 2437983 w 2437983"/>
              <a:gd name="connsiteY1" fmla="*/ 0 h 2902043"/>
              <a:gd name="connsiteX2" fmla="*/ 2437983 w 2437983"/>
              <a:gd name="connsiteY2" fmla="*/ 2902043 h 2902043"/>
              <a:gd name="connsiteX3" fmla="*/ 0 w 2437983"/>
              <a:gd name="connsiteY3" fmla="*/ 2902043 h 2902043"/>
            </a:gdLst>
            <a:ahLst/>
            <a:cxnLst>
              <a:cxn ang="0">
                <a:pos x="connsiteX0" y="connsiteY0"/>
              </a:cxn>
              <a:cxn ang="0">
                <a:pos x="connsiteX1" y="connsiteY1"/>
              </a:cxn>
              <a:cxn ang="0">
                <a:pos x="connsiteX2" y="connsiteY2"/>
              </a:cxn>
              <a:cxn ang="0">
                <a:pos x="connsiteX3" y="connsiteY3"/>
              </a:cxn>
            </a:cxnLst>
            <a:rect l="l" t="t" r="r" b="b"/>
            <a:pathLst>
              <a:path w="2437983" h="2902043">
                <a:moveTo>
                  <a:pt x="0" y="0"/>
                </a:moveTo>
                <a:lnTo>
                  <a:pt x="2437983" y="0"/>
                </a:lnTo>
                <a:lnTo>
                  <a:pt x="2437983" y="2902043"/>
                </a:lnTo>
                <a:lnTo>
                  <a:pt x="0" y="2902043"/>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3542911" y="1502570"/>
            <a:ext cx="2437982" cy="2902043"/>
          </a:xfrm>
          <a:custGeom>
            <a:avLst/>
            <a:gdLst>
              <a:gd name="connsiteX0" fmla="*/ 0 w 2437982"/>
              <a:gd name="connsiteY0" fmla="*/ 0 h 2902043"/>
              <a:gd name="connsiteX1" fmla="*/ 2437982 w 2437982"/>
              <a:gd name="connsiteY1" fmla="*/ 0 h 2902043"/>
              <a:gd name="connsiteX2" fmla="*/ 2437982 w 2437982"/>
              <a:gd name="connsiteY2" fmla="*/ 2902043 h 2902043"/>
              <a:gd name="connsiteX3" fmla="*/ 0 w 2437982"/>
              <a:gd name="connsiteY3" fmla="*/ 2902043 h 2902043"/>
            </a:gdLst>
            <a:ahLst/>
            <a:cxnLst>
              <a:cxn ang="0">
                <a:pos x="connsiteX0" y="connsiteY0"/>
              </a:cxn>
              <a:cxn ang="0">
                <a:pos x="connsiteX1" y="connsiteY1"/>
              </a:cxn>
              <a:cxn ang="0">
                <a:pos x="connsiteX2" y="connsiteY2"/>
              </a:cxn>
              <a:cxn ang="0">
                <a:pos x="connsiteX3" y="connsiteY3"/>
              </a:cxn>
            </a:cxnLst>
            <a:rect l="l" t="t" r="r" b="b"/>
            <a:pathLst>
              <a:path w="2437982" h="2902043">
                <a:moveTo>
                  <a:pt x="0" y="0"/>
                </a:moveTo>
                <a:lnTo>
                  <a:pt x="2437982" y="0"/>
                </a:lnTo>
                <a:lnTo>
                  <a:pt x="2437982" y="2902043"/>
                </a:lnTo>
                <a:lnTo>
                  <a:pt x="0" y="2902043"/>
                </a:lnTo>
                <a:close/>
              </a:path>
            </a:pathLst>
          </a:custGeom>
        </p:spPr>
        <p:txBody>
          <a:bodyPr wrap="square">
            <a:noAutofit/>
          </a:bodyPr>
          <a:lstStyle/>
          <a:p>
            <a:endParaRPr lang="zh-CN" altLang="en-US"/>
          </a:p>
        </p:txBody>
      </p:sp>
      <p:sp>
        <p:nvSpPr>
          <p:cNvPr id="13" name="图片占位符 12"/>
          <p:cNvSpPr>
            <a:spLocks noGrp="1"/>
          </p:cNvSpPr>
          <p:nvPr>
            <p:ph type="pic" sz="quarter" idx="13"/>
          </p:nvPr>
        </p:nvSpPr>
        <p:spPr>
          <a:xfrm>
            <a:off x="6211110" y="3174114"/>
            <a:ext cx="2437983" cy="2902043"/>
          </a:xfrm>
          <a:custGeom>
            <a:avLst/>
            <a:gdLst>
              <a:gd name="connsiteX0" fmla="*/ 0 w 2437983"/>
              <a:gd name="connsiteY0" fmla="*/ 0 h 2902043"/>
              <a:gd name="connsiteX1" fmla="*/ 2437983 w 2437983"/>
              <a:gd name="connsiteY1" fmla="*/ 0 h 2902043"/>
              <a:gd name="connsiteX2" fmla="*/ 2437983 w 2437983"/>
              <a:gd name="connsiteY2" fmla="*/ 2902043 h 2902043"/>
              <a:gd name="connsiteX3" fmla="*/ 0 w 2437983"/>
              <a:gd name="connsiteY3" fmla="*/ 2902043 h 2902043"/>
            </a:gdLst>
            <a:ahLst/>
            <a:cxnLst>
              <a:cxn ang="0">
                <a:pos x="connsiteX0" y="connsiteY0"/>
              </a:cxn>
              <a:cxn ang="0">
                <a:pos x="connsiteX1" y="connsiteY1"/>
              </a:cxn>
              <a:cxn ang="0">
                <a:pos x="connsiteX2" y="connsiteY2"/>
              </a:cxn>
              <a:cxn ang="0">
                <a:pos x="connsiteX3" y="connsiteY3"/>
              </a:cxn>
            </a:cxnLst>
            <a:rect l="l" t="t" r="r" b="b"/>
            <a:pathLst>
              <a:path w="2437983" h="2902043">
                <a:moveTo>
                  <a:pt x="0" y="0"/>
                </a:moveTo>
                <a:lnTo>
                  <a:pt x="2437983" y="0"/>
                </a:lnTo>
                <a:lnTo>
                  <a:pt x="2437983" y="2902043"/>
                </a:lnTo>
                <a:lnTo>
                  <a:pt x="0" y="2902043"/>
                </a:lnTo>
                <a:close/>
              </a:path>
            </a:pathLst>
          </a:custGeom>
        </p:spPr>
        <p:txBody>
          <a:bodyPr wrap="square">
            <a:noAutofit/>
          </a:bodyPr>
          <a:lstStyle/>
          <a:p>
            <a:endParaRPr lang="zh-CN" altLang="en-US"/>
          </a:p>
        </p:txBody>
      </p:sp>
      <p:sp>
        <p:nvSpPr>
          <p:cNvPr id="14" name="图片占位符 13"/>
          <p:cNvSpPr>
            <a:spLocks noGrp="1"/>
          </p:cNvSpPr>
          <p:nvPr>
            <p:ph type="pic" sz="quarter" idx="14"/>
          </p:nvPr>
        </p:nvSpPr>
        <p:spPr>
          <a:xfrm>
            <a:off x="8879307" y="1502570"/>
            <a:ext cx="2437982" cy="2902043"/>
          </a:xfrm>
          <a:custGeom>
            <a:avLst/>
            <a:gdLst>
              <a:gd name="connsiteX0" fmla="*/ 0 w 2437982"/>
              <a:gd name="connsiteY0" fmla="*/ 0 h 2902043"/>
              <a:gd name="connsiteX1" fmla="*/ 2437982 w 2437982"/>
              <a:gd name="connsiteY1" fmla="*/ 0 h 2902043"/>
              <a:gd name="connsiteX2" fmla="*/ 2437982 w 2437982"/>
              <a:gd name="connsiteY2" fmla="*/ 2902043 h 2902043"/>
              <a:gd name="connsiteX3" fmla="*/ 0 w 2437982"/>
              <a:gd name="connsiteY3" fmla="*/ 2902043 h 2902043"/>
            </a:gdLst>
            <a:ahLst/>
            <a:cxnLst>
              <a:cxn ang="0">
                <a:pos x="connsiteX0" y="connsiteY0"/>
              </a:cxn>
              <a:cxn ang="0">
                <a:pos x="connsiteX1" y="connsiteY1"/>
              </a:cxn>
              <a:cxn ang="0">
                <a:pos x="connsiteX2" y="connsiteY2"/>
              </a:cxn>
              <a:cxn ang="0">
                <a:pos x="connsiteX3" y="connsiteY3"/>
              </a:cxn>
            </a:cxnLst>
            <a:rect l="l" t="t" r="r" b="b"/>
            <a:pathLst>
              <a:path w="2437982" h="2902043">
                <a:moveTo>
                  <a:pt x="0" y="0"/>
                </a:moveTo>
                <a:lnTo>
                  <a:pt x="2437982" y="0"/>
                </a:lnTo>
                <a:lnTo>
                  <a:pt x="2437982" y="2902043"/>
                </a:lnTo>
                <a:lnTo>
                  <a:pt x="0" y="2902043"/>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11" name="图片占位符 10"/>
          <p:cNvSpPr>
            <a:spLocks noGrp="1"/>
          </p:cNvSpPr>
          <p:nvPr>
            <p:ph type="pic" sz="quarter" idx="11"/>
          </p:nvPr>
        </p:nvSpPr>
        <p:spPr>
          <a:xfrm>
            <a:off x="866777" y="1627188"/>
            <a:ext cx="2572295" cy="3194050"/>
          </a:xfrm>
          <a:custGeom>
            <a:avLst/>
            <a:gdLst>
              <a:gd name="connsiteX0" fmla="*/ 0 w 2572295"/>
              <a:gd name="connsiteY0" fmla="*/ 0 h 3194050"/>
              <a:gd name="connsiteX1" fmla="*/ 896648 w 2572295"/>
              <a:gd name="connsiteY1" fmla="*/ 134576 h 3194050"/>
              <a:gd name="connsiteX2" fmla="*/ 1913703 w 2572295"/>
              <a:gd name="connsiteY2" fmla="*/ 250556 h 3194050"/>
              <a:gd name="connsiteX3" fmla="*/ 2572295 w 2572295"/>
              <a:gd name="connsiteY3" fmla="*/ 303317 h 3194050"/>
              <a:gd name="connsiteX4" fmla="*/ 2572295 w 2572295"/>
              <a:gd name="connsiteY4" fmla="*/ 648233 h 3194050"/>
              <a:gd name="connsiteX5" fmla="*/ 2572295 w 2572295"/>
              <a:gd name="connsiteY5" fmla="*/ 2545817 h 3194050"/>
              <a:gd name="connsiteX6" fmla="*/ 2572295 w 2572295"/>
              <a:gd name="connsiteY6" fmla="*/ 2890733 h 3194050"/>
              <a:gd name="connsiteX7" fmla="*/ 1913703 w 2572295"/>
              <a:gd name="connsiteY7" fmla="*/ 2943494 h 3194050"/>
              <a:gd name="connsiteX8" fmla="*/ 896648 w 2572295"/>
              <a:gd name="connsiteY8" fmla="*/ 3059474 h 3194050"/>
              <a:gd name="connsiteX9" fmla="*/ 0 w 2572295"/>
              <a:gd name="connsiteY9" fmla="*/ 3194050 h 3194050"/>
              <a:gd name="connsiteX10" fmla="*/ 0 w 2572295"/>
              <a:gd name="connsiteY10" fmla="*/ 2545817 h 3194050"/>
              <a:gd name="connsiteX11" fmla="*/ 0 w 2572295"/>
              <a:gd name="connsiteY11" fmla="*/ 648233 h 319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72295" h="3194050">
                <a:moveTo>
                  <a:pt x="0" y="0"/>
                </a:moveTo>
                <a:lnTo>
                  <a:pt x="896648" y="134576"/>
                </a:lnTo>
                <a:cubicBezTo>
                  <a:pt x="1227743" y="178209"/>
                  <a:pt x="1567071" y="216965"/>
                  <a:pt x="1913703" y="250556"/>
                </a:cubicBezTo>
                <a:lnTo>
                  <a:pt x="2572295" y="303317"/>
                </a:lnTo>
                <a:lnTo>
                  <a:pt x="2572295" y="648233"/>
                </a:lnTo>
                <a:lnTo>
                  <a:pt x="2572295" y="2545817"/>
                </a:lnTo>
                <a:lnTo>
                  <a:pt x="2572295" y="2890733"/>
                </a:lnTo>
                <a:lnTo>
                  <a:pt x="1913703" y="2943494"/>
                </a:lnTo>
                <a:cubicBezTo>
                  <a:pt x="1567071" y="2977086"/>
                  <a:pt x="1227743" y="3015841"/>
                  <a:pt x="896648" y="3059474"/>
                </a:cubicBezTo>
                <a:lnTo>
                  <a:pt x="0" y="3194050"/>
                </a:lnTo>
                <a:lnTo>
                  <a:pt x="0" y="2545817"/>
                </a:lnTo>
                <a:lnTo>
                  <a:pt x="0" y="648233"/>
                </a:ln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3488017" y="1931988"/>
            <a:ext cx="2575919" cy="2584450"/>
          </a:xfrm>
          <a:custGeom>
            <a:avLst/>
            <a:gdLst>
              <a:gd name="connsiteX0" fmla="*/ 0 w 2575919"/>
              <a:gd name="connsiteY0" fmla="*/ 0 h 2584450"/>
              <a:gd name="connsiteX1" fmla="*/ 391124 w 2575919"/>
              <a:gd name="connsiteY1" fmla="*/ 31277 h 2584450"/>
              <a:gd name="connsiteX2" fmla="*/ 2054783 w 2575919"/>
              <a:gd name="connsiteY2" fmla="*/ 96834 h 2584450"/>
              <a:gd name="connsiteX3" fmla="*/ 2575919 w 2575919"/>
              <a:gd name="connsiteY3" fmla="*/ 100931 h 2584450"/>
              <a:gd name="connsiteX4" fmla="*/ 2575919 w 2575919"/>
              <a:gd name="connsiteY4" fmla="*/ 343833 h 2584450"/>
              <a:gd name="connsiteX5" fmla="*/ 2575919 w 2575919"/>
              <a:gd name="connsiteY5" fmla="*/ 2240618 h 2584450"/>
              <a:gd name="connsiteX6" fmla="*/ 2575919 w 2575919"/>
              <a:gd name="connsiteY6" fmla="*/ 2483519 h 2584450"/>
              <a:gd name="connsiteX7" fmla="*/ 2054783 w 2575919"/>
              <a:gd name="connsiteY7" fmla="*/ 2487617 h 2584450"/>
              <a:gd name="connsiteX8" fmla="*/ 391124 w 2575919"/>
              <a:gd name="connsiteY8" fmla="*/ 2553173 h 2584450"/>
              <a:gd name="connsiteX9" fmla="*/ 0 w 2575919"/>
              <a:gd name="connsiteY9" fmla="*/ 2584450 h 2584450"/>
              <a:gd name="connsiteX10" fmla="*/ 0 w 2575919"/>
              <a:gd name="connsiteY10" fmla="*/ 2240618 h 2584450"/>
              <a:gd name="connsiteX11" fmla="*/ 0 w 2575919"/>
              <a:gd name="connsiteY11" fmla="*/ 343833 h 258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75919" h="2584450">
                <a:moveTo>
                  <a:pt x="0" y="0"/>
                </a:moveTo>
                <a:lnTo>
                  <a:pt x="391124" y="31277"/>
                </a:lnTo>
                <a:cubicBezTo>
                  <a:pt x="932354" y="65720"/>
                  <a:pt x="1487951" y="87897"/>
                  <a:pt x="2054783" y="96834"/>
                </a:cubicBezTo>
                <a:lnTo>
                  <a:pt x="2575919" y="100931"/>
                </a:lnTo>
                <a:lnTo>
                  <a:pt x="2575919" y="343833"/>
                </a:lnTo>
                <a:lnTo>
                  <a:pt x="2575919" y="2240618"/>
                </a:lnTo>
                <a:lnTo>
                  <a:pt x="2575919" y="2483519"/>
                </a:lnTo>
                <a:lnTo>
                  <a:pt x="2054783" y="2487617"/>
                </a:lnTo>
                <a:cubicBezTo>
                  <a:pt x="1487951" y="2496553"/>
                  <a:pt x="932354" y="2518730"/>
                  <a:pt x="391124" y="2553173"/>
                </a:cubicBezTo>
                <a:lnTo>
                  <a:pt x="0" y="2584450"/>
                </a:lnTo>
                <a:lnTo>
                  <a:pt x="0" y="2240618"/>
                </a:lnTo>
                <a:lnTo>
                  <a:pt x="0" y="343833"/>
                </a:lnTo>
                <a:close/>
              </a:path>
            </a:pathLst>
          </a:custGeom>
        </p:spPr>
        <p:txBody>
          <a:bodyPr wrap="square">
            <a:noAutofit/>
          </a:bodyPr>
          <a:lstStyle/>
          <a:p>
            <a:endParaRPr lang="zh-CN" altLang="en-US"/>
          </a:p>
        </p:txBody>
      </p:sp>
      <p:sp>
        <p:nvSpPr>
          <p:cNvPr id="13" name="图片占位符 12"/>
          <p:cNvSpPr>
            <a:spLocks noGrp="1"/>
          </p:cNvSpPr>
          <p:nvPr>
            <p:ph type="pic" sz="quarter" idx="13"/>
          </p:nvPr>
        </p:nvSpPr>
        <p:spPr>
          <a:xfrm>
            <a:off x="6114691" y="1962150"/>
            <a:ext cx="2575920" cy="2522538"/>
          </a:xfrm>
          <a:custGeom>
            <a:avLst/>
            <a:gdLst>
              <a:gd name="connsiteX0" fmla="*/ 2575920 w 2575920"/>
              <a:gd name="connsiteY0" fmla="*/ 0 h 2522538"/>
              <a:gd name="connsiteX1" fmla="*/ 2575920 w 2575920"/>
              <a:gd name="connsiteY1" fmla="*/ 312485 h 2522538"/>
              <a:gd name="connsiteX2" fmla="*/ 2575920 w 2575920"/>
              <a:gd name="connsiteY2" fmla="*/ 2210053 h 2522538"/>
              <a:gd name="connsiteX3" fmla="*/ 2575920 w 2575920"/>
              <a:gd name="connsiteY3" fmla="*/ 2522538 h 2522538"/>
              <a:gd name="connsiteX4" fmla="*/ 2033600 w 2575920"/>
              <a:gd name="connsiteY4" fmla="*/ 2492407 h 2522538"/>
              <a:gd name="connsiteX5" fmla="*/ 345384 w 2575920"/>
              <a:gd name="connsiteY5" fmla="*/ 2452667 h 2522538"/>
              <a:gd name="connsiteX6" fmla="*/ 0 w 2575920"/>
              <a:gd name="connsiteY6" fmla="*/ 2455383 h 2522538"/>
              <a:gd name="connsiteX7" fmla="*/ 0 w 2575920"/>
              <a:gd name="connsiteY7" fmla="*/ 2210053 h 2522538"/>
              <a:gd name="connsiteX8" fmla="*/ 0 w 2575920"/>
              <a:gd name="connsiteY8" fmla="*/ 312485 h 2522538"/>
              <a:gd name="connsiteX9" fmla="*/ 0 w 2575920"/>
              <a:gd name="connsiteY9" fmla="*/ 67155 h 2522538"/>
              <a:gd name="connsiteX10" fmla="*/ 345384 w 2575920"/>
              <a:gd name="connsiteY10" fmla="*/ 69871 h 2522538"/>
              <a:gd name="connsiteX11" fmla="*/ 2033600 w 2575920"/>
              <a:gd name="connsiteY11" fmla="*/ 30132 h 252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75920" h="2522538">
                <a:moveTo>
                  <a:pt x="2575920" y="0"/>
                </a:moveTo>
                <a:lnTo>
                  <a:pt x="2575920" y="312485"/>
                </a:lnTo>
                <a:lnTo>
                  <a:pt x="2575920" y="2210053"/>
                </a:lnTo>
                <a:lnTo>
                  <a:pt x="2575920" y="2522538"/>
                </a:lnTo>
                <a:lnTo>
                  <a:pt x="2033600" y="2492407"/>
                </a:lnTo>
                <a:cubicBezTo>
                  <a:pt x="1483140" y="2466238"/>
                  <a:pt x="919356" y="2452667"/>
                  <a:pt x="345384" y="2452667"/>
                </a:cubicBezTo>
                <a:lnTo>
                  <a:pt x="0" y="2455383"/>
                </a:lnTo>
                <a:lnTo>
                  <a:pt x="0" y="2210053"/>
                </a:lnTo>
                <a:lnTo>
                  <a:pt x="0" y="312485"/>
                </a:lnTo>
                <a:lnTo>
                  <a:pt x="0" y="67155"/>
                </a:lnTo>
                <a:lnTo>
                  <a:pt x="345384" y="69871"/>
                </a:lnTo>
                <a:cubicBezTo>
                  <a:pt x="919356" y="69871"/>
                  <a:pt x="1483140" y="56300"/>
                  <a:pt x="2033600" y="30132"/>
                </a:cubicBezTo>
                <a:close/>
              </a:path>
            </a:pathLst>
          </a:custGeom>
        </p:spPr>
        <p:txBody>
          <a:bodyPr wrap="square">
            <a:noAutofit/>
          </a:bodyPr>
          <a:lstStyle/>
          <a:p>
            <a:endParaRPr lang="zh-CN" altLang="en-US"/>
          </a:p>
        </p:txBody>
      </p:sp>
      <p:sp>
        <p:nvSpPr>
          <p:cNvPr id="14" name="图片占位符 13"/>
          <p:cNvSpPr>
            <a:spLocks noGrp="1"/>
          </p:cNvSpPr>
          <p:nvPr>
            <p:ph type="pic" sz="quarter" idx="14"/>
          </p:nvPr>
        </p:nvSpPr>
        <p:spPr>
          <a:xfrm>
            <a:off x="8739556" y="1681163"/>
            <a:ext cx="2577732" cy="3086100"/>
          </a:xfrm>
          <a:custGeom>
            <a:avLst/>
            <a:gdLst>
              <a:gd name="connsiteX0" fmla="*/ 2577732 w 2577732"/>
              <a:gd name="connsiteY0" fmla="*/ 0 h 3086100"/>
              <a:gd name="connsiteX1" fmla="*/ 2577732 w 2577732"/>
              <a:gd name="connsiteY1" fmla="*/ 594535 h 3086100"/>
              <a:gd name="connsiteX2" fmla="*/ 2577732 w 2577732"/>
              <a:gd name="connsiteY2" fmla="*/ 2491565 h 3086100"/>
              <a:gd name="connsiteX3" fmla="*/ 2577732 w 2577732"/>
              <a:gd name="connsiteY3" fmla="*/ 3086100 h 3086100"/>
              <a:gd name="connsiteX4" fmla="*/ 2036559 w 2577732"/>
              <a:gd name="connsiteY4" fmla="*/ 3005071 h 3086100"/>
              <a:gd name="connsiteX5" fmla="*/ 1017352 w 2577732"/>
              <a:gd name="connsiteY5" fmla="*/ 2889126 h 3086100"/>
              <a:gd name="connsiteX6" fmla="*/ 0 w 2577732"/>
              <a:gd name="connsiteY6" fmla="*/ 2807819 h 3086100"/>
              <a:gd name="connsiteX7" fmla="*/ 0 w 2577732"/>
              <a:gd name="connsiteY7" fmla="*/ 2491565 h 3086100"/>
              <a:gd name="connsiteX8" fmla="*/ 0 w 2577732"/>
              <a:gd name="connsiteY8" fmla="*/ 594535 h 3086100"/>
              <a:gd name="connsiteX9" fmla="*/ 0 w 2577732"/>
              <a:gd name="connsiteY9" fmla="*/ 278281 h 3086100"/>
              <a:gd name="connsiteX10" fmla="*/ 1017352 w 2577732"/>
              <a:gd name="connsiteY10" fmla="*/ 196975 h 3086100"/>
              <a:gd name="connsiteX11" fmla="*/ 2036559 w 2577732"/>
              <a:gd name="connsiteY11" fmla="*/ 81029 h 308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77732" h="3086100">
                <a:moveTo>
                  <a:pt x="2577732" y="0"/>
                </a:moveTo>
                <a:lnTo>
                  <a:pt x="2577732" y="594535"/>
                </a:lnTo>
                <a:lnTo>
                  <a:pt x="2577732" y="2491565"/>
                </a:lnTo>
                <a:lnTo>
                  <a:pt x="2577732" y="3086100"/>
                </a:lnTo>
                <a:lnTo>
                  <a:pt x="2036559" y="3005071"/>
                </a:lnTo>
                <a:cubicBezTo>
                  <a:pt x="1704762" y="2961451"/>
                  <a:pt x="1364717" y="2922707"/>
                  <a:pt x="1017352" y="2889126"/>
                </a:cubicBezTo>
                <a:lnTo>
                  <a:pt x="0" y="2807819"/>
                </a:lnTo>
                <a:lnTo>
                  <a:pt x="0" y="2491565"/>
                </a:lnTo>
                <a:lnTo>
                  <a:pt x="0" y="594535"/>
                </a:lnTo>
                <a:lnTo>
                  <a:pt x="0" y="278281"/>
                </a:lnTo>
                <a:lnTo>
                  <a:pt x="1017352" y="196975"/>
                </a:lnTo>
                <a:cubicBezTo>
                  <a:pt x="1364717" y="163393"/>
                  <a:pt x="1704762" y="124649"/>
                  <a:pt x="2036559" y="81029"/>
                </a:cubicBez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3" name="图片占位符 12"/>
          <p:cNvSpPr>
            <a:spLocks noGrp="1"/>
          </p:cNvSpPr>
          <p:nvPr>
            <p:ph type="pic" sz="quarter" idx="11"/>
          </p:nvPr>
        </p:nvSpPr>
        <p:spPr>
          <a:xfrm>
            <a:off x="1304528" y="1505941"/>
            <a:ext cx="2665864" cy="2701212"/>
          </a:xfrm>
          <a:custGeom>
            <a:avLst/>
            <a:gdLst>
              <a:gd name="connsiteX0" fmla="*/ 230567 w 2665864"/>
              <a:gd name="connsiteY0" fmla="*/ 0 h 2701212"/>
              <a:gd name="connsiteX1" fmla="*/ 2665864 w 2665864"/>
              <a:gd name="connsiteY1" fmla="*/ 226935 h 2701212"/>
              <a:gd name="connsiteX2" fmla="*/ 2435296 w 2665864"/>
              <a:gd name="connsiteY2" fmla="*/ 2701212 h 2701212"/>
              <a:gd name="connsiteX3" fmla="*/ 0 w 2665864"/>
              <a:gd name="connsiteY3" fmla="*/ 2474277 h 2701212"/>
            </a:gdLst>
            <a:ahLst/>
            <a:cxnLst>
              <a:cxn ang="0">
                <a:pos x="connsiteX0" y="connsiteY0"/>
              </a:cxn>
              <a:cxn ang="0">
                <a:pos x="connsiteX1" y="connsiteY1"/>
              </a:cxn>
              <a:cxn ang="0">
                <a:pos x="connsiteX2" y="connsiteY2"/>
              </a:cxn>
              <a:cxn ang="0">
                <a:pos x="connsiteX3" y="connsiteY3"/>
              </a:cxn>
            </a:cxnLst>
            <a:rect l="l" t="t" r="r" b="b"/>
            <a:pathLst>
              <a:path w="2665864" h="2701212">
                <a:moveTo>
                  <a:pt x="230567" y="0"/>
                </a:moveTo>
                <a:lnTo>
                  <a:pt x="2665864" y="226935"/>
                </a:lnTo>
                <a:lnTo>
                  <a:pt x="2435296" y="2701212"/>
                </a:lnTo>
                <a:lnTo>
                  <a:pt x="0" y="2474277"/>
                </a:lnTo>
                <a:close/>
              </a:path>
            </a:pathLst>
          </a:custGeom>
        </p:spPr>
        <p:txBody>
          <a:bodyPr wrap="square">
            <a:noAutofit/>
          </a:bodyPr>
          <a:lstStyle/>
          <a:p>
            <a:endParaRPr lang="zh-CN" altLang="en-US"/>
          </a:p>
        </p:txBody>
      </p:sp>
      <p:sp>
        <p:nvSpPr>
          <p:cNvPr id="14" name="图片占位符 13"/>
          <p:cNvSpPr>
            <a:spLocks noGrp="1"/>
          </p:cNvSpPr>
          <p:nvPr>
            <p:ph type="pic" sz="quarter" idx="12"/>
          </p:nvPr>
        </p:nvSpPr>
        <p:spPr>
          <a:xfrm>
            <a:off x="2913188" y="3808413"/>
            <a:ext cx="2056679" cy="2079556"/>
          </a:xfrm>
          <a:custGeom>
            <a:avLst/>
            <a:gdLst>
              <a:gd name="connsiteX0" fmla="*/ 316250 w 2056679"/>
              <a:gd name="connsiteY0" fmla="*/ 0 h 2079556"/>
              <a:gd name="connsiteX1" fmla="*/ 2056679 w 2056679"/>
              <a:gd name="connsiteY1" fmla="*/ 311268 h 2079556"/>
              <a:gd name="connsiteX2" fmla="*/ 1740428 w 2056679"/>
              <a:gd name="connsiteY2" fmla="*/ 2079556 h 2079556"/>
              <a:gd name="connsiteX3" fmla="*/ 0 w 2056679"/>
              <a:gd name="connsiteY3" fmla="*/ 1768287 h 2079556"/>
            </a:gdLst>
            <a:ahLst/>
            <a:cxnLst>
              <a:cxn ang="0">
                <a:pos x="connsiteX0" y="connsiteY0"/>
              </a:cxn>
              <a:cxn ang="0">
                <a:pos x="connsiteX1" y="connsiteY1"/>
              </a:cxn>
              <a:cxn ang="0">
                <a:pos x="connsiteX2" y="connsiteY2"/>
              </a:cxn>
              <a:cxn ang="0">
                <a:pos x="connsiteX3" y="connsiteY3"/>
              </a:cxn>
            </a:cxnLst>
            <a:rect l="l" t="t" r="r" b="b"/>
            <a:pathLst>
              <a:path w="2056679" h="2079556">
                <a:moveTo>
                  <a:pt x="316250" y="0"/>
                </a:moveTo>
                <a:lnTo>
                  <a:pt x="2056679" y="311268"/>
                </a:lnTo>
                <a:lnTo>
                  <a:pt x="1740428" y="2079556"/>
                </a:lnTo>
                <a:lnTo>
                  <a:pt x="0" y="1768287"/>
                </a:lnTo>
                <a:close/>
              </a:path>
            </a:pathLst>
          </a:custGeom>
        </p:spPr>
        <p:txBody>
          <a:bodyPr wrap="square">
            <a:noAutofit/>
          </a:bodyPr>
          <a:lstStyle/>
          <a:p>
            <a:endParaRPr lang="zh-CN" altLang="en-US"/>
          </a:p>
        </p:txBody>
      </p:sp>
      <p:sp>
        <p:nvSpPr>
          <p:cNvPr id="12" name="图片占位符 11"/>
          <p:cNvSpPr>
            <a:spLocks noGrp="1"/>
          </p:cNvSpPr>
          <p:nvPr>
            <p:ph type="pic" sz="quarter" idx="13"/>
          </p:nvPr>
        </p:nvSpPr>
        <p:spPr>
          <a:xfrm>
            <a:off x="4969868" y="1752362"/>
            <a:ext cx="1906122" cy="1974317"/>
          </a:xfrm>
          <a:custGeom>
            <a:avLst/>
            <a:gdLst>
              <a:gd name="connsiteX0" fmla="*/ 1210675 w 1906122"/>
              <a:gd name="connsiteY0" fmla="*/ 0 h 1974317"/>
              <a:gd name="connsiteX1" fmla="*/ 1906122 w 1906122"/>
              <a:gd name="connsiteY1" fmla="*/ 1351193 h 1974317"/>
              <a:gd name="connsiteX2" fmla="*/ 695447 w 1906122"/>
              <a:gd name="connsiteY2" fmla="*/ 1974317 h 1974317"/>
              <a:gd name="connsiteX3" fmla="*/ 0 w 1906122"/>
              <a:gd name="connsiteY3" fmla="*/ 623124 h 1974317"/>
            </a:gdLst>
            <a:ahLst/>
            <a:cxnLst>
              <a:cxn ang="0">
                <a:pos x="connsiteX0" y="connsiteY0"/>
              </a:cxn>
              <a:cxn ang="0">
                <a:pos x="connsiteX1" y="connsiteY1"/>
              </a:cxn>
              <a:cxn ang="0">
                <a:pos x="connsiteX2" y="connsiteY2"/>
              </a:cxn>
              <a:cxn ang="0">
                <a:pos x="connsiteX3" y="connsiteY3"/>
              </a:cxn>
            </a:cxnLst>
            <a:rect l="l" t="t" r="r" b="b"/>
            <a:pathLst>
              <a:path w="1906122" h="1974317">
                <a:moveTo>
                  <a:pt x="1210675" y="0"/>
                </a:moveTo>
                <a:lnTo>
                  <a:pt x="1906122" y="1351193"/>
                </a:lnTo>
                <a:lnTo>
                  <a:pt x="695447" y="1974317"/>
                </a:lnTo>
                <a:lnTo>
                  <a:pt x="0" y="623124"/>
                </a:lnTo>
                <a:close/>
              </a:path>
            </a:pathLst>
          </a:custGeom>
        </p:spPr>
        <p:txBody>
          <a:bodyPr wrap="square">
            <a:noAutofit/>
          </a:bodyPr>
          <a:lstStyle/>
          <a:p>
            <a:endParaRPr lang="zh-CN" altLang="en-US"/>
          </a:p>
        </p:txBody>
      </p:sp>
      <p:sp>
        <p:nvSpPr>
          <p:cNvPr id="11" name="图片占位符 10"/>
          <p:cNvSpPr>
            <a:spLocks noGrp="1"/>
          </p:cNvSpPr>
          <p:nvPr>
            <p:ph type="pic" sz="quarter" idx="14"/>
          </p:nvPr>
        </p:nvSpPr>
        <p:spPr>
          <a:xfrm>
            <a:off x="7626279" y="1666128"/>
            <a:ext cx="2192282" cy="2297047"/>
          </a:xfrm>
          <a:custGeom>
            <a:avLst/>
            <a:gdLst>
              <a:gd name="connsiteX0" fmla="*/ 810445 w 2192282"/>
              <a:gd name="connsiteY0" fmla="*/ 0 h 2297047"/>
              <a:gd name="connsiteX1" fmla="*/ 2192282 w 2192282"/>
              <a:gd name="connsiteY1" fmla="*/ 702202 h 2297047"/>
              <a:gd name="connsiteX2" fmla="*/ 1381837 w 2192282"/>
              <a:gd name="connsiteY2" fmla="*/ 2297047 h 2297047"/>
              <a:gd name="connsiteX3" fmla="*/ 0 w 2192282"/>
              <a:gd name="connsiteY3" fmla="*/ 1594845 h 2297047"/>
            </a:gdLst>
            <a:ahLst/>
            <a:cxnLst>
              <a:cxn ang="0">
                <a:pos x="connsiteX0" y="connsiteY0"/>
              </a:cxn>
              <a:cxn ang="0">
                <a:pos x="connsiteX1" y="connsiteY1"/>
              </a:cxn>
              <a:cxn ang="0">
                <a:pos x="connsiteX2" y="connsiteY2"/>
              </a:cxn>
              <a:cxn ang="0">
                <a:pos x="connsiteX3" y="connsiteY3"/>
              </a:cxn>
            </a:cxnLst>
            <a:rect l="l" t="t" r="r" b="b"/>
            <a:pathLst>
              <a:path w="2192282" h="2297047">
                <a:moveTo>
                  <a:pt x="810445" y="0"/>
                </a:moveTo>
                <a:lnTo>
                  <a:pt x="2192282" y="702202"/>
                </a:lnTo>
                <a:lnTo>
                  <a:pt x="1381837" y="2297047"/>
                </a:lnTo>
                <a:lnTo>
                  <a:pt x="0" y="1594845"/>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854199"/>
            <a:ext cx="9144000" cy="1655763"/>
          </a:xfrm>
          <a:prstGeom prst="rect">
            <a:avLst/>
          </a:prstGeom>
        </p:spPr>
        <p:txBody>
          <a:bodyPr anchor="b">
            <a:normAutofit/>
          </a:bodyPr>
          <a:lstStyle>
            <a:lvl1pPr algn="ctr">
              <a:defRPr sz="7200" b="0"/>
            </a:lvl1pPr>
          </a:lstStyle>
          <a:p>
            <a:r>
              <a:rPr lang="zh-CN" altLang="en-US" dirty="0"/>
              <a:t>单击此处编辑标题</a:t>
            </a:r>
          </a:p>
        </p:txBody>
      </p:sp>
      <p:sp>
        <p:nvSpPr>
          <p:cNvPr id="3" name="副标题 2"/>
          <p:cNvSpPr>
            <a:spLocks noGrp="1"/>
          </p:cNvSpPr>
          <p:nvPr>
            <p:ph type="subTitle" idx="1"/>
          </p:nvPr>
        </p:nvSpPr>
        <p:spPr>
          <a:xfrm>
            <a:off x="1524000" y="3602038"/>
            <a:ext cx="9144000" cy="1655762"/>
          </a:xfrm>
          <a:prstGeom prst="rect">
            <a:avLst/>
          </a:prstGeo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D997B5FA-0921-464F-AAE1-844C04324D75}" type="datetimeFigureOut">
              <a:rPr lang="zh-CN" altLang="en-US" smtClean="0"/>
              <a:t>2022/9/22</a:t>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418638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3.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标题占位符 1"/>
          <p:cNvSpPr>
            <a:spLocks noGrp="1"/>
          </p:cNvSpPr>
          <p:nvPr>
            <p:ph type="title"/>
            <p:custDataLst>
              <p:tags r:id="rId12"/>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8" name="文本占位符 2"/>
          <p:cNvSpPr>
            <a:spLocks noGrp="1"/>
          </p:cNvSpPr>
          <p:nvPr>
            <p:ph type="body" idx="1"/>
            <p:custDataLst>
              <p:tags r:id="rId13"/>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D997B5FA-0921-464F-AAE1-844C04324D75}" type="datetimeFigureOut">
              <a:rPr lang="zh-CN" altLang="en-US" smtClean="0"/>
              <a:t>2022/9/22</a:t>
            </a:fld>
            <a:endParaRPr lang="zh-CN" altLang="en-US" dirty="0"/>
          </a:p>
        </p:txBody>
      </p:sp>
      <p:sp>
        <p:nvSpPr>
          <p:cNvPr id="10"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endParaRPr lang="zh-CN" altLang="en-US"/>
          </a:p>
        </p:txBody>
      </p:sp>
      <p:sp>
        <p:nvSpPr>
          <p:cNvPr id="11"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565CE74E-AB26-4998-AD42-012C4C1AD076}" type="slidenum">
              <a:rPr lang="zh-CN" altLang="en-US" smtClean="0"/>
              <a:t>‹#›</a:t>
            </a:fld>
            <a:endParaRPr lang="zh-CN" altLang="en-US"/>
          </a:p>
        </p:txBody>
      </p:sp>
      <p:sp>
        <p:nvSpPr>
          <p:cNvPr id="2" name="KSO_TEMPLATE" hidden="1"/>
          <p:cNvSpPr/>
          <p:nvPr userDrawn="1">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16" y="274652"/>
            <a:ext cx="10973087" cy="1143053"/>
          </a:xfrm>
          <a:prstGeom prst="rect">
            <a:avLst/>
          </a:prstGeom>
        </p:spPr>
        <p:txBody>
          <a:bodyPr vert="horz" lIns="91436" tIns="45718" rIns="91436" bIns="45718" rtlCol="0" anchor="ctr">
            <a:normAutofit/>
          </a:bodyPr>
          <a:lstStyle/>
          <a:p>
            <a:r>
              <a:rPr lang="en-US" dirty="0"/>
              <a:t>Click to edit Master title style</a:t>
            </a:r>
          </a:p>
        </p:txBody>
      </p:sp>
      <p:sp>
        <p:nvSpPr>
          <p:cNvPr id="3" name="Text Placeholder 2"/>
          <p:cNvSpPr>
            <a:spLocks noGrp="1"/>
          </p:cNvSpPr>
          <p:nvPr>
            <p:ph type="body" idx="1"/>
          </p:nvPr>
        </p:nvSpPr>
        <p:spPr>
          <a:xfrm>
            <a:off x="609616" y="1600276"/>
            <a:ext cx="10973087" cy="4526173"/>
          </a:xfrm>
          <a:prstGeom prst="rect">
            <a:avLst/>
          </a:prstGeom>
          <a:solidFill>
            <a:schemeClr val="bg1"/>
          </a:solidFill>
        </p:spPr>
        <p:txBody>
          <a:bodyPr vert="horz" lIns="91436" tIns="45718" rIns="91436" bIns="4571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16" y="6356648"/>
            <a:ext cx="2844875" cy="365142"/>
          </a:xfrm>
          <a:prstGeom prst="rect">
            <a:avLst/>
          </a:prstGeom>
        </p:spPr>
        <p:txBody>
          <a:bodyPr vert="horz" lIns="91436" tIns="45718" rIns="91436" bIns="45718" rtlCol="0" anchor="ctr"/>
          <a:lstStyle>
            <a:lvl1pPr algn="l">
              <a:defRPr sz="1600">
                <a:solidFill>
                  <a:schemeClr val="tx1">
                    <a:tint val="75000"/>
                  </a:schemeClr>
                </a:solidFill>
              </a:defRPr>
            </a:lvl1pPr>
          </a:lstStyle>
          <a:p>
            <a:pPr>
              <a:defRPr/>
            </a:pPr>
            <a:fld id="{9196EC2F-0988-4314-AD4B-24FF16D7B45E}" type="datetime1">
              <a:rPr lang="en-US" altLang="zh-CN" smtClean="0">
                <a:solidFill>
                  <a:prstClr val="black">
                    <a:tint val="75000"/>
                  </a:prstClr>
                </a:solidFill>
              </a:rPr>
              <a:t>9/22/2022</a:t>
            </a:fld>
            <a:endParaRPr lang="en-US" dirty="0">
              <a:solidFill>
                <a:prstClr val="black">
                  <a:tint val="75000"/>
                </a:prstClr>
              </a:solidFill>
            </a:endParaRPr>
          </a:p>
        </p:txBody>
      </p:sp>
      <p:sp>
        <p:nvSpPr>
          <p:cNvPr id="5" name="Footer Placeholder 4"/>
          <p:cNvSpPr>
            <a:spLocks noGrp="1"/>
          </p:cNvSpPr>
          <p:nvPr>
            <p:ph type="ftr" sz="quarter" idx="3"/>
          </p:nvPr>
        </p:nvSpPr>
        <p:spPr>
          <a:xfrm>
            <a:off x="4165710" y="6356648"/>
            <a:ext cx="3860900" cy="365142"/>
          </a:xfrm>
          <a:prstGeom prst="rect">
            <a:avLst/>
          </a:prstGeom>
        </p:spPr>
        <p:txBody>
          <a:bodyPr vert="horz" lIns="91436" tIns="45718" rIns="91436" bIns="45718" rtlCol="0" anchor="ctr"/>
          <a:lstStyle>
            <a:lvl1pPr algn="ctr">
              <a:defRPr sz="1600">
                <a:solidFill>
                  <a:schemeClr val="tx1">
                    <a:tint val="75000"/>
                  </a:schemeClr>
                </a:solidFill>
              </a:defRPr>
            </a:lvl1pPr>
          </a:lstStyle>
          <a:p>
            <a:pPr>
              <a:defRPr/>
            </a:pPr>
            <a:endParaRPr lang="en-US" dirty="0">
              <a:solidFill>
                <a:prstClr val="black">
                  <a:tint val="75000"/>
                </a:prstClr>
              </a:solidFill>
            </a:endParaRPr>
          </a:p>
        </p:txBody>
      </p:sp>
      <p:sp>
        <p:nvSpPr>
          <p:cNvPr id="6" name="Slide Number Placeholder 5"/>
          <p:cNvSpPr>
            <a:spLocks noGrp="1"/>
          </p:cNvSpPr>
          <p:nvPr>
            <p:ph type="sldNum" sz="quarter" idx="4"/>
          </p:nvPr>
        </p:nvSpPr>
        <p:spPr>
          <a:xfrm>
            <a:off x="8737828" y="6356648"/>
            <a:ext cx="2844875" cy="365142"/>
          </a:xfrm>
          <a:prstGeom prst="rect">
            <a:avLst/>
          </a:prstGeom>
        </p:spPr>
        <p:txBody>
          <a:bodyPr vert="horz" lIns="91436" tIns="45718" rIns="91436" bIns="45718" rtlCol="0" anchor="ctr"/>
          <a:lstStyle>
            <a:lvl1pPr algn="r">
              <a:defRPr sz="1600">
                <a:solidFill>
                  <a:schemeClr val="tx1">
                    <a:tint val="75000"/>
                  </a:schemeClr>
                </a:solidFill>
              </a:defRPr>
            </a:lvl1pPr>
          </a:lstStyle>
          <a:p>
            <a:pPr>
              <a:defRPr/>
            </a:pPr>
            <a:fld id="{601EE9E8-4134-49B0-9AA7-3089E6521627}" type="slidenum">
              <a:rPr lang="en-US" smtClean="0">
                <a:solidFill>
                  <a:prstClr val="black">
                    <a:tint val="75000"/>
                  </a:prstClr>
                </a:solidFill>
              </a:r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hdr="0" ftr="0" dt="0"/>
  <p:txStyles>
    <p:titleStyle>
      <a:lvl1pPr algn="ctr" defTabSz="1218565"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3800" kern="1200">
          <a:solidFill>
            <a:schemeClr val="tx1"/>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1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33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7365" algn="l" defTabSz="1218565" rtl="0" eaLnBrk="1" latinLnBrk="0" hangingPunct="1">
        <a:defRPr sz="2400" kern="1200">
          <a:solidFill>
            <a:schemeClr val="tx1"/>
          </a:solidFill>
          <a:latin typeface="+mn-lt"/>
          <a:ea typeface="+mn-ea"/>
          <a:cs typeface="+mn-cs"/>
        </a:defRPr>
      </a:lvl6pPr>
      <a:lvl7pPr marL="3656965"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hemeOverride" Target="../theme/themeOverride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8.xml"/><Relationship Id="rId7" Type="http://schemas.openxmlformats.org/officeDocument/2006/relationships/image" Target="../media/image2.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jpeg"/><Relationship Id="rId5" Type="http://schemas.openxmlformats.org/officeDocument/2006/relationships/slideLayout" Target="../slideLayouts/slideLayout2.xml"/><Relationship Id="rId4"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tags" Target="../tags/tag12.xml"/><Relationship Id="rId7" Type="http://schemas.openxmlformats.org/officeDocument/2006/relationships/notesSlide" Target="../notesSlides/notesSlide3.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Layout" Target="../slideLayouts/slideLayout44.xml"/><Relationship Id="rId11" Type="http://schemas.openxmlformats.org/officeDocument/2006/relationships/image" Target="../media/image8.jpeg"/><Relationship Id="rId5" Type="http://schemas.openxmlformats.org/officeDocument/2006/relationships/tags" Target="../tags/tag14.xml"/><Relationship Id="rId10" Type="http://schemas.openxmlformats.org/officeDocument/2006/relationships/image" Target="../media/image7.jpeg"/><Relationship Id="rId4" Type="http://schemas.openxmlformats.org/officeDocument/2006/relationships/tags" Target="../tags/tag13.xml"/><Relationship Id="rId9"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7.xml"/><Relationship Id="rId7" Type="http://schemas.openxmlformats.org/officeDocument/2006/relationships/image" Target="../media/image3.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1.jpeg"/><Relationship Id="rId5" Type="http://schemas.openxmlformats.org/officeDocument/2006/relationships/slideLayout" Target="../slideLayouts/slideLayout2.xml"/><Relationship Id="rId4" Type="http://schemas.openxmlformats.org/officeDocument/2006/relationships/tags" Target="../tags/tag18.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tags" Target="../tags/tag21.xml"/><Relationship Id="rId7" Type="http://schemas.openxmlformats.org/officeDocument/2006/relationships/image" Target="../media/image13.jpe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12.jpeg"/><Relationship Id="rId5" Type="http://schemas.openxmlformats.org/officeDocument/2006/relationships/notesSlide" Target="../notesSlides/notesSlide7.xml"/><Relationship Id="rId4"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8.jpeg"/><Relationship Id="rId2" Type="http://schemas.openxmlformats.org/officeDocument/2006/relationships/slideLayout" Target="../slideLayouts/slideLayout43.xml"/><Relationship Id="rId1" Type="http://schemas.openxmlformats.org/officeDocument/2006/relationships/tags" Target="../tags/tag2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5.xml"/><Relationship Id="rId7" Type="http://schemas.openxmlformats.org/officeDocument/2006/relationships/image" Target="../media/image3.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jpeg"/><Relationship Id="rId5" Type="http://schemas.openxmlformats.org/officeDocument/2006/relationships/slideLayout" Target="../slideLayouts/slideLayout2.xml"/><Relationship Id="rId4" Type="http://schemas.openxmlformats.org/officeDocument/2006/relationships/tags" Target="../tags/tag2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microsoft.com/office/2007/relationships/hdphoto" Target="../media/hdphoto3.wdp"/><Relationship Id="rId5" Type="http://schemas.openxmlformats.org/officeDocument/2006/relationships/image" Target="../media/image20.png"/><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2.png"/><Relationship Id="rId5" Type="http://schemas.openxmlformats.org/officeDocument/2006/relationships/image" Target="../media/image21.jpeg"/><Relationship Id="rId4"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1.xml"/><Relationship Id="rId7" Type="http://schemas.openxmlformats.org/officeDocument/2006/relationships/image" Target="../media/image3.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jpeg"/><Relationship Id="rId5" Type="http://schemas.openxmlformats.org/officeDocument/2006/relationships/slideLayout" Target="../slideLayouts/slideLayout2.xml"/><Relationship Id="rId4" Type="http://schemas.openxmlformats.org/officeDocument/2006/relationships/tags" Target="../tags/tag3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18.xml"/><Relationship Id="rId5" Type="http://schemas.openxmlformats.org/officeDocument/2006/relationships/image" Target="../media/image24.png"/><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25.jpeg"/><Relationship Id="rId5" Type="http://schemas.openxmlformats.org/officeDocument/2006/relationships/notesSlide" Target="../notesSlides/notesSlide16.xml"/><Relationship Id="rId4"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tags" Target="../tags/tag38.xml"/><Relationship Id="rId7" Type="http://schemas.openxmlformats.org/officeDocument/2006/relationships/image" Target="../media/image26.jpe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notesSlide" Target="../notesSlides/notesSlide17.xml"/><Relationship Id="rId5" Type="http://schemas.openxmlformats.org/officeDocument/2006/relationships/slideLayout" Target="../slideLayouts/slideLayout28.xml"/><Relationship Id="rId10" Type="http://schemas.openxmlformats.org/officeDocument/2006/relationships/image" Target="../media/image29.jpeg"/><Relationship Id="rId4" Type="http://schemas.openxmlformats.org/officeDocument/2006/relationships/tags" Target="../tags/tag39.xml"/><Relationship Id="rId9" Type="http://schemas.openxmlformats.org/officeDocument/2006/relationships/image" Target="../media/image28.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6.xml"/><Relationship Id="rId1" Type="http://schemas.openxmlformats.org/officeDocument/2006/relationships/tags" Target="../tags/tag40.xml"/><Relationship Id="rId5" Type="http://schemas.openxmlformats.org/officeDocument/2006/relationships/image" Target="../media/image2.pn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t="-2000" b="-2000"/>
          </a:stretch>
        </a:blipFill>
        <a:effectLst/>
      </p:bgPr>
    </p:bg>
    <p:spTree>
      <p:nvGrpSpPr>
        <p:cNvPr id="1" name=""/>
        <p:cNvGrpSpPr/>
        <p:nvPr/>
      </p:nvGrpSpPr>
      <p:grpSpPr>
        <a:xfrm>
          <a:off x="0" y="0"/>
          <a:ext cx="0" cy="0"/>
          <a:chOff x="0" y="0"/>
          <a:chExt cx="0" cy="0"/>
        </a:xfrm>
      </p:grpSpPr>
      <p:pic>
        <p:nvPicPr>
          <p:cNvPr id="6" name="图片 5" descr="船"/>
          <p:cNvPicPr>
            <a:picLocks noChangeAspect="1"/>
          </p:cNvPicPr>
          <p:nvPr/>
        </p:nvPicPr>
        <p:blipFill>
          <a:blip r:embed="rId6"/>
          <a:stretch>
            <a:fillRect/>
          </a:stretch>
        </p:blipFill>
        <p:spPr>
          <a:xfrm>
            <a:off x="-1903807" y="3341649"/>
            <a:ext cx="4268470" cy="3948430"/>
          </a:xfrm>
          <a:prstGeom prst="rect">
            <a:avLst/>
          </a:prstGeom>
        </p:spPr>
      </p:pic>
      <p:sp>
        <p:nvSpPr>
          <p:cNvPr id="9" name="文本框 8"/>
          <p:cNvSpPr txBox="1"/>
          <p:nvPr/>
        </p:nvSpPr>
        <p:spPr>
          <a:xfrm>
            <a:off x="3672204" y="2548890"/>
            <a:ext cx="7440295" cy="1107996"/>
          </a:xfrm>
          <a:prstGeom prst="rect">
            <a:avLst/>
          </a:prstGeom>
          <a:noFill/>
        </p:spPr>
        <p:txBody>
          <a:bodyPr wrap="square" rtlCol="0">
            <a:spAutoFit/>
          </a:bodyPr>
          <a:lstStyle/>
          <a:p>
            <a:r>
              <a:rPr lang="en-US" altLang="zh-CN" sz="6600" dirty="0"/>
              <a:t>  </a:t>
            </a:r>
            <a:r>
              <a:rPr lang="zh-CN" altLang="en-US" sz="6600" dirty="0" smtClean="0">
                <a:solidFill>
                  <a:schemeClr val="bg1"/>
                </a:solidFill>
              </a:rPr>
              <a:t>浙江大学</a:t>
            </a:r>
            <a:r>
              <a:rPr lang="en-US" altLang="zh-CN" sz="6600" dirty="0" smtClean="0">
                <a:solidFill>
                  <a:schemeClr val="bg1"/>
                </a:solidFill>
              </a:rPr>
              <a:t>PPT</a:t>
            </a:r>
            <a:r>
              <a:rPr lang="zh-CN" altLang="en-US" sz="6600" dirty="0" smtClean="0">
                <a:solidFill>
                  <a:schemeClr val="bg1"/>
                </a:solidFill>
              </a:rPr>
              <a:t>模板</a:t>
            </a:r>
            <a:endParaRPr lang="en-US" altLang="zh-CN" sz="4000" dirty="0">
              <a:solidFill>
                <a:schemeClr val="bg1"/>
              </a:solidFill>
            </a:endParaRPr>
          </a:p>
        </p:txBody>
      </p:sp>
      <p:sp>
        <p:nvSpPr>
          <p:cNvPr id="12" name="文本框 11"/>
          <p:cNvSpPr txBox="1"/>
          <p:nvPr/>
        </p:nvSpPr>
        <p:spPr>
          <a:xfrm>
            <a:off x="8345805" y="4038599"/>
            <a:ext cx="3084196" cy="1107996"/>
          </a:xfrm>
          <a:prstGeom prst="rect">
            <a:avLst/>
          </a:prstGeom>
          <a:noFill/>
        </p:spPr>
        <p:txBody>
          <a:bodyPr wrap="square" rtlCol="0">
            <a:spAutoFit/>
          </a:bodyPr>
          <a:lstStyle/>
          <a:p>
            <a:r>
              <a:rPr lang="en-US" altLang="zh-CN" sz="6600" dirty="0"/>
              <a:t>  </a:t>
            </a:r>
            <a:r>
              <a:rPr lang="zh-CN" altLang="en-US" dirty="0" smtClean="0">
                <a:solidFill>
                  <a:schemeClr val="bg1"/>
                </a:solidFill>
              </a:rPr>
              <a:t>汇报人</a:t>
            </a:r>
            <a:r>
              <a:rPr lang="en-US" altLang="zh-CN" dirty="0" smtClean="0">
                <a:solidFill>
                  <a:schemeClr val="bg1"/>
                </a:solidFill>
              </a:rPr>
              <a:t>/</a:t>
            </a:r>
            <a:r>
              <a:rPr lang="zh-CN" altLang="en-US" dirty="0" smtClean="0">
                <a:solidFill>
                  <a:schemeClr val="bg1"/>
                </a:solidFill>
              </a:rPr>
              <a:t>求是情报站</a:t>
            </a:r>
            <a:endParaRPr lang="en-US" altLang="zh-CN" sz="1050" dirty="0">
              <a:solidFill>
                <a:schemeClr val="bg1"/>
              </a:solidFill>
            </a:endParaRPr>
          </a:p>
        </p:txBody>
      </p:sp>
      <p:sp>
        <p:nvSpPr>
          <p:cNvPr id="13" name="TextBox 2"/>
          <p:cNvSpPr txBox="1"/>
          <p:nvPr/>
        </p:nvSpPr>
        <p:spPr>
          <a:xfrm>
            <a:off x="5417442" y="3807766"/>
            <a:ext cx="5472139" cy="461665"/>
          </a:xfrm>
          <a:prstGeom prst="rect">
            <a:avLst/>
          </a:prstGeom>
          <a:solidFill>
            <a:srgbClr val="2F5597"/>
          </a:solid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PPT Template of Zhejiang University</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000" b="-2000"/>
          </a:stretch>
        </a:blipFill>
        <a:effectLst/>
      </p:bgPr>
    </p:bg>
    <p:spTree>
      <p:nvGrpSpPr>
        <p:cNvPr id="1" name=""/>
        <p:cNvGrpSpPr/>
        <p:nvPr/>
      </p:nvGrpSpPr>
      <p:grpSpPr>
        <a:xfrm>
          <a:off x="0" y="0"/>
          <a:ext cx="0" cy="0"/>
          <a:chOff x="0" y="0"/>
          <a:chExt cx="0" cy="0"/>
        </a:xfrm>
      </p:grpSpPr>
      <p:sp>
        <p:nvSpPr>
          <p:cNvPr id="5" name="平行四边形 4"/>
          <p:cNvSpPr/>
          <p:nvPr/>
        </p:nvSpPr>
        <p:spPr>
          <a:xfrm>
            <a:off x="5139690" y="-5080"/>
            <a:ext cx="8902065" cy="6868160"/>
          </a:xfrm>
          <a:prstGeom prst="parallelogram">
            <a:avLst/>
          </a:prstGeom>
          <a:solidFill>
            <a:schemeClr val="bg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船"/>
          <p:cNvPicPr>
            <a:picLocks noChangeAspect="1"/>
          </p:cNvPicPr>
          <p:nvPr/>
        </p:nvPicPr>
        <p:blipFill>
          <a:blip r:embed="rId4"/>
          <a:stretch>
            <a:fillRect/>
          </a:stretch>
        </p:blipFill>
        <p:spPr>
          <a:xfrm>
            <a:off x="-2001917" y="3530723"/>
            <a:ext cx="4268470" cy="3948430"/>
          </a:xfrm>
          <a:prstGeom prst="rect">
            <a:avLst/>
          </a:prstGeom>
        </p:spPr>
      </p:pic>
      <p:pic>
        <p:nvPicPr>
          <p:cNvPr id="7" name="图片 6" descr="企业logo"/>
          <p:cNvPicPr>
            <a:picLocks noChangeAspect="1"/>
          </p:cNvPicPr>
          <p:nvPr/>
        </p:nvPicPr>
        <p:blipFill>
          <a:blip r:embed="rId5"/>
          <a:stretch>
            <a:fillRect/>
          </a:stretch>
        </p:blipFill>
        <p:spPr>
          <a:xfrm>
            <a:off x="405130" y="180975"/>
            <a:ext cx="2075815" cy="765810"/>
          </a:xfrm>
          <a:prstGeom prst="rect">
            <a:avLst/>
          </a:prstGeom>
        </p:spPr>
      </p:pic>
      <p:sp>
        <p:nvSpPr>
          <p:cNvPr id="8" name="文本框 7"/>
          <p:cNvSpPr txBox="1"/>
          <p:nvPr/>
        </p:nvSpPr>
        <p:spPr>
          <a:xfrm>
            <a:off x="7464425" y="567690"/>
            <a:ext cx="3702050" cy="1999615"/>
          </a:xfrm>
          <a:prstGeom prst="rect">
            <a:avLst/>
          </a:prstGeom>
          <a:noFill/>
        </p:spPr>
        <p:txBody>
          <a:bodyPr wrap="square" rtlCol="0">
            <a:spAutoFit/>
          </a:bodyPr>
          <a:lstStyle/>
          <a:p>
            <a:r>
              <a:rPr lang="en-US" altLang="zh-CN" sz="6600" dirty="0"/>
              <a:t>  </a:t>
            </a:r>
            <a:r>
              <a:rPr lang="zh-CN" altLang="en-US" sz="6600" dirty="0"/>
              <a:t>目 录</a:t>
            </a:r>
          </a:p>
          <a:p>
            <a:endParaRPr lang="zh-CN" altLang="en-US" dirty="0"/>
          </a:p>
          <a:p>
            <a:r>
              <a:rPr lang="en-US" altLang="zh-CN" sz="4000" dirty="0"/>
              <a:t>CONTENTS</a:t>
            </a:r>
          </a:p>
        </p:txBody>
      </p:sp>
      <p:grpSp>
        <p:nvGrpSpPr>
          <p:cNvPr id="12" name="组合 11"/>
          <p:cNvGrpSpPr/>
          <p:nvPr/>
        </p:nvGrpSpPr>
        <p:grpSpPr>
          <a:xfrm>
            <a:off x="6822397" y="2739728"/>
            <a:ext cx="4606368" cy="3437470"/>
            <a:chOff x="6677729" y="2249070"/>
            <a:chExt cx="5050575" cy="3768958"/>
          </a:xfrm>
          <a:solidFill>
            <a:schemeClr val="accent3"/>
          </a:solidFill>
        </p:grpSpPr>
        <p:sp>
          <p:nvSpPr>
            <p:cNvPr id="13" name="Freeform 10"/>
            <p:cNvSpPr/>
            <p:nvPr/>
          </p:nvSpPr>
          <p:spPr bwMode="auto">
            <a:xfrm>
              <a:off x="6677729" y="2264427"/>
              <a:ext cx="5050575" cy="700630"/>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noFill/>
            <a:ln w="10" cap="flat" cmpd="sng">
              <a:solidFill>
                <a:schemeClr val="accent5">
                  <a:lumMod val="75000"/>
                </a:schemeClr>
              </a:solidFill>
              <a:round/>
            </a:ln>
          </p:spPr>
          <p:txBody>
            <a:bodyPr lIns="68562" tIns="34281" rIns="68562" bIns="34281"/>
            <a:lstStyle/>
            <a:p>
              <a:endParaRPr lang="zh-CN" altLang="en-US" sz="2000">
                <a:solidFill>
                  <a:schemeClr val="bg1"/>
                </a:solidFill>
              </a:endParaRPr>
            </a:p>
          </p:txBody>
        </p:sp>
        <p:sp>
          <p:nvSpPr>
            <p:cNvPr id="14" name="Rectangle 12"/>
            <p:cNvSpPr>
              <a:spLocks noChangeArrowheads="1"/>
            </p:cNvSpPr>
            <p:nvPr/>
          </p:nvSpPr>
          <p:spPr bwMode="auto">
            <a:xfrm>
              <a:off x="6926498" y="2249070"/>
              <a:ext cx="719371" cy="737088"/>
            </a:xfrm>
            <a:prstGeom prst="rect">
              <a:avLst/>
            </a:prstGeom>
            <a:solidFill>
              <a:srgbClr val="2F5597"/>
            </a:solidFill>
            <a:ln>
              <a:noFill/>
            </a:ln>
          </p:spPr>
          <p:txBody>
            <a:bodyPr lIns="68562" tIns="34281" rIns="68562" bIns="34281"/>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solidFill>
                  <a:schemeClr val="bg1"/>
                </a:solidFill>
              </a:endParaRPr>
            </a:p>
          </p:txBody>
        </p:sp>
        <p:sp>
          <p:nvSpPr>
            <p:cNvPr id="15" name="Freeform 10"/>
            <p:cNvSpPr/>
            <p:nvPr/>
          </p:nvSpPr>
          <p:spPr bwMode="auto">
            <a:xfrm>
              <a:off x="6677729" y="3283669"/>
              <a:ext cx="5050575" cy="700630"/>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noFill/>
            <a:ln w="10" cap="flat" cmpd="sng">
              <a:solidFill>
                <a:srgbClr val="1F474E"/>
              </a:solidFill>
              <a:round/>
            </a:ln>
          </p:spPr>
          <p:txBody>
            <a:bodyPr lIns="68562" tIns="34281" rIns="68562" bIns="34281"/>
            <a:lstStyle/>
            <a:p>
              <a:endParaRPr lang="zh-CN" altLang="en-US" sz="2000">
                <a:solidFill>
                  <a:schemeClr val="bg1"/>
                </a:solidFill>
              </a:endParaRPr>
            </a:p>
          </p:txBody>
        </p:sp>
        <p:sp>
          <p:nvSpPr>
            <p:cNvPr id="16" name="Rectangle 12"/>
            <p:cNvSpPr>
              <a:spLocks noChangeArrowheads="1"/>
            </p:cNvSpPr>
            <p:nvPr/>
          </p:nvSpPr>
          <p:spPr bwMode="auto">
            <a:xfrm>
              <a:off x="6924120" y="3283669"/>
              <a:ext cx="719371" cy="737089"/>
            </a:xfrm>
            <a:prstGeom prst="rect">
              <a:avLst/>
            </a:prstGeom>
            <a:solidFill>
              <a:srgbClr val="1F474E"/>
            </a:solidFill>
            <a:ln>
              <a:noFill/>
            </a:ln>
          </p:spPr>
          <p:txBody>
            <a:bodyPr lIns="68562" tIns="34281" rIns="68562" bIns="34281"/>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solidFill>
                  <a:schemeClr val="bg1"/>
                </a:solidFill>
              </a:endParaRPr>
            </a:p>
          </p:txBody>
        </p:sp>
        <p:sp>
          <p:nvSpPr>
            <p:cNvPr id="17" name="Freeform 10"/>
            <p:cNvSpPr/>
            <p:nvPr/>
          </p:nvSpPr>
          <p:spPr bwMode="auto">
            <a:xfrm>
              <a:off x="6677729" y="4279135"/>
              <a:ext cx="5050575" cy="700630"/>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noFill/>
            <a:ln w="10" cap="flat" cmpd="sng">
              <a:solidFill>
                <a:schemeClr val="accent5">
                  <a:lumMod val="75000"/>
                </a:schemeClr>
              </a:solidFill>
              <a:round/>
            </a:ln>
          </p:spPr>
          <p:txBody>
            <a:bodyPr lIns="68562" tIns="34281" rIns="68562" bIns="34281"/>
            <a:lstStyle/>
            <a:p>
              <a:endParaRPr lang="zh-CN" altLang="en-US" sz="2000">
                <a:solidFill>
                  <a:schemeClr val="bg1"/>
                </a:solidFill>
              </a:endParaRPr>
            </a:p>
          </p:txBody>
        </p:sp>
        <p:sp>
          <p:nvSpPr>
            <p:cNvPr id="18" name="Rectangle 12"/>
            <p:cNvSpPr>
              <a:spLocks noChangeArrowheads="1"/>
            </p:cNvSpPr>
            <p:nvPr/>
          </p:nvSpPr>
          <p:spPr bwMode="auto">
            <a:xfrm>
              <a:off x="6926498" y="4262292"/>
              <a:ext cx="719371" cy="737088"/>
            </a:xfrm>
            <a:prstGeom prst="rect">
              <a:avLst/>
            </a:prstGeom>
            <a:solidFill>
              <a:srgbClr val="2F5597"/>
            </a:solidFill>
            <a:ln>
              <a:noFill/>
            </a:ln>
          </p:spPr>
          <p:txBody>
            <a:bodyPr lIns="68562" tIns="34281" rIns="68562" bIns="34281"/>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solidFill>
                  <a:schemeClr val="bg1"/>
                </a:solidFill>
              </a:endParaRPr>
            </a:p>
          </p:txBody>
        </p:sp>
        <p:sp>
          <p:nvSpPr>
            <p:cNvPr id="19" name="Freeform 10"/>
            <p:cNvSpPr/>
            <p:nvPr/>
          </p:nvSpPr>
          <p:spPr bwMode="auto">
            <a:xfrm>
              <a:off x="6677729" y="5287282"/>
              <a:ext cx="5050575" cy="700630"/>
            </a:xfrm>
            <a:custGeom>
              <a:avLst/>
              <a:gdLst>
                <a:gd name="T0" fmla="*/ 97 w 8676"/>
                <a:gd name="T1" fmla="*/ 0 h 884"/>
                <a:gd name="T2" fmla="*/ 8475 w 8676"/>
                <a:gd name="T3" fmla="*/ 0 h 884"/>
                <a:gd name="T4" fmla="*/ 8676 w 8676"/>
                <a:gd name="T5" fmla="*/ 202 h 884"/>
                <a:gd name="T6" fmla="*/ 8676 w 8676"/>
                <a:gd name="T7" fmla="*/ 788 h 884"/>
                <a:gd name="T8" fmla="*/ 8579 w 8676"/>
                <a:gd name="T9" fmla="*/ 884 h 884"/>
                <a:gd name="T10" fmla="*/ 97 w 8676"/>
                <a:gd name="T11" fmla="*/ 884 h 884"/>
                <a:gd name="T12" fmla="*/ 0 w 8676"/>
                <a:gd name="T13" fmla="*/ 788 h 884"/>
                <a:gd name="T14" fmla="*/ 0 w 8676"/>
                <a:gd name="T15" fmla="*/ 96 h 884"/>
                <a:gd name="T16" fmla="*/ 97 w 8676"/>
                <a:gd name="T17"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6" h="884">
                  <a:moveTo>
                    <a:pt x="97" y="0"/>
                  </a:moveTo>
                  <a:lnTo>
                    <a:pt x="8475" y="0"/>
                  </a:lnTo>
                  <a:lnTo>
                    <a:pt x="8676" y="202"/>
                  </a:lnTo>
                  <a:lnTo>
                    <a:pt x="8676" y="788"/>
                  </a:lnTo>
                  <a:cubicBezTo>
                    <a:pt x="8676" y="841"/>
                    <a:pt x="8632" y="884"/>
                    <a:pt x="8579" y="884"/>
                  </a:cubicBezTo>
                  <a:lnTo>
                    <a:pt x="97" y="884"/>
                  </a:lnTo>
                  <a:cubicBezTo>
                    <a:pt x="44" y="884"/>
                    <a:pt x="0" y="841"/>
                    <a:pt x="0" y="788"/>
                  </a:cubicBezTo>
                  <a:lnTo>
                    <a:pt x="0" y="96"/>
                  </a:lnTo>
                  <a:cubicBezTo>
                    <a:pt x="0" y="43"/>
                    <a:pt x="44" y="0"/>
                    <a:pt x="97" y="0"/>
                  </a:cubicBezTo>
                  <a:close/>
                </a:path>
              </a:pathLst>
            </a:custGeom>
            <a:noFill/>
            <a:ln w="10" cap="flat" cmpd="sng">
              <a:solidFill>
                <a:srgbClr val="1F474E"/>
              </a:solidFill>
              <a:round/>
            </a:ln>
          </p:spPr>
          <p:txBody>
            <a:bodyPr lIns="68562" tIns="34281" rIns="68562" bIns="34281"/>
            <a:lstStyle/>
            <a:p>
              <a:endParaRPr lang="zh-CN" altLang="en-US" sz="2000">
                <a:solidFill>
                  <a:schemeClr val="bg1"/>
                </a:solidFill>
              </a:endParaRPr>
            </a:p>
          </p:txBody>
        </p:sp>
        <p:sp>
          <p:nvSpPr>
            <p:cNvPr id="20" name="Rectangle 12"/>
            <p:cNvSpPr>
              <a:spLocks noChangeArrowheads="1"/>
            </p:cNvSpPr>
            <p:nvPr/>
          </p:nvSpPr>
          <p:spPr bwMode="auto">
            <a:xfrm>
              <a:off x="6926498" y="5280940"/>
              <a:ext cx="719371" cy="737088"/>
            </a:xfrm>
            <a:prstGeom prst="rect">
              <a:avLst/>
            </a:prstGeom>
            <a:solidFill>
              <a:srgbClr val="1F474E"/>
            </a:solidFill>
            <a:ln w="9525">
              <a:noFill/>
              <a:miter lim="800000"/>
            </a:ln>
          </p:spPr>
          <p:txBody>
            <a:bodyPr lIns="68562" tIns="34281" rIns="68562" bIns="34281"/>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solidFill>
                  <a:schemeClr val="bg1"/>
                </a:solidFill>
              </a:endParaRPr>
            </a:p>
          </p:txBody>
        </p:sp>
        <p:sp>
          <p:nvSpPr>
            <p:cNvPr id="21" name="TextBox 105"/>
            <p:cNvSpPr txBox="1">
              <a:spLocks noChangeArrowheads="1"/>
            </p:cNvSpPr>
            <p:nvPr/>
          </p:nvSpPr>
          <p:spPr bwMode="auto">
            <a:xfrm>
              <a:off x="8014165" y="2342159"/>
              <a:ext cx="2851468" cy="480855"/>
            </a:xfrm>
            <a:prstGeom prst="rect">
              <a:avLst/>
            </a:prstGeom>
            <a:noFill/>
            <a:ln w="9525">
              <a:noFill/>
              <a:miter lim="800000"/>
            </a:ln>
          </p:spPr>
          <p:txBody>
            <a:bodyPr wrap="none" lIns="68562" tIns="34281" rIns="68562"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002060"/>
                  </a:solidFill>
                  <a:latin typeface="微软雅黑" panose="020B0503020204020204" pitchFamily="34" charset="-122"/>
                  <a:ea typeface="微软雅黑" panose="020B0503020204020204" pitchFamily="34" charset="-122"/>
                </a:rPr>
                <a:t>点击加入你的标题</a:t>
              </a:r>
              <a:endParaRPr lang="zh-CN" altLang="en-US" sz="2400" b="0" dirty="0">
                <a:solidFill>
                  <a:srgbClr val="002060"/>
                </a:solidFill>
                <a:latin typeface="微软雅黑" panose="020B0503020204020204" pitchFamily="34" charset="-122"/>
                <a:ea typeface="微软雅黑" panose="020B0503020204020204" pitchFamily="34" charset="-122"/>
              </a:endParaRPr>
            </a:p>
          </p:txBody>
        </p:sp>
        <p:sp>
          <p:nvSpPr>
            <p:cNvPr id="22" name="TextBox 106"/>
            <p:cNvSpPr txBox="1">
              <a:spLocks noChangeArrowheads="1"/>
            </p:cNvSpPr>
            <p:nvPr/>
          </p:nvSpPr>
          <p:spPr bwMode="auto">
            <a:xfrm>
              <a:off x="7034245" y="2249070"/>
              <a:ext cx="429515" cy="615838"/>
            </a:xfrm>
            <a:prstGeom prst="rect">
              <a:avLst/>
            </a:prstGeom>
            <a:solidFill>
              <a:srgbClr val="2F5597"/>
            </a:solidFill>
            <a:ln w="9525">
              <a:noFill/>
              <a:miter lim="800000"/>
            </a:ln>
          </p:spPr>
          <p:txBody>
            <a:bodyPr wrap="none" lIns="68562" tIns="34281" rIns="68562"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chemeClr val="bg1"/>
                  </a:solidFill>
                  <a:latin typeface="微软雅黑" panose="020B0503020204020204" pitchFamily="34" charset="-122"/>
                  <a:ea typeface="微软雅黑" panose="020B0503020204020204" pitchFamily="34" charset="-122"/>
                </a:rPr>
                <a:t>1</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3" name="TextBox 108"/>
            <p:cNvSpPr txBox="1">
              <a:spLocks noChangeArrowheads="1"/>
            </p:cNvSpPr>
            <p:nvPr/>
          </p:nvSpPr>
          <p:spPr bwMode="auto">
            <a:xfrm>
              <a:off x="8014165" y="3391520"/>
              <a:ext cx="2851468" cy="480855"/>
            </a:xfrm>
            <a:prstGeom prst="rect">
              <a:avLst/>
            </a:prstGeom>
            <a:noFill/>
            <a:ln w="9525">
              <a:noFill/>
              <a:miter lim="800000"/>
            </a:ln>
          </p:spPr>
          <p:txBody>
            <a:bodyPr wrap="none" lIns="68562" tIns="34281" rIns="68562"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1F474E"/>
                  </a:solidFill>
                  <a:latin typeface="微软雅黑" panose="020B0503020204020204" pitchFamily="34" charset="-122"/>
                  <a:ea typeface="微软雅黑" panose="020B0503020204020204" pitchFamily="34" charset="-122"/>
                </a:rPr>
                <a:t>点击加入你的标题</a:t>
              </a:r>
            </a:p>
          </p:txBody>
        </p:sp>
        <p:sp>
          <p:nvSpPr>
            <p:cNvPr id="24" name="TextBox 109"/>
            <p:cNvSpPr txBox="1">
              <a:spLocks noChangeArrowheads="1"/>
            </p:cNvSpPr>
            <p:nvPr/>
          </p:nvSpPr>
          <p:spPr bwMode="auto">
            <a:xfrm>
              <a:off x="7034245" y="3303614"/>
              <a:ext cx="429515" cy="615838"/>
            </a:xfrm>
            <a:prstGeom prst="rect">
              <a:avLst/>
            </a:prstGeom>
            <a:solidFill>
              <a:srgbClr val="1F474E"/>
            </a:solidFill>
            <a:ln w="9525">
              <a:noFill/>
              <a:miter lim="800000"/>
            </a:ln>
          </p:spPr>
          <p:txBody>
            <a:bodyPr wrap="none" lIns="68562" tIns="34281" rIns="68562"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chemeClr val="bg1"/>
                  </a:solidFill>
                  <a:latin typeface="微软雅黑" panose="020B0503020204020204" pitchFamily="34" charset="-122"/>
                  <a:ea typeface="微软雅黑" panose="020B0503020204020204" pitchFamily="34" charset="-122"/>
                </a:rPr>
                <a:t>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5" name="TextBox 115"/>
            <p:cNvSpPr txBox="1">
              <a:spLocks noChangeArrowheads="1"/>
            </p:cNvSpPr>
            <p:nvPr/>
          </p:nvSpPr>
          <p:spPr bwMode="auto">
            <a:xfrm>
              <a:off x="8014165" y="4334677"/>
              <a:ext cx="2851468" cy="480855"/>
            </a:xfrm>
            <a:prstGeom prst="rect">
              <a:avLst/>
            </a:prstGeom>
            <a:noFill/>
            <a:ln w="9525">
              <a:noFill/>
              <a:miter lim="800000"/>
            </a:ln>
          </p:spPr>
          <p:txBody>
            <a:bodyPr wrap="none" lIns="68562" tIns="34281" rIns="68562"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002060"/>
                  </a:solidFill>
                  <a:latin typeface="微软雅黑" panose="020B0503020204020204" pitchFamily="34" charset="-122"/>
                  <a:ea typeface="微软雅黑" panose="020B0503020204020204" pitchFamily="34" charset="-122"/>
                </a:rPr>
                <a:t>点击加入你的标题</a:t>
              </a:r>
            </a:p>
          </p:txBody>
        </p:sp>
        <p:sp>
          <p:nvSpPr>
            <p:cNvPr id="26" name="TextBox 116"/>
            <p:cNvSpPr txBox="1">
              <a:spLocks noChangeArrowheads="1"/>
            </p:cNvSpPr>
            <p:nvPr/>
          </p:nvSpPr>
          <p:spPr bwMode="auto">
            <a:xfrm>
              <a:off x="7034245" y="4262292"/>
              <a:ext cx="429515" cy="615838"/>
            </a:xfrm>
            <a:prstGeom prst="rect">
              <a:avLst/>
            </a:prstGeom>
            <a:solidFill>
              <a:srgbClr val="2F5597"/>
            </a:solidFill>
            <a:ln w="9525">
              <a:noFill/>
              <a:miter lim="800000"/>
            </a:ln>
          </p:spPr>
          <p:txBody>
            <a:bodyPr wrap="none" lIns="68562" tIns="34281" rIns="68562"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chemeClr val="bg1"/>
                  </a:solidFill>
                  <a:latin typeface="微软雅黑" panose="020B0503020204020204" pitchFamily="34" charset="-122"/>
                  <a:ea typeface="微软雅黑" panose="020B0503020204020204" pitchFamily="34" charset="-122"/>
                </a:rPr>
                <a:t>3</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7" name="TextBox 117"/>
            <p:cNvSpPr txBox="1">
              <a:spLocks noChangeArrowheads="1"/>
            </p:cNvSpPr>
            <p:nvPr/>
          </p:nvSpPr>
          <p:spPr bwMode="auto">
            <a:xfrm>
              <a:off x="8014165" y="5353918"/>
              <a:ext cx="2851468" cy="480855"/>
            </a:xfrm>
            <a:prstGeom prst="rect">
              <a:avLst/>
            </a:prstGeom>
            <a:noFill/>
            <a:ln w="9525">
              <a:noFill/>
              <a:miter lim="800000"/>
            </a:ln>
          </p:spPr>
          <p:txBody>
            <a:bodyPr wrap="none" lIns="68562" tIns="34281" rIns="68562"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1F474E"/>
                  </a:solidFill>
                  <a:latin typeface="微软雅黑" panose="020B0503020204020204" pitchFamily="34" charset="-122"/>
                  <a:ea typeface="微软雅黑" panose="020B0503020204020204" pitchFamily="34" charset="-122"/>
                </a:rPr>
                <a:t>点击加入你的标题</a:t>
              </a:r>
            </a:p>
          </p:txBody>
        </p:sp>
        <p:sp>
          <p:nvSpPr>
            <p:cNvPr id="28" name="TextBox 118"/>
            <p:cNvSpPr txBox="1">
              <a:spLocks noChangeArrowheads="1"/>
            </p:cNvSpPr>
            <p:nvPr/>
          </p:nvSpPr>
          <p:spPr bwMode="auto">
            <a:xfrm>
              <a:off x="7034245" y="5280939"/>
              <a:ext cx="429515" cy="615838"/>
            </a:xfrm>
            <a:prstGeom prst="rect">
              <a:avLst/>
            </a:prstGeom>
            <a:solidFill>
              <a:srgbClr val="1F474E"/>
            </a:solidFill>
            <a:ln w="9525">
              <a:noFill/>
              <a:miter lim="800000"/>
            </a:ln>
          </p:spPr>
          <p:txBody>
            <a:bodyPr wrap="none" lIns="68562" tIns="34281" rIns="68562"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dirty="0">
                  <a:solidFill>
                    <a:schemeClr val="bg1"/>
                  </a:solidFill>
                  <a:latin typeface="微软雅黑" panose="020B0503020204020204" pitchFamily="34" charset="-122"/>
                  <a:ea typeface="微软雅黑" panose="020B0503020204020204" pitchFamily="34" charset="-122"/>
                </a:rPr>
                <a:t>4</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t="-2000" b="-2000"/>
          </a:stretch>
        </a:blipFill>
        <a:effectLst/>
      </p:bgPr>
    </p:bg>
    <p:spTree>
      <p:nvGrpSpPr>
        <p:cNvPr id="1" name=""/>
        <p:cNvGrpSpPr/>
        <p:nvPr/>
      </p:nvGrpSpPr>
      <p:grpSpPr>
        <a:xfrm>
          <a:off x="0" y="0"/>
          <a:ext cx="0" cy="0"/>
          <a:chOff x="0" y="0"/>
          <a:chExt cx="0" cy="0"/>
        </a:xfrm>
      </p:grpSpPr>
      <p:pic>
        <p:nvPicPr>
          <p:cNvPr id="6" name="图片 5" descr="船"/>
          <p:cNvPicPr>
            <a:picLocks noChangeAspect="1"/>
          </p:cNvPicPr>
          <p:nvPr/>
        </p:nvPicPr>
        <p:blipFill>
          <a:blip r:embed="rId7"/>
          <a:stretch>
            <a:fillRect/>
          </a:stretch>
        </p:blipFill>
        <p:spPr>
          <a:xfrm>
            <a:off x="-2001917" y="3536068"/>
            <a:ext cx="4268470" cy="3948430"/>
          </a:xfrm>
          <a:prstGeom prst="rect">
            <a:avLst/>
          </a:prstGeom>
        </p:spPr>
      </p:pic>
      <p:pic>
        <p:nvPicPr>
          <p:cNvPr id="7" name="图片 6" descr="企业logo"/>
          <p:cNvPicPr>
            <a:picLocks noChangeAspect="1"/>
          </p:cNvPicPr>
          <p:nvPr/>
        </p:nvPicPr>
        <p:blipFill>
          <a:blip r:embed="rId8"/>
          <a:stretch>
            <a:fillRect/>
          </a:stretch>
        </p:blipFill>
        <p:spPr>
          <a:xfrm>
            <a:off x="405130" y="180975"/>
            <a:ext cx="2075815" cy="765810"/>
          </a:xfrm>
          <a:prstGeom prst="rect">
            <a:avLst/>
          </a:prstGeom>
        </p:spPr>
      </p:pic>
      <p:sp>
        <p:nvSpPr>
          <p:cNvPr id="2" name="任意多边形: 形状 4"/>
          <p:cNvSpPr/>
          <p:nvPr/>
        </p:nvSpPr>
        <p:spPr>
          <a:xfrm rot="15481340">
            <a:off x="4343872" y="-87164"/>
            <a:ext cx="7685854" cy="7298846"/>
          </a:xfrm>
          <a:custGeom>
            <a:avLst/>
            <a:gdLst>
              <a:gd name="connsiteX0" fmla="*/ 7685854 w 7685854"/>
              <a:gd name="connsiteY0" fmla="*/ 2700152 h 7298846"/>
              <a:gd name="connsiteX1" fmla="*/ 6710245 w 7685854"/>
              <a:gd name="connsiteY1" fmla="*/ 7298846 h 7298846"/>
              <a:gd name="connsiteX2" fmla="*/ 0 w 7685854"/>
              <a:gd name="connsiteY2" fmla="*/ 5875273 h 7298846"/>
              <a:gd name="connsiteX3" fmla="*/ 975610 w 7685854"/>
              <a:gd name="connsiteY3" fmla="*/ 1276579 h 7298846"/>
              <a:gd name="connsiteX4" fmla="*/ 2659248 w 7685854"/>
              <a:gd name="connsiteY4" fmla="*/ 1633762 h 7298846"/>
              <a:gd name="connsiteX5" fmla="*/ 4840642 w 7685854"/>
              <a:gd name="connsiteY5" fmla="*/ 25507 h 7298846"/>
              <a:gd name="connsiteX6" fmla="*/ 4855436 w 7685854"/>
              <a:gd name="connsiteY6" fmla="*/ 0 h 7298846"/>
              <a:gd name="connsiteX7" fmla="*/ 6244124 w 7685854"/>
              <a:gd name="connsiteY7" fmla="*/ 2394291 h 729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5854" h="7298846">
                <a:moveTo>
                  <a:pt x="7685854" y="2700152"/>
                </a:moveTo>
                <a:lnTo>
                  <a:pt x="6710245" y="7298846"/>
                </a:lnTo>
                <a:lnTo>
                  <a:pt x="0" y="5875273"/>
                </a:lnTo>
                <a:lnTo>
                  <a:pt x="975610" y="1276579"/>
                </a:lnTo>
                <a:lnTo>
                  <a:pt x="2659248" y="1633762"/>
                </a:lnTo>
                <a:lnTo>
                  <a:pt x="4840642" y="25507"/>
                </a:lnTo>
                <a:lnTo>
                  <a:pt x="4855436" y="0"/>
                </a:lnTo>
                <a:lnTo>
                  <a:pt x="6244124" y="2394291"/>
                </a:lnTo>
                <a:close/>
              </a:path>
            </a:pathLst>
          </a:custGeom>
          <a:solidFill>
            <a:schemeClr val="bg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131414" y="2632804"/>
            <a:ext cx="1192870" cy="1192868"/>
          </a:xfrm>
          <a:prstGeom prst="rect">
            <a:avLst/>
          </a:prstGeom>
          <a:solidFill>
            <a:srgbClr val="1F474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800" b="1" dirty="0">
                <a:latin typeface="微软雅黑" panose="020B0503020204020204" pitchFamily="34" charset="-122"/>
                <a:ea typeface="微软雅黑" panose="020B0503020204020204" pitchFamily="34" charset="-122"/>
              </a:rPr>
              <a:t>01</a:t>
            </a:r>
            <a:endParaRPr lang="zh-CN" altLang="en-US" sz="4800" b="1" dirty="0">
              <a:latin typeface="微软雅黑" panose="020B0503020204020204" pitchFamily="34" charset="-122"/>
              <a:ea typeface="微软雅黑" panose="020B0503020204020204" pitchFamily="34" charset="-122"/>
            </a:endParaRPr>
          </a:p>
        </p:txBody>
      </p:sp>
      <p:sp>
        <p:nvSpPr>
          <p:cNvPr id="50" name="10"/>
          <p:cNvSpPr/>
          <p:nvPr>
            <p:custDataLst>
              <p:tags r:id="rId2"/>
            </p:custDataLst>
          </p:nvPr>
        </p:nvSpPr>
        <p:spPr>
          <a:xfrm>
            <a:off x="6592764" y="3536068"/>
            <a:ext cx="4531995" cy="521970"/>
          </a:xfrm>
          <a:prstGeom prst="rect">
            <a:avLst/>
          </a:prstGeom>
        </p:spPr>
        <p:txBody>
          <a:bodyPr wrap="none">
            <a:spAutoFit/>
          </a:bodyPr>
          <a:lstStyle/>
          <a:p>
            <a:pPr lvl="0" algn="ctr">
              <a:defRPr/>
            </a:pPr>
            <a:r>
              <a:rPr lang="en-US" altLang="zh-CN" sz="2800" kern="0" dirty="0">
                <a:solidFill>
                  <a:schemeClr val="bg1">
                    <a:lumMod val="50000"/>
                  </a:schemeClr>
                </a:solidFill>
                <a:latin typeface="微软雅黑" panose="020B0503020204020204" pitchFamily="34" charset="-122"/>
                <a:ea typeface="微软雅黑" panose="020B0503020204020204" pitchFamily="34" charset="-122"/>
              </a:rPr>
              <a:t>Add your title description</a:t>
            </a:r>
            <a:endParaRPr kumimoji="0" lang="en-US" altLang="zh-CN" sz="2800" b="0" i="0" u="none" strike="noStrike" kern="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cxnSp>
        <p:nvCxnSpPr>
          <p:cNvPr id="51" name="品 11"/>
          <p:cNvCxnSpPr/>
          <p:nvPr>
            <p:custDataLst>
              <p:tags r:id="rId3"/>
            </p:custDataLst>
          </p:nvPr>
        </p:nvCxnSpPr>
        <p:spPr>
          <a:xfrm>
            <a:off x="6438265" y="3413760"/>
            <a:ext cx="4665345" cy="15240"/>
          </a:xfrm>
          <a:prstGeom prst="line">
            <a:avLst/>
          </a:prstGeom>
          <a:noFill/>
          <a:ln w="6350" cap="flat" cmpd="sng" algn="ctr">
            <a:solidFill>
              <a:schemeClr val="bg1">
                <a:lumMod val="50000"/>
              </a:schemeClr>
            </a:solidFill>
            <a:prstDash val="solid"/>
            <a:miter lim="800000"/>
          </a:ln>
          <a:effectLst/>
        </p:spPr>
      </p:cxnSp>
      <p:sp>
        <p:nvSpPr>
          <p:cNvPr id="49" name="3"/>
          <p:cNvSpPr>
            <a:spLocks noChangeArrowheads="1"/>
          </p:cNvSpPr>
          <p:nvPr>
            <p:custDataLst>
              <p:tags r:id="rId4"/>
            </p:custDataLst>
          </p:nvPr>
        </p:nvSpPr>
        <p:spPr bwMode="auto">
          <a:xfrm>
            <a:off x="6324460" y="2437139"/>
            <a:ext cx="50596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4800" b="1" kern="0" dirty="0">
                <a:solidFill>
                  <a:srgbClr val="002060"/>
                </a:solidFill>
                <a:latin typeface="微软雅黑" panose="020B0503020204020204" pitchFamily="34" charset="-122"/>
                <a:ea typeface="微软雅黑" panose="020B0503020204020204" pitchFamily="34" charset="-122"/>
                <a:sym typeface="Calibri" panose="020F0502020204030204" pitchFamily="34" charset="0"/>
              </a:rPr>
              <a:t>加入你的标题描述</a:t>
            </a:r>
            <a:endParaRPr kumimoji="0" lang="zh-CN" altLang="en-US" sz="4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anim calcmode="lin" valueType="num">
                                      <p:cBhvr>
                                        <p:cTn id="8" dur="500" fill="hold"/>
                                        <p:tgtEl>
                                          <p:spTgt spid="52"/>
                                        </p:tgtEl>
                                        <p:attrNameLst>
                                          <p:attrName>ppt_x</p:attrName>
                                        </p:attrNameLst>
                                      </p:cBhvr>
                                      <p:tavLst>
                                        <p:tav tm="0">
                                          <p:val>
                                            <p:strVal val="#ppt_x"/>
                                          </p:val>
                                        </p:tav>
                                        <p:tav tm="100000">
                                          <p:val>
                                            <p:strVal val="#ppt_x"/>
                                          </p:val>
                                        </p:tav>
                                      </p:tavLst>
                                    </p:anim>
                                    <p:anim calcmode="lin" valueType="num">
                                      <p:cBhvr>
                                        <p:cTn id="9" dur="500" fill="hold"/>
                                        <p:tgtEl>
                                          <p:spTgt spid="5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500"/>
                                        <p:tgtEl>
                                          <p:spTgt spid="50"/>
                                        </p:tgtEl>
                                      </p:cBhvr>
                                    </p:animEffect>
                                    <p:anim calcmode="lin" valueType="num">
                                      <p:cBhvr>
                                        <p:cTn id="14" dur="500" fill="hold"/>
                                        <p:tgtEl>
                                          <p:spTgt spid="50"/>
                                        </p:tgtEl>
                                        <p:attrNameLst>
                                          <p:attrName>ppt_x</p:attrName>
                                        </p:attrNameLst>
                                      </p:cBhvr>
                                      <p:tavLst>
                                        <p:tav tm="0">
                                          <p:val>
                                            <p:strVal val="#ppt_x"/>
                                          </p:val>
                                        </p:tav>
                                        <p:tav tm="100000">
                                          <p:val>
                                            <p:strVal val="#ppt_x"/>
                                          </p:val>
                                        </p:tav>
                                      </p:tavLst>
                                    </p:anim>
                                    <p:anim calcmode="lin" valueType="num">
                                      <p:cBhvr>
                                        <p:cTn id="15" dur="500" fill="hold"/>
                                        <p:tgtEl>
                                          <p:spTgt spid="50"/>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500"/>
                                        <p:tgtEl>
                                          <p:spTgt spid="51"/>
                                        </p:tgtEl>
                                      </p:cBhvr>
                                    </p:animEffect>
                                    <p:anim calcmode="lin" valueType="num">
                                      <p:cBhvr>
                                        <p:cTn id="20" dur="500" fill="hold"/>
                                        <p:tgtEl>
                                          <p:spTgt spid="51"/>
                                        </p:tgtEl>
                                        <p:attrNameLst>
                                          <p:attrName>ppt_x</p:attrName>
                                        </p:attrNameLst>
                                      </p:cBhvr>
                                      <p:tavLst>
                                        <p:tav tm="0">
                                          <p:val>
                                            <p:strVal val="#ppt_x"/>
                                          </p:val>
                                        </p:tav>
                                        <p:tav tm="100000">
                                          <p:val>
                                            <p:strVal val="#ppt_x"/>
                                          </p:val>
                                        </p:tav>
                                      </p:tavLst>
                                    </p:anim>
                                    <p:anim calcmode="lin" valueType="num">
                                      <p:cBhvr>
                                        <p:cTn id="21" dur="500" fill="hold"/>
                                        <p:tgtEl>
                                          <p:spTgt spid="51"/>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anim calcmode="lin" valueType="num">
                                      <p:cBhvr>
                                        <p:cTn id="26" dur="500" fill="hold"/>
                                        <p:tgtEl>
                                          <p:spTgt spid="49"/>
                                        </p:tgtEl>
                                        <p:attrNameLst>
                                          <p:attrName>ppt_x</p:attrName>
                                        </p:attrNameLst>
                                      </p:cBhvr>
                                      <p:tavLst>
                                        <p:tav tm="0">
                                          <p:val>
                                            <p:strVal val="#ppt_x"/>
                                          </p:val>
                                        </p:tav>
                                        <p:tav tm="100000">
                                          <p:val>
                                            <p:strVal val="#ppt_x"/>
                                          </p:val>
                                        </p:tav>
                                      </p:tavLst>
                                    </p:anim>
                                    <p:anim calcmode="lin" valueType="num">
                                      <p:cBhvr>
                                        <p:cTn id="27" dur="500" fill="hold"/>
                                        <p:tgtEl>
                                          <p:spTgt spid="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ldLvl="0" animBg="1"/>
      <p:bldP spid="50" grpId="0"/>
      <p:bldP spid="4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05" y="156845"/>
            <a:ext cx="12188190" cy="835660"/>
            <a:chOff x="0" y="298740"/>
            <a:chExt cx="12190413" cy="835572"/>
          </a:xfrm>
          <a:solidFill>
            <a:srgbClr val="2F5597"/>
          </a:solidFill>
        </p:grpSpPr>
        <p:sp>
          <p:nvSpPr>
            <p:cNvPr id="2" name="矩形 1"/>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sp>
        <p:nvSpPr>
          <p:cNvPr id="7" name="Oval 9"/>
          <p:cNvSpPr/>
          <p:nvPr/>
        </p:nvSpPr>
        <p:spPr>
          <a:xfrm>
            <a:off x="1182682" y="5344249"/>
            <a:ext cx="571394" cy="571394"/>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dirty="0">
                <a:solidFill>
                  <a:srgbClr val="F2F2F2"/>
                </a:solidFill>
                <a:latin typeface="FontAwesome" pitchFamily="2" charset="0"/>
              </a:rPr>
              <a:t></a:t>
            </a:r>
            <a:endParaRPr lang="en-US" altLang="zh-CN" dirty="0">
              <a:solidFill>
                <a:srgbClr val="F2F2F2"/>
              </a:solidFill>
            </a:endParaRPr>
          </a:p>
        </p:txBody>
      </p:sp>
      <p:sp>
        <p:nvSpPr>
          <p:cNvPr id="9" name="Rectangle 10"/>
          <p:cNvSpPr/>
          <p:nvPr/>
        </p:nvSpPr>
        <p:spPr>
          <a:xfrm>
            <a:off x="1958826" y="5195332"/>
            <a:ext cx="2409379" cy="829945"/>
          </a:xfrm>
          <a:prstGeom prst="rect">
            <a:avLst/>
          </a:prstGeom>
        </p:spPr>
        <p:txBody>
          <a:bodyPr>
            <a:spAutoFit/>
          </a:bodyPr>
          <a:lstStyle/>
          <a:p>
            <a:pPr lvl="0"/>
            <a:r>
              <a:rPr lang="zh-CN" altLang="en-US" sz="1600" b="1" dirty="0">
                <a:solidFill>
                  <a:srgbClr val="FFFFFF">
                    <a:lumMod val="50000"/>
                  </a:srgbClr>
                </a:solidFill>
                <a:latin typeface="Open Sans" panose="020B0606030504020204" pitchFamily="34" charset="0"/>
                <a:cs typeface="Calibri" panose="020F0502020204030204" pitchFamily="34" charset="0"/>
              </a:rPr>
              <a:t>点击加入标题</a:t>
            </a:r>
            <a:endParaRPr lang="en-US" altLang="zh-CN" sz="1600" b="1" dirty="0">
              <a:solidFill>
                <a:srgbClr val="FFFFFF">
                  <a:lumMod val="50000"/>
                </a:srgbClr>
              </a:solidFill>
              <a:latin typeface="Open Sans" panose="020B0606030504020204" pitchFamily="34" charset="0"/>
              <a:cs typeface="Calibri" panose="020F0502020204030204" pitchFamily="34" charset="0"/>
            </a:endParaRPr>
          </a:p>
          <a:p>
            <a:pPr lvl="0"/>
            <a:r>
              <a:rPr lang="zh-CN" altLang="en-US" sz="1600" dirty="0">
                <a:solidFill>
                  <a:srgbClr val="FFFFFF">
                    <a:lumMod val="50000"/>
                  </a:srgbClr>
                </a:solidFill>
                <a:latin typeface="Open Sans" panose="020B0606030504020204" pitchFamily="34" charset="0"/>
                <a:cs typeface="Calibri" panose="020F0502020204030204" pitchFamily="34" charset="0"/>
              </a:rPr>
              <a:t>加入文字描述文案描述，</a:t>
            </a:r>
            <a:endParaRPr lang="en-US" altLang="zh-CN" sz="1600" dirty="0">
              <a:solidFill>
                <a:srgbClr val="FFFFFF">
                  <a:lumMod val="50000"/>
                </a:srgbClr>
              </a:solidFill>
              <a:latin typeface="Open Sans" panose="020B0606030504020204" pitchFamily="34" charset="0"/>
              <a:cs typeface="Calibri" panose="020F0502020204030204" pitchFamily="34" charset="0"/>
            </a:endParaRPr>
          </a:p>
          <a:p>
            <a:pPr lvl="0"/>
            <a:r>
              <a:rPr lang="zh-CN" altLang="en-US" sz="1600" dirty="0">
                <a:solidFill>
                  <a:srgbClr val="FFFFFF">
                    <a:lumMod val="50000"/>
                  </a:srgbClr>
                </a:solidFill>
                <a:latin typeface="Open Sans" panose="020B0606030504020204" pitchFamily="34" charset="0"/>
                <a:cs typeface="Calibri" panose="020F0502020204030204" pitchFamily="34" charset="0"/>
              </a:rPr>
              <a:t>文字描述文案描述表达。</a:t>
            </a:r>
            <a:endParaRPr lang="en-US" altLang="zh-CN" sz="1600" dirty="0">
              <a:solidFill>
                <a:srgbClr val="FFFFFF">
                  <a:lumMod val="50000"/>
                </a:srgbClr>
              </a:solidFill>
            </a:endParaRPr>
          </a:p>
        </p:txBody>
      </p:sp>
      <p:sp>
        <p:nvSpPr>
          <p:cNvPr id="10" name="Oval 14"/>
          <p:cNvSpPr/>
          <p:nvPr/>
        </p:nvSpPr>
        <p:spPr>
          <a:xfrm>
            <a:off x="4523751" y="5344249"/>
            <a:ext cx="571394" cy="571394"/>
          </a:xfrm>
          <a:prstGeom prst="ellipse">
            <a:avLst/>
          </a:prstGeom>
          <a:solidFill>
            <a:srgbClr val="1F474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dirty="0">
                <a:solidFill>
                  <a:srgbClr val="F2F2F2"/>
                </a:solidFill>
                <a:latin typeface="FontAwesome" pitchFamily="2" charset="0"/>
              </a:rPr>
              <a:t></a:t>
            </a:r>
            <a:endParaRPr lang="en-US" altLang="zh-CN" dirty="0">
              <a:solidFill>
                <a:srgbClr val="F2F2F2"/>
              </a:solidFill>
            </a:endParaRPr>
          </a:p>
        </p:txBody>
      </p:sp>
      <p:sp>
        <p:nvSpPr>
          <p:cNvPr id="11" name="Rectangle 15"/>
          <p:cNvSpPr/>
          <p:nvPr/>
        </p:nvSpPr>
        <p:spPr>
          <a:xfrm>
            <a:off x="5299895" y="5195332"/>
            <a:ext cx="2409379" cy="829945"/>
          </a:xfrm>
          <a:prstGeom prst="rect">
            <a:avLst/>
          </a:prstGeom>
        </p:spPr>
        <p:txBody>
          <a:bodyPr>
            <a:spAutoFit/>
          </a:bodyPr>
          <a:lstStyle/>
          <a:p>
            <a:pPr lvl="0"/>
            <a:r>
              <a:rPr lang="zh-CN" altLang="en-US" sz="1600" b="1" dirty="0">
                <a:solidFill>
                  <a:srgbClr val="FFFFFF">
                    <a:lumMod val="50000"/>
                  </a:srgbClr>
                </a:solidFill>
                <a:latin typeface="Open Sans" panose="020B0606030504020204" pitchFamily="34" charset="0"/>
                <a:cs typeface="Calibri" panose="020F0502020204030204" pitchFamily="34" charset="0"/>
              </a:rPr>
              <a:t>点击加入标题</a:t>
            </a:r>
            <a:endParaRPr lang="en-US" altLang="zh-CN" sz="1600" b="1" dirty="0">
              <a:solidFill>
                <a:srgbClr val="FFFFFF">
                  <a:lumMod val="50000"/>
                </a:srgbClr>
              </a:solidFill>
              <a:latin typeface="Open Sans" panose="020B0606030504020204" pitchFamily="34" charset="0"/>
              <a:cs typeface="Calibri" panose="020F0502020204030204" pitchFamily="34" charset="0"/>
            </a:endParaRPr>
          </a:p>
          <a:p>
            <a:pPr lvl="0"/>
            <a:r>
              <a:rPr lang="zh-CN" altLang="en-US" sz="1600" dirty="0">
                <a:solidFill>
                  <a:srgbClr val="FFFFFF">
                    <a:lumMod val="50000"/>
                  </a:srgbClr>
                </a:solidFill>
                <a:latin typeface="Open Sans" panose="020B0606030504020204" pitchFamily="34" charset="0"/>
                <a:cs typeface="Calibri" panose="020F0502020204030204" pitchFamily="34" charset="0"/>
              </a:rPr>
              <a:t>加入文字描述文案描述，</a:t>
            </a:r>
            <a:endParaRPr lang="en-US" altLang="zh-CN" sz="1600" dirty="0">
              <a:solidFill>
                <a:srgbClr val="FFFFFF">
                  <a:lumMod val="50000"/>
                </a:srgbClr>
              </a:solidFill>
              <a:latin typeface="Open Sans" panose="020B0606030504020204" pitchFamily="34" charset="0"/>
              <a:cs typeface="Calibri" panose="020F0502020204030204" pitchFamily="34" charset="0"/>
            </a:endParaRPr>
          </a:p>
          <a:p>
            <a:pPr lvl="0"/>
            <a:r>
              <a:rPr lang="zh-CN" altLang="en-US" sz="1600" dirty="0">
                <a:solidFill>
                  <a:srgbClr val="FFFFFF">
                    <a:lumMod val="50000"/>
                  </a:srgbClr>
                </a:solidFill>
                <a:latin typeface="Open Sans" panose="020B0606030504020204" pitchFamily="34" charset="0"/>
                <a:cs typeface="Calibri" panose="020F0502020204030204" pitchFamily="34" charset="0"/>
              </a:rPr>
              <a:t>文字描述文案描述表达。</a:t>
            </a:r>
            <a:endParaRPr lang="en-US" altLang="zh-CN" sz="1600" dirty="0">
              <a:solidFill>
                <a:srgbClr val="FFFFFF">
                  <a:lumMod val="50000"/>
                </a:srgbClr>
              </a:solidFill>
            </a:endParaRPr>
          </a:p>
        </p:txBody>
      </p:sp>
      <p:sp>
        <p:nvSpPr>
          <p:cNvPr id="12" name="Oval 18"/>
          <p:cNvSpPr/>
          <p:nvPr/>
        </p:nvSpPr>
        <p:spPr>
          <a:xfrm>
            <a:off x="7877518" y="5344249"/>
            <a:ext cx="571394" cy="571394"/>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US" altLang="zh-CN">
                <a:solidFill>
                  <a:srgbClr val="F2F2F2"/>
                </a:solidFill>
                <a:latin typeface="FontAwesome" pitchFamily="2" charset="0"/>
              </a:rPr>
              <a:t></a:t>
            </a:r>
            <a:endParaRPr lang="en-US" altLang="zh-CN">
              <a:solidFill>
                <a:srgbClr val="F2F2F2"/>
              </a:solidFill>
            </a:endParaRPr>
          </a:p>
        </p:txBody>
      </p:sp>
      <p:sp>
        <p:nvSpPr>
          <p:cNvPr id="14" name="Rectangle 19"/>
          <p:cNvSpPr/>
          <p:nvPr/>
        </p:nvSpPr>
        <p:spPr>
          <a:xfrm>
            <a:off x="8653661" y="5195332"/>
            <a:ext cx="2409379" cy="829945"/>
          </a:xfrm>
          <a:prstGeom prst="rect">
            <a:avLst/>
          </a:prstGeom>
        </p:spPr>
        <p:txBody>
          <a:bodyPr>
            <a:spAutoFit/>
          </a:bodyPr>
          <a:lstStyle/>
          <a:p>
            <a:pPr lvl="0"/>
            <a:r>
              <a:rPr lang="zh-CN" altLang="en-US" sz="1600" b="1" dirty="0">
                <a:solidFill>
                  <a:srgbClr val="FFFFFF">
                    <a:lumMod val="50000"/>
                  </a:srgbClr>
                </a:solidFill>
                <a:latin typeface="Open Sans" panose="020B0606030504020204" pitchFamily="34" charset="0"/>
                <a:cs typeface="Calibri" panose="020F0502020204030204" pitchFamily="34" charset="0"/>
              </a:rPr>
              <a:t>点击加入标题</a:t>
            </a:r>
            <a:endParaRPr lang="en-US" altLang="zh-CN" sz="1600" b="1" dirty="0">
              <a:solidFill>
                <a:srgbClr val="FFFFFF">
                  <a:lumMod val="50000"/>
                </a:srgbClr>
              </a:solidFill>
              <a:latin typeface="Open Sans" panose="020B0606030504020204" pitchFamily="34" charset="0"/>
              <a:cs typeface="Calibri" panose="020F0502020204030204" pitchFamily="34" charset="0"/>
            </a:endParaRPr>
          </a:p>
          <a:p>
            <a:pPr lvl="0"/>
            <a:r>
              <a:rPr lang="zh-CN" altLang="en-US" sz="1600" dirty="0">
                <a:solidFill>
                  <a:srgbClr val="FFFFFF">
                    <a:lumMod val="50000"/>
                  </a:srgbClr>
                </a:solidFill>
                <a:latin typeface="Open Sans" panose="020B0606030504020204" pitchFamily="34" charset="0"/>
                <a:cs typeface="Calibri" panose="020F0502020204030204" pitchFamily="34" charset="0"/>
              </a:rPr>
              <a:t>加入文字描述文案描述，</a:t>
            </a:r>
            <a:endParaRPr lang="en-US" altLang="zh-CN" sz="1600" dirty="0">
              <a:solidFill>
                <a:srgbClr val="FFFFFF">
                  <a:lumMod val="50000"/>
                </a:srgbClr>
              </a:solidFill>
              <a:latin typeface="Open Sans" panose="020B0606030504020204" pitchFamily="34" charset="0"/>
              <a:cs typeface="Calibri" panose="020F0502020204030204" pitchFamily="34" charset="0"/>
            </a:endParaRPr>
          </a:p>
          <a:p>
            <a:pPr lvl="0"/>
            <a:r>
              <a:rPr lang="zh-CN" altLang="en-US" sz="1600" dirty="0">
                <a:solidFill>
                  <a:srgbClr val="FFFFFF">
                    <a:lumMod val="50000"/>
                  </a:srgbClr>
                </a:solidFill>
                <a:latin typeface="Open Sans" panose="020B0606030504020204" pitchFamily="34" charset="0"/>
                <a:cs typeface="Calibri" panose="020F0502020204030204" pitchFamily="34" charset="0"/>
              </a:rPr>
              <a:t>文字描述文案描述表达。</a:t>
            </a:r>
            <a:endParaRPr lang="en-US" altLang="zh-CN" sz="1600" dirty="0">
              <a:solidFill>
                <a:srgbClr val="FFFFFF">
                  <a:lumMod val="50000"/>
                </a:srgbClr>
              </a:solidFill>
            </a:endParaRPr>
          </a:p>
        </p:txBody>
      </p:sp>
      <p:pic>
        <p:nvPicPr>
          <p:cNvPr id="17" name="图片占位符 9"/>
          <p:cNvPicPr>
            <a:picLocks noGrp="1" noChangeAspect="1"/>
          </p:cNvPicPr>
          <p:nvPr/>
        </p:nvPicPr>
        <p:blipFill>
          <a:blip r:embed="rId3" cstate="print">
            <a:extLst>
              <a:ext uri="{28A0092B-C50C-407E-A947-70E740481C1C}">
                <a14:useLocalDpi xmlns:a14="http://schemas.microsoft.com/office/drawing/2010/main" val="0"/>
              </a:ext>
            </a:extLst>
          </a:blip>
          <a:srcRect t="34626" b="34626"/>
          <a:stretch>
            <a:fillRect/>
          </a:stretch>
        </p:blipFill>
        <p:spPr>
          <a:xfrm>
            <a:off x="927100" y="2181860"/>
            <a:ext cx="10337800" cy="2494280"/>
          </a:xfrm>
          <a:custGeom>
            <a:avLst/>
            <a:gdLst>
              <a:gd name="connsiteX0" fmla="*/ 0 w 7044531"/>
              <a:gd name="connsiteY0" fmla="*/ 0 h 1446322"/>
              <a:gd name="connsiteX1" fmla="*/ 7044531 w 7044531"/>
              <a:gd name="connsiteY1" fmla="*/ 0 h 1446322"/>
              <a:gd name="connsiteX2" fmla="*/ 7044531 w 7044531"/>
              <a:gd name="connsiteY2" fmla="*/ 1446322 h 1446322"/>
              <a:gd name="connsiteX3" fmla="*/ 0 w 7044531"/>
              <a:gd name="connsiteY3" fmla="*/ 1446322 h 1446322"/>
            </a:gdLst>
            <a:ahLst/>
            <a:cxnLst>
              <a:cxn ang="0">
                <a:pos x="connsiteX0" y="connsiteY0"/>
              </a:cxn>
              <a:cxn ang="0">
                <a:pos x="connsiteX1" y="connsiteY1"/>
              </a:cxn>
              <a:cxn ang="0">
                <a:pos x="connsiteX2" y="connsiteY2"/>
              </a:cxn>
              <a:cxn ang="0">
                <a:pos x="connsiteX3" y="connsiteY3"/>
              </a:cxn>
            </a:cxnLst>
            <a:rect l="l" t="t" r="r" b="b"/>
            <a:pathLst>
              <a:path w="7044531" h="1446322">
                <a:moveTo>
                  <a:pt x="0" y="0"/>
                </a:moveTo>
                <a:lnTo>
                  <a:pt x="7044531" y="0"/>
                </a:lnTo>
                <a:lnTo>
                  <a:pt x="7044531" y="1446322"/>
                </a:lnTo>
                <a:lnTo>
                  <a:pt x="0" y="1446322"/>
                </a:lnTo>
                <a:close/>
              </a:path>
            </a:pathLst>
          </a:custGeom>
        </p:spPr>
      </p:pic>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anim calcmode="lin" valueType="num">
                                      <p:cBhvr>
                                        <p:cTn id="14" dur="500" fill="hold"/>
                                        <p:tgtEl>
                                          <p:spTgt spid="9"/>
                                        </p:tgtEl>
                                        <p:attrNameLst>
                                          <p:attrName>ppt_x</p:attrName>
                                        </p:attrNameLst>
                                      </p:cBhvr>
                                      <p:tavLst>
                                        <p:tav tm="0">
                                          <p:val>
                                            <p:strVal val="#ppt_x"/>
                                          </p:val>
                                        </p:tav>
                                        <p:tav tm="100000">
                                          <p:val>
                                            <p:strVal val="#ppt_x"/>
                                          </p:val>
                                        </p:tav>
                                      </p:tavLst>
                                    </p:anim>
                                    <p:anim calcmode="lin" valueType="num">
                                      <p:cBhvr>
                                        <p:cTn id="15" dur="5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anim calcmode="lin" valueType="num">
                                      <p:cBhvr>
                                        <p:cTn id="20" dur="500" fill="hold"/>
                                        <p:tgtEl>
                                          <p:spTgt spid="10"/>
                                        </p:tgtEl>
                                        <p:attrNameLst>
                                          <p:attrName>ppt_x</p:attrName>
                                        </p:attrNameLst>
                                      </p:cBhvr>
                                      <p:tavLst>
                                        <p:tav tm="0">
                                          <p:val>
                                            <p:strVal val="#ppt_x"/>
                                          </p:val>
                                        </p:tav>
                                        <p:tav tm="100000">
                                          <p:val>
                                            <p:strVal val="#ppt_x"/>
                                          </p:val>
                                        </p:tav>
                                      </p:tavLst>
                                    </p:anim>
                                    <p:anim calcmode="lin" valueType="num">
                                      <p:cBhvr>
                                        <p:cTn id="21" dur="500" fill="hold"/>
                                        <p:tgtEl>
                                          <p:spTgt spid="10"/>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ppt_x</p:attrName>
                                        </p:attrNameLst>
                                      </p:cBhvr>
                                      <p:tavLst>
                                        <p:tav tm="0">
                                          <p:val>
                                            <p:strVal val="#ppt_x"/>
                                          </p:val>
                                        </p:tav>
                                        <p:tav tm="100000">
                                          <p:val>
                                            <p:strVal val="#ppt_x"/>
                                          </p:val>
                                        </p:tav>
                                      </p:tavLst>
                                    </p:anim>
                                    <p:anim calcmode="lin" valueType="num">
                                      <p:cBhvr>
                                        <p:cTn id="27" dur="500" fill="hold"/>
                                        <p:tgtEl>
                                          <p:spTgt spid="11"/>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anim calcmode="lin" valueType="num">
                                      <p:cBhvr>
                                        <p:cTn id="32" dur="500" fill="hold"/>
                                        <p:tgtEl>
                                          <p:spTgt spid="12"/>
                                        </p:tgtEl>
                                        <p:attrNameLst>
                                          <p:attrName>ppt_x</p:attrName>
                                        </p:attrNameLst>
                                      </p:cBhvr>
                                      <p:tavLst>
                                        <p:tav tm="0">
                                          <p:val>
                                            <p:strVal val="#ppt_x"/>
                                          </p:val>
                                        </p:tav>
                                        <p:tav tm="100000">
                                          <p:val>
                                            <p:strVal val="#ppt_x"/>
                                          </p:val>
                                        </p:tav>
                                      </p:tavLst>
                                    </p:anim>
                                    <p:anim calcmode="lin" valueType="num">
                                      <p:cBhvr>
                                        <p:cTn id="33" dur="500" fill="hold"/>
                                        <p:tgtEl>
                                          <p:spTgt spid="12"/>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anim calcmode="lin" valueType="num">
                                      <p:cBhvr>
                                        <p:cTn id="38" dur="500" fill="hold"/>
                                        <p:tgtEl>
                                          <p:spTgt spid="14"/>
                                        </p:tgtEl>
                                        <p:attrNameLst>
                                          <p:attrName>ppt_x</p:attrName>
                                        </p:attrNameLst>
                                      </p:cBhvr>
                                      <p:tavLst>
                                        <p:tav tm="0">
                                          <p:val>
                                            <p:strVal val="#ppt_x"/>
                                          </p:val>
                                        </p:tav>
                                        <p:tav tm="100000">
                                          <p:val>
                                            <p:strVal val="#ppt_x"/>
                                          </p:val>
                                        </p:tav>
                                      </p:tavLst>
                                    </p:anim>
                                    <p:anim calcmode="lin" valueType="num">
                                      <p:cBhvr>
                                        <p:cTn id="39" dur="500" fill="hold"/>
                                        <p:tgtEl>
                                          <p:spTgt spid="14"/>
                                        </p:tgtEl>
                                        <p:attrNameLst>
                                          <p:attrName>ppt_y</p:attrName>
                                        </p:attrNameLst>
                                      </p:cBhvr>
                                      <p:tavLst>
                                        <p:tav tm="0">
                                          <p:val>
                                            <p:strVal val="#ppt_y+.1"/>
                                          </p:val>
                                        </p:tav>
                                        <p:tav tm="100000">
                                          <p:val>
                                            <p:strVal val="#ppt_y"/>
                                          </p:val>
                                        </p:tav>
                                      </p:tavLst>
                                    </p:anim>
                                  </p:childTnLst>
                                </p:cTn>
                              </p:par>
                              <p:par>
                                <p:cTn id="40" presetID="47"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P spid="10" grpId="0" bldLvl="0" animBg="1"/>
      <p:bldP spid="11" grpId="0"/>
      <p:bldP spid="12" grpId="0" bldLvl="0" animBg="1"/>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H_Other_1"/>
          <p:cNvSpPr/>
          <p:nvPr>
            <p:custDataLst>
              <p:tags r:id="rId2"/>
            </p:custDataLst>
          </p:nvPr>
        </p:nvSpPr>
        <p:spPr bwMode="auto">
          <a:xfrm rot="319427">
            <a:off x="1266335" y="1482706"/>
            <a:ext cx="2742249" cy="2983942"/>
          </a:xfrm>
          <a:prstGeom prst="rect">
            <a:avLst/>
          </a:prstGeom>
          <a:solidFill>
            <a:srgbClr val="FFFFFF"/>
          </a:solidFill>
          <a:ln w="3175">
            <a:solidFill>
              <a:srgbClr val="D5D5D5"/>
            </a:solidFill>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spcBef>
                <a:spcPct val="0"/>
              </a:spcBef>
              <a:buFontTx/>
              <a:buNone/>
            </a:pPr>
            <a:endParaRPr lang="zh-CN" altLang="en-US">
              <a:solidFill>
                <a:srgbClr val="FFFFFF"/>
              </a:solidFill>
            </a:endParaRPr>
          </a:p>
        </p:txBody>
      </p:sp>
      <p:sp>
        <p:nvSpPr>
          <p:cNvPr id="10" name="MH_Other_3"/>
          <p:cNvSpPr/>
          <p:nvPr>
            <p:custDataLst>
              <p:tags r:id="rId3"/>
            </p:custDataLst>
          </p:nvPr>
        </p:nvSpPr>
        <p:spPr bwMode="auto">
          <a:xfrm rot="19965931">
            <a:off x="5185788" y="1862615"/>
            <a:ext cx="1526632" cy="1824784"/>
          </a:xfrm>
          <a:prstGeom prst="rect">
            <a:avLst/>
          </a:prstGeom>
          <a:solidFill>
            <a:srgbClr val="FFFFFF"/>
          </a:solidFill>
          <a:ln w="3175">
            <a:solidFill>
              <a:srgbClr val="D5D5D5"/>
            </a:solidFill>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endParaRPr lang="zh-CN" altLang="en-US">
              <a:solidFill>
                <a:srgbClr val="FFFFFF"/>
              </a:solidFill>
            </a:endParaRPr>
          </a:p>
        </p:txBody>
      </p:sp>
      <p:sp>
        <p:nvSpPr>
          <p:cNvPr id="13" name="MH_Other_4"/>
          <p:cNvSpPr/>
          <p:nvPr>
            <p:custDataLst>
              <p:tags r:id="rId4"/>
            </p:custDataLst>
          </p:nvPr>
        </p:nvSpPr>
        <p:spPr bwMode="auto">
          <a:xfrm rot="1616287">
            <a:off x="7834865" y="1806942"/>
            <a:ext cx="1737861" cy="2148145"/>
          </a:xfrm>
          <a:prstGeom prst="rect">
            <a:avLst/>
          </a:prstGeom>
          <a:solidFill>
            <a:srgbClr val="FFFFFF"/>
          </a:solidFill>
          <a:ln w="3175">
            <a:solidFill>
              <a:srgbClr val="D5D5D5"/>
            </a:solidFill>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endParaRPr lang="zh-CN" altLang="en-US">
              <a:solidFill>
                <a:srgbClr val="FFFFFF"/>
              </a:solidFill>
            </a:endParaRPr>
          </a:p>
        </p:txBody>
      </p:sp>
      <p:sp>
        <p:nvSpPr>
          <p:cNvPr id="12" name="文本框 11"/>
          <p:cNvSpPr txBox="1"/>
          <p:nvPr/>
        </p:nvSpPr>
        <p:spPr>
          <a:xfrm>
            <a:off x="5605384" y="4862494"/>
            <a:ext cx="5461823" cy="679160"/>
          </a:xfrm>
          <a:prstGeom prst="rect">
            <a:avLst/>
          </a:prstGeom>
          <a:noFill/>
        </p:spPr>
        <p:txBody>
          <a:bodyPr wrap="square" rtlCol="0">
            <a:spAutoFit/>
            <a:scene3d>
              <a:camera prst="orthographicFront"/>
              <a:lightRig rig="threePt" dir="t"/>
            </a:scene3d>
            <a:sp3d contourW="12700"/>
          </a:bodyPr>
          <a:lstStyle/>
          <a:p>
            <a:pPr algn="just">
              <a:lnSpc>
                <a:spcPct val="125000"/>
              </a:lnSpc>
            </a:pPr>
            <a:r>
              <a:rPr lang="zh-CN" altLang="en-US" sz="1600" dirty="0" smtClean="0">
                <a:latin typeface="Century Gothic" panose="020B0502020202020204" charset="0"/>
              </a:rPr>
              <a:t>齐心协力，永创佳绩，顽强拼搏，所向无敌，山中猛虎</a:t>
            </a:r>
            <a:endParaRPr lang="en-US" altLang="zh-CN" sz="1600" dirty="0" smtClean="0">
              <a:latin typeface="Century Gothic" panose="020B0502020202020204" charset="0"/>
            </a:endParaRPr>
          </a:p>
          <a:p>
            <a:pPr algn="just">
              <a:lnSpc>
                <a:spcPct val="125000"/>
              </a:lnSpc>
            </a:pPr>
            <a:r>
              <a:rPr lang="zh-CN" altLang="en-US" sz="1600" dirty="0" smtClean="0">
                <a:latin typeface="Century Gothic" panose="020B0502020202020204" charset="0"/>
              </a:rPr>
              <a:t>水中蛟龙，顽强拼搏，超越自我，不鸣则已，一鸣惊人</a:t>
            </a:r>
          </a:p>
        </p:txBody>
      </p:sp>
      <p:sp>
        <p:nvSpPr>
          <p:cNvPr id="15" name="文本框 14"/>
          <p:cNvSpPr txBox="1"/>
          <p:nvPr/>
        </p:nvSpPr>
        <p:spPr>
          <a:xfrm>
            <a:off x="5605385" y="4281886"/>
            <a:ext cx="2480498" cy="510589"/>
          </a:xfrm>
          <a:prstGeom prst="rect">
            <a:avLst/>
          </a:prstGeom>
          <a:noFill/>
        </p:spPr>
        <p:txBody>
          <a:bodyPr wrap="square" rtlCol="0">
            <a:spAutoFit/>
            <a:scene3d>
              <a:camera prst="orthographicFront"/>
              <a:lightRig rig="threePt" dir="t"/>
            </a:scene3d>
            <a:sp3d contourW="12700"/>
          </a:bodyPr>
          <a:lstStyle/>
          <a:p>
            <a:pPr algn="just">
              <a:lnSpc>
                <a:spcPct val="125000"/>
              </a:lnSpc>
            </a:pPr>
            <a:r>
              <a:rPr lang="zh-CN" altLang="en-US" sz="2400" b="1" dirty="0">
                <a:solidFill>
                  <a:srgbClr val="0070C0"/>
                </a:solidFill>
                <a:latin typeface="Century Gothic" panose="020B0502020202020204" charset="0"/>
              </a:rPr>
              <a:t>企业</a:t>
            </a:r>
            <a:r>
              <a:rPr lang="zh-CN" altLang="en-US" sz="2400" b="1" dirty="0" smtClean="0">
                <a:solidFill>
                  <a:srgbClr val="0070C0"/>
                </a:solidFill>
                <a:latin typeface="Century Gothic" panose="020B0502020202020204" charset="0"/>
              </a:rPr>
              <a:t>精神</a:t>
            </a:r>
          </a:p>
        </p:txBody>
      </p:sp>
      <p:pic>
        <p:nvPicPr>
          <p:cNvPr id="17" name="图片占位符 16"/>
          <p:cNvPicPr>
            <a:picLocks noGrp="1" noChangeAspect="1"/>
          </p:cNvPicPr>
          <p:nvPr>
            <p:ph type="pic" sz="quarter" idx="11"/>
          </p:nvPr>
        </p:nvPicPr>
        <p:blipFill>
          <a:blip r:embed="rId8" cstate="print">
            <a:extLst>
              <a:ext uri="{28A0092B-C50C-407E-A947-70E740481C1C}">
                <a14:useLocalDpi xmlns:a14="http://schemas.microsoft.com/office/drawing/2010/main" val="0"/>
              </a:ext>
            </a:extLst>
          </a:blip>
          <a:srcRect l="16505" r="16505"/>
          <a:stretch>
            <a:fillRect/>
          </a:stretch>
        </p:blipFill>
        <p:spPr/>
      </p:pic>
      <p:pic>
        <p:nvPicPr>
          <p:cNvPr id="19" name="图片占位符 18"/>
          <p:cNvPicPr>
            <a:picLocks noGrp="1" noChangeAspect="1"/>
          </p:cNvPicPr>
          <p:nvPr>
            <p:ph type="pic" sz="quarter" idx="13"/>
          </p:nvPr>
        </p:nvPicPr>
        <p:blipFill>
          <a:blip r:embed="rId9" cstate="print">
            <a:extLst>
              <a:ext uri="{28A0092B-C50C-407E-A947-70E740481C1C}">
                <a14:useLocalDpi xmlns:a14="http://schemas.microsoft.com/office/drawing/2010/main" val="0"/>
              </a:ext>
            </a:extLst>
          </a:blip>
          <a:srcRect l="17846" r="17846"/>
          <a:stretch>
            <a:fillRect/>
          </a:stretch>
        </p:blipFill>
        <p:spPr/>
      </p:pic>
      <p:pic>
        <p:nvPicPr>
          <p:cNvPr id="20" name="图片占位符 19"/>
          <p:cNvPicPr>
            <a:picLocks noGrp="1" noChangeAspect="1"/>
          </p:cNvPicPr>
          <p:nvPr>
            <p:ph type="pic" sz="quarter" idx="14"/>
          </p:nvPr>
        </p:nvPicPr>
        <p:blipFill>
          <a:blip r:embed="rId10" cstate="print">
            <a:extLst>
              <a:ext uri="{28A0092B-C50C-407E-A947-70E740481C1C}">
                <a14:useLocalDpi xmlns:a14="http://schemas.microsoft.com/office/drawing/2010/main" val="0"/>
              </a:ext>
            </a:extLst>
          </a:blip>
          <a:srcRect l="18165" r="18165"/>
          <a:stretch>
            <a:fillRect/>
          </a:stretch>
        </p:blipFill>
        <p:spPr/>
      </p:pic>
      <p:sp>
        <p:nvSpPr>
          <p:cNvPr id="7" name="MH_Other_2"/>
          <p:cNvSpPr/>
          <p:nvPr>
            <p:custDataLst>
              <p:tags r:id="rId5"/>
            </p:custDataLst>
          </p:nvPr>
        </p:nvSpPr>
        <p:spPr bwMode="auto">
          <a:xfrm rot="608394">
            <a:off x="2943205" y="3854772"/>
            <a:ext cx="1982306" cy="2157021"/>
          </a:xfrm>
          <a:prstGeom prst="rect">
            <a:avLst/>
          </a:prstGeom>
          <a:solidFill>
            <a:srgbClr val="FFFFFF"/>
          </a:solidFill>
          <a:ln w="3175">
            <a:solidFill>
              <a:srgbClr val="D5D5D5"/>
            </a:solidFill>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eaLnBrk="1" hangingPunct="1"/>
            <a:endParaRPr lang="zh-CN" altLang="en-US">
              <a:solidFill>
                <a:srgbClr val="FFFFFF"/>
              </a:solidFill>
            </a:endParaRPr>
          </a:p>
        </p:txBody>
      </p:sp>
      <p:pic>
        <p:nvPicPr>
          <p:cNvPr id="18" name="图片占位符 17"/>
          <p:cNvPicPr>
            <a:picLocks noGrp="1" noChangeAspect="1"/>
          </p:cNvPicPr>
          <p:nvPr>
            <p:ph type="pic" sz="quarter" idx="12"/>
          </p:nvPr>
        </p:nvPicPr>
        <p:blipFill>
          <a:blip r:embed="rId11" cstate="print">
            <a:extLst>
              <a:ext uri="{28A0092B-C50C-407E-A947-70E740481C1C}">
                <a14:useLocalDpi xmlns:a14="http://schemas.microsoft.com/office/drawing/2010/main" val="0"/>
              </a:ext>
            </a:extLst>
          </a:blip>
          <a:srcRect l="17023" r="17023"/>
          <a:stretch>
            <a:fillRect/>
          </a:stretch>
        </p:blipFill>
        <p:spPr/>
      </p:pic>
      <p:grpSp>
        <p:nvGrpSpPr>
          <p:cNvPr id="4" name="组合 3"/>
          <p:cNvGrpSpPr/>
          <p:nvPr/>
        </p:nvGrpSpPr>
        <p:grpSpPr>
          <a:xfrm>
            <a:off x="1905" y="156845"/>
            <a:ext cx="12188190" cy="835660"/>
            <a:chOff x="0" y="298740"/>
            <a:chExt cx="12190413" cy="835572"/>
          </a:xfrm>
          <a:solidFill>
            <a:srgbClr val="2F5597"/>
          </a:solidFill>
        </p:grpSpPr>
        <p:sp>
          <p:nvSpPr>
            <p:cNvPr id="2" name="矩形 1"/>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1000" fill="hold"/>
                                        <p:tgtEl>
                                          <p:spTgt spid="17"/>
                                        </p:tgtEl>
                                        <p:attrNameLst>
                                          <p:attrName>ppt_w</p:attrName>
                                        </p:attrNameLst>
                                      </p:cBhvr>
                                      <p:tavLst>
                                        <p:tav tm="0">
                                          <p:val>
                                            <p:fltVal val="0"/>
                                          </p:val>
                                        </p:tav>
                                        <p:tav tm="100000">
                                          <p:val>
                                            <p:strVal val="#ppt_w"/>
                                          </p:val>
                                        </p:tav>
                                      </p:tavLst>
                                    </p:anim>
                                    <p:anim calcmode="lin" valueType="num">
                                      <p:cBhvr>
                                        <p:cTn id="8" dur="1000" fill="hold"/>
                                        <p:tgtEl>
                                          <p:spTgt spid="17"/>
                                        </p:tgtEl>
                                        <p:attrNameLst>
                                          <p:attrName>ppt_h</p:attrName>
                                        </p:attrNameLst>
                                      </p:cBhvr>
                                      <p:tavLst>
                                        <p:tav tm="0">
                                          <p:val>
                                            <p:fltVal val="0"/>
                                          </p:val>
                                        </p:tav>
                                        <p:tav tm="100000">
                                          <p:val>
                                            <p:strVal val="#ppt_h"/>
                                          </p:val>
                                        </p:tav>
                                      </p:tavLst>
                                    </p:anim>
                                    <p:anim calcmode="lin" valueType="num">
                                      <p:cBhvr>
                                        <p:cTn id="9" dur="1000" fill="hold"/>
                                        <p:tgtEl>
                                          <p:spTgt spid="17"/>
                                        </p:tgtEl>
                                        <p:attrNameLst>
                                          <p:attrName>style.rotation</p:attrName>
                                        </p:attrNameLst>
                                      </p:cBhvr>
                                      <p:tavLst>
                                        <p:tav tm="0">
                                          <p:val>
                                            <p:fltVal val="90"/>
                                          </p:val>
                                        </p:tav>
                                        <p:tav tm="100000">
                                          <p:val>
                                            <p:fltVal val="0"/>
                                          </p:val>
                                        </p:tav>
                                      </p:tavLst>
                                    </p:anim>
                                    <p:animEffect transition="in" filter="fade">
                                      <p:cBhvr>
                                        <p:cTn id="10" dur="1000"/>
                                        <p:tgtEl>
                                          <p:spTgt spid="17"/>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fltVal val="0"/>
                                          </p:val>
                                        </p:tav>
                                        <p:tav tm="100000">
                                          <p:val>
                                            <p:strVal val="#ppt_w"/>
                                          </p:val>
                                        </p:tav>
                                      </p:tavLst>
                                    </p:anim>
                                    <p:anim calcmode="lin" valueType="num">
                                      <p:cBhvr>
                                        <p:cTn id="14" dur="1000" fill="hold"/>
                                        <p:tgtEl>
                                          <p:spTgt spid="3"/>
                                        </p:tgtEl>
                                        <p:attrNameLst>
                                          <p:attrName>ppt_h</p:attrName>
                                        </p:attrNameLst>
                                      </p:cBhvr>
                                      <p:tavLst>
                                        <p:tav tm="0">
                                          <p:val>
                                            <p:fltVal val="0"/>
                                          </p:val>
                                        </p:tav>
                                        <p:tav tm="100000">
                                          <p:val>
                                            <p:strVal val="#ppt_h"/>
                                          </p:val>
                                        </p:tav>
                                      </p:tavLst>
                                    </p:anim>
                                    <p:anim calcmode="lin" valueType="num">
                                      <p:cBhvr>
                                        <p:cTn id="15" dur="1000" fill="hold"/>
                                        <p:tgtEl>
                                          <p:spTgt spid="3"/>
                                        </p:tgtEl>
                                        <p:attrNameLst>
                                          <p:attrName>style.rotation</p:attrName>
                                        </p:attrNameLst>
                                      </p:cBhvr>
                                      <p:tavLst>
                                        <p:tav tm="0">
                                          <p:val>
                                            <p:fltVal val="90"/>
                                          </p:val>
                                        </p:tav>
                                        <p:tav tm="100000">
                                          <p:val>
                                            <p:fltVal val="0"/>
                                          </p:val>
                                        </p:tav>
                                      </p:tavLst>
                                    </p:anim>
                                    <p:animEffect transition="in" filter="fade">
                                      <p:cBhvr>
                                        <p:cTn id="16" dur="1000"/>
                                        <p:tgtEl>
                                          <p:spTgt spid="3"/>
                                        </p:tgtEl>
                                      </p:cBhvr>
                                    </p:animEffect>
                                  </p:childTnLst>
                                </p:cTn>
                              </p:par>
                            </p:childTnLst>
                          </p:cTn>
                        </p:par>
                        <p:par>
                          <p:cTn id="17" fill="hold">
                            <p:stCondLst>
                              <p:cond delay="1000"/>
                            </p:stCondLst>
                            <p:childTnLst>
                              <p:par>
                                <p:cTn id="18" presetID="3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1000" fill="hold"/>
                                        <p:tgtEl>
                                          <p:spTgt spid="7"/>
                                        </p:tgtEl>
                                        <p:attrNameLst>
                                          <p:attrName>ppt_w</p:attrName>
                                        </p:attrNameLst>
                                      </p:cBhvr>
                                      <p:tavLst>
                                        <p:tav tm="0">
                                          <p:val>
                                            <p:fltVal val="0"/>
                                          </p:val>
                                        </p:tav>
                                        <p:tav tm="100000">
                                          <p:val>
                                            <p:strVal val="#ppt_w"/>
                                          </p:val>
                                        </p:tav>
                                      </p:tavLst>
                                    </p:anim>
                                    <p:anim calcmode="lin" valueType="num">
                                      <p:cBhvr>
                                        <p:cTn id="21" dur="1000" fill="hold"/>
                                        <p:tgtEl>
                                          <p:spTgt spid="7"/>
                                        </p:tgtEl>
                                        <p:attrNameLst>
                                          <p:attrName>ppt_h</p:attrName>
                                        </p:attrNameLst>
                                      </p:cBhvr>
                                      <p:tavLst>
                                        <p:tav tm="0">
                                          <p:val>
                                            <p:fltVal val="0"/>
                                          </p:val>
                                        </p:tav>
                                        <p:tav tm="100000">
                                          <p:val>
                                            <p:strVal val="#ppt_h"/>
                                          </p:val>
                                        </p:tav>
                                      </p:tavLst>
                                    </p:anim>
                                    <p:anim calcmode="lin" valueType="num">
                                      <p:cBhvr>
                                        <p:cTn id="22" dur="1000" fill="hold"/>
                                        <p:tgtEl>
                                          <p:spTgt spid="7"/>
                                        </p:tgtEl>
                                        <p:attrNameLst>
                                          <p:attrName>style.rotation</p:attrName>
                                        </p:attrNameLst>
                                      </p:cBhvr>
                                      <p:tavLst>
                                        <p:tav tm="0">
                                          <p:val>
                                            <p:fltVal val="90"/>
                                          </p:val>
                                        </p:tav>
                                        <p:tav tm="100000">
                                          <p:val>
                                            <p:fltVal val="0"/>
                                          </p:val>
                                        </p:tav>
                                      </p:tavLst>
                                    </p:anim>
                                    <p:animEffect transition="in" filter="fade">
                                      <p:cBhvr>
                                        <p:cTn id="23" dur="1000"/>
                                        <p:tgtEl>
                                          <p:spTgt spid="7"/>
                                        </p:tgtEl>
                                      </p:cBhvr>
                                    </p:animEffect>
                                  </p:childTnLst>
                                </p:cTn>
                              </p:par>
                              <p:par>
                                <p:cTn id="24" presetID="31"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 calcmode="lin" valueType="num">
                                      <p:cBhvr>
                                        <p:cTn id="26" dur="1000" fill="hold"/>
                                        <p:tgtEl>
                                          <p:spTgt spid="18"/>
                                        </p:tgtEl>
                                        <p:attrNameLst>
                                          <p:attrName>ppt_w</p:attrName>
                                        </p:attrNameLst>
                                      </p:cBhvr>
                                      <p:tavLst>
                                        <p:tav tm="0">
                                          <p:val>
                                            <p:fltVal val="0"/>
                                          </p:val>
                                        </p:tav>
                                        <p:tav tm="100000">
                                          <p:val>
                                            <p:strVal val="#ppt_w"/>
                                          </p:val>
                                        </p:tav>
                                      </p:tavLst>
                                    </p:anim>
                                    <p:anim calcmode="lin" valueType="num">
                                      <p:cBhvr>
                                        <p:cTn id="27" dur="1000" fill="hold"/>
                                        <p:tgtEl>
                                          <p:spTgt spid="18"/>
                                        </p:tgtEl>
                                        <p:attrNameLst>
                                          <p:attrName>ppt_h</p:attrName>
                                        </p:attrNameLst>
                                      </p:cBhvr>
                                      <p:tavLst>
                                        <p:tav tm="0">
                                          <p:val>
                                            <p:fltVal val="0"/>
                                          </p:val>
                                        </p:tav>
                                        <p:tav tm="100000">
                                          <p:val>
                                            <p:strVal val="#ppt_h"/>
                                          </p:val>
                                        </p:tav>
                                      </p:tavLst>
                                    </p:anim>
                                    <p:anim calcmode="lin" valueType="num">
                                      <p:cBhvr>
                                        <p:cTn id="28" dur="1000" fill="hold"/>
                                        <p:tgtEl>
                                          <p:spTgt spid="18"/>
                                        </p:tgtEl>
                                        <p:attrNameLst>
                                          <p:attrName>style.rotation</p:attrName>
                                        </p:attrNameLst>
                                      </p:cBhvr>
                                      <p:tavLst>
                                        <p:tav tm="0">
                                          <p:val>
                                            <p:fltVal val="90"/>
                                          </p:val>
                                        </p:tav>
                                        <p:tav tm="100000">
                                          <p:val>
                                            <p:fltVal val="0"/>
                                          </p:val>
                                        </p:tav>
                                      </p:tavLst>
                                    </p:anim>
                                    <p:animEffect transition="in" filter="fade">
                                      <p:cBhvr>
                                        <p:cTn id="29" dur="1000"/>
                                        <p:tgtEl>
                                          <p:spTgt spid="18"/>
                                        </p:tgtEl>
                                      </p:cBhvr>
                                    </p:animEffect>
                                  </p:childTnLst>
                                </p:cTn>
                              </p:par>
                            </p:childTnLst>
                          </p:cTn>
                        </p:par>
                        <p:par>
                          <p:cTn id="30" fill="hold">
                            <p:stCondLst>
                              <p:cond delay="2000"/>
                            </p:stCondLst>
                            <p:childTnLst>
                              <p:par>
                                <p:cTn id="31" presetID="31" presetClass="entr" presetSubtype="0"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1000" fill="hold"/>
                                        <p:tgtEl>
                                          <p:spTgt spid="10"/>
                                        </p:tgtEl>
                                        <p:attrNameLst>
                                          <p:attrName>ppt_w</p:attrName>
                                        </p:attrNameLst>
                                      </p:cBhvr>
                                      <p:tavLst>
                                        <p:tav tm="0">
                                          <p:val>
                                            <p:fltVal val="0"/>
                                          </p:val>
                                        </p:tav>
                                        <p:tav tm="100000">
                                          <p:val>
                                            <p:strVal val="#ppt_w"/>
                                          </p:val>
                                        </p:tav>
                                      </p:tavLst>
                                    </p:anim>
                                    <p:anim calcmode="lin" valueType="num">
                                      <p:cBhvr>
                                        <p:cTn id="34" dur="1000" fill="hold"/>
                                        <p:tgtEl>
                                          <p:spTgt spid="10"/>
                                        </p:tgtEl>
                                        <p:attrNameLst>
                                          <p:attrName>ppt_h</p:attrName>
                                        </p:attrNameLst>
                                      </p:cBhvr>
                                      <p:tavLst>
                                        <p:tav tm="0">
                                          <p:val>
                                            <p:fltVal val="0"/>
                                          </p:val>
                                        </p:tav>
                                        <p:tav tm="100000">
                                          <p:val>
                                            <p:strVal val="#ppt_h"/>
                                          </p:val>
                                        </p:tav>
                                      </p:tavLst>
                                    </p:anim>
                                    <p:anim calcmode="lin" valueType="num">
                                      <p:cBhvr>
                                        <p:cTn id="35" dur="1000" fill="hold"/>
                                        <p:tgtEl>
                                          <p:spTgt spid="10"/>
                                        </p:tgtEl>
                                        <p:attrNameLst>
                                          <p:attrName>style.rotation</p:attrName>
                                        </p:attrNameLst>
                                      </p:cBhvr>
                                      <p:tavLst>
                                        <p:tav tm="0">
                                          <p:val>
                                            <p:fltVal val="90"/>
                                          </p:val>
                                        </p:tav>
                                        <p:tav tm="100000">
                                          <p:val>
                                            <p:fltVal val="0"/>
                                          </p:val>
                                        </p:tav>
                                      </p:tavLst>
                                    </p:anim>
                                    <p:animEffect transition="in" filter="fade">
                                      <p:cBhvr>
                                        <p:cTn id="36" dur="1000"/>
                                        <p:tgtEl>
                                          <p:spTgt spid="10"/>
                                        </p:tgtEl>
                                      </p:cBhvr>
                                    </p:animEffect>
                                  </p:childTnLst>
                                </p:cTn>
                              </p:par>
                              <p:par>
                                <p:cTn id="37" presetID="31"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p:cTn id="39" dur="1000" fill="hold"/>
                                        <p:tgtEl>
                                          <p:spTgt spid="19"/>
                                        </p:tgtEl>
                                        <p:attrNameLst>
                                          <p:attrName>ppt_w</p:attrName>
                                        </p:attrNameLst>
                                      </p:cBhvr>
                                      <p:tavLst>
                                        <p:tav tm="0">
                                          <p:val>
                                            <p:fltVal val="0"/>
                                          </p:val>
                                        </p:tav>
                                        <p:tav tm="100000">
                                          <p:val>
                                            <p:strVal val="#ppt_w"/>
                                          </p:val>
                                        </p:tav>
                                      </p:tavLst>
                                    </p:anim>
                                    <p:anim calcmode="lin" valueType="num">
                                      <p:cBhvr>
                                        <p:cTn id="40" dur="1000" fill="hold"/>
                                        <p:tgtEl>
                                          <p:spTgt spid="19"/>
                                        </p:tgtEl>
                                        <p:attrNameLst>
                                          <p:attrName>ppt_h</p:attrName>
                                        </p:attrNameLst>
                                      </p:cBhvr>
                                      <p:tavLst>
                                        <p:tav tm="0">
                                          <p:val>
                                            <p:fltVal val="0"/>
                                          </p:val>
                                        </p:tav>
                                        <p:tav tm="100000">
                                          <p:val>
                                            <p:strVal val="#ppt_h"/>
                                          </p:val>
                                        </p:tav>
                                      </p:tavLst>
                                    </p:anim>
                                    <p:anim calcmode="lin" valueType="num">
                                      <p:cBhvr>
                                        <p:cTn id="41" dur="1000" fill="hold"/>
                                        <p:tgtEl>
                                          <p:spTgt spid="19"/>
                                        </p:tgtEl>
                                        <p:attrNameLst>
                                          <p:attrName>style.rotation</p:attrName>
                                        </p:attrNameLst>
                                      </p:cBhvr>
                                      <p:tavLst>
                                        <p:tav tm="0">
                                          <p:val>
                                            <p:fltVal val="90"/>
                                          </p:val>
                                        </p:tav>
                                        <p:tav tm="100000">
                                          <p:val>
                                            <p:fltVal val="0"/>
                                          </p:val>
                                        </p:tav>
                                      </p:tavLst>
                                    </p:anim>
                                    <p:animEffect transition="in" filter="fade">
                                      <p:cBhvr>
                                        <p:cTn id="42" dur="1000"/>
                                        <p:tgtEl>
                                          <p:spTgt spid="19"/>
                                        </p:tgtEl>
                                      </p:cBhvr>
                                    </p:animEffect>
                                  </p:childTnLst>
                                </p:cTn>
                              </p:par>
                            </p:childTnLst>
                          </p:cTn>
                        </p:par>
                        <p:par>
                          <p:cTn id="43" fill="hold">
                            <p:stCondLst>
                              <p:cond delay="3000"/>
                            </p:stCondLst>
                            <p:childTnLst>
                              <p:par>
                                <p:cTn id="44" presetID="31"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p:cTn id="46" dur="1000" fill="hold"/>
                                        <p:tgtEl>
                                          <p:spTgt spid="13"/>
                                        </p:tgtEl>
                                        <p:attrNameLst>
                                          <p:attrName>ppt_w</p:attrName>
                                        </p:attrNameLst>
                                      </p:cBhvr>
                                      <p:tavLst>
                                        <p:tav tm="0">
                                          <p:val>
                                            <p:fltVal val="0"/>
                                          </p:val>
                                        </p:tav>
                                        <p:tav tm="100000">
                                          <p:val>
                                            <p:strVal val="#ppt_w"/>
                                          </p:val>
                                        </p:tav>
                                      </p:tavLst>
                                    </p:anim>
                                    <p:anim calcmode="lin" valueType="num">
                                      <p:cBhvr>
                                        <p:cTn id="47" dur="1000" fill="hold"/>
                                        <p:tgtEl>
                                          <p:spTgt spid="13"/>
                                        </p:tgtEl>
                                        <p:attrNameLst>
                                          <p:attrName>ppt_h</p:attrName>
                                        </p:attrNameLst>
                                      </p:cBhvr>
                                      <p:tavLst>
                                        <p:tav tm="0">
                                          <p:val>
                                            <p:fltVal val="0"/>
                                          </p:val>
                                        </p:tav>
                                        <p:tav tm="100000">
                                          <p:val>
                                            <p:strVal val="#ppt_h"/>
                                          </p:val>
                                        </p:tav>
                                      </p:tavLst>
                                    </p:anim>
                                    <p:anim calcmode="lin" valueType="num">
                                      <p:cBhvr>
                                        <p:cTn id="48" dur="1000" fill="hold"/>
                                        <p:tgtEl>
                                          <p:spTgt spid="13"/>
                                        </p:tgtEl>
                                        <p:attrNameLst>
                                          <p:attrName>style.rotation</p:attrName>
                                        </p:attrNameLst>
                                      </p:cBhvr>
                                      <p:tavLst>
                                        <p:tav tm="0">
                                          <p:val>
                                            <p:fltVal val="90"/>
                                          </p:val>
                                        </p:tav>
                                        <p:tav tm="100000">
                                          <p:val>
                                            <p:fltVal val="0"/>
                                          </p:val>
                                        </p:tav>
                                      </p:tavLst>
                                    </p:anim>
                                    <p:animEffect transition="in" filter="fade">
                                      <p:cBhvr>
                                        <p:cTn id="49" dur="1000"/>
                                        <p:tgtEl>
                                          <p:spTgt spid="13"/>
                                        </p:tgtEl>
                                      </p:cBhvr>
                                    </p:animEffect>
                                  </p:childTnLst>
                                </p:cTn>
                              </p:par>
                              <p:par>
                                <p:cTn id="50" presetID="31" presetClass="entr" presetSubtype="0"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 calcmode="lin" valueType="num">
                                      <p:cBhvr>
                                        <p:cTn id="52" dur="1000" fill="hold"/>
                                        <p:tgtEl>
                                          <p:spTgt spid="20"/>
                                        </p:tgtEl>
                                        <p:attrNameLst>
                                          <p:attrName>ppt_w</p:attrName>
                                        </p:attrNameLst>
                                      </p:cBhvr>
                                      <p:tavLst>
                                        <p:tav tm="0">
                                          <p:val>
                                            <p:fltVal val="0"/>
                                          </p:val>
                                        </p:tav>
                                        <p:tav tm="100000">
                                          <p:val>
                                            <p:strVal val="#ppt_w"/>
                                          </p:val>
                                        </p:tav>
                                      </p:tavLst>
                                    </p:anim>
                                    <p:anim calcmode="lin" valueType="num">
                                      <p:cBhvr>
                                        <p:cTn id="53" dur="1000" fill="hold"/>
                                        <p:tgtEl>
                                          <p:spTgt spid="20"/>
                                        </p:tgtEl>
                                        <p:attrNameLst>
                                          <p:attrName>ppt_h</p:attrName>
                                        </p:attrNameLst>
                                      </p:cBhvr>
                                      <p:tavLst>
                                        <p:tav tm="0">
                                          <p:val>
                                            <p:fltVal val="0"/>
                                          </p:val>
                                        </p:tav>
                                        <p:tav tm="100000">
                                          <p:val>
                                            <p:strVal val="#ppt_h"/>
                                          </p:val>
                                        </p:tav>
                                      </p:tavLst>
                                    </p:anim>
                                    <p:anim calcmode="lin" valueType="num">
                                      <p:cBhvr>
                                        <p:cTn id="54" dur="1000" fill="hold"/>
                                        <p:tgtEl>
                                          <p:spTgt spid="20"/>
                                        </p:tgtEl>
                                        <p:attrNameLst>
                                          <p:attrName>style.rotation</p:attrName>
                                        </p:attrNameLst>
                                      </p:cBhvr>
                                      <p:tavLst>
                                        <p:tav tm="0">
                                          <p:val>
                                            <p:fltVal val="90"/>
                                          </p:val>
                                        </p:tav>
                                        <p:tav tm="100000">
                                          <p:val>
                                            <p:fltVal val="0"/>
                                          </p:val>
                                        </p:tav>
                                      </p:tavLst>
                                    </p:anim>
                                    <p:animEffect transition="in" filter="fade">
                                      <p:cBhvr>
                                        <p:cTn id="55" dur="1000"/>
                                        <p:tgtEl>
                                          <p:spTgt spid="20"/>
                                        </p:tgtEl>
                                      </p:cBhvr>
                                    </p:animEffect>
                                  </p:childTnLst>
                                </p:cTn>
                              </p:par>
                            </p:childTnLst>
                          </p:cTn>
                        </p:par>
                        <p:par>
                          <p:cTn id="56" fill="hold">
                            <p:stCondLst>
                              <p:cond delay="4000"/>
                            </p:stCondLst>
                            <p:childTnLst>
                              <p:par>
                                <p:cTn id="57" presetID="42" presetClass="entr" presetSubtype="0" fill="hold" grpId="0" nodeType="after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1000"/>
                                        <p:tgtEl>
                                          <p:spTgt spid="12"/>
                                        </p:tgtEl>
                                      </p:cBhvr>
                                    </p:animEffect>
                                    <p:anim calcmode="lin" valueType="num">
                                      <p:cBhvr>
                                        <p:cTn id="60" dur="1000" fill="hold"/>
                                        <p:tgtEl>
                                          <p:spTgt spid="12"/>
                                        </p:tgtEl>
                                        <p:attrNameLst>
                                          <p:attrName>ppt_x</p:attrName>
                                        </p:attrNameLst>
                                      </p:cBhvr>
                                      <p:tavLst>
                                        <p:tav tm="0">
                                          <p:val>
                                            <p:strVal val="#ppt_x"/>
                                          </p:val>
                                        </p:tav>
                                        <p:tav tm="100000">
                                          <p:val>
                                            <p:strVal val="#ppt_x"/>
                                          </p:val>
                                        </p:tav>
                                      </p:tavLst>
                                    </p:anim>
                                    <p:anim calcmode="lin" valueType="num">
                                      <p:cBhvr>
                                        <p:cTn id="61" dur="1000" fill="hold"/>
                                        <p:tgtEl>
                                          <p:spTgt spid="12"/>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1000"/>
                                        <p:tgtEl>
                                          <p:spTgt spid="15"/>
                                        </p:tgtEl>
                                      </p:cBhvr>
                                    </p:animEffect>
                                    <p:anim calcmode="lin" valueType="num">
                                      <p:cBhvr>
                                        <p:cTn id="65" dur="1000" fill="hold"/>
                                        <p:tgtEl>
                                          <p:spTgt spid="15"/>
                                        </p:tgtEl>
                                        <p:attrNameLst>
                                          <p:attrName>ppt_x</p:attrName>
                                        </p:attrNameLst>
                                      </p:cBhvr>
                                      <p:tavLst>
                                        <p:tav tm="0">
                                          <p:val>
                                            <p:strVal val="#ppt_x"/>
                                          </p:val>
                                        </p:tav>
                                        <p:tav tm="100000">
                                          <p:val>
                                            <p:strVal val="#ppt_x"/>
                                          </p:val>
                                        </p:tav>
                                      </p:tavLst>
                                    </p:anim>
                                    <p:anim calcmode="lin" valueType="num">
                                      <p:cBhvr>
                                        <p:cTn id="6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10" grpId="0" bldLvl="0" animBg="1"/>
      <p:bldP spid="13" grpId="0" bldLvl="0" animBg="1"/>
      <p:bldP spid="12" grpId="0"/>
      <p:bldP spid="15" grpId="0"/>
      <p:bldP spid="7"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05" y="156845"/>
            <a:ext cx="12188190" cy="835660"/>
            <a:chOff x="0" y="298740"/>
            <a:chExt cx="12190413" cy="835572"/>
          </a:xfrm>
          <a:solidFill>
            <a:srgbClr val="2F5597"/>
          </a:solidFill>
        </p:grpSpPr>
        <p:sp>
          <p:nvSpPr>
            <p:cNvPr id="2" name="矩形 1"/>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sp>
        <p:nvSpPr>
          <p:cNvPr id="22" name="矩形 21"/>
          <p:cNvSpPr/>
          <p:nvPr/>
        </p:nvSpPr>
        <p:spPr>
          <a:xfrm flipH="1">
            <a:off x="1163239" y="2874147"/>
            <a:ext cx="4617147" cy="1228090"/>
          </a:xfrm>
          <a:prstGeom prst="rect">
            <a:avLst/>
          </a:prstGeom>
          <a:effectLst/>
        </p:spPr>
        <p:txBody>
          <a:bodyPr wrap="square" lIns="121870" tIns="60934" rIns="121870" bIns="60934">
            <a:spAutoFit/>
          </a:bodyPr>
          <a:lstStyle/>
          <a:p>
            <a:pPr>
              <a:lnSpc>
                <a:spcPct val="150000"/>
              </a:lnSpc>
            </a:pPr>
            <a:r>
              <a:rPr lang="zh-CN" altLang="en-US" sz="1600" dirty="0">
                <a:solidFill>
                  <a:schemeClr val="bg1">
                    <a:lumMod val="50000"/>
                  </a:schemeClr>
                </a:solidFill>
              </a:rPr>
              <a:t>这里输入简单的文字概述这里输入简单文字概述简单的文字概述</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a:t>
            </a:r>
            <a:r>
              <a:rPr lang="zh-CN" altLang="en-US" sz="1600" dirty="0">
                <a:solidFill>
                  <a:schemeClr val="bg1">
                    <a:lumMod val="50000"/>
                  </a:schemeClr>
                </a:solidFill>
              </a:rPr>
              <a:t>这里输入简单的文字概述这里输入简单文字概述简单的文字概述</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a:t>
            </a:r>
            <a:endParaRPr lang="en-US" altLang="zh-CN"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3" name="矩形 22"/>
          <p:cNvSpPr/>
          <p:nvPr/>
        </p:nvSpPr>
        <p:spPr>
          <a:xfrm>
            <a:off x="1190990" y="2543672"/>
            <a:ext cx="3345838" cy="325755"/>
          </a:xfrm>
          <a:prstGeom prst="rect">
            <a:avLst/>
          </a:prstGeom>
        </p:spPr>
        <p:txBody>
          <a:bodyPr wrap="square" lIns="121870" tIns="60934" rIns="121870" bIns="60934">
            <a:spAutoFit/>
          </a:bodyPr>
          <a:lstStyle/>
          <a:p>
            <a:pPr algn="just" defTabSz="1218565" fontAlgn="base">
              <a:lnSpc>
                <a:spcPts val="1600"/>
              </a:lnSpc>
              <a:spcBef>
                <a:spcPct val="0"/>
              </a:spcBef>
              <a:spcAft>
                <a:spcPct val="0"/>
              </a:spcAft>
            </a:pPr>
            <a:r>
              <a:rPr lang="zh-CN" altLang="en-US" sz="2000" b="1" dirty="0">
                <a:solidFill>
                  <a:schemeClr val="bg1">
                    <a:lumMod val="50000"/>
                  </a:schemeClr>
                </a:solidFill>
                <a:latin typeface="微软雅黑" panose="020B0503020204020204" pitchFamily="34" charset="-122"/>
                <a:ea typeface="微软雅黑" panose="020B0503020204020204" pitchFamily="34" charset="-122"/>
              </a:rPr>
              <a:t>这里填写小标题</a:t>
            </a:r>
            <a:endParaRPr lang="en-US" altLang="zh-CN" sz="20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4" name="矩形 23"/>
          <p:cNvSpPr/>
          <p:nvPr/>
        </p:nvSpPr>
        <p:spPr>
          <a:xfrm flipH="1">
            <a:off x="1149476" y="4754986"/>
            <a:ext cx="4617147" cy="1228090"/>
          </a:xfrm>
          <a:prstGeom prst="rect">
            <a:avLst/>
          </a:prstGeom>
          <a:effectLst/>
        </p:spPr>
        <p:txBody>
          <a:bodyPr wrap="square" lIns="121870" tIns="60934" rIns="121870" bIns="60934">
            <a:spAutoFit/>
          </a:bodyPr>
          <a:lstStyle/>
          <a:p>
            <a:pPr>
              <a:lnSpc>
                <a:spcPct val="150000"/>
              </a:lnSpc>
            </a:pPr>
            <a:r>
              <a:rPr lang="zh-CN" altLang="en-US" sz="1600" dirty="0">
                <a:solidFill>
                  <a:schemeClr val="bg1">
                    <a:lumMod val="50000"/>
                  </a:schemeClr>
                </a:solidFill>
              </a:rPr>
              <a:t>这里输入简单的文字概述这里输入简单文字概述简单的文字概述</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a:t>
            </a:r>
            <a:r>
              <a:rPr lang="zh-CN" altLang="en-US" sz="1600" dirty="0">
                <a:solidFill>
                  <a:schemeClr val="bg1">
                    <a:lumMod val="50000"/>
                  </a:schemeClr>
                </a:solidFill>
              </a:rPr>
              <a:t>这里输入简单的文字概述这里输入简单文字概述简单的文字概述</a:t>
            </a:r>
            <a:r>
              <a:rPr lang="zh-CN" altLang="en-US" sz="1600" dirty="0">
                <a:solidFill>
                  <a:schemeClr val="bg1">
                    <a:lumMod val="50000"/>
                  </a:schemeClr>
                </a:solidFill>
                <a:latin typeface="微软雅黑" panose="020B0503020204020204" pitchFamily="34" charset="-122"/>
                <a:ea typeface="微软雅黑" panose="020B0503020204020204" pitchFamily="34" charset="-122"/>
              </a:rPr>
              <a:t>。</a:t>
            </a:r>
            <a:endParaRPr lang="en-US" altLang="zh-CN"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5" name="矩形 24"/>
          <p:cNvSpPr/>
          <p:nvPr/>
        </p:nvSpPr>
        <p:spPr>
          <a:xfrm>
            <a:off x="1162715" y="4424512"/>
            <a:ext cx="3345838" cy="325755"/>
          </a:xfrm>
          <a:prstGeom prst="rect">
            <a:avLst/>
          </a:prstGeom>
        </p:spPr>
        <p:txBody>
          <a:bodyPr wrap="square" lIns="121870" tIns="60934" rIns="121870" bIns="60934">
            <a:spAutoFit/>
          </a:bodyPr>
          <a:lstStyle/>
          <a:p>
            <a:pPr algn="just" defTabSz="1218565" fontAlgn="base">
              <a:lnSpc>
                <a:spcPts val="1600"/>
              </a:lnSpc>
              <a:spcBef>
                <a:spcPct val="0"/>
              </a:spcBef>
              <a:spcAft>
                <a:spcPct val="0"/>
              </a:spcAft>
            </a:pPr>
            <a:r>
              <a:rPr lang="zh-CN" altLang="en-US" sz="2000" b="1" dirty="0">
                <a:solidFill>
                  <a:schemeClr val="bg1">
                    <a:lumMod val="50000"/>
                  </a:schemeClr>
                </a:solidFill>
                <a:latin typeface="微软雅黑" panose="020B0503020204020204" pitchFamily="34" charset="-122"/>
                <a:ea typeface="微软雅黑" panose="020B0503020204020204" pitchFamily="34" charset="-122"/>
              </a:rPr>
              <a:t>这里填写小标题</a:t>
            </a:r>
            <a:endParaRPr lang="en-US" altLang="zh-CN" sz="20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10" name="图片占位符 9"/>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rcRect l="11425" r="44553"/>
          <a:stretch>
            <a:fillRect/>
          </a:stretch>
        </p:blipFill>
        <p:spPr>
          <a:xfrm>
            <a:off x="5780405" y="2016760"/>
            <a:ext cx="5485765" cy="3966210"/>
          </a:xfrm>
        </p:spPr>
      </p:pic>
      <p:pic>
        <p:nvPicPr>
          <p:cNvPr id="3" name="图片 2"/>
          <p:cNvPicPr>
            <a:picLocks noChangeAspect="1"/>
          </p:cNvPicPr>
          <p:nvPr/>
        </p:nvPicPr>
        <p:blipFill>
          <a:blip r:embed="rId4"/>
          <a:stretch>
            <a:fillRect/>
          </a:stretch>
        </p:blipFill>
        <p:spPr>
          <a:xfrm rot="19913441">
            <a:off x="8180080" y="1876298"/>
            <a:ext cx="3078419" cy="3223789"/>
          </a:xfrm>
          <a:prstGeom prst="rect">
            <a:avLst/>
          </a:prstGeom>
        </p:spPr>
      </p:pic>
      <p:pic>
        <p:nvPicPr>
          <p:cNvPr id="5" name="图片 4"/>
          <p:cNvPicPr>
            <a:picLocks noChangeAspect="1"/>
          </p:cNvPicPr>
          <p:nvPr/>
        </p:nvPicPr>
        <p:blipFill>
          <a:blip r:embed="rId4"/>
          <a:stretch>
            <a:fillRect/>
          </a:stretch>
        </p:blipFill>
        <p:spPr>
          <a:xfrm>
            <a:off x="6471993" y="2993133"/>
            <a:ext cx="2855017" cy="298983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350"/>
                                        <p:tgtEl>
                                          <p:spTgt spid="23"/>
                                        </p:tgtEl>
                                      </p:cBhvr>
                                    </p:animEffect>
                                  </p:childTnLst>
                                </p:cTn>
                              </p:par>
                              <p:par>
                                <p:cTn id="8" presetID="26" presetClass="emph" presetSubtype="0" fill="hold" grpId="1" nodeType="withEffect">
                                  <p:stCondLst>
                                    <p:cond delay="0"/>
                                  </p:stCondLst>
                                  <p:childTnLst>
                                    <p:animEffect transition="out" filter="fade">
                                      <p:cBhvr>
                                        <p:cTn id="9" dur="400" tmFilter="0, 0; .2, .5; .8, .5; 1, 0"/>
                                        <p:tgtEl>
                                          <p:spTgt spid="23"/>
                                        </p:tgtEl>
                                      </p:cBhvr>
                                    </p:animEffect>
                                    <p:animScale>
                                      <p:cBhvr>
                                        <p:cTn id="10" dur="200" autoRev="1" fill="hold"/>
                                        <p:tgtEl>
                                          <p:spTgt spid="23"/>
                                        </p:tgtEl>
                                      </p:cBhvr>
                                      <p:by x="105000" y="105000"/>
                                    </p:animScale>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350"/>
                                        <p:tgtEl>
                                          <p:spTgt spid="25"/>
                                        </p:tgtEl>
                                      </p:cBhvr>
                                    </p:animEffect>
                                  </p:childTnLst>
                                </p:cTn>
                              </p:par>
                              <p:par>
                                <p:cTn id="19" presetID="26" presetClass="emph" presetSubtype="0" fill="hold" grpId="1" nodeType="withEffect">
                                  <p:stCondLst>
                                    <p:cond delay="0"/>
                                  </p:stCondLst>
                                  <p:childTnLst>
                                    <p:animEffect transition="out" filter="fade">
                                      <p:cBhvr>
                                        <p:cTn id="20" dur="400" tmFilter="0, 0; .2, .5; .8, .5; 1, 0"/>
                                        <p:tgtEl>
                                          <p:spTgt spid="25"/>
                                        </p:tgtEl>
                                      </p:cBhvr>
                                    </p:animEffect>
                                    <p:animScale>
                                      <p:cBhvr>
                                        <p:cTn id="21" dur="200" autoRev="1" fill="hold"/>
                                        <p:tgtEl>
                                          <p:spTgt spid="25"/>
                                        </p:tgtEl>
                                      </p:cBhvr>
                                      <p:by x="105000" y="105000"/>
                                    </p:animScale>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2" presetClass="entr" presetSubtype="2"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1+#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3" grpId="0"/>
      <p:bldP spid="23" grpId="1"/>
      <p:bldP spid="24" grpId="0" bldLvl="0" animBg="1"/>
      <p:bldP spid="25" grpId="0"/>
      <p:bldP spid="2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05" y="156845"/>
            <a:ext cx="12188190" cy="835660"/>
            <a:chOff x="0" y="298740"/>
            <a:chExt cx="12190413" cy="835572"/>
          </a:xfrm>
          <a:solidFill>
            <a:srgbClr val="2F5597"/>
          </a:solidFill>
        </p:grpSpPr>
        <p:sp>
          <p:nvSpPr>
            <p:cNvPr id="2" name="矩形 1"/>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grpSp>
        <p:nvGrpSpPr>
          <p:cNvPr id="7" name="组合 6"/>
          <p:cNvGrpSpPr/>
          <p:nvPr/>
        </p:nvGrpSpPr>
        <p:grpSpPr>
          <a:xfrm>
            <a:off x="3143714" y="1204371"/>
            <a:ext cx="332876" cy="5353550"/>
            <a:chOff x="2563371" y="1931386"/>
            <a:chExt cx="262016" cy="4213920"/>
          </a:xfrm>
        </p:grpSpPr>
        <p:cxnSp>
          <p:nvCxnSpPr>
            <p:cNvPr id="9" name="直接连接符 8"/>
            <p:cNvCxnSpPr/>
            <p:nvPr/>
          </p:nvCxnSpPr>
          <p:spPr>
            <a:xfrm>
              <a:off x="2697640" y="1931386"/>
              <a:ext cx="0" cy="4213920"/>
            </a:xfrm>
            <a:prstGeom prst="line">
              <a:avLst/>
            </a:prstGeom>
            <a:ln w="12700">
              <a:solidFill>
                <a:srgbClr val="1F474E"/>
              </a:solidFill>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2569893" y="2710083"/>
              <a:ext cx="255494" cy="255494"/>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endParaRPr lang="zh-CN" altLang="en-US" sz="3200" dirty="0">
                <a:latin typeface="微软雅黑" panose="020B0503020204020204" pitchFamily="34" charset="-122"/>
                <a:ea typeface="微软雅黑" panose="020B0503020204020204" pitchFamily="34" charset="-122"/>
              </a:endParaRPr>
            </a:p>
          </p:txBody>
        </p:sp>
        <p:sp>
          <p:nvSpPr>
            <p:cNvPr id="11" name="椭圆 10"/>
            <p:cNvSpPr/>
            <p:nvPr/>
          </p:nvSpPr>
          <p:spPr>
            <a:xfrm>
              <a:off x="2569893" y="4040841"/>
              <a:ext cx="255494" cy="255494"/>
            </a:xfrm>
            <a:prstGeom prst="ellipse">
              <a:avLst/>
            </a:prstGeom>
            <a:solidFill>
              <a:srgbClr val="1F474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endParaRPr lang="zh-CN" altLang="en-US" sz="3200" dirty="0">
                <a:latin typeface="微软雅黑" panose="020B0503020204020204" pitchFamily="34" charset="-122"/>
                <a:ea typeface="微软雅黑" panose="020B0503020204020204" pitchFamily="34" charset="-122"/>
              </a:endParaRPr>
            </a:p>
          </p:txBody>
        </p:sp>
        <p:sp>
          <p:nvSpPr>
            <p:cNvPr id="12" name="椭圆 11"/>
            <p:cNvSpPr/>
            <p:nvPr/>
          </p:nvSpPr>
          <p:spPr>
            <a:xfrm>
              <a:off x="2563371" y="5405867"/>
              <a:ext cx="255494" cy="255494"/>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endParaRPr lang="zh-CN" altLang="en-US" sz="3200" dirty="0">
                <a:latin typeface="微软雅黑" panose="020B0503020204020204" pitchFamily="34" charset="-122"/>
                <a:ea typeface="微软雅黑" panose="020B0503020204020204" pitchFamily="34" charset="-122"/>
              </a:endParaRPr>
            </a:p>
          </p:txBody>
        </p:sp>
      </p:grpSp>
      <p:sp>
        <p:nvSpPr>
          <p:cNvPr id="14" name="泪滴形 13"/>
          <p:cNvSpPr/>
          <p:nvPr/>
        </p:nvSpPr>
        <p:spPr>
          <a:xfrm rot="2700000">
            <a:off x="1302796" y="1615618"/>
            <a:ext cx="1454295" cy="1454295"/>
          </a:xfrm>
          <a:prstGeom prst="teardrop">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r>
              <a:rPr lang="zh-CN" altLang="en-US" sz="2800" dirty="0">
                <a:solidFill>
                  <a:schemeClr val="bg1">
                    <a:lumMod val="50000"/>
                  </a:schemeClr>
                </a:solidFill>
                <a:latin typeface="微软雅黑" panose="020B0503020204020204" pitchFamily="34" charset="-122"/>
                <a:ea typeface="微软雅黑" panose="020B0503020204020204" pitchFamily="34" charset="-122"/>
              </a:rPr>
              <a:t>标题</a:t>
            </a:r>
          </a:p>
        </p:txBody>
      </p:sp>
      <p:sp>
        <p:nvSpPr>
          <p:cNvPr id="15" name="泪滴形 14"/>
          <p:cNvSpPr/>
          <p:nvPr/>
        </p:nvSpPr>
        <p:spPr>
          <a:xfrm rot="2700000">
            <a:off x="1273775" y="5042831"/>
            <a:ext cx="1454295" cy="1454295"/>
          </a:xfrm>
          <a:prstGeom prst="teardrop">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r>
              <a:rPr lang="zh-CN" altLang="en-US" sz="2800" dirty="0">
                <a:solidFill>
                  <a:schemeClr val="bg1">
                    <a:lumMod val="50000"/>
                  </a:schemeClr>
                </a:solidFill>
                <a:latin typeface="微软雅黑" panose="020B0503020204020204" pitchFamily="34" charset="-122"/>
                <a:ea typeface="微软雅黑" panose="020B0503020204020204" pitchFamily="34" charset="-122"/>
              </a:rPr>
              <a:t>标题</a:t>
            </a:r>
          </a:p>
        </p:txBody>
      </p:sp>
      <p:sp>
        <p:nvSpPr>
          <p:cNvPr id="16" name="泪滴形 15"/>
          <p:cNvSpPr/>
          <p:nvPr/>
        </p:nvSpPr>
        <p:spPr>
          <a:xfrm rot="2700000">
            <a:off x="1288285" y="3319404"/>
            <a:ext cx="1454295" cy="1454295"/>
          </a:xfrm>
          <a:prstGeom prst="teardrop">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algn="ctr"/>
            <a:r>
              <a:rPr lang="zh-CN" altLang="en-US" sz="2800" dirty="0">
                <a:solidFill>
                  <a:schemeClr val="bg1">
                    <a:lumMod val="50000"/>
                  </a:schemeClr>
                </a:solidFill>
                <a:latin typeface="微软雅黑" panose="020B0503020204020204" pitchFamily="34" charset="-122"/>
                <a:ea typeface="微软雅黑" panose="020B0503020204020204" pitchFamily="34" charset="-122"/>
              </a:rPr>
              <a:t>标题</a:t>
            </a:r>
          </a:p>
        </p:txBody>
      </p:sp>
      <p:sp>
        <p:nvSpPr>
          <p:cNvPr id="17" name="矩形 16"/>
          <p:cNvSpPr/>
          <p:nvPr/>
        </p:nvSpPr>
        <p:spPr>
          <a:xfrm>
            <a:off x="3643295" y="2015118"/>
            <a:ext cx="7968065" cy="829945"/>
          </a:xfrm>
          <a:prstGeom prst="rect">
            <a:avLst/>
          </a:prstGeom>
        </p:spPr>
        <p:txBody>
          <a:bodyPr wrap="square">
            <a:spAutoFit/>
          </a:bodyPr>
          <a:lstStyle/>
          <a:p>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单击添加文本单击添加文本单击添加文本单击添加文本单击添加文本单击添加文本单击添加文本单击添加文本单击添加文本单击添加文本单击添加文本单击添加文本单击添加文本单击添加文本</a:t>
            </a:r>
          </a:p>
        </p:txBody>
      </p:sp>
      <p:sp>
        <p:nvSpPr>
          <p:cNvPr id="18" name="矩形 17"/>
          <p:cNvSpPr/>
          <p:nvPr/>
        </p:nvSpPr>
        <p:spPr>
          <a:xfrm>
            <a:off x="3643295" y="3697206"/>
            <a:ext cx="7968065" cy="829945"/>
          </a:xfrm>
          <a:prstGeom prst="rect">
            <a:avLst/>
          </a:prstGeom>
        </p:spPr>
        <p:txBody>
          <a:bodyPr wrap="square">
            <a:spAutoFit/>
          </a:bodyPr>
          <a:lstStyle/>
          <a:p>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单击添加文本单击添加文本单击添加文本单击添加文本单击添加文本单击添加文本单击添加文本单击添加文本单击添加文本单击添加文本单击添加文本单击添加文本单击添加文本单击添加文本</a:t>
            </a:r>
          </a:p>
        </p:txBody>
      </p:sp>
      <p:sp>
        <p:nvSpPr>
          <p:cNvPr id="19" name="矩形 18"/>
          <p:cNvSpPr/>
          <p:nvPr/>
        </p:nvSpPr>
        <p:spPr>
          <a:xfrm>
            <a:off x="3643295" y="5422254"/>
            <a:ext cx="7968065" cy="829945"/>
          </a:xfrm>
          <a:prstGeom prst="rect">
            <a:avLst/>
          </a:prstGeom>
        </p:spPr>
        <p:txBody>
          <a:bodyPr wrap="square">
            <a:spAutoFit/>
          </a:bodyPr>
          <a:lstStyle/>
          <a:p>
            <a:r>
              <a:rPr lang="zh-CN" altLang="en-US" sz="1600"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单击添加文本单击添加文本单击添加文本单击添加文本单击添加文本单击添加文本单击添加文本单击添加文本单击添加文本单击添加文本单击添加文本单击添加文本单击添加文本单击添加文本</a:t>
            </a: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0-#ppt_w/2"/>
                                          </p:val>
                                        </p:tav>
                                        <p:tav tm="100000">
                                          <p:val>
                                            <p:strVal val="#ppt_x"/>
                                          </p:val>
                                        </p:tav>
                                      </p:tavLst>
                                    </p:anim>
                                    <p:anim calcmode="lin" valueType="num">
                                      <p:cBhvr additive="base">
                                        <p:cTn id="17" dur="500" fill="hold"/>
                                        <p:tgtEl>
                                          <p:spTgt spid="16"/>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8"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0-#ppt_w/2"/>
                                          </p:val>
                                        </p:tav>
                                        <p:tav tm="100000">
                                          <p:val>
                                            <p:strVal val="#ppt_x"/>
                                          </p:val>
                                        </p:tav>
                                      </p:tavLst>
                                    </p:anim>
                                    <p:anim calcmode="lin" valueType="num">
                                      <p:cBhvr additive="base">
                                        <p:cTn id="22" dur="500" fill="hold"/>
                                        <p:tgtEl>
                                          <p:spTgt spid="15"/>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2" presetClass="entr" presetSubtype="2"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fill="hold"/>
                                        <p:tgtEl>
                                          <p:spTgt spid="17"/>
                                        </p:tgtEl>
                                        <p:attrNameLst>
                                          <p:attrName>ppt_x</p:attrName>
                                        </p:attrNameLst>
                                      </p:cBhvr>
                                      <p:tavLst>
                                        <p:tav tm="0">
                                          <p:val>
                                            <p:strVal val="1+#ppt_w/2"/>
                                          </p:val>
                                        </p:tav>
                                        <p:tav tm="100000">
                                          <p:val>
                                            <p:strVal val="#ppt_x"/>
                                          </p:val>
                                        </p:tav>
                                      </p:tavLst>
                                    </p:anim>
                                    <p:anim calcmode="lin" valueType="num">
                                      <p:cBhvr additive="base">
                                        <p:cTn id="27" dur="500" fill="hold"/>
                                        <p:tgtEl>
                                          <p:spTgt spid="17"/>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 presetClass="entr" presetSubtype="2"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1+#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par>
                          <p:cTn id="33" fill="hold">
                            <p:stCondLst>
                              <p:cond delay="3000"/>
                            </p:stCondLst>
                            <p:childTnLst>
                              <p:par>
                                <p:cTn id="34" presetID="2" presetClass="entr" presetSubtype="2"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additive="base">
                                        <p:cTn id="36" dur="500" fill="hold"/>
                                        <p:tgtEl>
                                          <p:spTgt spid="19"/>
                                        </p:tgtEl>
                                        <p:attrNameLst>
                                          <p:attrName>ppt_x</p:attrName>
                                        </p:attrNameLst>
                                      </p:cBhvr>
                                      <p:tavLst>
                                        <p:tav tm="0">
                                          <p:val>
                                            <p:strVal val="1+#ppt_w/2"/>
                                          </p:val>
                                        </p:tav>
                                        <p:tav tm="100000">
                                          <p:val>
                                            <p:strVal val="#ppt_x"/>
                                          </p:val>
                                        </p:tav>
                                      </p:tavLst>
                                    </p:anim>
                                    <p:anim calcmode="lin" valueType="num">
                                      <p:cBhvr additive="base">
                                        <p:cTn id="37"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5" grpId="0" bldLvl="0" animBg="1"/>
      <p:bldP spid="16" grpId="0" bldLvl="0" animBg="1"/>
      <p:bldP spid="17" grpId="0"/>
      <p:bldP spid="18" grpId="0"/>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t="-2000" b="-2000"/>
          </a:stretch>
        </a:blipFill>
        <a:effectLst/>
      </p:bgPr>
    </p:bg>
    <p:spTree>
      <p:nvGrpSpPr>
        <p:cNvPr id="1" name=""/>
        <p:cNvGrpSpPr/>
        <p:nvPr/>
      </p:nvGrpSpPr>
      <p:grpSpPr>
        <a:xfrm>
          <a:off x="0" y="0"/>
          <a:ext cx="0" cy="0"/>
          <a:chOff x="0" y="0"/>
          <a:chExt cx="0" cy="0"/>
        </a:xfrm>
      </p:grpSpPr>
      <p:pic>
        <p:nvPicPr>
          <p:cNvPr id="7" name="图片 6" descr="企业logo"/>
          <p:cNvPicPr>
            <a:picLocks noChangeAspect="1"/>
          </p:cNvPicPr>
          <p:nvPr/>
        </p:nvPicPr>
        <p:blipFill>
          <a:blip r:embed="rId7"/>
          <a:stretch>
            <a:fillRect/>
          </a:stretch>
        </p:blipFill>
        <p:spPr>
          <a:xfrm>
            <a:off x="405130" y="180975"/>
            <a:ext cx="2075815" cy="765810"/>
          </a:xfrm>
          <a:prstGeom prst="rect">
            <a:avLst/>
          </a:prstGeom>
        </p:spPr>
      </p:pic>
      <p:sp>
        <p:nvSpPr>
          <p:cNvPr id="2" name="任意多边形: 形状 4"/>
          <p:cNvSpPr/>
          <p:nvPr/>
        </p:nvSpPr>
        <p:spPr>
          <a:xfrm rot="15481340">
            <a:off x="4343872" y="-87164"/>
            <a:ext cx="7685854" cy="7298846"/>
          </a:xfrm>
          <a:custGeom>
            <a:avLst/>
            <a:gdLst>
              <a:gd name="connsiteX0" fmla="*/ 7685854 w 7685854"/>
              <a:gd name="connsiteY0" fmla="*/ 2700152 h 7298846"/>
              <a:gd name="connsiteX1" fmla="*/ 6710245 w 7685854"/>
              <a:gd name="connsiteY1" fmla="*/ 7298846 h 7298846"/>
              <a:gd name="connsiteX2" fmla="*/ 0 w 7685854"/>
              <a:gd name="connsiteY2" fmla="*/ 5875273 h 7298846"/>
              <a:gd name="connsiteX3" fmla="*/ 975610 w 7685854"/>
              <a:gd name="connsiteY3" fmla="*/ 1276579 h 7298846"/>
              <a:gd name="connsiteX4" fmla="*/ 2659248 w 7685854"/>
              <a:gd name="connsiteY4" fmla="*/ 1633762 h 7298846"/>
              <a:gd name="connsiteX5" fmla="*/ 4840642 w 7685854"/>
              <a:gd name="connsiteY5" fmla="*/ 25507 h 7298846"/>
              <a:gd name="connsiteX6" fmla="*/ 4855436 w 7685854"/>
              <a:gd name="connsiteY6" fmla="*/ 0 h 7298846"/>
              <a:gd name="connsiteX7" fmla="*/ 6244124 w 7685854"/>
              <a:gd name="connsiteY7" fmla="*/ 2394291 h 729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5854" h="7298846">
                <a:moveTo>
                  <a:pt x="7685854" y="2700152"/>
                </a:moveTo>
                <a:lnTo>
                  <a:pt x="6710245" y="7298846"/>
                </a:lnTo>
                <a:lnTo>
                  <a:pt x="0" y="5875273"/>
                </a:lnTo>
                <a:lnTo>
                  <a:pt x="975610" y="1276579"/>
                </a:lnTo>
                <a:lnTo>
                  <a:pt x="2659248" y="1633762"/>
                </a:lnTo>
                <a:lnTo>
                  <a:pt x="4840642" y="25507"/>
                </a:lnTo>
                <a:lnTo>
                  <a:pt x="4855436" y="0"/>
                </a:lnTo>
                <a:lnTo>
                  <a:pt x="6244124" y="2394291"/>
                </a:lnTo>
                <a:close/>
              </a:path>
            </a:pathLst>
          </a:custGeom>
          <a:solidFill>
            <a:schemeClr val="bg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131414" y="2632804"/>
            <a:ext cx="1192870" cy="1192868"/>
          </a:xfrm>
          <a:prstGeom prst="rect">
            <a:avLst/>
          </a:prstGeom>
          <a:solidFill>
            <a:srgbClr val="1F474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800" b="1" dirty="0">
                <a:latin typeface="微软雅黑" panose="020B0503020204020204" pitchFamily="34" charset="-122"/>
                <a:ea typeface="微软雅黑" panose="020B0503020204020204" pitchFamily="34" charset="-122"/>
              </a:rPr>
              <a:t>02</a:t>
            </a:r>
            <a:endParaRPr lang="zh-CN" altLang="en-US" sz="4800" b="1" dirty="0">
              <a:latin typeface="微软雅黑" panose="020B0503020204020204" pitchFamily="34" charset="-122"/>
              <a:ea typeface="微软雅黑" panose="020B0503020204020204" pitchFamily="34" charset="-122"/>
            </a:endParaRPr>
          </a:p>
        </p:txBody>
      </p:sp>
      <p:sp>
        <p:nvSpPr>
          <p:cNvPr id="50" name="10"/>
          <p:cNvSpPr/>
          <p:nvPr>
            <p:custDataLst>
              <p:tags r:id="rId2"/>
            </p:custDataLst>
          </p:nvPr>
        </p:nvSpPr>
        <p:spPr>
          <a:xfrm>
            <a:off x="6592764" y="3536068"/>
            <a:ext cx="4531995" cy="521970"/>
          </a:xfrm>
          <a:prstGeom prst="rect">
            <a:avLst/>
          </a:prstGeom>
        </p:spPr>
        <p:txBody>
          <a:bodyPr wrap="none">
            <a:spAutoFit/>
          </a:bodyPr>
          <a:lstStyle/>
          <a:p>
            <a:pPr lvl="0" algn="ctr">
              <a:defRPr/>
            </a:pPr>
            <a:r>
              <a:rPr lang="en-US" altLang="zh-CN" sz="2800" kern="0" dirty="0">
                <a:solidFill>
                  <a:schemeClr val="bg1">
                    <a:lumMod val="50000"/>
                  </a:schemeClr>
                </a:solidFill>
                <a:latin typeface="微软雅黑" panose="020B0503020204020204" pitchFamily="34" charset="-122"/>
                <a:ea typeface="微软雅黑" panose="020B0503020204020204" pitchFamily="34" charset="-122"/>
              </a:rPr>
              <a:t>Add your title description</a:t>
            </a:r>
            <a:endParaRPr kumimoji="0" lang="en-US" altLang="zh-CN" sz="2800" b="0" i="0" u="none" strike="noStrike" kern="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cxnSp>
        <p:nvCxnSpPr>
          <p:cNvPr id="51" name="品 11"/>
          <p:cNvCxnSpPr/>
          <p:nvPr>
            <p:custDataLst>
              <p:tags r:id="rId3"/>
            </p:custDataLst>
          </p:nvPr>
        </p:nvCxnSpPr>
        <p:spPr>
          <a:xfrm>
            <a:off x="6438265" y="3413760"/>
            <a:ext cx="4665345" cy="15240"/>
          </a:xfrm>
          <a:prstGeom prst="line">
            <a:avLst/>
          </a:prstGeom>
          <a:noFill/>
          <a:ln w="6350" cap="flat" cmpd="sng" algn="ctr">
            <a:solidFill>
              <a:schemeClr val="bg1">
                <a:lumMod val="50000"/>
              </a:schemeClr>
            </a:solidFill>
            <a:prstDash val="solid"/>
            <a:miter lim="800000"/>
          </a:ln>
          <a:effectLst/>
        </p:spPr>
      </p:cxnSp>
      <p:sp>
        <p:nvSpPr>
          <p:cNvPr id="49" name="3"/>
          <p:cNvSpPr>
            <a:spLocks noChangeArrowheads="1"/>
          </p:cNvSpPr>
          <p:nvPr>
            <p:custDataLst>
              <p:tags r:id="rId4"/>
            </p:custDataLst>
          </p:nvPr>
        </p:nvSpPr>
        <p:spPr bwMode="auto">
          <a:xfrm>
            <a:off x="6324460" y="2437139"/>
            <a:ext cx="50596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4800" b="1" kern="0" dirty="0">
                <a:solidFill>
                  <a:srgbClr val="002060"/>
                </a:solidFill>
                <a:latin typeface="微软雅黑" panose="020B0503020204020204" pitchFamily="34" charset="-122"/>
                <a:ea typeface="微软雅黑" panose="020B0503020204020204" pitchFamily="34" charset="-122"/>
                <a:sym typeface="Calibri" panose="020F0502020204030204" pitchFamily="34" charset="0"/>
              </a:rPr>
              <a:t>加入你的标题描述</a:t>
            </a:r>
            <a:endParaRPr kumimoji="0" lang="zh-CN" altLang="en-US" sz="4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pic>
        <p:nvPicPr>
          <p:cNvPr id="9" name="图片 8" descr="船"/>
          <p:cNvPicPr>
            <a:picLocks noChangeAspect="1"/>
          </p:cNvPicPr>
          <p:nvPr/>
        </p:nvPicPr>
        <p:blipFill>
          <a:blip r:embed="rId8"/>
          <a:stretch>
            <a:fillRect/>
          </a:stretch>
        </p:blipFill>
        <p:spPr>
          <a:xfrm>
            <a:off x="-2001917" y="3530723"/>
            <a:ext cx="4268470" cy="394843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anim calcmode="lin" valueType="num">
                                      <p:cBhvr>
                                        <p:cTn id="8" dur="500" fill="hold"/>
                                        <p:tgtEl>
                                          <p:spTgt spid="52"/>
                                        </p:tgtEl>
                                        <p:attrNameLst>
                                          <p:attrName>ppt_x</p:attrName>
                                        </p:attrNameLst>
                                      </p:cBhvr>
                                      <p:tavLst>
                                        <p:tav tm="0">
                                          <p:val>
                                            <p:strVal val="#ppt_x"/>
                                          </p:val>
                                        </p:tav>
                                        <p:tav tm="100000">
                                          <p:val>
                                            <p:strVal val="#ppt_x"/>
                                          </p:val>
                                        </p:tav>
                                      </p:tavLst>
                                    </p:anim>
                                    <p:anim calcmode="lin" valueType="num">
                                      <p:cBhvr>
                                        <p:cTn id="9" dur="500" fill="hold"/>
                                        <p:tgtEl>
                                          <p:spTgt spid="5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500"/>
                                        <p:tgtEl>
                                          <p:spTgt spid="50"/>
                                        </p:tgtEl>
                                      </p:cBhvr>
                                    </p:animEffect>
                                    <p:anim calcmode="lin" valueType="num">
                                      <p:cBhvr>
                                        <p:cTn id="14" dur="500" fill="hold"/>
                                        <p:tgtEl>
                                          <p:spTgt spid="50"/>
                                        </p:tgtEl>
                                        <p:attrNameLst>
                                          <p:attrName>ppt_x</p:attrName>
                                        </p:attrNameLst>
                                      </p:cBhvr>
                                      <p:tavLst>
                                        <p:tav tm="0">
                                          <p:val>
                                            <p:strVal val="#ppt_x"/>
                                          </p:val>
                                        </p:tav>
                                        <p:tav tm="100000">
                                          <p:val>
                                            <p:strVal val="#ppt_x"/>
                                          </p:val>
                                        </p:tav>
                                      </p:tavLst>
                                    </p:anim>
                                    <p:anim calcmode="lin" valueType="num">
                                      <p:cBhvr>
                                        <p:cTn id="15" dur="500" fill="hold"/>
                                        <p:tgtEl>
                                          <p:spTgt spid="50"/>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500"/>
                                        <p:tgtEl>
                                          <p:spTgt spid="51"/>
                                        </p:tgtEl>
                                      </p:cBhvr>
                                    </p:animEffect>
                                    <p:anim calcmode="lin" valueType="num">
                                      <p:cBhvr>
                                        <p:cTn id="20" dur="500" fill="hold"/>
                                        <p:tgtEl>
                                          <p:spTgt spid="51"/>
                                        </p:tgtEl>
                                        <p:attrNameLst>
                                          <p:attrName>ppt_x</p:attrName>
                                        </p:attrNameLst>
                                      </p:cBhvr>
                                      <p:tavLst>
                                        <p:tav tm="0">
                                          <p:val>
                                            <p:strVal val="#ppt_x"/>
                                          </p:val>
                                        </p:tav>
                                        <p:tav tm="100000">
                                          <p:val>
                                            <p:strVal val="#ppt_x"/>
                                          </p:val>
                                        </p:tav>
                                      </p:tavLst>
                                    </p:anim>
                                    <p:anim calcmode="lin" valueType="num">
                                      <p:cBhvr>
                                        <p:cTn id="21" dur="500" fill="hold"/>
                                        <p:tgtEl>
                                          <p:spTgt spid="51"/>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anim calcmode="lin" valueType="num">
                                      <p:cBhvr>
                                        <p:cTn id="26" dur="500" fill="hold"/>
                                        <p:tgtEl>
                                          <p:spTgt spid="49"/>
                                        </p:tgtEl>
                                        <p:attrNameLst>
                                          <p:attrName>ppt_x</p:attrName>
                                        </p:attrNameLst>
                                      </p:cBhvr>
                                      <p:tavLst>
                                        <p:tav tm="0">
                                          <p:val>
                                            <p:strVal val="#ppt_x"/>
                                          </p:val>
                                        </p:tav>
                                        <p:tav tm="100000">
                                          <p:val>
                                            <p:strVal val="#ppt_x"/>
                                          </p:val>
                                        </p:tav>
                                      </p:tavLst>
                                    </p:anim>
                                    <p:anim calcmode="lin" valueType="num">
                                      <p:cBhvr>
                                        <p:cTn id="27" dur="500" fill="hold"/>
                                        <p:tgtEl>
                                          <p:spTgt spid="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ldLvl="0" animBg="1"/>
      <p:bldP spid="50" grpId="0"/>
      <p:bldP spid="4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05" y="156845"/>
            <a:ext cx="12188190" cy="835660"/>
            <a:chOff x="0" y="298740"/>
            <a:chExt cx="12190413" cy="835572"/>
          </a:xfrm>
        </p:grpSpPr>
        <p:sp>
          <p:nvSpPr>
            <p:cNvPr id="2" name="矩形 1"/>
            <p:cNvSpPr/>
            <p:nvPr/>
          </p:nvSpPr>
          <p:spPr>
            <a:xfrm>
              <a:off x="0" y="298740"/>
              <a:ext cx="12190413" cy="835572"/>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no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sp>
        <p:nvSpPr>
          <p:cNvPr id="7" name="3"/>
          <p:cNvSpPr/>
          <p:nvPr/>
        </p:nvSpPr>
        <p:spPr>
          <a:xfrm>
            <a:off x="5800424" y="2041738"/>
            <a:ext cx="5212493" cy="4064927"/>
          </a:xfrm>
          <a:prstGeom prst="rect">
            <a:avLst/>
          </a:prstGeom>
          <a:noFill/>
          <a:ln>
            <a:solidFill>
              <a:srgbClr val="A4B6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9" name="TextBox 19"/>
          <p:cNvSpPr txBox="1"/>
          <p:nvPr/>
        </p:nvSpPr>
        <p:spPr>
          <a:xfrm>
            <a:off x="6274315" y="2567989"/>
            <a:ext cx="3646073"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基本情况简介</a:t>
            </a:r>
          </a:p>
        </p:txBody>
      </p:sp>
      <p:sp>
        <p:nvSpPr>
          <p:cNvPr id="10" name="TextBox 106"/>
          <p:cNvSpPr txBox="1"/>
          <p:nvPr/>
        </p:nvSpPr>
        <p:spPr>
          <a:xfrm>
            <a:off x="6240665" y="3223309"/>
            <a:ext cx="4164435" cy="576580"/>
          </a:xfrm>
          <a:prstGeom prst="rect">
            <a:avLst/>
          </a:prstGeom>
          <a:noFill/>
        </p:spPr>
        <p:txBody>
          <a:bodyPr wrap="square" lIns="0" tIns="0" rIns="0" bIns="0" rtlCol="0">
            <a:spAutoFit/>
          </a:bodyPr>
          <a:lstStyle/>
          <a:p>
            <a:pPr algn="just">
              <a:lnSpc>
                <a:spcPts val="1500"/>
              </a:lnSpc>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点击输入简要文字内容，文字内容需概括精炼，言简意赅的说明该分项专业设计</a:t>
            </a:r>
            <a:r>
              <a:rPr lang="en-US" altLang="zh-CN" sz="1400" dirty="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输入简要文字内容，文字内容需概括精炼，言简意赅的说明该分项内容。</a:t>
            </a:r>
            <a:endParaRPr lang="en-US" altLang="zh-CN"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1" name="TextBox 19"/>
          <p:cNvSpPr txBox="1"/>
          <p:nvPr/>
        </p:nvSpPr>
        <p:spPr>
          <a:xfrm>
            <a:off x="6274315" y="4294419"/>
            <a:ext cx="3646073" cy="368935"/>
          </a:xfrm>
          <a:prstGeom prst="rect">
            <a:avLst/>
          </a:prstGeom>
          <a:noFill/>
        </p:spPr>
        <p:txBody>
          <a:bodyPr wrap="square" lIns="0" tIns="0" rIns="0" bIns="0" rtlCol="0">
            <a:spAutoFit/>
          </a:bodyPr>
          <a:lstStyle/>
          <a:p>
            <a:r>
              <a:rPr lang="zh-CN" altLang="en-US" sz="2400" b="1" dirty="0">
                <a:solidFill>
                  <a:srgbClr val="002060"/>
                </a:solidFill>
                <a:latin typeface="微软雅黑" panose="020B0503020204020204" pitchFamily="34" charset="-122"/>
                <a:ea typeface="微软雅黑" panose="020B0503020204020204" pitchFamily="34" charset="-122"/>
              </a:rPr>
              <a:t>加入你的标题</a:t>
            </a:r>
          </a:p>
        </p:txBody>
      </p:sp>
      <p:sp>
        <p:nvSpPr>
          <p:cNvPr id="12" name="TextBox 106"/>
          <p:cNvSpPr txBox="1"/>
          <p:nvPr/>
        </p:nvSpPr>
        <p:spPr>
          <a:xfrm>
            <a:off x="6240665" y="4892824"/>
            <a:ext cx="4164435" cy="576580"/>
          </a:xfrm>
          <a:prstGeom prst="rect">
            <a:avLst/>
          </a:prstGeom>
          <a:noFill/>
        </p:spPr>
        <p:txBody>
          <a:bodyPr wrap="square" lIns="0" tIns="0" rIns="0" bIns="0" rtlCol="0">
            <a:spAutoFit/>
          </a:bodyPr>
          <a:lstStyle/>
          <a:p>
            <a:pPr algn="just">
              <a:lnSpc>
                <a:spcPts val="1500"/>
              </a:lnSpc>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点击输入简要文字内容，文字内容需概括精炼，言简意赅的说明该分项专业设计</a:t>
            </a:r>
            <a:r>
              <a:rPr lang="en-US" altLang="zh-CN" sz="1400" dirty="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输入简要文字内容，文字内容需概括精炼，言简意赅的说明该分项内容。</a:t>
            </a:r>
            <a:endParaRPr lang="en-US" altLang="zh-CN" sz="1400"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14" name="30"/>
          <p:cNvCxnSpPr/>
          <p:nvPr/>
        </p:nvCxnSpPr>
        <p:spPr>
          <a:xfrm>
            <a:off x="6307853" y="3041824"/>
            <a:ext cx="3887631" cy="1"/>
          </a:xfrm>
          <a:prstGeom prst="line">
            <a:avLst/>
          </a:prstGeom>
          <a:ln w="12700">
            <a:solidFill>
              <a:srgbClr val="A4B652"/>
            </a:solidFill>
            <a:prstDash val="dash"/>
          </a:ln>
        </p:spPr>
        <p:style>
          <a:lnRef idx="1">
            <a:schemeClr val="accent1"/>
          </a:lnRef>
          <a:fillRef idx="0">
            <a:schemeClr val="accent1"/>
          </a:fillRef>
          <a:effectRef idx="0">
            <a:schemeClr val="accent1"/>
          </a:effectRef>
          <a:fontRef idx="minor">
            <a:schemeClr val="tx1"/>
          </a:fontRef>
        </p:style>
      </p:cxnSp>
      <p:cxnSp>
        <p:nvCxnSpPr>
          <p:cNvPr id="15" name="31"/>
          <p:cNvCxnSpPr/>
          <p:nvPr/>
        </p:nvCxnSpPr>
        <p:spPr>
          <a:xfrm>
            <a:off x="6307853" y="4761965"/>
            <a:ext cx="3887631" cy="1"/>
          </a:xfrm>
          <a:prstGeom prst="line">
            <a:avLst/>
          </a:prstGeom>
          <a:ln w="12700">
            <a:solidFill>
              <a:srgbClr val="A4B652"/>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bwMode="auto">
          <a:xfrm>
            <a:off x="1308123" y="2041739"/>
            <a:ext cx="4436149" cy="4064927"/>
          </a:xfrm>
          <a:prstGeom prst="rect">
            <a:avLst/>
          </a:prstGeom>
          <a:blipFill dpi="0" rotWithShape="1">
            <a:blip r:embed="rId3">
              <a:extLst>
                <a:ext uri="{BEBA8EAE-BF5A-486C-A8C5-ECC9F3942E4B}">
                  <a14:imgProps xmlns:a14="http://schemas.microsoft.com/office/drawing/2010/main">
                    <a14:imgLayer r:embed="rId4">
                      <a14:imgEffect>
                        <a14:saturation sat="0"/>
                      </a14:imgEffect>
                    </a14:imgLayer>
                  </a14:imgProps>
                </a:ext>
              </a:extLst>
            </a:blip>
            <a:srcRect/>
            <a:stretch>
              <a:fillRect/>
            </a:stretch>
          </a:blipFill>
          <a:ln w="127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400">
              <a:solidFill>
                <a:schemeClr val="bg1">
                  <a:lumMod val="5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par>
                                <p:cTn id="19" presetID="22" presetClass="entr" presetSubtype="8"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par>
                                <p:cTn id="30" presetID="22" presetClass="entr" presetSubtype="8"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p:bldP spid="10" grpId="0"/>
      <p:bldP spid="11" grpId="0"/>
      <p:bldP spid="12" grpId="0"/>
      <p:bldP spid="16"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5" name="MH_Other_1"/>
          <p:cNvSpPr/>
          <p:nvPr>
            <p:custDataLst>
              <p:tags r:id="rId2"/>
            </p:custDataLst>
          </p:nvPr>
        </p:nvSpPr>
        <p:spPr bwMode="auto">
          <a:xfrm rot="5400000">
            <a:off x="6107113" y="3370263"/>
            <a:ext cx="2808287" cy="2411413"/>
          </a:xfrm>
          <a:custGeom>
            <a:avLst/>
            <a:gdLst>
              <a:gd name="T0" fmla="*/ 0 w 2808312"/>
              <a:gd name="T1" fmla="*/ 2393528 h 2412268"/>
              <a:gd name="T2" fmla="*/ 0 w 2808312"/>
              <a:gd name="T3" fmla="*/ 2286354 h 2412268"/>
              <a:gd name="T4" fmla="*/ 2699772 w 2808312"/>
              <a:gd name="T5" fmla="*/ 2286354 h 2412268"/>
              <a:gd name="T6" fmla="*/ 2699772 w 2808312"/>
              <a:gd name="T7" fmla="*/ 0 h 2412268"/>
              <a:gd name="T8" fmla="*/ 2807762 w 2808312"/>
              <a:gd name="T9" fmla="*/ 0 h 2412268"/>
              <a:gd name="T10" fmla="*/ 2807762 w 2808312"/>
              <a:gd name="T11" fmla="*/ 2286354 h 2412268"/>
              <a:gd name="T12" fmla="*/ 2807762 w 2808312"/>
              <a:gd name="T13" fmla="*/ 2357804 h 2412268"/>
              <a:gd name="T14" fmla="*/ 2807762 w 2808312"/>
              <a:gd name="T15" fmla="*/ 2393528 h 2412268"/>
              <a:gd name="T16" fmla="*/ 0 w 2808312"/>
              <a:gd name="T17" fmla="*/ 2393528 h 24122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808312" h="2412268">
                <a:moveTo>
                  <a:pt x="0" y="2412268"/>
                </a:moveTo>
                <a:lnTo>
                  <a:pt x="0" y="2304256"/>
                </a:lnTo>
                <a:lnTo>
                  <a:pt x="2700300" y="2304256"/>
                </a:lnTo>
                <a:lnTo>
                  <a:pt x="2700300" y="0"/>
                </a:lnTo>
                <a:lnTo>
                  <a:pt x="2808312" y="0"/>
                </a:lnTo>
                <a:lnTo>
                  <a:pt x="2808312" y="2304256"/>
                </a:lnTo>
                <a:lnTo>
                  <a:pt x="2808312" y="2376264"/>
                </a:lnTo>
                <a:lnTo>
                  <a:pt x="2808312" y="2412268"/>
                </a:lnTo>
                <a:lnTo>
                  <a:pt x="0" y="2412268"/>
                </a:lnTo>
                <a:close/>
              </a:path>
            </a:pathLst>
          </a:custGeom>
          <a:solidFill>
            <a:srgbClr val="0070C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3077" name="MH_Other_2"/>
          <p:cNvSpPr/>
          <p:nvPr>
            <p:custDataLst>
              <p:tags r:id="rId3"/>
            </p:custDataLst>
          </p:nvPr>
        </p:nvSpPr>
        <p:spPr bwMode="auto">
          <a:xfrm>
            <a:off x="4291012" y="3197225"/>
            <a:ext cx="1655762" cy="1727200"/>
          </a:xfrm>
          <a:custGeom>
            <a:avLst/>
            <a:gdLst>
              <a:gd name="T0" fmla="*/ 0 w 1656184"/>
              <a:gd name="T1" fmla="*/ 0 h 1728192"/>
              <a:gd name="T2" fmla="*/ 1646925 w 1656184"/>
              <a:gd name="T3" fmla="*/ 0 h 1728192"/>
              <a:gd name="T4" fmla="*/ 1646925 w 1656184"/>
              <a:gd name="T5" fmla="*/ 71106 h 1728192"/>
              <a:gd name="T6" fmla="*/ 1646925 w 1656184"/>
              <a:gd name="T7" fmla="*/ 106655 h 1728192"/>
              <a:gd name="T8" fmla="*/ 1646925 w 1656184"/>
              <a:gd name="T9" fmla="*/ 1706500 h 1728192"/>
              <a:gd name="T10" fmla="*/ 1539518 w 1656184"/>
              <a:gd name="T11" fmla="*/ 1706500 h 1728192"/>
              <a:gd name="T12" fmla="*/ 1539518 w 1656184"/>
              <a:gd name="T13" fmla="*/ 106655 h 1728192"/>
              <a:gd name="T14" fmla="*/ 0 w 1656184"/>
              <a:gd name="T15" fmla="*/ 106655 h 1728192"/>
              <a:gd name="T16" fmla="*/ 0 w 1656184"/>
              <a:gd name="T17" fmla="*/ 0 h 17281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56184" h="1728192">
                <a:moveTo>
                  <a:pt x="0" y="0"/>
                </a:moveTo>
                <a:lnTo>
                  <a:pt x="1656184" y="0"/>
                </a:lnTo>
                <a:lnTo>
                  <a:pt x="1656184" y="72008"/>
                </a:lnTo>
                <a:lnTo>
                  <a:pt x="1656184" y="108012"/>
                </a:lnTo>
                <a:lnTo>
                  <a:pt x="1656184" y="1728192"/>
                </a:lnTo>
                <a:lnTo>
                  <a:pt x="1548172" y="1728192"/>
                </a:lnTo>
                <a:lnTo>
                  <a:pt x="1548172" y="108012"/>
                </a:lnTo>
                <a:lnTo>
                  <a:pt x="0" y="108012"/>
                </a:lnTo>
                <a:lnTo>
                  <a:pt x="0" y="0"/>
                </a:lnTo>
                <a:close/>
              </a:path>
            </a:pathLst>
          </a:custGeom>
          <a:solidFill>
            <a:srgbClr val="0070C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grpSp>
        <p:nvGrpSpPr>
          <p:cNvPr id="2" name="组合 1"/>
          <p:cNvGrpSpPr/>
          <p:nvPr/>
        </p:nvGrpSpPr>
        <p:grpSpPr>
          <a:xfrm>
            <a:off x="897064" y="1643802"/>
            <a:ext cx="5775241" cy="1530961"/>
            <a:chOff x="897064" y="1643802"/>
            <a:chExt cx="5775241" cy="1530961"/>
          </a:xfrm>
        </p:grpSpPr>
        <p:sp>
          <p:nvSpPr>
            <p:cNvPr id="9" name="文本框 8"/>
            <p:cNvSpPr txBox="1"/>
            <p:nvPr/>
          </p:nvSpPr>
          <p:spPr>
            <a:xfrm>
              <a:off x="897064" y="2274517"/>
              <a:ext cx="4792536" cy="900246"/>
            </a:xfrm>
            <a:prstGeom prst="rect">
              <a:avLst/>
            </a:prstGeom>
            <a:noFill/>
          </p:spPr>
          <p:txBody>
            <a:bodyPr wrap="square" rtlCol="0">
              <a:spAutoFit/>
              <a:scene3d>
                <a:camera prst="orthographicFront"/>
                <a:lightRig rig="threePt" dir="t"/>
              </a:scene3d>
              <a:sp3d contourW="12700"/>
            </a:bodyPr>
            <a:lstStyle/>
            <a:p>
              <a:pPr>
                <a:lnSpc>
                  <a:spcPct val="125000"/>
                </a:lnSpc>
              </a:pPr>
              <a:r>
                <a:rPr lang="zh-CN" altLang="en-US" sz="1400" dirty="0" smtClean="0">
                  <a:latin typeface="Century Gothic" panose="020B0502020202020204" charset="0"/>
                </a:rPr>
                <a:t>在这个世界上，任何一个人的力量都是渺小的，只有融入团队，只有与团队一起奋斗，你才能实现个人价值的最大化，你才能成就自己的卓越！</a:t>
              </a:r>
            </a:p>
          </p:txBody>
        </p:sp>
        <p:sp>
          <p:nvSpPr>
            <p:cNvPr id="10" name="文本框 9"/>
            <p:cNvSpPr txBox="1"/>
            <p:nvPr/>
          </p:nvSpPr>
          <p:spPr>
            <a:xfrm>
              <a:off x="897064" y="1643802"/>
              <a:ext cx="5775241" cy="580352"/>
            </a:xfrm>
            <a:prstGeom prst="rect">
              <a:avLst/>
            </a:prstGeom>
            <a:noFill/>
          </p:spPr>
          <p:txBody>
            <a:bodyPr wrap="square" rtlCol="0">
              <a:spAutoFit/>
              <a:scene3d>
                <a:camera prst="orthographicFront"/>
                <a:lightRig rig="threePt" dir="t"/>
              </a:scene3d>
              <a:sp3d contourW="12700"/>
            </a:bodyPr>
            <a:lstStyle/>
            <a:p>
              <a:pPr>
                <a:lnSpc>
                  <a:spcPct val="125000"/>
                </a:lnSpc>
              </a:pPr>
              <a:r>
                <a:rPr lang="zh-CN" altLang="en-US" sz="2800" b="1" dirty="0" smtClean="0">
                  <a:latin typeface="Century Gothic" panose="020B0502020202020204" charset="0"/>
                </a:rPr>
                <a:t>成功靠大家努力</a:t>
              </a:r>
            </a:p>
          </p:txBody>
        </p:sp>
      </p:grpSp>
      <p:pic>
        <p:nvPicPr>
          <p:cNvPr id="5" name="图片占位符 4"/>
          <p:cNvPicPr>
            <a:picLocks noGrp="1" noChangeAspect="1"/>
          </p:cNvPicPr>
          <p:nvPr>
            <p:ph type="pic" sz="quarter" idx="11"/>
          </p:nvPr>
        </p:nvPicPr>
        <p:blipFill>
          <a:blip r:embed="rId6" cstate="print">
            <a:extLst>
              <a:ext uri="{28A0092B-C50C-407E-A947-70E740481C1C}">
                <a14:useLocalDpi xmlns:a14="http://schemas.microsoft.com/office/drawing/2010/main" val="0"/>
              </a:ext>
            </a:extLst>
          </a:blip>
          <a:srcRect t="11036" b="11036"/>
          <a:stretch>
            <a:fillRect/>
          </a:stretch>
        </p:blipFill>
        <p:spPr/>
      </p:pic>
      <p:pic>
        <p:nvPicPr>
          <p:cNvPr id="6" name="图片占位符 5"/>
          <p:cNvPicPr>
            <a:picLocks noGrp="1" noChangeAspect="1"/>
          </p:cNvPicPr>
          <p:nvPr>
            <p:ph type="pic" sz="quarter" idx="12"/>
          </p:nvPr>
        </p:nvPicPr>
        <p:blipFill>
          <a:blip r:embed="rId7" cstate="print">
            <a:extLst>
              <a:ext uri="{28A0092B-C50C-407E-A947-70E740481C1C}">
                <a14:useLocalDpi xmlns:a14="http://schemas.microsoft.com/office/drawing/2010/main" val="0"/>
              </a:ext>
            </a:extLst>
          </a:blip>
          <a:srcRect l="8892" r="8892"/>
          <a:stretch>
            <a:fillRect/>
          </a:stretch>
        </p:blipFill>
        <p:spPr/>
      </p:pic>
      <p:grpSp>
        <p:nvGrpSpPr>
          <p:cNvPr id="4" name="组合 3"/>
          <p:cNvGrpSpPr/>
          <p:nvPr/>
        </p:nvGrpSpPr>
        <p:grpSpPr>
          <a:xfrm>
            <a:off x="1905" y="156845"/>
            <a:ext cx="12188190" cy="835660"/>
            <a:chOff x="0" y="298740"/>
            <a:chExt cx="12190413" cy="835572"/>
          </a:xfrm>
          <a:solidFill>
            <a:srgbClr val="2F5597"/>
          </a:solidFill>
        </p:grpSpPr>
        <p:sp>
          <p:nvSpPr>
            <p:cNvPr id="3" name="矩形 2"/>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077"/>
                                        </p:tgtEl>
                                        <p:attrNameLst>
                                          <p:attrName>style.visibility</p:attrName>
                                        </p:attrNameLst>
                                      </p:cBhvr>
                                      <p:to>
                                        <p:strVal val="visible"/>
                                      </p:to>
                                    </p:set>
                                    <p:anim calcmode="lin" valueType="num">
                                      <p:cBhvr>
                                        <p:cTn id="7" dur="500" fill="hold"/>
                                        <p:tgtEl>
                                          <p:spTgt spid="3077"/>
                                        </p:tgtEl>
                                        <p:attrNameLst>
                                          <p:attrName>ppt_w</p:attrName>
                                        </p:attrNameLst>
                                      </p:cBhvr>
                                      <p:tavLst>
                                        <p:tav tm="0">
                                          <p:val>
                                            <p:fltVal val="0"/>
                                          </p:val>
                                        </p:tav>
                                        <p:tav tm="100000">
                                          <p:val>
                                            <p:strVal val="#ppt_w"/>
                                          </p:val>
                                        </p:tav>
                                      </p:tavLst>
                                    </p:anim>
                                    <p:anim calcmode="lin" valueType="num">
                                      <p:cBhvr>
                                        <p:cTn id="8" dur="500" fill="hold"/>
                                        <p:tgtEl>
                                          <p:spTgt spid="3077"/>
                                        </p:tgtEl>
                                        <p:attrNameLst>
                                          <p:attrName>ppt_h</p:attrName>
                                        </p:attrNameLst>
                                      </p:cBhvr>
                                      <p:tavLst>
                                        <p:tav tm="0">
                                          <p:val>
                                            <p:fltVal val="0"/>
                                          </p:val>
                                        </p:tav>
                                        <p:tav tm="100000">
                                          <p:val>
                                            <p:strVal val="#ppt_h"/>
                                          </p:val>
                                        </p:tav>
                                      </p:tavLst>
                                    </p:anim>
                                    <p:animEffect transition="in" filter="fade">
                                      <p:cBhvr>
                                        <p:cTn id="9" dur="500"/>
                                        <p:tgtEl>
                                          <p:spTgt spid="307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075"/>
                                        </p:tgtEl>
                                        <p:attrNameLst>
                                          <p:attrName>style.visibility</p:attrName>
                                        </p:attrNameLst>
                                      </p:cBhvr>
                                      <p:to>
                                        <p:strVal val="visible"/>
                                      </p:to>
                                    </p:set>
                                    <p:anim calcmode="lin" valueType="num">
                                      <p:cBhvr>
                                        <p:cTn id="12" dur="500" fill="hold"/>
                                        <p:tgtEl>
                                          <p:spTgt spid="3075"/>
                                        </p:tgtEl>
                                        <p:attrNameLst>
                                          <p:attrName>ppt_w</p:attrName>
                                        </p:attrNameLst>
                                      </p:cBhvr>
                                      <p:tavLst>
                                        <p:tav tm="0">
                                          <p:val>
                                            <p:fltVal val="0"/>
                                          </p:val>
                                        </p:tav>
                                        <p:tav tm="100000">
                                          <p:val>
                                            <p:strVal val="#ppt_w"/>
                                          </p:val>
                                        </p:tav>
                                      </p:tavLst>
                                    </p:anim>
                                    <p:anim calcmode="lin" valueType="num">
                                      <p:cBhvr>
                                        <p:cTn id="13" dur="500" fill="hold"/>
                                        <p:tgtEl>
                                          <p:spTgt spid="3075"/>
                                        </p:tgtEl>
                                        <p:attrNameLst>
                                          <p:attrName>ppt_h</p:attrName>
                                        </p:attrNameLst>
                                      </p:cBhvr>
                                      <p:tavLst>
                                        <p:tav tm="0">
                                          <p:val>
                                            <p:fltVal val="0"/>
                                          </p:val>
                                        </p:tav>
                                        <p:tav tm="100000">
                                          <p:val>
                                            <p:strVal val="#ppt_h"/>
                                          </p:val>
                                        </p:tav>
                                      </p:tavLst>
                                    </p:anim>
                                    <p:animEffect transition="in" filter="fade">
                                      <p:cBhvr>
                                        <p:cTn id="14" dur="500"/>
                                        <p:tgtEl>
                                          <p:spTgt spid="3075"/>
                                        </p:tgtEl>
                                      </p:cBhvr>
                                    </p:animEffect>
                                  </p:childTnLst>
                                </p:cTn>
                              </p:par>
                            </p:childTnLst>
                          </p:cTn>
                        </p:par>
                        <p:par>
                          <p:cTn id="15" fill="hold">
                            <p:stCondLst>
                              <p:cond delay="500"/>
                            </p:stCondLst>
                            <p:childTnLst>
                              <p:par>
                                <p:cTn id="16" presetID="2" presetClass="entr" presetSubtype="2"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1+#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2" presetClass="entr" presetSubtype="4"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ldLvl="0" animBg="1"/>
      <p:bldP spid="3077"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82658"/>
            <a:ext cx="10515600" cy="3837271"/>
          </a:xfrm>
        </p:spPr>
      </p:pic>
    </p:spTree>
    <p:extLst>
      <p:ext uri="{BB962C8B-B14F-4D97-AF65-F5344CB8AC3E}">
        <p14:creationId xmlns:p14="http://schemas.microsoft.com/office/powerpoint/2010/main" val="2056070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05" y="156845"/>
            <a:ext cx="12188190" cy="835660"/>
            <a:chOff x="0" y="298740"/>
            <a:chExt cx="12190413" cy="835572"/>
          </a:xfrm>
          <a:solidFill>
            <a:srgbClr val="2F5597"/>
          </a:solidFill>
        </p:grpSpPr>
        <p:sp>
          <p:nvSpPr>
            <p:cNvPr id="2" name="矩形 1"/>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sp>
        <p:nvSpPr>
          <p:cNvPr id="7" name="Oval 8"/>
          <p:cNvSpPr>
            <a:spLocks noChangeArrowheads="1"/>
          </p:cNvSpPr>
          <p:nvPr/>
        </p:nvSpPr>
        <p:spPr bwMode="auto">
          <a:xfrm>
            <a:off x="1499653" y="2207017"/>
            <a:ext cx="1632204" cy="1635023"/>
          </a:xfrm>
          <a:prstGeom prst="ellipse">
            <a:avLst/>
          </a:prstGeom>
          <a:noFill/>
          <a:ln w="76200">
            <a:solidFill>
              <a:srgbClr val="2F5597"/>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lvl="0" algn="ct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9" name="Oval 9"/>
          <p:cNvSpPr>
            <a:spLocks noChangeArrowheads="1"/>
          </p:cNvSpPr>
          <p:nvPr/>
        </p:nvSpPr>
        <p:spPr bwMode="auto">
          <a:xfrm>
            <a:off x="3423620" y="2208429"/>
            <a:ext cx="1632204" cy="1632202"/>
          </a:xfrm>
          <a:prstGeom prst="ellipse">
            <a:avLst/>
          </a:prstGeom>
          <a:noFill/>
          <a:ln w="76200">
            <a:solidFill>
              <a:srgbClr val="1F474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lvl="0" algn="ct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Oval 10"/>
          <p:cNvSpPr>
            <a:spLocks noChangeArrowheads="1"/>
          </p:cNvSpPr>
          <p:nvPr/>
        </p:nvSpPr>
        <p:spPr bwMode="auto">
          <a:xfrm>
            <a:off x="5333077" y="2207489"/>
            <a:ext cx="1632204" cy="1634081"/>
          </a:xfrm>
          <a:prstGeom prst="ellipse">
            <a:avLst/>
          </a:prstGeom>
          <a:noFill/>
          <a:ln w="76200">
            <a:solidFill>
              <a:srgbClr val="2F5597"/>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lvl="0" algn="ct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 name="Oval 9"/>
          <p:cNvSpPr>
            <a:spLocks noChangeArrowheads="1"/>
          </p:cNvSpPr>
          <p:nvPr/>
        </p:nvSpPr>
        <p:spPr bwMode="auto">
          <a:xfrm>
            <a:off x="7257044" y="2208429"/>
            <a:ext cx="1632204" cy="1632202"/>
          </a:xfrm>
          <a:prstGeom prst="ellipse">
            <a:avLst/>
          </a:prstGeom>
          <a:noFill/>
          <a:ln w="76200">
            <a:solidFill>
              <a:srgbClr val="1F474E"/>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lvl="0" algn="ct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2" name="Oval 8"/>
          <p:cNvSpPr>
            <a:spLocks noChangeArrowheads="1"/>
          </p:cNvSpPr>
          <p:nvPr/>
        </p:nvSpPr>
        <p:spPr bwMode="auto">
          <a:xfrm>
            <a:off x="9195524" y="2207017"/>
            <a:ext cx="1632204" cy="1635023"/>
          </a:xfrm>
          <a:prstGeom prst="ellipse">
            <a:avLst/>
          </a:prstGeom>
          <a:noFill/>
          <a:ln w="76200">
            <a:solidFill>
              <a:srgbClr val="2F5597"/>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23" tIns="45711" rIns="91423" bIns="45711" numCol="1" spcCol="0" rtlCol="0" fromWordArt="0" anchor="ctr" anchorCtr="0" forceAA="0" compatLnSpc="1">
            <a:noAutofit/>
          </a:bodyPr>
          <a:lstStyle/>
          <a:p>
            <a:pPr lvl="0" algn="ct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4" name="TextBox 11"/>
          <p:cNvSpPr txBox="1"/>
          <p:nvPr/>
        </p:nvSpPr>
        <p:spPr>
          <a:xfrm>
            <a:off x="1650210" y="4080778"/>
            <a:ext cx="1331090" cy="368300"/>
          </a:xfrm>
          <a:prstGeom prst="rect">
            <a:avLst/>
          </a:prstGeom>
          <a:noFill/>
        </p:spPr>
        <p:txBody>
          <a:bodyPr wrap="square" rtlCol="0">
            <a:spAutoFit/>
          </a:bodyPr>
          <a:lstStyle/>
          <a:p>
            <a:r>
              <a:rPr lang="zh-CN" altLang="en-US" b="1" dirty="0">
                <a:solidFill>
                  <a:schemeClr val="bg1">
                    <a:lumMod val="50000"/>
                  </a:schemeClr>
                </a:solidFill>
                <a:latin typeface="微软雅黑" panose="020B0503020204020204" pitchFamily="34" charset="-122"/>
                <a:ea typeface="微软雅黑" panose="020B0503020204020204" pitchFamily="34" charset="-122"/>
              </a:rPr>
              <a:t>加入标题</a:t>
            </a:r>
          </a:p>
        </p:txBody>
      </p:sp>
      <p:sp>
        <p:nvSpPr>
          <p:cNvPr id="15" name="TextBox 12"/>
          <p:cNvSpPr txBox="1"/>
          <p:nvPr/>
        </p:nvSpPr>
        <p:spPr>
          <a:xfrm>
            <a:off x="3628595" y="4080778"/>
            <a:ext cx="1331090" cy="368300"/>
          </a:xfrm>
          <a:prstGeom prst="rect">
            <a:avLst/>
          </a:prstGeom>
          <a:noFill/>
        </p:spPr>
        <p:txBody>
          <a:bodyPr wrap="square" rtlCol="0">
            <a:spAutoFit/>
          </a:bodyPr>
          <a:lstStyle/>
          <a:p>
            <a:r>
              <a:rPr lang="zh-CN" altLang="en-US" b="1" dirty="0">
                <a:solidFill>
                  <a:schemeClr val="bg1">
                    <a:lumMod val="50000"/>
                  </a:schemeClr>
                </a:solidFill>
                <a:latin typeface="微软雅黑" panose="020B0503020204020204" pitchFamily="34" charset="-122"/>
                <a:ea typeface="微软雅黑" panose="020B0503020204020204" pitchFamily="34" charset="-122"/>
              </a:rPr>
              <a:t>加入标题</a:t>
            </a:r>
          </a:p>
        </p:txBody>
      </p:sp>
      <p:sp>
        <p:nvSpPr>
          <p:cNvPr id="16" name="TextBox 13"/>
          <p:cNvSpPr txBox="1"/>
          <p:nvPr/>
        </p:nvSpPr>
        <p:spPr>
          <a:xfrm>
            <a:off x="5592470" y="4080778"/>
            <a:ext cx="1331090" cy="368300"/>
          </a:xfrm>
          <a:prstGeom prst="rect">
            <a:avLst/>
          </a:prstGeom>
          <a:noFill/>
        </p:spPr>
        <p:txBody>
          <a:bodyPr wrap="square" rtlCol="0">
            <a:spAutoFit/>
          </a:bodyPr>
          <a:lstStyle/>
          <a:p>
            <a:r>
              <a:rPr lang="zh-CN" altLang="en-US" b="1" dirty="0">
                <a:solidFill>
                  <a:schemeClr val="bg1">
                    <a:lumMod val="50000"/>
                  </a:schemeClr>
                </a:solidFill>
                <a:latin typeface="微软雅黑" panose="020B0503020204020204" pitchFamily="34" charset="-122"/>
                <a:ea typeface="微软雅黑" panose="020B0503020204020204" pitchFamily="34" charset="-122"/>
              </a:rPr>
              <a:t>加入标题</a:t>
            </a:r>
          </a:p>
        </p:txBody>
      </p:sp>
      <p:sp>
        <p:nvSpPr>
          <p:cNvPr id="17" name="TextBox 14"/>
          <p:cNvSpPr txBox="1"/>
          <p:nvPr/>
        </p:nvSpPr>
        <p:spPr>
          <a:xfrm>
            <a:off x="7570855" y="4080778"/>
            <a:ext cx="1331090" cy="368300"/>
          </a:xfrm>
          <a:prstGeom prst="rect">
            <a:avLst/>
          </a:prstGeom>
          <a:noFill/>
        </p:spPr>
        <p:txBody>
          <a:bodyPr wrap="square" rtlCol="0">
            <a:spAutoFit/>
          </a:bodyPr>
          <a:lstStyle/>
          <a:p>
            <a:r>
              <a:rPr lang="zh-CN" altLang="en-US" b="1" dirty="0">
                <a:solidFill>
                  <a:schemeClr val="bg1">
                    <a:lumMod val="50000"/>
                  </a:schemeClr>
                </a:solidFill>
                <a:latin typeface="微软雅黑" panose="020B0503020204020204" pitchFamily="34" charset="-122"/>
                <a:ea typeface="微软雅黑" panose="020B0503020204020204" pitchFamily="34" charset="-122"/>
              </a:rPr>
              <a:t>加入标题</a:t>
            </a:r>
          </a:p>
        </p:txBody>
      </p:sp>
      <p:sp>
        <p:nvSpPr>
          <p:cNvPr id="18" name="TextBox 15"/>
          <p:cNvSpPr txBox="1"/>
          <p:nvPr/>
        </p:nvSpPr>
        <p:spPr>
          <a:xfrm>
            <a:off x="9563750" y="4080778"/>
            <a:ext cx="1331090" cy="368300"/>
          </a:xfrm>
          <a:prstGeom prst="rect">
            <a:avLst/>
          </a:prstGeom>
          <a:noFill/>
        </p:spPr>
        <p:txBody>
          <a:bodyPr wrap="square" rtlCol="0">
            <a:spAutoFit/>
          </a:bodyPr>
          <a:lstStyle/>
          <a:p>
            <a:r>
              <a:rPr lang="zh-CN" altLang="en-US" b="1" dirty="0">
                <a:solidFill>
                  <a:schemeClr val="bg1">
                    <a:lumMod val="50000"/>
                  </a:schemeClr>
                </a:solidFill>
                <a:latin typeface="微软雅黑" panose="020B0503020204020204" pitchFamily="34" charset="-122"/>
                <a:ea typeface="微软雅黑" panose="020B0503020204020204" pitchFamily="34" charset="-122"/>
              </a:rPr>
              <a:t>加入标题</a:t>
            </a:r>
          </a:p>
        </p:txBody>
      </p:sp>
      <p:sp>
        <p:nvSpPr>
          <p:cNvPr id="19" name="矩形 18"/>
          <p:cNvSpPr/>
          <p:nvPr/>
        </p:nvSpPr>
        <p:spPr>
          <a:xfrm>
            <a:off x="1312263" y="4487020"/>
            <a:ext cx="1807877" cy="1383665"/>
          </a:xfrm>
          <a:prstGeom prst="rect">
            <a:avLst/>
          </a:prstGeom>
        </p:spPr>
        <p:txBody>
          <a:bodyPr wrap="square" lIns="91822" tIns="45911" rIns="91822" bIns="45911">
            <a:spAutoFit/>
          </a:bodyPr>
          <a:lstStyle/>
          <a:p>
            <a:pPr algn="ct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华文黑体" pitchFamily="2" charset="-122"/>
              </a:rPr>
              <a:t>您的内容打在这里或者通过复制您的文本后在此框中选择粘贴并选择只保留文字。</a:t>
            </a:r>
          </a:p>
        </p:txBody>
      </p:sp>
      <p:sp>
        <p:nvSpPr>
          <p:cNvPr id="20" name="矩形 19"/>
          <p:cNvSpPr/>
          <p:nvPr/>
        </p:nvSpPr>
        <p:spPr>
          <a:xfrm>
            <a:off x="3283077" y="4487020"/>
            <a:ext cx="1807877" cy="1383665"/>
          </a:xfrm>
          <a:prstGeom prst="rect">
            <a:avLst/>
          </a:prstGeom>
        </p:spPr>
        <p:txBody>
          <a:bodyPr wrap="square" lIns="91822" tIns="45911" rIns="91822" bIns="45911">
            <a:spAutoFit/>
          </a:bodyPr>
          <a:lstStyle/>
          <a:p>
            <a:pPr algn="ct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华文黑体" pitchFamily="2" charset="-122"/>
              </a:rPr>
              <a:t>您的内容打在这里或者通过复制您的文本后在此框中选择粘贴并选择只保留文字。</a:t>
            </a:r>
          </a:p>
        </p:txBody>
      </p:sp>
      <p:sp>
        <p:nvSpPr>
          <p:cNvPr id="21" name="矩形 20"/>
          <p:cNvSpPr/>
          <p:nvPr/>
        </p:nvSpPr>
        <p:spPr>
          <a:xfrm>
            <a:off x="5239380" y="4487020"/>
            <a:ext cx="1807877" cy="1383665"/>
          </a:xfrm>
          <a:prstGeom prst="rect">
            <a:avLst/>
          </a:prstGeom>
        </p:spPr>
        <p:txBody>
          <a:bodyPr wrap="square" lIns="91822" tIns="45911" rIns="91822" bIns="45911">
            <a:spAutoFit/>
          </a:bodyPr>
          <a:lstStyle/>
          <a:p>
            <a:pPr algn="ct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华文黑体" pitchFamily="2" charset="-122"/>
              </a:rPr>
              <a:t>您的内容打在这里或者通过复制您的文本后在此框中选择粘贴并选择只保留文字。</a:t>
            </a:r>
          </a:p>
        </p:txBody>
      </p:sp>
      <p:sp>
        <p:nvSpPr>
          <p:cNvPr id="22" name="矩形 21"/>
          <p:cNvSpPr/>
          <p:nvPr/>
        </p:nvSpPr>
        <p:spPr>
          <a:xfrm>
            <a:off x="7210194" y="4487020"/>
            <a:ext cx="1807877" cy="1383665"/>
          </a:xfrm>
          <a:prstGeom prst="rect">
            <a:avLst/>
          </a:prstGeom>
        </p:spPr>
        <p:txBody>
          <a:bodyPr wrap="square" lIns="91822" tIns="45911" rIns="91822" bIns="45911">
            <a:spAutoFit/>
          </a:bodyPr>
          <a:lstStyle/>
          <a:p>
            <a:pPr algn="ct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华文黑体" pitchFamily="2" charset="-122"/>
              </a:rPr>
              <a:t>您的内容打在这里或者通过复制您的文本后在此框中选择粘贴并选择只保留文字。</a:t>
            </a:r>
          </a:p>
        </p:txBody>
      </p:sp>
      <p:sp>
        <p:nvSpPr>
          <p:cNvPr id="23" name="矩形 22"/>
          <p:cNvSpPr/>
          <p:nvPr/>
        </p:nvSpPr>
        <p:spPr>
          <a:xfrm>
            <a:off x="9195521" y="4487020"/>
            <a:ext cx="1806345" cy="1383665"/>
          </a:xfrm>
          <a:prstGeom prst="rect">
            <a:avLst/>
          </a:prstGeom>
        </p:spPr>
        <p:txBody>
          <a:bodyPr wrap="square" lIns="91822" tIns="45911" rIns="91822" bIns="45911">
            <a:spAutoFit/>
          </a:bodyPr>
          <a:lstStyle/>
          <a:p>
            <a:pPr algn="ctr">
              <a:lnSpc>
                <a:spcPct val="150000"/>
              </a:lnSpc>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华文黑体" pitchFamily="2" charset="-122"/>
              </a:rPr>
              <a:t>您的内容打在这里或者通过复制您的文本后在此框中选择粘贴并选择只保留文字。</a:t>
            </a:r>
            <a:endPar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5694981" y="2581512"/>
            <a:ext cx="908394" cy="874380"/>
            <a:chOff x="8905876" y="3073401"/>
            <a:chExt cx="720725" cy="693738"/>
          </a:xfrm>
          <a:solidFill>
            <a:srgbClr val="2F5597"/>
          </a:solidFill>
        </p:grpSpPr>
        <p:sp>
          <p:nvSpPr>
            <p:cNvPr id="25" name="Oval 585"/>
            <p:cNvSpPr>
              <a:spLocks noChangeArrowheads="1"/>
            </p:cNvSpPr>
            <p:nvPr/>
          </p:nvSpPr>
          <p:spPr bwMode="auto">
            <a:xfrm>
              <a:off x="9037638" y="3092451"/>
              <a:ext cx="101600" cy="1238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sp>
          <p:nvSpPr>
            <p:cNvPr id="26" name="Oval 586"/>
            <p:cNvSpPr>
              <a:spLocks noChangeArrowheads="1"/>
            </p:cNvSpPr>
            <p:nvPr/>
          </p:nvSpPr>
          <p:spPr bwMode="auto">
            <a:xfrm>
              <a:off x="9437688" y="3092451"/>
              <a:ext cx="98425" cy="1238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sp>
          <p:nvSpPr>
            <p:cNvPr id="27" name="Freeform 587"/>
            <p:cNvSpPr>
              <a:spLocks noEditPoints="1"/>
            </p:cNvSpPr>
            <p:nvPr/>
          </p:nvSpPr>
          <p:spPr bwMode="auto">
            <a:xfrm>
              <a:off x="8905876" y="3227388"/>
              <a:ext cx="261938" cy="501650"/>
            </a:xfrm>
            <a:custGeom>
              <a:avLst/>
              <a:gdLst>
                <a:gd name="T0" fmla="*/ 65 w 70"/>
                <a:gd name="T1" fmla="*/ 79 h 134"/>
                <a:gd name="T2" fmla="*/ 60 w 70"/>
                <a:gd name="T3" fmla="*/ 79 h 134"/>
                <a:gd name="T4" fmla="*/ 66 w 70"/>
                <a:gd name="T5" fmla="*/ 7 h 134"/>
                <a:gd name="T6" fmla="*/ 68 w 70"/>
                <a:gd name="T7" fmla="*/ 2 h 134"/>
                <a:gd name="T8" fmla="*/ 67 w 70"/>
                <a:gd name="T9" fmla="*/ 1 h 134"/>
                <a:gd name="T10" fmla="*/ 66 w 70"/>
                <a:gd name="T11" fmla="*/ 1 h 134"/>
                <a:gd name="T12" fmla="*/ 60 w 70"/>
                <a:gd name="T13" fmla="*/ 1 h 134"/>
                <a:gd name="T14" fmla="*/ 60 w 70"/>
                <a:gd name="T15" fmla="*/ 1 h 134"/>
                <a:gd name="T16" fmla="*/ 65 w 70"/>
                <a:gd name="T17" fmla="*/ 6 h 134"/>
                <a:gd name="T18" fmla="*/ 58 w 70"/>
                <a:gd name="T19" fmla="*/ 9 h 134"/>
                <a:gd name="T20" fmla="*/ 62 w 70"/>
                <a:gd name="T21" fmla="*/ 14 h 134"/>
                <a:gd name="T22" fmla="*/ 53 w 70"/>
                <a:gd name="T23" fmla="*/ 33 h 134"/>
                <a:gd name="T24" fmla="*/ 52 w 70"/>
                <a:gd name="T25" fmla="*/ 6 h 134"/>
                <a:gd name="T26" fmla="*/ 53 w 70"/>
                <a:gd name="T27" fmla="*/ 5 h 134"/>
                <a:gd name="T28" fmla="*/ 51 w 70"/>
                <a:gd name="T29" fmla="*/ 0 h 134"/>
                <a:gd name="T30" fmla="*/ 46 w 70"/>
                <a:gd name="T31" fmla="*/ 0 h 134"/>
                <a:gd name="T32" fmla="*/ 44 w 70"/>
                <a:gd name="T33" fmla="*/ 5 h 134"/>
                <a:gd name="T34" fmla="*/ 45 w 70"/>
                <a:gd name="T35" fmla="*/ 6 h 134"/>
                <a:gd name="T36" fmla="*/ 44 w 70"/>
                <a:gd name="T37" fmla="*/ 33 h 134"/>
                <a:gd name="T38" fmla="*/ 35 w 70"/>
                <a:gd name="T39" fmla="*/ 14 h 134"/>
                <a:gd name="T40" fmla="*/ 39 w 70"/>
                <a:gd name="T41" fmla="*/ 9 h 134"/>
                <a:gd name="T42" fmla="*/ 32 w 70"/>
                <a:gd name="T43" fmla="*/ 6 h 134"/>
                <a:gd name="T44" fmla="*/ 37 w 70"/>
                <a:gd name="T45" fmla="*/ 1 h 134"/>
                <a:gd name="T46" fmla="*/ 37 w 70"/>
                <a:gd name="T47" fmla="*/ 1 h 134"/>
                <a:gd name="T48" fmla="*/ 31 w 70"/>
                <a:gd name="T49" fmla="*/ 1 h 134"/>
                <a:gd name="T50" fmla="*/ 30 w 70"/>
                <a:gd name="T51" fmla="*/ 1 h 134"/>
                <a:gd name="T52" fmla="*/ 25 w 70"/>
                <a:gd name="T53" fmla="*/ 4 h 134"/>
                <a:gd name="T54" fmla="*/ 2 w 70"/>
                <a:gd name="T55" fmla="*/ 28 h 134"/>
                <a:gd name="T56" fmla="*/ 2 w 70"/>
                <a:gd name="T57" fmla="*/ 28 h 134"/>
                <a:gd name="T58" fmla="*/ 2 w 70"/>
                <a:gd name="T59" fmla="*/ 28 h 134"/>
                <a:gd name="T60" fmla="*/ 1 w 70"/>
                <a:gd name="T61" fmla="*/ 38 h 134"/>
                <a:gd name="T62" fmla="*/ 1 w 70"/>
                <a:gd name="T63" fmla="*/ 38 h 134"/>
                <a:gd name="T64" fmla="*/ 1 w 70"/>
                <a:gd name="T65" fmla="*/ 38 h 134"/>
                <a:gd name="T66" fmla="*/ 1 w 70"/>
                <a:gd name="T67" fmla="*/ 38 h 134"/>
                <a:gd name="T68" fmla="*/ 2 w 70"/>
                <a:gd name="T69" fmla="*/ 38 h 134"/>
                <a:gd name="T70" fmla="*/ 2 w 70"/>
                <a:gd name="T71" fmla="*/ 39 h 134"/>
                <a:gd name="T72" fmla="*/ 3 w 70"/>
                <a:gd name="T73" fmla="*/ 41 h 134"/>
                <a:gd name="T74" fmla="*/ 5 w 70"/>
                <a:gd name="T75" fmla="*/ 45 h 134"/>
                <a:gd name="T76" fmla="*/ 9 w 70"/>
                <a:gd name="T77" fmla="*/ 52 h 134"/>
                <a:gd name="T78" fmla="*/ 16 w 70"/>
                <a:gd name="T79" fmla="*/ 67 h 134"/>
                <a:gd name="T80" fmla="*/ 26 w 70"/>
                <a:gd name="T81" fmla="*/ 61 h 134"/>
                <a:gd name="T82" fmla="*/ 26 w 70"/>
                <a:gd name="T83" fmla="*/ 71 h 134"/>
                <a:gd name="T84" fmla="*/ 26 w 70"/>
                <a:gd name="T85" fmla="*/ 71 h 134"/>
                <a:gd name="T86" fmla="*/ 28 w 70"/>
                <a:gd name="T87" fmla="*/ 71 h 134"/>
                <a:gd name="T88" fmla="*/ 29 w 70"/>
                <a:gd name="T89" fmla="*/ 134 h 134"/>
                <a:gd name="T90" fmla="*/ 47 w 70"/>
                <a:gd name="T91" fmla="*/ 134 h 134"/>
                <a:gd name="T92" fmla="*/ 48 w 70"/>
                <a:gd name="T93" fmla="*/ 71 h 134"/>
                <a:gd name="T94" fmla="*/ 49 w 70"/>
                <a:gd name="T95" fmla="*/ 71 h 134"/>
                <a:gd name="T96" fmla="*/ 51 w 70"/>
                <a:gd name="T97" fmla="*/ 134 h 134"/>
                <a:gd name="T98" fmla="*/ 69 w 70"/>
                <a:gd name="T99" fmla="*/ 134 h 134"/>
                <a:gd name="T100" fmla="*/ 70 w 70"/>
                <a:gd name="T101" fmla="*/ 79 h 134"/>
                <a:gd name="T102" fmla="*/ 65 w 70"/>
                <a:gd name="T103" fmla="*/ 79 h 134"/>
                <a:gd name="T104" fmla="*/ 26 w 70"/>
                <a:gd name="T105" fmla="*/ 47 h 134"/>
                <a:gd name="T106" fmla="*/ 24 w 70"/>
                <a:gd name="T107" fmla="*/ 44 h 134"/>
                <a:gd name="T108" fmla="*/ 20 w 70"/>
                <a:gd name="T109" fmla="*/ 37 h 134"/>
                <a:gd name="T110" fmla="*/ 19 w 70"/>
                <a:gd name="T111" fmla="*/ 35 h 134"/>
                <a:gd name="T112" fmla="*/ 27 w 70"/>
                <a:gd name="T113" fmla="*/ 25 h 134"/>
                <a:gd name="T114" fmla="*/ 26 w 70"/>
                <a:gd name="T115" fmla="*/ 4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0" h="134">
                  <a:moveTo>
                    <a:pt x="65" y="79"/>
                  </a:moveTo>
                  <a:cubicBezTo>
                    <a:pt x="60" y="79"/>
                    <a:pt x="60" y="79"/>
                    <a:pt x="60" y="79"/>
                  </a:cubicBezTo>
                  <a:cubicBezTo>
                    <a:pt x="66" y="7"/>
                    <a:pt x="66" y="7"/>
                    <a:pt x="66" y="7"/>
                  </a:cubicBezTo>
                  <a:cubicBezTo>
                    <a:pt x="66" y="5"/>
                    <a:pt x="67" y="3"/>
                    <a:pt x="68" y="2"/>
                  </a:cubicBezTo>
                  <a:cubicBezTo>
                    <a:pt x="67" y="1"/>
                    <a:pt x="67" y="1"/>
                    <a:pt x="67" y="1"/>
                  </a:cubicBezTo>
                  <a:cubicBezTo>
                    <a:pt x="66" y="1"/>
                    <a:pt x="66" y="1"/>
                    <a:pt x="66" y="1"/>
                  </a:cubicBezTo>
                  <a:cubicBezTo>
                    <a:pt x="64" y="1"/>
                    <a:pt x="62" y="1"/>
                    <a:pt x="60" y="1"/>
                  </a:cubicBezTo>
                  <a:cubicBezTo>
                    <a:pt x="60" y="1"/>
                    <a:pt x="60" y="1"/>
                    <a:pt x="60" y="1"/>
                  </a:cubicBezTo>
                  <a:cubicBezTo>
                    <a:pt x="65" y="6"/>
                    <a:pt x="65" y="6"/>
                    <a:pt x="65" y="6"/>
                  </a:cubicBezTo>
                  <a:cubicBezTo>
                    <a:pt x="58" y="9"/>
                    <a:pt x="58" y="9"/>
                    <a:pt x="58" y="9"/>
                  </a:cubicBezTo>
                  <a:cubicBezTo>
                    <a:pt x="62" y="14"/>
                    <a:pt x="62" y="14"/>
                    <a:pt x="62" y="14"/>
                  </a:cubicBezTo>
                  <a:cubicBezTo>
                    <a:pt x="53" y="33"/>
                    <a:pt x="53" y="33"/>
                    <a:pt x="53" y="33"/>
                  </a:cubicBezTo>
                  <a:cubicBezTo>
                    <a:pt x="52" y="6"/>
                    <a:pt x="52" y="6"/>
                    <a:pt x="52" y="6"/>
                  </a:cubicBezTo>
                  <a:cubicBezTo>
                    <a:pt x="53" y="5"/>
                    <a:pt x="53" y="5"/>
                    <a:pt x="53" y="5"/>
                  </a:cubicBezTo>
                  <a:cubicBezTo>
                    <a:pt x="51" y="0"/>
                    <a:pt x="51" y="0"/>
                    <a:pt x="51" y="0"/>
                  </a:cubicBezTo>
                  <a:cubicBezTo>
                    <a:pt x="46" y="0"/>
                    <a:pt x="46" y="0"/>
                    <a:pt x="46" y="0"/>
                  </a:cubicBezTo>
                  <a:cubicBezTo>
                    <a:pt x="44" y="5"/>
                    <a:pt x="44" y="5"/>
                    <a:pt x="44" y="5"/>
                  </a:cubicBezTo>
                  <a:cubicBezTo>
                    <a:pt x="45" y="6"/>
                    <a:pt x="45" y="6"/>
                    <a:pt x="45" y="6"/>
                  </a:cubicBezTo>
                  <a:cubicBezTo>
                    <a:pt x="44" y="33"/>
                    <a:pt x="44" y="33"/>
                    <a:pt x="44" y="33"/>
                  </a:cubicBezTo>
                  <a:cubicBezTo>
                    <a:pt x="35" y="14"/>
                    <a:pt x="35" y="14"/>
                    <a:pt x="35" y="14"/>
                  </a:cubicBezTo>
                  <a:cubicBezTo>
                    <a:pt x="39" y="9"/>
                    <a:pt x="39" y="9"/>
                    <a:pt x="39" y="9"/>
                  </a:cubicBezTo>
                  <a:cubicBezTo>
                    <a:pt x="32" y="6"/>
                    <a:pt x="32" y="6"/>
                    <a:pt x="32" y="6"/>
                  </a:cubicBezTo>
                  <a:cubicBezTo>
                    <a:pt x="37" y="1"/>
                    <a:pt x="37" y="1"/>
                    <a:pt x="37" y="1"/>
                  </a:cubicBezTo>
                  <a:cubicBezTo>
                    <a:pt x="37" y="1"/>
                    <a:pt x="37" y="1"/>
                    <a:pt x="37" y="1"/>
                  </a:cubicBezTo>
                  <a:cubicBezTo>
                    <a:pt x="35" y="1"/>
                    <a:pt x="33" y="1"/>
                    <a:pt x="31" y="1"/>
                  </a:cubicBezTo>
                  <a:cubicBezTo>
                    <a:pt x="31" y="1"/>
                    <a:pt x="31" y="1"/>
                    <a:pt x="30" y="1"/>
                  </a:cubicBezTo>
                  <a:cubicBezTo>
                    <a:pt x="28" y="1"/>
                    <a:pt x="26" y="2"/>
                    <a:pt x="25" y="4"/>
                  </a:cubicBezTo>
                  <a:cubicBezTo>
                    <a:pt x="2" y="28"/>
                    <a:pt x="2" y="28"/>
                    <a:pt x="2" y="28"/>
                  </a:cubicBezTo>
                  <a:cubicBezTo>
                    <a:pt x="2" y="28"/>
                    <a:pt x="2" y="28"/>
                    <a:pt x="2" y="28"/>
                  </a:cubicBezTo>
                  <a:cubicBezTo>
                    <a:pt x="2" y="28"/>
                    <a:pt x="2" y="28"/>
                    <a:pt x="2" y="28"/>
                  </a:cubicBezTo>
                  <a:cubicBezTo>
                    <a:pt x="0" y="47"/>
                    <a:pt x="2" y="33"/>
                    <a:pt x="1" y="38"/>
                  </a:cubicBezTo>
                  <a:cubicBezTo>
                    <a:pt x="1" y="38"/>
                    <a:pt x="1" y="38"/>
                    <a:pt x="1" y="38"/>
                  </a:cubicBezTo>
                  <a:cubicBezTo>
                    <a:pt x="1" y="38"/>
                    <a:pt x="1" y="38"/>
                    <a:pt x="1" y="38"/>
                  </a:cubicBezTo>
                  <a:cubicBezTo>
                    <a:pt x="1" y="38"/>
                    <a:pt x="1" y="38"/>
                    <a:pt x="1" y="38"/>
                  </a:cubicBezTo>
                  <a:cubicBezTo>
                    <a:pt x="2" y="38"/>
                    <a:pt x="2" y="38"/>
                    <a:pt x="2" y="38"/>
                  </a:cubicBezTo>
                  <a:cubicBezTo>
                    <a:pt x="2" y="39"/>
                    <a:pt x="2" y="39"/>
                    <a:pt x="2" y="39"/>
                  </a:cubicBezTo>
                  <a:cubicBezTo>
                    <a:pt x="3" y="41"/>
                    <a:pt x="3" y="41"/>
                    <a:pt x="3" y="41"/>
                  </a:cubicBezTo>
                  <a:cubicBezTo>
                    <a:pt x="5" y="45"/>
                    <a:pt x="5" y="45"/>
                    <a:pt x="5" y="45"/>
                  </a:cubicBezTo>
                  <a:cubicBezTo>
                    <a:pt x="9" y="52"/>
                    <a:pt x="9" y="52"/>
                    <a:pt x="9" y="52"/>
                  </a:cubicBezTo>
                  <a:cubicBezTo>
                    <a:pt x="16" y="67"/>
                    <a:pt x="16" y="67"/>
                    <a:pt x="16" y="67"/>
                  </a:cubicBezTo>
                  <a:cubicBezTo>
                    <a:pt x="19" y="65"/>
                    <a:pt x="23" y="63"/>
                    <a:pt x="26" y="61"/>
                  </a:cubicBezTo>
                  <a:cubicBezTo>
                    <a:pt x="26" y="64"/>
                    <a:pt x="26" y="68"/>
                    <a:pt x="26" y="71"/>
                  </a:cubicBezTo>
                  <a:cubicBezTo>
                    <a:pt x="26" y="71"/>
                    <a:pt x="26" y="71"/>
                    <a:pt x="26" y="71"/>
                  </a:cubicBezTo>
                  <a:cubicBezTo>
                    <a:pt x="26" y="71"/>
                    <a:pt x="27" y="71"/>
                    <a:pt x="28" y="71"/>
                  </a:cubicBezTo>
                  <a:cubicBezTo>
                    <a:pt x="29" y="134"/>
                    <a:pt x="29" y="134"/>
                    <a:pt x="29" y="134"/>
                  </a:cubicBezTo>
                  <a:cubicBezTo>
                    <a:pt x="47" y="134"/>
                    <a:pt x="47" y="134"/>
                    <a:pt x="47" y="134"/>
                  </a:cubicBezTo>
                  <a:cubicBezTo>
                    <a:pt x="48" y="116"/>
                    <a:pt x="48" y="84"/>
                    <a:pt x="48" y="71"/>
                  </a:cubicBezTo>
                  <a:cubicBezTo>
                    <a:pt x="48" y="71"/>
                    <a:pt x="49" y="71"/>
                    <a:pt x="49" y="71"/>
                  </a:cubicBezTo>
                  <a:cubicBezTo>
                    <a:pt x="51" y="134"/>
                    <a:pt x="51" y="134"/>
                    <a:pt x="51" y="134"/>
                  </a:cubicBezTo>
                  <a:cubicBezTo>
                    <a:pt x="69" y="134"/>
                    <a:pt x="69" y="134"/>
                    <a:pt x="69" y="134"/>
                  </a:cubicBezTo>
                  <a:cubicBezTo>
                    <a:pt x="70" y="119"/>
                    <a:pt x="70" y="95"/>
                    <a:pt x="70" y="79"/>
                  </a:cubicBezTo>
                  <a:cubicBezTo>
                    <a:pt x="68" y="79"/>
                    <a:pt x="66" y="79"/>
                    <a:pt x="65" y="79"/>
                  </a:cubicBezTo>
                  <a:close/>
                  <a:moveTo>
                    <a:pt x="26" y="47"/>
                  </a:moveTo>
                  <a:cubicBezTo>
                    <a:pt x="24" y="44"/>
                    <a:pt x="24" y="44"/>
                    <a:pt x="24" y="44"/>
                  </a:cubicBezTo>
                  <a:cubicBezTo>
                    <a:pt x="20" y="37"/>
                    <a:pt x="20" y="37"/>
                    <a:pt x="20" y="37"/>
                  </a:cubicBezTo>
                  <a:cubicBezTo>
                    <a:pt x="19" y="35"/>
                    <a:pt x="19" y="35"/>
                    <a:pt x="19" y="35"/>
                  </a:cubicBezTo>
                  <a:cubicBezTo>
                    <a:pt x="27" y="25"/>
                    <a:pt x="27" y="25"/>
                    <a:pt x="27" y="25"/>
                  </a:cubicBezTo>
                  <a:cubicBezTo>
                    <a:pt x="27" y="32"/>
                    <a:pt x="26" y="40"/>
                    <a:pt x="26"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sp>
          <p:nvSpPr>
            <p:cNvPr id="28" name="Freeform 588"/>
            <p:cNvSpPr/>
            <p:nvPr/>
          </p:nvSpPr>
          <p:spPr bwMode="auto">
            <a:xfrm>
              <a:off x="9401176" y="3227388"/>
              <a:ext cx="225425" cy="501650"/>
            </a:xfrm>
            <a:custGeom>
              <a:avLst/>
              <a:gdLst>
                <a:gd name="T0" fmla="*/ 60 w 60"/>
                <a:gd name="T1" fmla="*/ 39 h 134"/>
                <a:gd name="T2" fmla="*/ 60 w 60"/>
                <a:gd name="T3" fmla="*/ 39 h 134"/>
                <a:gd name="T4" fmla="*/ 60 w 60"/>
                <a:gd name="T5" fmla="*/ 39 h 134"/>
                <a:gd name="T6" fmla="*/ 60 w 60"/>
                <a:gd name="T7" fmla="*/ 39 h 134"/>
                <a:gd name="T8" fmla="*/ 60 w 60"/>
                <a:gd name="T9" fmla="*/ 38 h 134"/>
                <a:gd name="T10" fmla="*/ 48 w 60"/>
                <a:gd name="T11" fmla="*/ 7 h 134"/>
                <a:gd name="T12" fmla="*/ 41 w 60"/>
                <a:gd name="T13" fmla="*/ 1 h 134"/>
                <a:gd name="T14" fmla="*/ 41 w 60"/>
                <a:gd name="T15" fmla="*/ 1 h 134"/>
                <a:gd name="T16" fmla="*/ 34 w 60"/>
                <a:gd name="T17" fmla="*/ 1 h 134"/>
                <a:gd name="T18" fmla="*/ 34 w 60"/>
                <a:gd name="T19" fmla="*/ 1 h 134"/>
                <a:gd name="T20" fmla="*/ 40 w 60"/>
                <a:gd name="T21" fmla="*/ 6 h 134"/>
                <a:gd name="T22" fmla="*/ 33 w 60"/>
                <a:gd name="T23" fmla="*/ 9 h 134"/>
                <a:gd name="T24" fmla="*/ 36 w 60"/>
                <a:gd name="T25" fmla="*/ 14 h 134"/>
                <a:gd name="T26" fmla="*/ 28 w 60"/>
                <a:gd name="T27" fmla="*/ 33 h 134"/>
                <a:gd name="T28" fmla="*/ 26 w 60"/>
                <a:gd name="T29" fmla="*/ 6 h 134"/>
                <a:gd name="T30" fmla="*/ 27 w 60"/>
                <a:gd name="T31" fmla="*/ 5 h 134"/>
                <a:gd name="T32" fmla="*/ 26 w 60"/>
                <a:gd name="T33" fmla="*/ 0 h 134"/>
                <a:gd name="T34" fmla="*/ 20 w 60"/>
                <a:gd name="T35" fmla="*/ 0 h 134"/>
                <a:gd name="T36" fmla="*/ 19 w 60"/>
                <a:gd name="T37" fmla="*/ 5 h 134"/>
                <a:gd name="T38" fmla="*/ 20 w 60"/>
                <a:gd name="T39" fmla="*/ 6 h 134"/>
                <a:gd name="T40" fmla="*/ 19 w 60"/>
                <a:gd name="T41" fmla="*/ 33 h 134"/>
                <a:gd name="T42" fmla="*/ 10 w 60"/>
                <a:gd name="T43" fmla="*/ 14 h 134"/>
                <a:gd name="T44" fmla="*/ 13 w 60"/>
                <a:gd name="T45" fmla="*/ 9 h 134"/>
                <a:gd name="T46" fmla="*/ 6 w 60"/>
                <a:gd name="T47" fmla="*/ 6 h 134"/>
                <a:gd name="T48" fmla="*/ 12 w 60"/>
                <a:gd name="T49" fmla="*/ 1 h 134"/>
                <a:gd name="T50" fmla="*/ 12 w 60"/>
                <a:gd name="T51" fmla="*/ 1 h 134"/>
                <a:gd name="T52" fmla="*/ 6 w 60"/>
                <a:gd name="T53" fmla="*/ 1 h 134"/>
                <a:gd name="T54" fmla="*/ 5 w 60"/>
                <a:gd name="T55" fmla="*/ 1 h 134"/>
                <a:gd name="T56" fmla="*/ 0 w 60"/>
                <a:gd name="T57" fmla="*/ 3 h 134"/>
                <a:gd name="T58" fmla="*/ 1 w 60"/>
                <a:gd name="T59" fmla="*/ 7 h 134"/>
                <a:gd name="T60" fmla="*/ 7 w 60"/>
                <a:gd name="T61" fmla="*/ 79 h 134"/>
                <a:gd name="T62" fmla="*/ 2 w 60"/>
                <a:gd name="T63" fmla="*/ 79 h 134"/>
                <a:gd name="T64" fmla="*/ 4 w 60"/>
                <a:gd name="T65" fmla="*/ 134 h 134"/>
                <a:gd name="T66" fmla="*/ 22 w 60"/>
                <a:gd name="T67" fmla="*/ 134 h 134"/>
                <a:gd name="T68" fmla="*/ 22 w 60"/>
                <a:gd name="T69" fmla="*/ 71 h 134"/>
                <a:gd name="T70" fmla="*/ 24 w 60"/>
                <a:gd name="T71" fmla="*/ 71 h 134"/>
                <a:gd name="T72" fmla="*/ 26 w 60"/>
                <a:gd name="T73" fmla="*/ 134 h 134"/>
                <a:gd name="T74" fmla="*/ 44 w 60"/>
                <a:gd name="T75" fmla="*/ 134 h 134"/>
                <a:gd name="T76" fmla="*/ 44 w 60"/>
                <a:gd name="T77" fmla="*/ 73 h 134"/>
                <a:gd name="T78" fmla="*/ 47 w 60"/>
                <a:gd name="T79" fmla="*/ 75 h 134"/>
                <a:gd name="T80" fmla="*/ 54 w 60"/>
                <a:gd name="T81" fmla="*/ 59 h 134"/>
                <a:gd name="T82" fmla="*/ 57 w 60"/>
                <a:gd name="T83" fmla="*/ 52 h 134"/>
                <a:gd name="T84" fmla="*/ 59 w 60"/>
                <a:gd name="T85" fmla="*/ 48 h 134"/>
                <a:gd name="T86" fmla="*/ 59 w 60"/>
                <a:gd name="T87" fmla="*/ 46 h 134"/>
                <a:gd name="T88" fmla="*/ 60 w 60"/>
                <a:gd name="T89" fmla="*/ 46 h 134"/>
                <a:gd name="T90" fmla="*/ 60 w 60"/>
                <a:gd name="T91" fmla="*/ 45 h 134"/>
                <a:gd name="T92" fmla="*/ 60 w 60"/>
                <a:gd name="T93" fmla="*/ 45 h 134"/>
                <a:gd name="T94" fmla="*/ 60 w 60"/>
                <a:gd name="T95" fmla="*/ 3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0" h="134">
                  <a:moveTo>
                    <a:pt x="60" y="39"/>
                  </a:moveTo>
                  <a:cubicBezTo>
                    <a:pt x="60" y="39"/>
                    <a:pt x="60" y="39"/>
                    <a:pt x="60" y="39"/>
                  </a:cubicBezTo>
                  <a:cubicBezTo>
                    <a:pt x="60" y="39"/>
                    <a:pt x="60" y="39"/>
                    <a:pt x="60" y="39"/>
                  </a:cubicBezTo>
                  <a:cubicBezTo>
                    <a:pt x="60" y="39"/>
                    <a:pt x="60" y="39"/>
                    <a:pt x="60" y="39"/>
                  </a:cubicBezTo>
                  <a:cubicBezTo>
                    <a:pt x="60" y="38"/>
                    <a:pt x="60" y="38"/>
                    <a:pt x="60" y="38"/>
                  </a:cubicBezTo>
                  <a:cubicBezTo>
                    <a:pt x="48" y="7"/>
                    <a:pt x="48" y="7"/>
                    <a:pt x="48" y="7"/>
                  </a:cubicBezTo>
                  <a:cubicBezTo>
                    <a:pt x="47" y="4"/>
                    <a:pt x="44" y="2"/>
                    <a:pt x="41" y="1"/>
                  </a:cubicBezTo>
                  <a:cubicBezTo>
                    <a:pt x="41" y="1"/>
                    <a:pt x="41" y="1"/>
                    <a:pt x="41" y="1"/>
                  </a:cubicBezTo>
                  <a:cubicBezTo>
                    <a:pt x="39" y="1"/>
                    <a:pt x="36" y="1"/>
                    <a:pt x="34" y="1"/>
                  </a:cubicBezTo>
                  <a:cubicBezTo>
                    <a:pt x="34" y="1"/>
                    <a:pt x="34" y="1"/>
                    <a:pt x="34" y="1"/>
                  </a:cubicBezTo>
                  <a:cubicBezTo>
                    <a:pt x="40" y="6"/>
                    <a:pt x="40" y="6"/>
                    <a:pt x="40" y="6"/>
                  </a:cubicBezTo>
                  <a:cubicBezTo>
                    <a:pt x="33" y="9"/>
                    <a:pt x="33" y="9"/>
                    <a:pt x="33" y="9"/>
                  </a:cubicBezTo>
                  <a:cubicBezTo>
                    <a:pt x="36" y="14"/>
                    <a:pt x="36" y="14"/>
                    <a:pt x="36" y="14"/>
                  </a:cubicBezTo>
                  <a:cubicBezTo>
                    <a:pt x="28" y="33"/>
                    <a:pt x="28" y="33"/>
                    <a:pt x="28" y="33"/>
                  </a:cubicBezTo>
                  <a:cubicBezTo>
                    <a:pt x="26" y="6"/>
                    <a:pt x="26" y="6"/>
                    <a:pt x="26" y="6"/>
                  </a:cubicBezTo>
                  <a:cubicBezTo>
                    <a:pt x="27" y="5"/>
                    <a:pt x="27" y="5"/>
                    <a:pt x="27" y="5"/>
                  </a:cubicBezTo>
                  <a:cubicBezTo>
                    <a:pt x="26" y="0"/>
                    <a:pt x="26" y="0"/>
                    <a:pt x="26" y="0"/>
                  </a:cubicBezTo>
                  <a:cubicBezTo>
                    <a:pt x="20" y="0"/>
                    <a:pt x="20" y="0"/>
                    <a:pt x="20" y="0"/>
                  </a:cubicBezTo>
                  <a:cubicBezTo>
                    <a:pt x="19" y="5"/>
                    <a:pt x="19" y="5"/>
                    <a:pt x="19" y="5"/>
                  </a:cubicBezTo>
                  <a:cubicBezTo>
                    <a:pt x="20" y="6"/>
                    <a:pt x="20" y="6"/>
                    <a:pt x="20" y="6"/>
                  </a:cubicBezTo>
                  <a:cubicBezTo>
                    <a:pt x="19" y="33"/>
                    <a:pt x="19" y="33"/>
                    <a:pt x="19" y="33"/>
                  </a:cubicBezTo>
                  <a:cubicBezTo>
                    <a:pt x="10" y="14"/>
                    <a:pt x="10" y="14"/>
                    <a:pt x="10" y="14"/>
                  </a:cubicBezTo>
                  <a:cubicBezTo>
                    <a:pt x="13" y="9"/>
                    <a:pt x="13" y="9"/>
                    <a:pt x="13" y="9"/>
                  </a:cubicBezTo>
                  <a:cubicBezTo>
                    <a:pt x="6" y="6"/>
                    <a:pt x="6" y="6"/>
                    <a:pt x="6" y="6"/>
                  </a:cubicBezTo>
                  <a:cubicBezTo>
                    <a:pt x="12" y="1"/>
                    <a:pt x="12" y="1"/>
                    <a:pt x="12" y="1"/>
                  </a:cubicBezTo>
                  <a:cubicBezTo>
                    <a:pt x="12" y="1"/>
                    <a:pt x="12" y="1"/>
                    <a:pt x="12" y="1"/>
                  </a:cubicBezTo>
                  <a:cubicBezTo>
                    <a:pt x="10" y="1"/>
                    <a:pt x="8" y="1"/>
                    <a:pt x="6" y="1"/>
                  </a:cubicBezTo>
                  <a:cubicBezTo>
                    <a:pt x="5" y="1"/>
                    <a:pt x="5" y="1"/>
                    <a:pt x="5" y="1"/>
                  </a:cubicBezTo>
                  <a:cubicBezTo>
                    <a:pt x="3" y="1"/>
                    <a:pt x="2" y="2"/>
                    <a:pt x="0" y="3"/>
                  </a:cubicBezTo>
                  <a:cubicBezTo>
                    <a:pt x="0" y="5"/>
                    <a:pt x="1" y="6"/>
                    <a:pt x="1" y="7"/>
                  </a:cubicBezTo>
                  <a:cubicBezTo>
                    <a:pt x="7" y="79"/>
                    <a:pt x="7" y="79"/>
                    <a:pt x="7" y="79"/>
                  </a:cubicBezTo>
                  <a:cubicBezTo>
                    <a:pt x="2" y="79"/>
                    <a:pt x="2" y="79"/>
                    <a:pt x="2" y="79"/>
                  </a:cubicBezTo>
                  <a:cubicBezTo>
                    <a:pt x="4" y="134"/>
                    <a:pt x="4" y="134"/>
                    <a:pt x="4" y="134"/>
                  </a:cubicBezTo>
                  <a:cubicBezTo>
                    <a:pt x="22" y="134"/>
                    <a:pt x="22" y="134"/>
                    <a:pt x="22" y="134"/>
                  </a:cubicBezTo>
                  <a:cubicBezTo>
                    <a:pt x="23" y="116"/>
                    <a:pt x="22" y="84"/>
                    <a:pt x="22" y="71"/>
                  </a:cubicBezTo>
                  <a:cubicBezTo>
                    <a:pt x="23" y="71"/>
                    <a:pt x="23" y="71"/>
                    <a:pt x="24" y="71"/>
                  </a:cubicBezTo>
                  <a:cubicBezTo>
                    <a:pt x="26" y="134"/>
                    <a:pt x="26" y="134"/>
                    <a:pt x="26" y="134"/>
                  </a:cubicBezTo>
                  <a:cubicBezTo>
                    <a:pt x="44" y="134"/>
                    <a:pt x="44" y="134"/>
                    <a:pt x="44" y="134"/>
                  </a:cubicBezTo>
                  <a:cubicBezTo>
                    <a:pt x="45" y="117"/>
                    <a:pt x="44" y="87"/>
                    <a:pt x="44" y="73"/>
                  </a:cubicBezTo>
                  <a:cubicBezTo>
                    <a:pt x="45" y="74"/>
                    <a:pt x="46" y="74"/>
                    <a:pt x="47" y="75"/>
                  </a:cubicBezTo>
                  <a:cubicBezTo>
                    <a:pt x="54" y="59"/>
                    <a:pt x="54" y="59"/>
                    <a:pt x="54" y="59"/>
                  </a:cubicBezTo>
                  <a:cubicBezTo>
                    <a:pt x="57" y="52"/>
                    <a:pt x="57" y="52"/>
                    <a:pt x="57" y="52"/>
                  </a:cubicBezTo>
                  <a:cubicBezTo>
                    <a:pt x="59" y="48"/>
                    <a:pt x="59" y="48"/>
                    <a:pt x="59" y="48"/>
                  </a:cubicBezTo>
                  <a:cubicBezTo>
                    <a:pt x="59" y="46"/>
                    <a:pt x="59" y="46"/>
                    <a:pt x="59" y="46"/>
                  </a:cubicBezTo>
                  <a:cubicBezTo>
                    <a:pt x="60" y="46"/>
                    <a:pt x="60" y="46"/>
                    <a:pt x="60" y="46"/>
                  </a:cubicBezTo>
                  <a:cubicBezTo>
                    <a:pt x="60" y="45"/>
                    <a:pt x="60" y="45"/>
                    <a:pt x="60" y="45"/>
                  </a:cubicBezTo>
                  <a:cubicBezTo>
                    <a:pt x="60" y="45"/>
                    <a:pt x="60" y="45"/>
                    <a:pt x="60" y="45"/>
                  </a:cubicBezTo>
                  <a:cubicBezTo>
                    <a:pt x="60" y="43"/>
                    <a:pt x="59" y="52"/>
                    <a:pt x="60"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sp>
          <p:nvSpPr>
            <p:cNvPr id="29" name="Oval 589"/>
            <p:cNvSpPr>
              <a:spLocks noChangeArrowheads="1"/>
            </p:cNvSpPr>
            <p:nvPr/>
          </p:nvSpPr>
          <p:spPr bwMode="auto">
            <a:xfrm>
              <a:off x="9224963" y="3073401"/>
              <a:ext cx="107950" cy="1349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sp>
          <p:nvSpPr>
            <p:cNvPr id="30" name="Freeform 590"/>
            <p:cNvSpPr/>
            <p:nvPr/>
          </p:nvSpPr>
          <p:spPr bwMode="auto">
            <a:xfrm>
              <a:off x="9150351" y="3219451"/>
              <a:ext cx="258763" cy="547688"/>
            </a:xfrm>
            <a:custGeom>
              <a:avLst/>
              <a:gdLst>
                <a:gd name="T0" fmla="*/ 54 w 69"/>
                <a:gd name="T1" fmla="*/ 1 h 146"/>
                <a:gd name="T2" fmla="*/ 54 w 69"/>
                <a:gd name="T3" fmla="*/ 1 h 146"/>
                <a:gd name="T4" fmla="*/ 47 w 69"/>
                <a:gd name="T5" fmla="*/ 0 h 146"/>
                <a:gd name="T6" fmla="*/ 46 w 69"/>
                <a:gd name="T7" fmla="*/ 1 h 146"/>
                <a:gd name="T8" fmla="*/ 53 w 69"/>
                <a:gd name="T9" fmla="*/ 6 h 146"/>
                <a:gd name="T10" fmla="*/ 45 w 69"/>
                <a:gd name="T11" fmla="*/ 9 h 146"/>
                <a:gd name="T12" fmla="*/ 49 w 69"/>
                <a:gd name="T13" fmla="*/ 15 h 146"/>
                <a:gd name="T14" fmla="*/ 39 w 69"/>
                <a:gd name="T15" fmla="*/ 36 h 146"/>
                <a:gd name="T16" fmla="*/ 38 w 69"/>
                <a:gd name="T17" fmla="*/ 7 h 146"/>
                <a:gd name="T18" fmla="*/ 39 w 69"/>
                <a:gd name="T19" fmla="*/ 6 h 146"/>
                <a:gd name="T20" fmla="*/ 37 w 69"/>
                <a:gd name="T21" fmla="*/ 0 h 146"/>
                <a:gd name="T22" fmla="*/ 32 w 69"/>
                <a:gd name="T23" fmla="*/ 0 h 146"/>
                <a:gd name="T24" fmla="*/ 30 w 69"/>
                <a:gd name="T25" fmla="*/ 6 h 146"/>
                <a:gd name="T26" fmla="*/ 31 w 69"/>
                <a:gd name="T27" fmla="*/ 7 h 146"/>
                <a:gd name="T28" fmla="*/ 30 w 69"/>
                <a:gd name="T29" fmla="*/ 36 h 146"/>
                <a:gd name="T30" fmla="*/ 20 w 69"/>
                <a:gd name="T31" fmla="*/ 15 h 146"/>
                <a:gd name="T32" fmla="*/ 24 w 69"/>
                <a:gd name="T33" fmla="*/ 9 h 146"/>
                <a:gd name="T34" fmla="*/ 16 w 69"/>
                <a:gd name="T35" fmla="*/ 6 h 146"/>
                <a:gd name="T36" fmla="*/ 22 w 69"/>
                <a:gd name="T37" fmla="*/ 1 h 146"/>
                <a:gd name="T38" fmla="*/ 22 w 69"/>
                <a:gd name="T39" fmla="*/ 0 h 146"/>
                <a:gd name="T40" fmla="*/ 15 w 69"/>
                <a:gd name="T41" fmla="*/ 1 h 146"/>
                <a:gd name="T42" fmla="*/ 15 w 69"/>
                <a:gd name="T43" fmla="*/ 1 h 146"/>
                <a:gd name="T44" fmla="*/ 7 w 69"/>
                <a:gd name="T45" fmla="*/ 9 h 146"/>
                <a:gd name="T46" fmla="*/ 0 w 69"/>
                <a:gd name="T47" fmla="*/ 76 h 146"/>
                <a:gd name="T48" fmla="*/ 10 w 69"/>
                <a:gd name="T49" fmla="*/ 77 h 146"/>
                <a:gd name="T50" fmla="*/ 10 w 69"/>
                <a:gd name="T51" fmla="*/ 77 h 146"/>
                <a:gd name="T52" fmla="*/ 11 w 69"/>
                <a:gd name="T53" fmla="*/ 77 h 146"/>
                <a:gd name="T54" fmla="*/ 12 w 69"/>
                <a:gd name="T55" fmla="*/ 77 h 146"/>
                <a:gd name="T56" fmla="*/ 14 w 69"/>
                <a:gd name="T57" fmla="*/ 146 h 146"/>
                <a:gd name="T58" fmla="*/ 33 w 69"/>
                <a:gd name="T59" fmla="*/ 146 h 146"/>
                <a:gd name="T60" fmla="*/ 33 w 69"/>
                <a:gd name="T61" fmla="*/ 77 h 146"/>
                <a:gd name="T62" fmla="*/ 35 w 69"/>
                <a:gd name="T63" fmla="*/ 77 h 146"/>
                <a:gd name="T64" fmla="*/ 38 w 69"/>
                <a:gd name="T65" fmla="*/ 146 h 146"/>
                <a:gd name="T66" fmla="*/ 57 w 69"/>
                <a:gd name="T67" fmla="*/ 146 h 146"/>
                <a:gd name="T68" fmla="*/ 57 w 69"/>
                <a:gd name="T69" fmla="*/ 77 h 146"/>
                <a:gd name="T70" fmla="*/ 59 w 69"/>
                <a:gd name="T71" fmla="*/ 77 h 146"/>
                <a:gd name="T72" fmla="*/ 59 w 69"/>
                <a:gd name="T73" fmla="*/ 77 h 146"/>
                <a:gd name="T74" fmla="*/ 59 w 69"/>
                <a:gd name="T75" fmla="*/ 77 h 146"/>
                <a:gd name="T76" fmla="*/ 69 w 69"/>
                <a:gd name="T77" fmla="*/ 76 h 146"/>
                <a:gd name="T78" fmla="*/ 62 w 69"/>
                <a:gd name="T79" fmla="*/ 9 h 146"/>
                <a:gd name="T80" fmla="*/ 54 w 69"/>
                <a:gd name="T81" fmla="*/ 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 h="146">
                  <a:moveTo>
                    <a:pt x="54" y="1"/>
                  </a:moveTo>
                  <a:cubicBezTo>
                    <a:pt x="54" y="1"/>
                    <a:pt x="54" y="1"/>
                    <a:pt x="54" y="1"/>
                  </a:cubicBezTo>
                  <a:cubicBezTo>
                    <a:pt x="51" y="1"/>
                    <a:pt x="49" y="1"/>
                    <a:pt x="47" y="0"/>
                  </a:cubicBezTo>
                  <a:cubicBezTo>
                    <a:pt x="46" y="1"/>
                    <a:pt x="46" y="1"/>
                    <a:pt x="46" y="1"/>
                  </a:cubicBezTo>
                  <a:cubicBezTo>
                    <a:pt x="53" y="6"/>
                    <a:pt x="53" y="6"/>
                    <a:pt x="53" y="6"/>
                  </a:cubicBezTo>
                  <a:cubicBezTo>
                    <a:pt x="45" y="9"/>
                    <a:pt x="45" y="9"/>
                    <a:pt x="45" y="9"/>
                  </a:cubicBezTo>
                  <a:cubicBezTo>
                    <a:pt x="49" y="15"/>
                    <a:pt x="49" y="15"/>
                    <a:pt x="49" y="15"/>
                  </a:cubicBezTo>
                  <a:cubicBezTo>
                    <a:pt x="39" y="36"/>
                    <a:pt x="39" y="36"/>
                    <a:pt x="39" y="36"/>
                  </a:cubicBezTo>
                  <a:cubicBezTo>
                    <a:pt x="38" y="7"/>
                    <a:pt x="38" y="7"/>
                    <a:pt x="38" y="7"/>
                  </a:cubicBezTo>
                  <a:cubicBezTo>
                    <a:pt x="39" y="6"/>
                    <a:pt x="39" y="6"/>
                    <a:pt x="39" y="6"/>
                  </a:cubicBezTo>
                  <a:cubicBezTo>
                    <a:pt x="37" y="0"/>
                    <a:pt x="37" y="0"/>
                    <a:pt x="37" y="0"/>
                  </a:cubicBezTo>
                  <a:cubicBezTo>
                    <a:pt x="32" y="0"/>
                    <a:pt x="32" y="0"/>
                    <a:pt x="32" y="0"/>
                  </a:cubicBezTo>
                  <a:cubicBezTo>
                    <a:pt x="30" y="6"/>
                    <a:pt x="30" y="6"/>
                    <a:pt x="30" y="6"/>
                  </a:cubicBezTo>
                  <a:cubicBezTo>
                    <a:pt x="31" y="7"/>
                    <a:pt x="31" y="7"/>
                    <a:pt x="31" y="7"/>
                  </a:cubicBezTo>
                  <a:cubicBezTo>
                    <a:pt x="30" y="36"/>
                    <a:pt x="30" y="36"/>
                    <a:pt x="30" y="36"/>
                  </a:cubicBezTo>
                  <a:cubicBezTo>
                    <a:pt x="20" y="15"/>
                    <a:pt x="20" y="15"/>
                    <a:pt x="20" y="15"/>
                  </a:cubicBezTo>
                  <a:cubicBezTo>
                    <a:pt x="24" y="9"/>
                    <a:pt x="24" y="9"/>
                    <a:pt x="24" y="9"/>
                  </a:cubicBezTo>
                  <a:cubicBezTo>
                    <a:pt x="16" y="6"/>
                    <a:pt x="16" y="6"/>
                    <a:pt x="16" y="6"/>
                  </a:cubicBezTo>
                  <a:cubicBezTo>
                    <a:pt x="22" y="1"/>
                    <a:pt x="22" y="1"/>
                    <a:pt x="22" y="1"/>
                  </a:cubicBezTo>
                  <a:cubicBezTo>
                    <a:pt x="22" y="0"/>
                    <a:pt x="22" y="0"/>
                    <a:pt x="22" y="0"/>
                  </a:cubicBezTo>
                  <a:cubicBezTo>
                    <a:pt x="20" y="1"/>
                    <a:pt x="18" y="1"/>
                    <a:pt x="15" y="1"/>
                  </a:cubicBezTo>
                  <a:cubicBezTo>
                    <a:pt x="15" y="1"/>
                    <a:pt x="15" y="1"/>
                    <a:pt x="15" y="1"/>
                  </a:cubicBezTo>
                  <a:cubicBezTo>
                    <a:pt x="11" y="1"/>
                    <a:pt x="7" y="4"/>
                    <a:pt x="7" y="9"/>
                  </a:cubicBezTo>
                  <a:cubicBezTo>
                    <a:pt x="0" y="76"/>
                    <a:pt x="0" y="76"/>
                    <a:pt x="0" y="76"/>
                  </a:cubicBezTo>
                  <a:cubicBezTo>
                    <a:pt x="3" y="77"/>
                    <a:pt x="7" y="77"/>
                    <a:pt x="10" y="77"/>
                  </a:cubicBezTo>
                  <a:cubicBezTo>
                    <a:pt x="10" y="77"/>
                    <a:pt x="10" y="77"/>
                    <a:pt x="10" y="77"/>
                  </a:cubicBezTo>
                  <a:cubicBezTo>
                    <a:pt x="10" y="77"/>
                    <a:pt x="10" y="77"/>
                    <a:pt x="11" y="77"/>
                  </a:cubicBezTo>
                  <a:cubicBezTo>
                    <a:pt x="11" y="77"/>
                    <a:pt x="11" y="77"/>
                    <a:pt x="12" y="77"/>
                  </a:cubicBezTo>
                  <a:cubicBezTo>
                    <a:pt x="14" y="146"/>
                    <a:pt x="14" y="146"/>
                    <a:pt x="14" y="146"/>
                  </a:cubicBezTo>
                  <a:cubicBezTo>
                    <a:pt x="33" y="146"/>
                    <a:pt x="33" y="146"/>
                    <a:pt x="33" y="146"/>
                  </a:cubicBezTo>
                  <a:cubicBezTo>
                    <a:pt x="34" y="126"/>
                    <a:pt x="34" y="91"/>
                    <a:pt x="33" y="77"/>
                  </a:cubicBezTo>
                  <a:cubicBezTo>
                    <a:pt x="34" y="77"/>
                    <a:pt x="35" y="77"/>
                    <a:pt x="35" y="77"/>
                  </a:cubicBezTo>
                  <a:cubicBezTo>
                    <a:pt x="38" y="146"/>
                    <a:pt x="38" y="146"/>
                    <a:pt x="38" y="146"/>
                  </a:cubicBezTo>
                  <a:cubicBezTo>
                    <a:pt x="57" y="146"/>
                    <a:pt x="57" y="146"/>
                    <a:pt x="57" y="146"/>
                  </a:cubicBezTo>
                  <a:cubicBezTo>
                    <a:pt x="58" y="126"/>
                    <a:pt x="57" y="91"/>
                    <a:pt x="57" y="77"/>
                  </a:cubicBezTo>
                  <a:cubicBezTo>
                    <a:pt x="58" y="77"/>
                    <a:pt x="58" y="77"/>
                    <a:pt x="59" y="77"/>
                  </a:cubicBezTo>
                  <a:cubicBezTo>
                    <a:pt x="59" y="77"/>
                    <a:pt x="59" y="77"/>
                    <a:pt x="59" y="77"/>
                  </a:cubicBezTo>
                  <a:cubicBezTo>
                    <a:pt x="59" y="77"/>
                    <a:pt x="59" y="77"/>
                    <a:pt x="59" y="77"/>
                  </a:cubicBezTo>
                  <a:cubicBezTo>
                    <a:pt x="62" y="77"/>
                    <a:pt x="66" y="77"/>
                    <a:pt x="69" y="76"/>
                  </a:cubicBezTo>
                  <a:cubicBezTo>
                    <a:pt x="62" y="9"/>
                    <a:pt x="62" y="9"/>
                    <a:pt x="62" y="9"/>
                  </a:cubicBezTo>
                  <a:cubicBezTo>
                    <a:pt x="62" y="4"/>
                    <a:pt x="58" y="1"/>
                    <a:pt x="5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grpSp>
      <p:grpSp>
        <p:nvGrpSpPr>
          <p:cNvPr id="31" name="组合 30"/>
          <p:cNvGrpSpPr/>
          <p:nvPr/>
        </p:nvGrpSpPr>
        <p:grpSpPr>
          <a:xfrm>
            <a:off x="1822540" y="2619532"/>
            <a:ext cx="986429" cy="798342"/>
            <a:chOff x="7286626" y="1281113"/>
            <a:chExt cx="782638" cy="633413"/>
          </a:xfrm>
          <a:solidFill>
            <a:srgbClr val="2F5597"/>
          </a:solidFill>
        </p:grpSpPr>
        <p:sp>
          <p:nvSpPr>
            <p:cNvPr id="32" name="Freeform 754"/>
            <p:cNvSpPr>
              <a:spLocks noEditPoints="1"/>
            </p:cNvSpPr>
            <p:nvPr/>
          </p:nvSpPr>
          <p:spPr bwMode="auto">
            <a:xfrm>
              <a:off x="7286626" y="1281113"/>
              <a:ext cx="782638" cy="633413"/>
            </a:xfrm>
            <a:custGeom>
              <a:avLst/>
              <a:gdLst>
                <a:gd name="T0" fmla="*/ 200 w 209"/>
                <a:gd name="T1" fmla="*/ 140 h 169"/>
                <a:gd name="T2" fmla="*/ 159 w 209"/>
                <a:gd name="T3" fmla="*/ 114 h 169"/>
                <a:gd name="T4" fmla="*/ 148 w 209"/>
                <a:gd name="T5" fmla="*/ 112 h 169"/>
                <a:gd name="T6" fmla="*/ 144 w 209"/>
                <a:gd name="T7" fmla="*/ 114 h 169"/>
                <a:gd name="T8" fmla="*/ 137 w 209"/>
                <a:gd name="T9" fmla="*/ 109 h 169"/>
                <a:gd name="T10" fmla="*/ 144 w 209"/>
                <a:gd name="T11" fmla="*/ 60 h 169"/>
                <a:gd name="T12" fmla="*/ 60 w 209"/>
                <a:gd name="T13" fmla="*/ 9 h 169"/>
                <a:gd name="T14" fmla="*/ 9 w 209"/>
                <a:gd name="T15" fmla="*/ 93 h 169"/>
                <a:gd name="T16" fmla="*/ 93 w 209"/>
                <a:gd name="T17" fmla="*/ 144 h 169"/>
                <a:gd name="T18" fmla="*/ 129 w 209"/>
                <a:gd name="T19" fmla="*/ 121 h 169"/>
                <a:gd name="T20" fmla="*/ 136 w 209"/>
                <a:gd name="T21" fmla="*/ 126 h 169"/>
                <a:gd name="T22" fmla="*/ 143 w 209"/>
                <a:gd name="T23" fmla="*/ 139 h 169"/>
                <a:gd name="T24" fmla="*/ 183 w 209"/>
                <a:gd name="T25" fmla="*/ 166 h 169"/>
                <a:gd name="T26" fmla="*/ 195 w 209"/>
                <a:gd name="T27" fmla="*/ 168 h 169"/>
                <a:gd name="T28" fmla="*/ 204 w 209"/>
                <a:gd name="T29" fmla="*/ 161 h 169"/>
                <a:gd name="T30" fmla="*/ 200 w 209"/>
                <a:gd name="T31" fmla="*/ 140 h 169"/>
                <a:gd name="T32" fmla="*/ 90 w 209"/>
                <a:gd name="T33" fmla="*/ 131 h 169"/>
                <a:gd name="T34" fmla="*/ 22 w 209"/>
                <a:gd name="T35" fmla="*/ 90 h 169"/>
                <a:gd name="T36" fmla="*/ 63 w 209"/>
                <a:gd name="T37" fmla="*/ 22 h 169"/>
                <a:gd name="T38" fmla="*/ 131 w 209"/>
                <a:gd name="T39" fmla="*/ 63 h 169"/>
                <a:gd name="T40" fmla="*/ 90 w 209"/>
                <a:gd name="T41" fmla="*/ 131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9" h="169">
                  <a:moveTo>
                    <a:pt x="200" y="140"/>
                  </a:moveTo>
                  <a:cubicBezTo>
                    <a:pt x="159" y="114"/>
                    <a:pt x="159" y="114"/>
                    <a:pt x="159" y="114"/>
                  </a:cubicBezTo>
                  <a:cubicBezTo>
                    <a:pt x="156" y="112"/>
                    <a:pt x="152" y="111"/>
                    <a:pt x="148" y="112"/>
                  </a:cubicBezTo>
                  <a:cubicBezTo>
                    <a:pt x="146" y="113"/>
                    <a:pt x="145" y="113"/>
                    <a:pt x="144" y="114"/>
                  </a:cubicBezTo>
                  <a:cubicBezTo>
                    <a:pt x="137" y="109"/>
                    <a:pt x="137" y="109"/>
                    <a:pt x="137" y="109"/>
                  </a:cubicBezTo>
                  <a:cubicBezTo>
                    <a:pt x="145" y="95"/>
                    <a:pt x="148" y="77"/>
                    <a:pt x="144" y="60"/>
                  </a:cubicBezTo>
                  <a:cubicBezTo>
                    <a:pt x="135" y="23"/>
                    <a:pt x="97" y="0"/>
                    <a:pt x="60" y="9"/>
                  </a:cubicBezTo>
                  <a:cubicBezTo>
                    <a:pt x="23" y="18"/>
                    <a:pt x="0" y="56"/>
                    <a:pt x="9" y="93"/>
                  </a:cubicBezTo>
                  <a:cubicBezTo>
                    <a:pt x="18" y="130"/>
                    <a:pt x="56" y="153"/>
                    <a:pt x="93" y="144"/>
                  </a:cubicBezTo>
                  <a:cubicBezTo>
                    <a:pt x="108" y="140"/>
                    <a:pt x="120" y="132"/>
                    <a:pt x="129" y="121"/>
                  </a:cubicBezTo>
                  <a:cubicBezTo>
                    <a:pt x="136" y="126"/>
                    <a:pt x="136" y="126"/>
                    <a:pt x="136" y="126"/>
                  </a:cubicBezTo>
                  <a:cubicBezTo>
                    <a:pt x="136" y="131"/>
                    <a:pt x="138" y="136"/>
                    <a:pt x="143" y="139"/>
                  </a:cubicBezTo>
                  <a:cubicBezTo>
                    <a:pt x="183" y="166"/>
                    <a:pt x="183" y="166"/>
                    <a:pt x="183" y="166"/>
                  </a:cubicBezTo>
                  <a:cubicBezTo>
                    <a:pt x="187" y="168"/>
                    <a:pt x="191" y="169"/>
                    <a:pt x="195" y="168"/>
                  </a:cubicBezTo>
                  <a:cubicBezTo>
                    <a:pt x="199" y="167"/>
                    <a:pt x="202" y="165"/>
                    <a:pt x="204" y="161"/>
                  </a:cubicBezTo>
                  <a:cubicBezTo>
                    <a:pt x="209" y="154"/>
                    <a:pt x="207" y="145"/>
                    <a:pt x="200" y="140"/>
                  </a:cubicBezTo>
                  <a:close/>
                  <a:moveTo>
                    <a:pt x="90" y="131"/>
                  </a:moveTo>
                  <a:cubicBezTo>
                    <a:pt x="60" y="139"/>
                    <a:pt x="29" y="120"/>
                    <a:pt x="22" y="90"/>
                  </a:cubicBezTo>
                  <a:cubicBezTo>
                    <a:pt x="14" y="59"/>
                    <a:pt x="33" y="29"/>
                    <a:pt x="63" y="22"/>
                  </a:cubicBezTo>
                  <a:cubicBezTo>
                    <a:pt x="94" y="14"/>
                    <a:pt x="124" y="33"/>
                    <a:pt x="131" y="63"/>
                  </a:cubicBezTo>
                  <a:cubicBezTo>
                    <a:pt x="139" y="93"/>
                    <a:pt x="120" y="124"/>
                    <a:pt x="90" y="1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sp>
          <p:nvSpPr>
            <p:cNvPr id="33" name="Freeform 755"/>
            <p:cNvSpPr>
              <a:spLocks noEditPoints="1"/>
            </p:cNvSpPr>
            <p:nvPr/>
          </p:nvSpPr>
          <p:spPr bwMode="auto">
            <a:xfrm>
              <a:off x="7432676" y="1441451"/>
              <a:ext cx="280988" cy="228600"/>
            </a:xfrm>
            <a:custGeom>
              <a:avLst/>
              <a:gdLst>
                <a:gd name="T0" fmla="*/ 123 w 177"/>
                <a:gd name="T1" fmla="*/ 116 h 144"/>
                <a:gd name="T2" fmla="*/ 54 w 177"/>
                <a:gd name="T3" fmla="*/ 116 h 144"/>
                <a:gd name="T4" fmla="*/ 42 w 177"/>
                <a:gd name="T5" fmla="*/ 144 h 144"/>
                <a:gd name="T6" fmla="*/ 0 w 177"/>
                <a:gd name="T7" fmla="*/ 144 h 144"/>
                <a:gd name="T8" fmla="*/ 64 w 177"/>
                <a:gd name="T9" fmla="*/ 0 h 144"/>
                <a:gd name="T10" fmla="*/ 113 w 177"/>
                <a:gd name="T11" fmla="*/ 0 h 144"/>
                <a:gd name="T12" fmla="*/ 177 w 177"/>
                <a:gd name="T13" fmla="*/ 144 h 144"/>
                <a:gd name="T14" fmla="*/ 134 w 177"/>
                <a:gd name="T15" fmla="*/ 144 h 144"/>
                <a:gd name="T16" fmla="*/ 123 w 177"/>
                <a:gd name="T17" fmla="*/ 116 h 144"/>
                <a:gd name="T18" fmla="*/ 87 w 177"/>
                <a:gd name="T19" fmla="*/ 31 h 144"/>
                <a:gd name="T20" fmla="*/ 66 w 177"/>
                <a:gd name="T21" fmla="*/ 88 h 144"/>
                <a:gd name="T22" fmla="*/ 111 w 177"/>
                <a:gd name="T23" fmla="*/ 88 h 144"/>
                <a:gd name="T24" fmla="*/ 87 w 177"/>
                <a:gd name="T25" fmla="*/ 3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144">
                  <a:moveTo>
                    <a:pt x="123" y="116"/>
                  </a:moveTo>
                  <a:lnTo>
                    <a:pt x="54" y="116"/>
                  </a:lnTo>
                  <a:lnTo>
                    <a:pt x="42" y="144"/>
                  </a:lnTo>
                  <a:lnTo>
                    <a:pt x="0" y="144"/>
                  </a:lnTo>
                  <a:lnTo>
                    <a:pt x="64" y="0"/>
                  </a:lnTo>
                  <a:lnTo>
                    <a:pt x="113" y="0"/>
                  </a:lnTo>
                  <a:lnTo>
                    <a:pt x="177" y="144"/>
                  </a:lnTo>
                  <a:lnTo>
                    <a:pt x="134" y="144"/>
                  </a:lnTo>
                  <a:lnTo>
                    <a:pt x="123" y="116"/>
                  </a:lnTo>
                  <a:close/>
                  <a:moveTo>
                    <a:pt x="87" y="31"/>
                  </a:moveTo>
                  <a:lnTo>
                    <a:pt x="66" y="88"/>
                  </a:lnTo>
                  <a:lnTo>
                    <a:pt x="111" y="88"/>
                  </a:lnTo>
                  <a:lnTo>
                    <a:pt x="87"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grpSp>
      <p:grpSp>
        <p:nvGrpSpPr>
          <p:cNvPr id="34" name="组合 33"/>
          <p:cNvGrpSpPr/>
          <p:nvPr/>
        </p:nvGrpSpPr>
        <p:grpSpPr>
          <a:xfrm>
            <a:off x="9531416" y="2548500"/>
            <a:ext cx="960416" cy="940406"/>
            <a:chOff x="10472738" y="-549275"/>
            <a:chExt cx="762000" cy="746125"/>
          </a:xfrm>
          <a:solidFill>
            <a:srgbClr val="2F5597"/>
          </a:solidFill>
        </p:grpSpPr>
        <p:sp>
          <p:nvSpPr>
            <p:cNvPr id="35" name="Freeform 820"/>
            <p:cNvSpPr>
              <a:spLocks noEditPoints="1"/>
            </p:cNvSpPr>
            <p:nvPr/>
          </p:nvSpPr>
          <p:spPr bwMode="auto">
            <a:xfrm>
              <a:off x="10687050" y="-549275"/>
              <a:ext cx="393700" cy="495300"/>
            </a:xfrm>
            <a:custGeom>
              <a:avLst/>
              <a:gdLst>
                <a:gd name="T0" fmla="*/ 52 w 105"/>
                <a:gd name="T1" fmla="*/ 0 h 132"/>
                <a:gd name="T2" fmla="*/ 0 w 105"/>
                <a:gd name="T3" fmla="*/ 52 h 132"/>
                <a:gd name="T4" fmla="*/ 52 w 105"/>
                <a:gd name="T5" fmla="*/ 132 h 132"/>
                <a:gd name="T6" fmla="*/ 105 w 105"/>
                <a:gd name="T7" fmla="*/ 52 h 132"/>
                <a:gd name="T8" fmla="*/ 52 w 105"/>
                <a:gd name="T9" fmla="*/ 0 h 132"/>
                <a:gd name="T10" fmla="*/ 52 w 105"/>
                <a:gd name="T11" fmla="*/ 80 h 132"/>
                <a:gd name="T12" fmla="*/ 25 w 105"/>
                <a:gd name="T13" fmla="*/ 52 h 132"/>
                <a:gd name="T14" fmla="*/ 52 w 105"/>
                <a:gd name="T15" fmla="*/ 25 h 132"/>
                <a:gd name="T16" fmla="*/ 80 w 105"/>
                <a:gd name="T17" fmla="*/ 52 h 132"/>
                <a:gd name="T18" fmla="*/ 52 w 105"/>
                <a:gd name="T19" fmla="*/ 8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132">
                  <a:moveTo>
                    <a:pt x="52" y="0"/>
                  </a:moveTo>
                  <a:cubicBezTo>
                    <a:pt x="24" y="0"/>
                    <a:pt x="0" y="23"/>
                    <a:pt x="0" y="52"/>
                  </a:cubicBezTo>
                  <a:cubicBezTo>
                    <a:pt x="0" y="81"/>
                    <a:pt x="52" y="132"/>
                    <a:pt x="52" y="132"/>
                  </a:cubicBezTo>
                  <a:cubicBezTo>
                    <a:pt x="52" y="132"/>
                    <a:pt x="105" y="81"/>
                    <a:pt x="105" y="52"/>
                  </a:cubicBezTo>
                  <a:cubicBezTo>
                    <a:pt x="105" y="23"/>
                    <a:pt x="81" y="0"/>
                    <a:pt x="52" y="0"/>
                  </a:cubicBezTo>
                  <a:close/>
                  <a:moveTo>
                    <a:pt x="52" y="80"/>
                  </a:moveTo>
                  <a:cubicBezTo>
                    <a:pt x="37" y="80"/>
                    <a:pt x="25" y="68"/>
                    <a:pt x="25" y="52"/>
                  </a:cubicBezTo>
                  <a:cubicBezTo>
                    <a:pt x="25" y="37"/>
                    <a:pt x="37" y="25"/>
                    <a:pt x="52" y="25"/>
                  </a:cubicBezTo>
                  <a:cubicBezTo>
                    <a:pt x="68" y="25"/>
                    <a:pt x="80" y="37"/>
                    <a:pt x="80" y="52"/>
                  </a:cubicBezTo>
                  <a:cubicBezTo>
                    <a:pt x="80" y="68"/>
                    <a:pt x="68" y="80"/>
                    <a:pt x="52"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sp>
          <p:nvSpPr>
            <p:cNvPr id="36" name="Freeform 821"/>
            <p:cNvSpPr>
              <a:spLocks noEditPoints="1"/>
            </p:cNvSpPr>
            <p:nvPr/>
          </p:nvSpPr>
          <p:spPr bwMode="auto">
            <a:xfrm>
              <a:off x="10472738" y="-69850"/>
              <a:ext cx="762000" cy="266700"/>
            </a:xfrm>
            <a:custGeom>
              <a:avLst/>
              <a:gdLst>
                <a:gd name="T0" fmla="*/ 165 w 203"/>
                <a:gd name="T1" fmla="*/ 71 h 71"/>
                <a:gd name="T2" fmla="*/ 162 w 203"/>
                <a:gd name="T3" fmla="*/ 70 h 71"/>
                <a:gd name="T4" fmla="*/ 126 w 203"/>
                <a:gd name="T5" fmla="*/ 50 h 71"/>
                <a:gd name="T6" fmla="*/ 80 w 203"/>
                <a:gd name="T7" fmla="*/ 68 h 71"/>
                <a:gd name="T8" fmla="*/ 74 w 203"/>
                <a:gd name="T9" fmla="*/ 68 h 71"/>
                <a:gd name="T10" fmla="*/ 45 w 203"/>
                <a:gd name="T11" fmla="*/ 43 h 71"/>
                <a:gd name="T12" fmla="*/ 8 w 203"/>
                <a:gd name="T13" fmla="*/ 57 h 71"/>
                <a:gd name="T14" fmla="*/ 1 w 203"/>
                <a:gd name="T15" fmla="*/ 54 h 71"/>
                <a:gd name="T16" fmla="*/ 4 w 203"/>
                <a:gd name="T17" fmla="*/ 46 h 71"/>
                <a:gd name="T18" fmla="*/ 82 w 203"/>
                <a:gd name="T19" fmla="*/ 7 h 71"/>
                <a:gd name="T20" fmla="*/ 87 w 203"/>
                <a:gd name="T21" fmla="*/ 7 h 71"/>
                <a:gd name="T22" fmla="*/ 109 w 203"/>
                <a:gd name="T23" fmla="*/ 18 h 71"/>
                <a:gd name="T24" fmla="*/ 158 w 203"/>
                <a:gd name="T25" fmla="*/ 0 h 71"/>
                <a:gd name="T26" fmla="*/ 162 w 203"/>
                <a:gd name="T27" fmla="*/ 1 h 71"/>
                <a:gd name="T28" fmla="*/ 200 w 203"/>
                <a:gd name="T29" fmla="*/ 19 h 71"/>
                <a:gd name="T30" fmla="*/ 203 w 203"/>
                <a:gd name="T31" fmla="*/ 23 h 71"/>
                <a:gd name="T32" fmla="*/ 202 w 203"/>
                <a:gd name="T33" fmla="*/ 28 h 71"/>
                <a:gd name="T34" fmla="*/ 169 w 203"/>
                <a:gd name="T35" fmla="*/ 69 h 71"/>
                <a:gd name="T36" fmla="*/ 165 w 203"/>
                <a:gd name="T37" fmla="*/ 71 h 71"/>
                <a:gd name="T38" fmla="*/ 127 w 203"/>
                <a:gd name="T39" fmla="*/ 38 h 71"/>
                <a:gd name="T40" fmla="*/ 130 w 203"/>
                <a:gd name="T41" fmla="*/ 38 h 71"/>
                <a:gd name="T42" fmla="*/ 163 w 203"/>
                <a:gd name="T43" fmla="*/ 58 h 71"/>
                <a:gd name="T44" fmla="*/ 188 w 203"/>
                <a:gd name="T45" fmla="*/ 27 h 71"/>
                <a:gd name="T46" fmla="*/ 159 w 203"/>
                <a:gd name="T47" fmla="*/ 12 h 71"/>
                <a:gd name="T48" fmla="*/ 110 w 203"/>
                <a:gd name="T49" fmla="*/ 30 h 71"/>
                <a:gd name="T50" fmla="*/ 106 w 203"/>
                <a:gd name="T51" fmla="*/ 30 h 71"/>
                <a:gd name="T52" fmla="*/ 84 w 203"/>
                <a:gd name="T53" fmla="*/ 19 h 71"/>
                <a:gd name="T54" fmla="*/ 53 w 203"/>
                <a:gd name="T55" fmla="*/ 35 h 71"/>
                <a:gd name="T56" fmla="*/ 79 w 203"/>
                <a:gd name="T57" fmla="*/ 56 h 71"/>
                <a:gd name="T58" fmla="*/ 125 w 203"/>
                <a:gd name="T59" fmla="*/ 38 h 71"/>
                <a:gd name="T60" fmla="*/ 127 w 203"/>
                <a:gd name="T61" fmla="*/ 3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03" h="71">
                  <a:moveTo>
                    <a:pt x="165" y="71"/>
                  </a:moveTo>
                  <a:cubicBezTo>
                    <a:pt x="164" y="71"/>
                    <a:pt x="163" y="71"/>
                    <a:pt x="162" y="70"/>
                  </a:cubicBezTo>
                  <a:cubicBezTo>
                    <a:pt x="126" y="50"/>
                    <a:pt x="126" y="50"/>
                    <a:pt x="126" y="50"/>
                  </a:cubicBezTo>
                  <a:cubicBezTo>
                    <a:pt x="80" y="68"/>
                    <a:pt x="80" y="68"/>
                    <a:pt x="80" y="68"/>
                  </a:cubicBezTo>
                  <a:cubicBezTo>
                    <a:pt x="78" y="69"/>
                    <a:pt x="76" y="69"/>
                    <a:pt x="74" y="68"/>
                  </a:cubicBezTo>
                  <a:cubicBezTo>
                    <a:pt x="45" y="43"/>
                    <a:pt x="45" y="43"/>
                    <a:pt x="45" y="43"/>
                  </a:cubicBezTo>
                  <a:cubicBezTo>
                    <a:pt x="8" y="57"/>
                    <a:pt x="8" y="57"/>
                    <a:pt x="8" y="57"/>
                  </a:cubicBezTo>
                  <a:cubicBezTo>
                    <a:pt x="5" y="58"/>
                    <a:pt x="2" y="57"/>
                    <a:pt x="1" y="54"/>
                  </a:cubicBezTo>
                  <a:cubicBezTo>
                    <a:pt x="0" y="51"/>
                    <a:pt x="1" y="48"/>
                    <a:pt x="4" y="46"/>
                  </a:cubicBezTo>
                  <a:cubicBezTo>
                    <a:pt x="82" y="7"/>
                    <a:pt x="82" y="7"/>
                    <a:pt x="82" y="7"/>
                  </a:cubicBezTo>
                  <a:cubicBezTo>
                    <a:pt x="83" y="6"/>
                    <a:pt x="85" y="6"/>
                    <a:pt x="87" y="7"/>
                  </a:cubicBezTo>
                  <a:cubicBezTo>
                    <a:pt x="109" y="18"/>
                    <a:pt x="109" y="18"/>
                    <a:pt x="109" y="18"/>
                  </a:cubicBezTo>
                  <a:cubicBezTo>
                    <a:pt x="158" y="0"/>
                    <a:pt x="158" y="0"/>
                    <a:pt x="158" y="0"/>
                  </a:cubicBezTo>
                  <a:cubicBezTo>
                    <a:pt x="159" y="0"/>
                    <a:pt x="161" y="0"/>
                    <a:pt x="162" y="1"/>
                  </a:cubicBezTo>
                  <a:cubicBezTo>
                    <a:pt x="200" y="19"/>
                    <a:pt x="200" y="19"/>
                    <a:pt x="200" y="19"/>
                  </a:cubicBezTo>
                  <a:cubicBezTo>
                    <a:pt x="202" y="20"/>
                    <a:pt x="203" y="22"/>
                    <a:pt x="203" y="23"/>
                  </a:cubicBezTo>
                  <a:cubicBezTo>
                    <a:pt x="203" y="25"/>
                    <a:pt x="203" y="27"/>
                    <a:pt x="202" y="28"/>
                  </a:cubicBezTo>
                  <a:cubicBezTo>
                    <a:pt x="169" y="69"/>
                    <a:pt x="169" y="69"/>
                    <a:pt x="169" y="69"/>
                  </a:cubicBezTo>
                  <a:cubicBezTo>
                    <a:pt x="168" y="71"/>
                    <a:pt x="166" y="71"/>
                    <a:pt x="165" y="71"/>
                  </a:cubicBezTo>
                  <a:close/>
                  <a:moveTo>
                    <a:pt x="127" y="38"/>
                  </a:moveTo>
                  <a:cubicBezTo>
                    <a:pt x="128" y="38"/>
                    <a:pt x="129" y="38"/>
                    <a:pt x="130" y="38"/>
                  </a:cubicBezTo>
                  <a:cubicBezTo>
                    <a:pt x="163" y="58"/>
                    <a:pt x="163" y="58"/>
                    <a:pt x="163" y="58"/>
                  </a:cubicBezTo>
                  <a:cubicBezTo>
                    <a:pt x="188" y="27"/>
                    <a:pt x="188" y="27"/>
                    <a:pt x="188" y="27"/>
                  </a:cubicBezTo>
                  <a:cubicBezTo>
                    <a:pt x="159" y="12"/>
                    <a:pt x="159" y="12"/>
                    <a:pt x="159" y="12"/>
                  </a:cubicBezTo>
                  <a:cubicBezTo>
                    <a:pt x="110" y="30"/>
                    <a:pt x="110" y="30"/>
                    <a:pt x="110" y="30"/>
                  </a:cubicBezTo>
                  <a:cubicBezTo>
                    <a:pt x="109" y="31"/>
                    <a:pt x="107" y="31"/>
                    <a:pt x="106" y="30"/>
                  </a:cubicBezTo>
                  <a:cubicBezTo>
                    <a:pt x="84" y="19"/>
                    <a:pt x="84" y="19"/>
                    <a:pt x="84" y="19"/>
                  </a:cubicBezTo>
                  <a:cubicBezTo>
                    <a:pt x="53" y="35"/>
                    <a:pt x="53" y="35"/>
                    <a:pt x="53" y="35"/>
                  </a:cubicBezTo>
                  <a:cubicBezTo>
                    <a:pt x="79" y="56"/>
                    <a:pt x="79" y="56"/>
                    <a:pt x="79" y="56"/>
                  </a:cubicBezTo>
                  <a:cubicBezTo>
                    <a:pt x="125" y="38"/>
                    <a:pt x="125" y="38"/>
                    <a:pt x="125" y="38"/>
                  </a:cubicBezTo>
                  <a:cubicBezTo>
                    <a:pt x="125" y="38"/>
                    <a:pt x="126" y="38"/>
                    <a:pt x="127"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sp>
          <p:nvSpPr>
            <p:cNvPr id="37" name="Freeform 822"/>
            <p:cNvSpPr/>
            <p:nvPr/>
          </p:nvSpPr>
          <p:spPr bwMode="auto">
            <a:xfrm>
              <a:off x="10923588" y="-73025"/>
              <a:ext cx="173038" cy="187325"/>
            </a:xfrm>
            <a:custGeom>
              <a:avLst/>
              <a:gdLst>
                <a:gd name="T0" fmla="*/ 7 w 46"/>
                <a:gd name="T1" fmla="*/ 50 h 50"/>
                <a:gd name="T2" fmla="*/ 3 w 46"/>
                <a:gd name="T3" fmla="*/ 49 h 50"/>
                <a:gd name="T4" fmla="*/ 2 w 46"/>
                <a:gd name="T5" fmla="*/ 41 h 50"/>
                <a:gd name="T6" fmla="*/ 35 w 46"/>
                <a:gd name="T7" fmla="*/ 3 h 50"/>
                <a:gd name="T8" fmla="*/ 44 w 46"/>
                <a:gd name="T9" fmla="*/ 3 h 50"/>
                <a:gd name="T10" fmla="*/ 44 w 46"/>
                <a:gd name="T11" fmla="*/ 11 h 50"/>
                <a:gd name="T12" fmla="*/ 11 w 46"/>
                <a:gd name="T13" fmla="*/ 48 h 50"/>
                <a:gd name="T14" fmla="*/ 7 w 46"/>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 h="50">
                  <a:moveTo>
                    <a:pt x="7" y="50"/>
                  </a:moveTo>
                  <a:cubicBezTo>
                    <a:pt x="5" y="50"/>
                    <a:pt x="4" y="50"/>
                    <a:pt x="3" y="49"/>
                  </a:cubicBezTo>
                  <a:cubicBezTo>
                    <a:pt x="0" y="47"/>
                    <a:pt x="0" y="43"/>
                    <a:pt x="2" y="41"/>
                  </a:cubicBezTo>
                  <a:cubicBezTo>
                    <a:pt x="35" y="3"/>
                    <a:pt x="35" y="3"/>
                    <a:pt x="35" y="3"/>
                  </a:cubicBezTo>
                  <a:cubicBezTo>
                    <a:pt x="37" y="1"/>
                    <a:pt x="41" y="0"/>
                    <a:pt x="44" y="3"/>
                  </a:cubicBezTo>
                  <a:cubicBezTo>
                    <a:pt x="46" y="5"/>
                    <a:pt x="46" y="8"/>
                    <a:pt x="44" y="11"/>
                  </a:cubicBezTo>
                  <a:cubicBezTo>
                    <a:pt x="11" y="48"/>
                    <a:pt x="11" y="48"/>
                    <a:pt x="11" y="48"/>
                  </a:cubicBezTo>
                  <a:cubicBezTo>
                    <a:pt x="10" y="50"/>
                    <a:pt x="8" y="50"/>
                    <a:pt x="7"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sp>
          <p:nvSpPr>
            <p:cNvPr id="38" name="Freeform 823"/>
            <p:cNvSpPr/>
            <p:nvPr/>
          </p:nvSpPr>
          <p:spPr bwMode="auto">
            <a:xfrm>
              <a:off x="10739438" y="-1587"/>
              <a:ext cx="173038" cy="179388"/>
            </a:xfrm>
            <a:custGeom>
              <a:avLst/>
              <a:gdLst>
                <a:gd name="T0" fmla="*/ 6 w 46"/>
                <a:gd name="T1" fmla="*/ 48 h 48"/>
                <a:gd name="T2" fmla="*/ 2 w 46"/>
                <a:gd name="T3" fmla="*/ 47 h 48"/>
                <a:gd name="T4" fmla="*/ 2 w 46"/>
                <a:gd name="T5" fmla="*/ 39 h 48"/>
                <a:gd name="T6" fmla="*/ 35 w 46"/>
                <a:gd name="T7" fmla="*/ 3 h 48"/>
                <a:gd name="T8" fmla="*/ 43 w 46"/>
                <a:gd name="T9" fmla="*/ 2 h 48"/>
                <a:gd name="T10" fmla="*/ 43 w 46"/>
                <a:gd name="T11" fmla="*/ 10 h 48"/>
                <a:gd name="T12" fmla="*/ 11 w 46"/>
                <a:gd name="T13" fmla="*/ 46 h 48"/>
                <a:gd name="T14" fmla="*/ 6 w 46"/>
                <a:gd name="T15" fmla="*/ 48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 h="48">
                  <a:moveTo>
                    <a:pt x="6" y="48"/>
                  </a:moveTo>
                  <a:cubicBezTo>
                    <a:pt x="5" y="48"/>
                    <a:pt x="3" y="48"/>
                    <a:pt x="2" y="47"/>
                  </a:cubicBezTo>
                  <a:cubicBezTo>
                    <a:pt x="0" y="45"/>
                    <a:pt x="0" y="41"/>
                    <a:pt x="2" y="39"/>
                  </a:cubicBezTo>
                  <a:cubicBezTo>
                    <a:pt x="35" y="3"/>
                    <a:pt x="35" y="3"/>
                    <a:pt x="35" y="3"/>
                  </a:cubicBezTo>
                  <a:cubicBezTo>
                    <a:pt x="37" y="1"/>
                    <a:pt x="40" y="0"/>
                    <a:pt x="43" y="2"/>
                  </a:cubicBezTo>
                  <a:cubicBezTo>
                    <a:pt x="45" y="5"/>
                    <a:pt x="46" y="8"/>
                    <a:pt x="43" y="10"/>
                  </a:cubicBezTo>
                  <a:cubicBezTo>
                    <a:pt x="11" y="46"/>
                    <a:pt x="11" y="46"/>
                    <a:pt x="11" y="46"/>
                  </a:cubicBezTo>
                  <a:cubicBezTo>
                    <a:pt x="9" y="48"/>
                    <a:pt x="8" y="48"/>
                    <a:pt x="6"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grpSp>
      <p:sp>
        <p:nvSpPr>
          <p:cNvPr id="39" name="Freeform 954"/>
          <p:cNvSpPr>
            <a:spLocks noEditPoints="1"/>
          </p:cNvSpPr>
          <p:nvPr/>
        </p:nvSpPr>
        <p:spPr bwMode="auto">
          <a:xfrm>
            <a:off x="7637293" y="2529924"/>
            <a:ext cx="871705" cy="977557"/>
          </a:xfrm>
          <a:custGeom>
            <a:avLst/>
            <a:gdLst>
              <a:gd name="T0" fmla="*/ 141 w 697"/>
              <a:gd name="T1" fmla="*/ 217 h 782"/>
              <a:gd name="T2" fmla="*/ 141 w 697"/>
              <a:gd name="T3" fmla="*/ 314 h 782"/>
              <a:gd name="T4" fmla="*/ 121 w 697"/>
              <a:gd name="T5" fmla="*/ 288 h 782"/>
              <a:gd name="T6" fmla="*/ 138 w 697"/>
              <a:gd name="T7" fmla="*/ 282 h 782"/>
              <a:gd name="T8" fmla="*/ 137 w 697"/>
              <a:gd name="T9" fmla="*/ 269 h 782"/>
              <a:gd name="T10" fmla="*/ 136 w 697"/>
              <a:gd name="T11" fmla="*/ 238 h 782"/>
              <a:gd name="T12" fmla="*/ 145 w 697"/>
              <a:gd name="T13" fmla="*/ 230 h 782"/>
              <a:gd name="T14" fmla="*/ 157 w 697"/>
              <a:gd name="T15" fmla="*/ 241 h 782"/>
              <a:gd name="T16" fmla="*/ 142 w 697"/>
              <a:gd name="T17" fmla="*/ 247 h 782"/>
              <a:gd name="T18" fmla="*/ 145 w 697"/>
              <a:gd name="T19" fmla="*/ 259 h 782"/>
              <a:gd name="T20" fmla="*/ 144 w 697"/>
              <a:gd name="T21" fmla="*/ 291 h 782"/>
              <a:gd name="T22" fmla="*/ 136 w 697"/>
              <a:gd name="T23" fmla="*/ 300 h 782"/>
              <a:gd name="T24" fmla="*/ 121 w 697"/>
              <a:gd name="T25" fmla="*/ 288 h 782"/>
              <a:gd name="T26" fmla="*/ 248 w 697"/>
              <a:gd name="T27" fmla="*/ 233 h 782"/>
              <a:gd name="T28" fmla="*/ 456 w 697"/>
              <a:gd name="T29" fmla="*/ 233 h 782"/>
              <a:gd name="T30" fmla="*/ 359 w 697"/>
              <a:gd name="T31" fmla="*/ 289 h 782"/>
              <a:gd name="T32" fmla="*/ 340 w 697"/>
              <a:gd name="T33" fmla="*/ 308 h 782"/>
              <a:gd name="T34" fmla="*/ 309 w 697"/>
              <a:gd name="T35" fmla="*/ 283 h 782"/>
              <a:gd name="T36" fmla="*/ 345 w 697"/>
              <a:gd name="T37" fmla="*/ 269 h 782"/>
              <a:gd name="T38" fmla="*/ 343 w 697"/>
              <a:gd name="T39" fmla="*/ 242 h 782"/>
              <a:gd name="T40" fmla="*/ 341 w 697"/>
              <a:gd name="T41" fmla="*/ 175 h 782"/>
              <a:gd name="T42" fmla="*/ 359 w 697"/>
              <a:gd name="T43" fmla="*/ 158 h 782"/>
              <a:gd name="T44" fmla="*/ 386 w 697"/>
              <a:gd name="T45" fmla="*/ 180 h 782"/>
              <a:gd name="T46" fmla="*/ 354 w 697"/>
              <a:gd name="T47" fmla="*/ 194 h 782"/>
              <a:gd name="T48" fmla="*/ 361 w 697"/>
              <a:gd name="T49" fmla="*/ 221 h 782"/>
              <a:gd name="T50" fmla="*/ 359 w 697"/>
              <a:gd name="T51" fmla="*/ 289 h 782"/>
              <a:gd name="T52" fmla="*/ 122 w 697"/>
              <a:gd name="T53" fmla="*/ 426 h 782"/>
              <a:gd name="T54" fmla="*/ 255 w 697"/>
              <a:gd name="T55" fmla="*/ 426 h 782"/>
              <a:gd name="T56" fmla="*/ 193 w 697"/>
              <a:gd name="T57" fmla="*/ 462 h 782"/>
              <a:gd name="T58" fmla="*/ 181 w 697"/>
              <a:gd name="T59" fmla="*/ 474 h 782"/>
              <a:gd name="T60" fmla="*/ 161 w 697"/>
              <a:gd name="T61" fmla="*/ 458 h 782"/>
              <a:gd name="T62" fmla="*/ 184 w 697"/>
              <a:gd name="T63" fmla="*/ 449 h 782"/>
              <a:gd name="T64" fmla="*/ 183 w 697"/>
              <a:gd name="T65" fmla="*/ 431 h 782"/>
              <a:gd name="T66" fmla="*/ 182 w 697"/>
              <a:gd name="T67" fmla="*/ 389 h 782"/>
              <a:gd name="T68" fmla="*/ 194 w 697"/>
              <a:gd name="T69" fmla="*/ 378 h 782"/>
              <a:gd name="T70" fmla="*/ 211 w 697"/>
              <a:gd name="T71" fmla="*/ 392 h 782"/>
              <a:gd name="T72" fmla="*/ 190 w 697"/>
              <a:gd name="T73" fmla="*/ 401 h 782"/>
              <a:gd name="T74" fmla="*/ 194 w 697"/>
              <a:gd name="T75" fmla="*/ 418 h 782"/>
              <a:gd name="T76" fmla="*/ 193 w 697"/>
              <a:gd name="T77" fmla="*/ 462 h 782"/>
              <a:gd name="T78" fmla="*/ 601 w 697"/>
              <a:gd name="T79" fmla="*/ 366 h 782"/>
              <a:gd name="T80" fmla="*/ 585 w 697"/>
              <a:gd name="T81" fmla="*/ 182 h 782"/>
              <a:gd name="T82" fmla="*/ 298 w 697"/>
              <a:gd name="T83" fmla="*/ 0 h 782"/>
              <a:gd name="T84" fmla="*/ 2 w 697"/>
              <a:gd name="T85" fmla="*/ 302 h 782"/>
              <a:gd name="T86" fmla="*/ 0 w 697"/>
              <a:gd name="T87" fmla="*/ 781 h 782"/>
              <a:gd name="T88" fmla="*/ 433 w 697"/>
              <a:gd name="T89" fmla="*/ 674 h 782"/>
              <a:gd name="T90" fmla="*/ 563 w 697"/>
              <a:gd name="T91" fmla="*/ 673 h 782"/>
              <a:gd name="T92" fmla="*/ 564 w 697"/>
              <a:gd name="T93" fmla="*/ 673 h 782"/>
              <a:gd name="T94" fmla="*/ 595 w 697"/>
              <a:gd name="T95" fmla="*/ 577 h 782"/>
              <a:gd name="T96" fmla="*/ 561 w 697"/>
              <a:gd name="T97" fmla="*/ 554 h 782"/>
              <a:gd name="T98" fmla="*/ 598 w 697"/>
              <a:gd name="T99" fmla="*/ 536 h 782"/>
              <a:gd name="T100" fmla="*/ 595 w 697"/>
              <a:gd name="T101" fmla="*/ 527 h 782"/>
              <a:gd name="T102" fmla="*/ 652 w 697"/>
              <a:gd name="T103" fmla="*/ 426 h 782"/>
              <a:gd name="T104" fmla="*/ 141 w 697"/>
              <a:gd name="T105" fmla="*/ 201 h 782"/>
              <a:gd name="T106" fmla="*/ 141 w 697"/>
              <a:gd name="T107" fmla="*/ 329 h 782"/>
              <a:gd name="T108" fmla="*/ 189 w 697"/>
              <a:gd name="T109" fmla="*/ 514 h 782"/>
              <a:gd name="T110" fmla="*/ 189 w 697"/>
              <a:gd name="T111" fmla="*/ 337 h 782"/>
              <a:gd name="T112" fmla="*/ 189 w 697"/>
              <a:gd name="T113" fmla="*/ 514 h 782"/>
              <a:gd name="T114" fmla="*/ 215 w 697"/>
              <a:gd name="T115" fmla="*/ 233 h 782"/>
              <a:gd name="T116" fmla="*/ 489 w 697"/>
              <a:gd name="T117" fmla="*/ 233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97" h="782">
                <a:moveTo>
                  <a:pt x="189" y="265"/>
                </a:moveTo>
                <a:cubicBezTo>
                  <a:pt x="189" y="238"/>
                  <a:pt x="168" y="217"/>
                  <a:pt x="141" y="217"/>
                </a:cubicBezTo>
                <a:cubicBezTo>
                  <a:pt x="115" y="217"/>
                  <a:pt x="93" y="238"/>
                  <a:pt x="93" y="265"/>
                </a:cubicBezTo>
                <a:cubicBezTo>
                  <a:pt x="93" y="292"/>
                  <a:pt x="115" y="314"/>
                  <a:pt x="141" y="314"/>
                </a:cubicBezTo>
                <a:cubicBezTo>
                  <a:pt x="168" y="314"/>
                  <a:pt x="189" y="292"/>
                  <a:pt x="189" y="265"/>
                </a:cubicBezTo>
                <a:moveTo>
                  <a:pt x="121" y="288"/>
                </a:moveTo>
                <a:cubicBezTo>
                  <a:pt x="124" y="278"/>
                  <a:pt x="124" y="278"/>
                  <a:pt x="124" y="278"/>
                </a:cubicBezTo>
                <a:cubicBezTo>
                  <a:pt x="127" y="280"/>
                  <a:pt x="132" y="282"/>
                  <a:pt x="138" y="282"/>
                </a:cubicBezTo>
                <a:cubicBezTo>
                  <a:pt x="143" y="282"/>
                  <a:pt x="146" y="280"/>
                  <a:pt x="146" y="277"/>
                </a:cubicBezTo>
                <a:cubicBezTo>
                  <a:pt x="146" y="273"/>
                  <a:pt x="144" y="271"/>
                  <a:pt x="137" y="269"/>
                </a:cubicBezTo>
                <a:cubicBezTo>
                  <a:pt x="128" y="266"/>
                  <a:pt x="122" y="262"/>
                  <a:pt x="122" y="254"/>
                </a:cubicBezTo>
                <a:cubicBezTo>
                  <a:pt x="122" y="246"/>
                  <a:pt x="127" y="240"/>
                  <a:pt x="136" y="238"/>
                </a:cubicBezTo>
                <a:cubicBezTo>
                  <a:pt x="136" y="230"/>
                  <a:pt x="136" y="230"/>
                  <a:pt x="136" y="230"/>
                </a:cubicBezTo>
                <a:cubicBezTo>
                  <a:pt x="145" y="230"/>
                  <a:pt x="145" y="230"/>
                  <a:pt x="145" y="230"/>
                </a:cubicBezTo>
                <a:cubicBezTo>
                  <a:pt x="145" y="238"/>
                  <a:pt x="145" y="238"/>
                  <a:pt x="145" y="238"/>
                </a:cubicBezTo>
                <a:cubicBezTo>
                  <a:pt x="150" y="238"/>
                  <a:pt x="154" y="239"/>
                  <a:pt x="157" y="241"/>
                </a:cubicBezTo>
                <a:cubicBezTo>
                  <a:pt x="155" y="250"/>
                  <a:pt x="155" y="250"/>
                  <a:pt x="155" y="250"/>
                </a:cubicBezTo>
                <a:cubicBezTo>
                  <a:pt x="152" y="249"/>
                  <a:pt x="148" y="247"/>
                  <a:pt x="142" y="247"/>
                </a:cubicBezTo>
                <a:cubicBezTo>
                  <a:pt x="137" y="247"/>
                  <a:pt x="135" y="250"/>
                  <a:pt x="135" y="252"/>
                </a:cubicBezTo>
                <a:cubicBezTo>
                  <a:pt x="135" y="255"/>
                  <a:pt x="138" y="257"/>
                  <a:pt x="145" y="259"/>
                </a:cubicBezTo>
                <a:cubicBezTo>
                  <a:pt x="155" y="263"/>
                  <a:pt x="159" y="268"/>
                  <a:pt x="159" y="275"/>
                </a:cubicBezTo>
                <a:cubicBezTo>
                  <a:pt x="159" y="283"/>
                  <a:pt x="154" y="290"/>
                  <a:pt x="144" y="291"/>
                </a:cubicBezTo>
                <a:cubicBezTo>
                  <a:pt x="144" y="300"/>
                  <a:pt x="144" y="300"/>
                  <a:pt x="144" y="300"/>
                </a:cubicBezTo>
                <a:cubicBezTo>
                  <a:pt x="136" y="300"/>
                  <a:pt x="136" y="300"/>
                  <a:pt x="136" y="300"/>
                </a:cubicBezTo>
                <a:cubicBezTo>
                  <a:pt x="136" y="292"/>
                  <a:pt x="136" y="292"/>
                  <a:pt x="136" y="292"/>
                </a:cubicBezTo>
                <a:cubicBezTo>
                  <a:pt x="130" y="292"/>
                  <a:pt x="125" y="290"/>
                  <a:pt x="121" y="288"/>
                </a:cubicBezTo>
                <a:moveTo>
                  <a:pt x="352" y="128"/>
                </a:moveTo>
                <a:cubicBezTo>
                  <a:pt x="295" y="128"/>
                  <a:pt x="248" y="175"/>
                  <a:pt x="248" y="233"/>
                </a:cubicBezTo>
                <a:cubicBezTo>
                  <a:pt x="248" y="291"/>
                  <a:pt x="295" y="338"/>
                  <a:pt x="352" y="338"/>
                </a:cubicBezTo>
                <a:cubicBezTo>
                  <a:pt x="410" y="338"/>
                  <a:pt x="456" y="291"/>
                  <a:pt x="456" y="233"/>
                </a:cubicBezTo>
                <a:cubicBezTo>
                  <a:pt x="456" y="175"/>
                  <a:pt x="410" y="128"/>
                  <a:pt x="352" y="128"/>
                </a:cubicBezTo>
                <a:moveTo>
                  <a:pt x="359" y="289"/>
                </a:moveTo>
                <a:cubicBezTo>
                  <a:pt x="359" y="308"/>
                  <a:pt x="359" y="308"/>
                  <a:pt x="359" y="308"/>
                </a:cubicBezTo>
                <a:cubicBezTo>
                  <a:pt x="340" y="308"/>
                  <a:pt x="340" y="308"/>
                  <a:pt x="340" y="308"/>
                </a:cubicBezTo>
                <a:cubicBezTo>
                  <a:pt x="340" y="291"/>
                  <a:pt x="340" y="291"/>
                  <a:pt x="340" y="291"/>
                </a:cubicBezTo>
                <a:cubicBezTo>
                  <a:pt x="328" y="290"/>
                  <a:pt x="316" y="287"/>
                  <a:pt x="309" y="283"/>
                </a:cubicBezTo>
                <a:cubicBezTo>
                  <a:pt x="314" y="261"/>
                  <a:pt x="314" y="261"/>
                  <a:pt x="314" y="261"/>
                </a:cubicBezTo>
                <a:cubicBezTo>
                  <a:pt x="322" y="266"/>
                  <a:pt x="333" y="269"/>
                  <a:pt x="345" y="269"/>
                </a:cubicBezTo>
                <a:cubicBezTo>
                  <a:pt x="356" y="269"/>
                  <a:pt x="363" y="265"/>
                  <a:pt x="363" y="258"/>
                </a:cubicBezTo>
                <a:cubicBezTo>
                  <a:pt x="363" y="251"/>
                  <a:pt x="357" y="246"/>
                  <a:pt x="343" y="242"/>
                </a:cubicBezTo>
                <a:cubicBezTo>
                  <a:pt x="324" y="235"/>
                  <a:pt x="310" y="226"/>
                  <a:pt x="310" y="208"/>
                </a:cubicBezTo>
                <a:cubicBezTo>
                  <a:pt x="310" y="192"/>
                  <a:pt x="322" y="179"/>
                  <a:pt x="341" y="175"/>
                </a:cubicBezTo>
                <a:cubicBezTo>
                  <a:pt x="341" y="158"/>
                  <a:pt x="341" y="158"/>
                  <a:pt x="341" y="158"/>
                </a:cubicBezTo>
                <a:cubicBezTo>
                  <a:pt x="359" y="158"/>
                  <a:pt x="359" y="158"/>
                  <a:pt x="359" y="158"/>
                </a:cubicBezTo>
                <a:cubicBezTo>
                  <a:pt x="359" y="174"/>
                  <a:pt x="359" y="174"/>
                  <a:pt x="359" y="174"/>
                </a:cubicBezTo>
                <a:cubicBezTo>
                  <a:pt x="372" y="174"/>
                  <a:pt x="380" y="177"/>
                  <a:pt x="386" y="180"/>
                </a:cubicBezTo>
                <a:cubicBezTo>
                  <a:pt x="381" y="201"/>
                  <a:pt x="381" y="201"/>
                  <a:pt x="381" y="201"/>
                </a:cubicBezTo>
                <a:cubicBezTo>
                  <a:pt x="376" y="199"/>
                  <a:pt x="368" y="194"/>
                  <a:pt x="354" y="194"/>
                </a:cubicBezTo>
                <a:cubicBezTo>
                  <a:pt x="342" y="194"/>
                  <a:pt x="338" y="200"/>
                  <a:pt x="338" y="205"/>
                </a:cubicBezTo>
                <a:cubicBezTo>
                  <a:pt x="338" y="211"/>
                  <a:pt x="345" y="215"/>
                  <a:pt x="361" y="221"/>
                </a:cubicBezTo>
                <a:cubicBezTo>
                  <a:pt x="383" y="228"/>
                  <a:pt x="391" y="239"/>
                  <a:pt x="391" y="255"/>
                </a:cubicBezTo>
                <a:cubicBezTo>
                  <a:pt x="391" y="272"/>
                  <a:pt x="380" y="286"/>
                  <a:pt x="359" y="289"/>
                </a:cubicBezTo>
                <a:moveTo>
                  <a:pt x="189" y="358"/>
                </a:moveTo>
                <a:cubicBezTo>
                  <a:pt x="152" y="358"/>
                  <a:pt x="122" y="389"/>
                  <a:pt x="122" y="426"/>
                </a:cubicBezTo>
                <a:cubicBezTo>
                  <a:pt x="122" y="463"/>
                  <a:pt x="152" y="493"/>
                  <a:pt x="189" y="493"/>
                </a:cubicBezTo>
                <a:cubicBezTo>
                  <a:pt x="226" y="493"/>
                  <a:pt x="255" y="463"/>
                  <a:pt x="255" y="426"/>
                </a:cubicBezTo>
                <a:cubicBezTo>
                  <a:pt x="255" y="389"/>
                  <a:pt x="226" y="358"/>
                  <a:pt x="189" y="358"/>
                </a:cubicBezTo>
                <a:moveTo>
                  <a:pt x="193" y="462"/>
                </a:moveTo>
                <a:cubicBezTo>
                  <a:pt x="193" y="474"/>
                  <a:pt x="193" y="474"/>
                  <a:pt x="193" y="474"/>
                </a:cubicBezTo>
                <a:cubicBezTo>
                  <a:pt x="181" y="474"/>
                  <a:pt x="181" y="474"/>
                  <a:pt x="181" y="474"/>
                </a:cubicBezTo>
                <a:cubicBezTo>
                  <a:pt x="181" y="463"/>
                  <a:pt x="181" y="463"/>
                  <a:pt x="181" y="463"/>
                </a:cubicBezTo>
                <a:cubicBezTo>
                  <a:pt x="173" y="462"/>
                  <a:pt x="166" y="460"/>
                  <a:pt x="161" y="458"/>
                </a:cubicBezTo>
                <a:cubicBezTo>
                  <a:pt x="165" y="444"/>
                  <a:pt x="165" y="444"/>
                  <a:pt x="165" y="444"/>
                </a:cubicBezTo>
                <a:cubicBezTo>
                  <a:pt x="170" y="446"/>
                  <a:pt x="177" y="449"/>
                  <a:pt x="184" y="449"/>
                </a:cubicBezTo>
                <a:cubicBezTo>
                  <a:pt x="191" y="449"/>
                  <a:pt x="196" y="446"/>
                  <a:pt x="196" y="442"/>
                </a:cubicBezTo>
                <a:cubicBezTo>
                  <a:pt x="196" y="437"/>
                  <a:pt x="192" y="434"/>
                  <a:pt x="183" y="431"/>
                </a:cubicBezTo>
                <a:cubicBezTo>
                  <a:pt x="171" y="427"/>
                  <a:pt x="162" y="421"/>
                  <a:pt x="162" y="410"/>
                </a:cubicBezTo>
                <a:cubicBezTo>
                  <a:pt x="162" y="399"/>
                  <a:pt x="169" y="391"/>
                  <a:pt x="182" y="389"/>
                </a:cubicBezTo>
                <a:cubicBezTo>
                  <a:pt x="182" y="378"/>
                  <a:pt x="182" y="378"/>
                  <a:pt x="182" y="378"/>
                </a:cubicBezTo>
                <a:cubicBezTo>
                  <a:pt x="194" y="378"/>
                  <a:pt x="194" y="378"/>
                  <a:pt x="194" y="378"/>
                </a:cubicBezTo>
                <a:cubicBezTo>
                  <a:pt x="194" y="388"/>
                  <a:pt x="194" y="388"/>
                  <a:pt x="194" y="388"/>
                </a:cubicBezTo>
                <a:cubicBezTo>
                  <a:pt x="201" y="388"/>
                  <a:pt x="207" y="390"/>
                  <a:pt x="211" y="392"/>
                </a:cubicBezTo>
                <a:cubicBezTo>
                  <a:pt x="207" y="405"/>
                  <a:pt x="207" y="405"/>
                  <a:pt x="207" y="405"/>
                </a:cubicBezTo>
                <a:cubicBezTo>
                  <a:pt x="204" y="404"/>
                  <a:pt x="199" y="401"/>
                  <a:pt x="190" y="401"/>
                </a:cubicBezTo>
                <a:cubicBezTo>
                  <a:pt x="183" y="401"/>
                  <a:pt x="180" y="404"/>
                  <a:pt x="180" y="408"/>
                </a:cubicBezTo>
                <a:cubicBezTo>
                  <a:pt x="180" y="412"/>
                  <a:pt x="184" y="414"/>
                  <a:pt x="194" y="418"/>
                </a:cubicBezTo>
                <a:cubicBezTo>
                  <a:pt x="208" y="423"/>
                  <a:pt x="214" y="429"/>
                  <a:pt x="214" y="440"/>
                </a:cubicBezTo>
                <a:cubicBezTo>
                  <a:pt x="214" y="451"/>
                  <a:pt x="207" y="459"/>
                  <a:pt x="193" y="462"/>
                </a:cubicBezTo>
                <a:moveTo>
                  <a:pt x="652" y="426"/>
                </a:moveTo>
                <a:cubicBezTo>
                  <a:pt x="636" y="408"/>
                  <a:pt x="611" y="388"/>
                  <a:pt x="601" y="366"/>
                </a:cubicBezTo>
                <a:cubicBezTo>
                  <a:pt x="587" y="333"/>
                  <a:pt x="603" y="301"/>
                  <a:pt x="603" y="267"/>
                </a:cubicBezTo>
                <a:cubicBezTo>
                  <a:pt x="602" y="240"/>
                  <a:pt x="594" y="207"/>
                  <a:pt x="585" y="182"/>
                </a:cubicBezTo>
                <a:cubicBezTo>
                  <a:pt x="570" y="141"/>
                  <a:pt x="543" y="107"/>
                  <a:pt x="509" y="80"/>
                </a:cubicBezTo>
                <a:cubicBezTo>
                  <a:pt x="456" y="31"/>
                  <a:pt x="381" y="0"/>
                  <a:pt x="298" y="0"/>
                </a:cubicBezTo>
                <a:cubicBezTo>
                  <a:pt x="133" y="0"/>
                  <a:pt x="0" y="122"/>
                  <a:pt x="0" y="273"/>
                </a:cubicBezTo>
                <a:cubicBezTo>
                  <a:pt x="0" y="283"/>
                  <a:pt x="1" y="293"/>
                  <a:pt x="2" y="302"/>
                </a:cubicBezTo>
                <a:cubicBezTo>
                  <a:pt x="3" y="368"/>
                  <a:pt x="23" y="446"/>
                  <a:pt x="82" y="533"/>
                </a:cubicBezTo>
                <a:cubicBezTo>
                  <a:pt x="82" y="533"/>
                  <a:pt x="164" y="697"/>
                  <a:pt x="0" y="781"/>
                </a:cubicBezTo>
                <a:cubicBezTo>
                  <a:pt x="362" y="782"/>
                  <a:pt x="362" y="782"/>
                  <a:pt x="362" y="782"/>
                </a:cubicBezTo>
                <a:cubicBezTo>
                  <a:pt x="362" y="782"/>
                  <a:pt x="389" y="674"/>
                  <a:pt x="433" y="674"/>
                </a:cubicBezTo>
                <a:cubicBezTo>
                  <a:pt x="470" y="674"/>
                  <a:pt x="508" y="677"/>
                  <a:pt x="545" y="675"/>
                </a:cubicBezTo>
                <a:cubicBezTo>
                  <a:pt x="553" y="676"/>
                  <a:pt x="558" y="675"/>
                  <a:pt x="563" y="673"/>
                </a:cubicBezTo>
                <a:cubicBezTo>
                  <a:pt x="563" y="673"/>
                  <a:pt x="563" y="673"/>
                  <a:pt x="564" y="673"/>
                </a:cubicBezTo>
                <a:cubicBezTo>
                  <a:pt x="564" y="673"/>
                  <a:pt x="564" y="673"/>
                  <a:pt x="564" y="673"/>
                </a:cubicBezTo>
                <a:cubicBezTo>
                  <a:pt x="589" y="660"/>
                  <a:pt x="571" y="601"/>
                  <a:pt x="571" y="601"/>
                </a:cubicBezTo>
                <a:cubicBezTo>
                  <a:pt x="586" y="595"/>
                  <a:pt x="595" y="585"/>
                  <a:pt x="595" y="577"/>
                </a:cubicBezTo>
                <a:cubicBezTo>
                  <a:pt x="595" y="575"/>
                  <a:pt x="595" y="575"/>
                  <a:pt x="595" y="575"/>
                </a:cubicBezTo>
                <a:cubicBezTo>
                  <a:pt x="595" y="565"/>
                  <a:pt x="581" y="557"/>
                  <a:pt x="561" y="554"/>
                </a:cubicBezTo>
                <a:cubicBezTo>
                  <a:pt x="570" y="554"/>
                  <a:pt x="570" y="554"/>
                  <a:pt x="570" y="554"/>
                </a:cubicBezTo>
                <a:cubicBezTo>
                  <a:pt x="585" y="554"/>
                  <a:pt x="598" y="546"/>
                  <a:pt x="598" y="536"/>
                </a:cubicBezTo>
                <a:cubicBezTo>
                  <a:pt x="598" y="535"/>
                  <a:pt x="598" y="535"/>
                  <a:pt x="598" y="535"/>
                </a:cubicBezTo>
                <a:cubicBezTo>
                  <a:pt x="598" y="532"/>
                  <a:pt x="597" y="529"/>
                  <a:pt x="595" y="527"/>
                </a:cubicBezTo>
                <a:cubicBezTo>
                  <a:pt x="598" y="514"/>
                  <a:pt x="609" y="461"/>
                  <a:pt x="611" y="461"/>
                </a:cubicBezTo>
                <a:cubicBezTo>
                  <a:pt x="697" y="457"/>
                  <a:pt x="652" y="426"/>
                  <a:pt x="652" y="426"/>
                </a:cubicBezTo>
                <a:moveTo>
                  <a:pt x="78" y="265"/>
                </a:moveTo>
                <a:cubicBezTo>
                  <a:pt x="78" y="230"/>
                  <a:pt x="106" y="201"/>
                  <a:pt x="141" y="201"/>
                </a:cubicBezTo>
                <a:cubicBezTo>
                  <a:pt x="176" y="201"/>
                  <a:pt x="205" y="230"/>
                  <a:pt x="205" y="265"/>
                </a:cubicBezTo>
                <a:cubicBezTo>
                  <a:pt x="205" y="300"/>
                  <a:pt x="176" y="329"/>
                  <a:pt x="141" y="329"/>
                </a:cubicBezTo>
                <a:cubicBezTo>
                  <a:pt x="106" y="329"/>
                  <a:pt x="78" y="300"/>
                  <a:pt x="78" y="265"/>
                </a:cubicBezTo>
                <a:moveTo>
                  <a:pt x="189" y="514"/>
                </a:moveTo>
                <a:cubicBezTo>
                  <a:pt x="141" y="514"/>
                  <a:pt x="101" y="474"/>
                  <a:pt x="101" y="426"/>
                </a:cubicBezTo>
                <a:cubicBezTo>
                  <a:pt x="101" y="377"/>
                  <a:pt x="141" y="337"/>
                  <a:pt x="189" y="337"/>
                </a:cubicBezTo>
                <a:cubicBezTo>
                  <a:pt x="237" y="337"/>
                  <a:pt x="276" y="377"/>
                  <a:pt x="276" y="426"/>
                </a:cubicBezTo>
                <a:cubicBezTo>
                  <a:pt x="276" y="474"/>
                  <a:pt x="237" y="514"/>
                  <a:pt x="189" y="514"/>
                </a:cubicBezTo>
                <a:moveTo>
                  <a:pt x="352" y="371"/>
                </a:moveTo>
                <a:cubicBezTo>
                  <a:pt x="276" y="371"/>
                  <a:pt x="215" y="309"/>
                  <a:pt x="215" y="233"/>
                </a:cubicBezTo>
                <a:cubicBezTo>
                  <a:pt x="215" y="157"/>
                  <a:pt x="276" y="95"/>
                  <a:pt x="352" y="95"/>
                </a:cubicBezTo>
                <a:cubicBezTo>
                  <a:pt x="428" y="95"/>
                  <a:pt x="489" y="157"/>
                  <a:pt x="489" y="233"/>
                </a:cubicBezTo>
                <a:cubicBezTo>
                  <a:pt x="489" y="309"/>
                  <a:pt x="428" y="371"/>
                  <a:pt x="352" y="371"/>
                </a:cubicBezTo>
              </a:path>
            </a:pathLst>
          </a:custGeom>
          <a:solidFill>
            <a:srgbClr val="1F474E"/>
          </a:solidFill>
          <a:ln>
            <a:noFill/>
          </a:ln>
        </p:spPr>
        <p:txBody>
          <a:bodyPr vert="horz" wrap="square" lIns="91423" tIns="45711" rIns="91423" bIns="45711" numCol="1" anchor="t" anchorCtr="0" compatLnSpc="1"/>
          <a:lstStyle/>
          <a:p>
            <a:endParaRPr lang="zh-CN" altLang="en-US"/>
          </a:p>
        </p:txBody>
      </p:sp>
      <p:grpSp>
        <p:nvGrpSpPr>
          <p:cNvPr id="40" name="组合 39"/>
          <p:cNvGrpSpPr/>
          <p:nvPr/>
        </p:nvGrpSpPr>
        <p:grpSpPr>
          <a:xfrm>
            <a:off x="3898368" y="2487829"/>
            <a:ext cx="682708" cy="1061747"/>
            <a:chOff x="4278313" y="6613525"/>
            <a:chExt cx="503238" cy="782638"/>
          </a:xfrm>
          <a:solidFill>
            <a:srgbClr val="1F474E"/>
          </a:solidFill>
        </p:grpSpPr>
        <p:sp>
          <p:nvSpPr>
            <p:cNvPr id="41" name="Freeform 913"/>
            <p:cNvSpPr>
              <a:spLocks noEditPoints="1"/>
            </p:cNvSpPr>
            <p:nvPr/>
          </p:nvSpPr>
          <p:spPr bwMode="auto">
            <a:xfrm>
              <a:off x="4278313" y="6613525"/>
              <a:ext cx="503238" cy="782638"/>
            </a:xfrm>
            <a:custGeom>
              <a:avLst/>
              <a:gdLst>
                <a:gd name="T0" fmla="*/ 67 w 134"/>
                <a:gd name="T1" fmla="*/ 0 h 209"/>
                <a:gd name="T2" fmla="*/ 0 w 134"/>
                <a:gd name="T3" fmla="*/ 74 h 209"/>
                <a:gd name="T4" fmla="*/ 31 w 134"/>
                <a:gd name="T5" fmla="*/ 163 h 209"/>
                <a:gd name="T6" fmla="*/ 51 w 134"/>
                <a:gd name="T7" fmla="*/ 169 h 209"/>
                <a:gd name="T8" fmla="*/ 31 w 134"/>
                <a:gd name="T9" fmla="*/ 175 h 209"/>
                <a:gd name="T10" fmla="*/ 34 w 134"/>
                <a:gd name="T11" fmla="*/ 180 h 209"/>
                <a:gd name="T12" fmla="*/ 31 w 134"/>
                <a:gd name="T13" fmla="*/ 185 h 209"/>
                <a:gd name="T14" fmla="*/ 34 w 134"/>
                <a:gd name="T15" fmla="*/ 190 h 209"/>
                <a:gd name="T16" fmla="*/ 47 w 134"/>
                <a:gd name="T17" fmla="*/ 203 h 209"/>
                <a:gd name="T18" fmla="*/ 78 w 134"/>
                <a:gd name="T19" fmla="*/ 209 h 209"/>
                <a:gd name="T20" fmla="*/ 102 w 134"/>
                <a:gd name="T21" fmla="*/ 190 h 209"/>
                <a:gd name="T22" fmla="*/ 100 w 134"/>
                <a:gd name="T23" fmla="*/ 185 h 209"/>
                <a:gd name="T24" fmla="*/ 102 w 134"/>
                <a:gd name="T25" fmla="*/ 180 h 209"/>
                <a:gd name="T26" fmla="*/ 100 w 134"/>
                <a:gd name="T27" fmla="*/ 175 h 209"/>
                <a:gd name="T28" fmla="*/ 102 w 134"/>
                <a:gd name="T29" fmla="*/ 169 h 209"/>
                <a:gd name="T30" fmla="*/ 84 w 134"/>
                <a:gd name="T31" fmla="*/ 163 h 209"/>
                <a:gd name="T32" fmla="*/ 107 w 134"/>
                <a:gd name="T33" fmla="*/ 134 h 209"/>
                <a:gd name="T34" fmla="*/ 134 w 134"/>
                <a:gd name="T35" fmla="*/ 68 h 209"/>
                <a:gd name="T36" fmla="*/ 68 w 134"/>
                <a:gd name="T37" fmla="*/ 118 h 209"/>
                <a:gd name="T38" fmla="*/ 66 w 134"/>
                <a:gd name="T39" fmla="*/ 152 h 209"/>
                <a:gd name="T40" fmla="*/ 66 w 134"/>
                <a:gd name="T41" fmla="*/ 169 h 209"/>
                <a:gd name="T42" fmla="*/ 69 w 134"/>
                <a:gd name="T43" fmla="*/ 163 h 209"/>
                <a:gd name="T44" fmla="*/ 66 w 134"/>
                <a:gd name="T45" fmla="*/ 169 h 209"/>
                <a:gd name="T46" fmla="*/ 122 w 134"/>
                <a:gd name="T47" fmla="*/ 78 h 209"/>
                <a:gd name="T48" fmla="*/ 98 w 134"/>
                <a:gd name="T49" fmla="*/ 126 h 209"/>
                <a:gd name="T50" fmla="*/ 85 w 134"/>
                <a:gd name="T51" fmla="*/ 152 h 209"/>
                <a:gd name="T52" fmla="*/ 85 w 134"/>
                <a:gd name="T53" fmla="*/ 118 h 209"/>
                <a:gd name="T54" fmla="*/ 86 w 134"/>
                <a:gd name="T55" fmla="*/ 118 h 209"/>
                <a:gd name="T56" fmla="*/ 89 w 134"/>
                <a:gd name="T57" fmla="*/ 66 h 209"/>
                <a:gd name="T58" fmla="*/ 76 w 134"/>
                <a:gd name="T59" fmla="*/ 59 h 209"/>
                <a:gd name="T60" fmla="*/ 81 w 134"/>
                <a:gd name="T61" fmla="*/ 63 h 209"/>
                <a:gd name="T62" fmla="*/ 78 w 134"/>
                <a:gd name="T63" fmla="*/ 71 h 209"/>
                <a:gd name="T64" fmla="*/ 70 w 134"/>
                <a:gd name="T65" fmla="*/ 65 h 209"/>
                <a:gd name="T66" fmla="*/ 69 w 134"/>
                <a:gd name="T67" fmla="*/ 59 h 209"/>
                <a:gd name="T68" fmla="*/ 63 w 134"/>
                <a:gd name="T69" fmla="*/ 64 h 209"/>
                <a:gd name="T70" fmla="*/ 63 w 134"/>
                <a:gd name="T71" fmla="*/ 87 h 209"/>
                <a:gd name="T72" fmla="*/ 58 w 134"/>
                <a:gd name="T73" fmla="*/ 66 h 209"/>
                <a:gd name="T74" fmla="*/ 57 w 134"/>
                <a:gd name="T75" fmla="*/ 59 h 209"/>
                <a:gd name="T76" fmla="*/ 51 w 134"/>
                <a:gd name="T77" fmla="*/ 60 h 209"/>
                <a:gd name="T78" fmla="*/ 41 w 134"/>
                <a:gd name="T79" fmla="*/ 117 h 209"/>
                <a:gd name="T80" fmla="*/ 48 w 134"/>
                <a:gd name="T81" fmla="*/ 118 h 209"/>
                <a:gd name="T82" fmla="*/ 49 w 134"/>
                <a:gd name="T83" fmla="*/ 118 h 209"/>
                <a:gd name="T84" fmla="*/ 43 w 134"/>
                <a:gd name="T85" fmla="*/ 152 h 209"/>
                <a:gd name="T86" fmla="*/ 12 w 134"/>
                <a:gd name="T87" fmla="*/ 78 h 209"/>
                <a:gd name="T88" fmla="*/ 11 w 134"/>
                <a:gd name="T89" fmla="*/ 70 h 209"/>
                <a:gd name="T90" fmla="*/ 67 w 134"/>
                <a:gd name="T91" fmla="*/ 12 h 209"/>
                <a:gd name="T92" fmla="*/ 122 w 134"/>
                <a:gd name="T93" fmla="*/ 7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4" h="209">
                  <a:moveTo>
                    <a:pt x="134" y="68"/>
                  </a:moveTo>
                  <a:cubicBezTo>
                    <a:pt x="134" y="30"/>
                    <a:pt x="104" y="0"/>
                    <a:pt x="67" y="0"/>
                  </a:cubicBezTo>
                  <a:cubicBezTo>
                    <a:pt x="30" y="0"/>
                    <a:pt x="0" y="30"/>
                    <a:pt x="0" y="68"/>
                  </a:cubicBezTo>
                  <a:cubicBezTo>
                    <a:pt x="0" y="70"/>
                    <a:pt x="0" y="72"/>
                    <a:pt x="0" y="74"/>
                  </a:cubicBezTo>
                  <a:cubicBezTo>
                    <a:pt x="0" y="75"/>
                    <a:pt x="1" y="101"/>
                    <a:pt x="27" y="134"/>
                  </a:cubicBezTo>
                  <a:cubicBezTo>
                    <a:pt x="34" y="143"/>
                    <a:pt x="31" y="163"/>
                    <a:pt x="31" y="163"/>
                  </a:cubicBezTo>
                  <a:cubicBezTo>
                    <a:pt x="37" y="163"/>
                    <a:pt x="44" y="163"/>
                    <a:pt x="51" y="163"/>
                  </a:cubicBezTo>
                  <a:cubicBezTo>
                    <a:pt x="51" y="169"/>
                    <a:pt x="51" y="169"/>
                    <a:pt x="51" y="169"/>
                  </a:cubicBezTo>
                  <a:cubicBezTo>
                    <a:pt x="31" y="169"/>
                    <a:pt x="31" y="169"/>
                    <a:pt x="31" y="169"/>
                  </a:cubicBezTo>
                  <a:cubicBezTo>
                    <a:pt x="31" y="175"/>
                    <a:pt x="31" y="175"/>
                    <a:pt x="31" y="175"/>
                  </a:cubicBezTo>
                  <a:cubicBezTo>
                    <a:pt x="34" y="175"/>
                    <a:pt x="34" y="175"/>
                    <a:pt x="34" y="175"/>
                  </a:cubicBezTo>
                  <a:cubicBezTo>
                    <a:pt x="34" y="180"/>
                    <a:pt x="34" y="180"/>
                    <a:pt x="34" y="180"/>
                  </a:cubicBezTo>
                  <a:cubicBezTo>
                    <a:pt x="31" y="180"/>
                    <a:pt x="31" y="180"/>
                    <a:pt x="31" y="180"/>
                  </a:cubicBezTo>
                  <a:cubicBezTo>
                    <a:pt x="31" y="185"/>
                    <a:pt x="31" y="185"/>
                    <a:pt x="31" y="185"/>
                  </a:cubicBezTo>
                  <a:cubicBezTo>
                    <a:pt x="34" y="185"/>
                    <a:pt x="34" y="185"/>
                    <a:pt x="34" y="185"/>
                  </a:cubicBezTo>
                  <a:cubicBezTo>
                    <a:pt x="34" y="190"/>
                    <a:pt x="34" y="190"/>
                    <a:pt x="34" y="190"/>
                  </a:cubicBezTo>
                  <a:cubicBezTo>
                    <a:pt x="32" y="190"/>
                    <a:pt x="32" y="190"/>
                    <a:pt x="32" y="190"/>
                  </a:cubicBezTo>
                  <a:cubicBezTo>
                    <a:pt x="32" y="197"/>
                    <a:pt x="38" y="203"/>
                    <a:pt x="47" y="203"/>
                  </a:cubicBezTo>
                  <a:cubicBezTo>
                    <a:pt x="48" y="207"/>
                    <a:pt x="52" y="209"/>
                    <a:pt x="56" y="209"/>
                  </a:cubicBezTo>
                  <a:cubicBezTo>
                    <a:pt x="78" y="209"/>
                    <a:pt x="78" y="209"/>
                    <a:pt x="78" y="209"/>
                  </a:cubicBezTo>
                  <a:cubicBezTo>
                    <a:pt x="82" y="209"/>
                    <a:pt x="86" y="207"/>
                    <a:pt x="87" y="203"/>
                  </a:cubicBezTo>
                  <a:cubicBezTo>
                    <a:pt x="95" y="203"/>
                    <a:pt x="102" y="197"/>
                    <a:pt x="102" y="190"/>
                  </a:cubicBezTo>
                  <a:cubicBezTo>
                    <a:pt x="100" y="190"/>
                    <a:pt x="100" y="190"/>
                    <a:pt x="100" y="190"/>
                  </a:cubicBezTo>
                  <a:cubicBezTo>
                    <a:pt x="100" y="185"/>
                    <a:pt x="100" y="185"/>
                    <a:pt x="100" y="185"/>
                  </a:cubicBezTo>
                  <a:cubicBezTo>
                    <a:pt x="102" y="185"/>
                    <a:pt x="102" y="185"/>
                    <a:pt x="102" y="185"/>
                  </a:cubicBezTo>
                  <a:cubicBezTo>
                    <a:pt x="102" y="180"/>
                    <a:pt x="102" y="180"/>
                    <a:pt x="102" y="180"/>
                  </a:cubicBezTo>
                  <a:cubicBezTo>
                    <a:pt x="100" y="180"/>
                    <a:pt x="100" y="180"/>
                    <a:pt x="100" y="180"/>
                  </a:cubicBezTo>
                  <a:cubicBezTo>
                    <a:pt x="100" y="175"/>
                    <a:pt x="100" y="175"/>
                    <a:pt x="100" y="175"/>
                  </a:cubicBezTo>
                  <a:cubicBezTo>
                    <a:pt x="102" y="175"/>
                    <a:pt x="102" y="175"/>
                    <a:pt x="102" y="175"/>
                  </a:cubicBezTo>
                  <a:cubicBezTo>
                    <a:pt x="102" y="169"/>
                    <a:pt x="102" y="169"/>
                    <a:pt x="102" y="169"/>
                  </a:cubicBezTo>
                  <a:cubicBezTo>
                    <a:pt x="84" y="169"/>
                    <a:pt x="84" y="169"/>
                    <a:pt x="84" y="169"/>
                  </a:cubicBezTo>
                  <a:cubicBezTo>
                    <a:pt x="84" y="167"/>
                    <a:pt x="84" y="165"/>
                    <a:pt x="84" y="163"/>
                  </a:cubicBezTo>
                  <a:cubicBezTo>
                    <a:pt x="91" y="163"/>
                    <a:pt x="97" y="163"/>
                    <a:pt x="103" y="163"/>
                  </a:cubicBezTo>
                  <a:cubicBezTo>
                    <a:pt x="103" y="163"/>
                    <a:pt x="100" y="143"/>
                    <a:pt x="107" y="134"/>
                  </a:cubicBezTo>
                  <a:cubicBezTo>
                    <a:pt x="133" y="101"/>
                    <a:pt x="134" y="75"/>
                    <a:pt x="134" y="74"/>
                  </a:cubicBezTo>
                  <a:cubicBezTo>
                    <a:pt x="134" y="72"/>
                    <a:pt x="134" y="70"/>
                    <a:pt x="134" y="68"/>
                  </a:cubicBezTo>
                  <a:close/>
                  <a:moveTo>
                    <a:pt x="66" y="118"/>
                  </a:moveTo>
                  <a:cubicBezTo>
                    <a:pt x="67" y="118"/>
                    <a:pt x="67" y="118"/>
                    <a:pt x="68" y="118"/>
                  </a:cubicBezTo>
                  <a:cubicBezTo>
                    <a:pt x="69" y="152"/>
                    <a:pt x="69" y="152"/>
                    <a:pt x="69" y="152"/>
                  </a:cubicBezTo>
                  <a:cubicBezTo>
                    <a:pt x="66" y="152"/>
                    <a:pt x="66" y="152"/>
                    <a:pt x="66" y="152"/>
                  </a:cubicBezTo>
                  <a:cubicBezTo>
                    <a:pt x="66" y="139"/>
                    <a:pt x="66" y="125"/>
                    <a:pt x="66" y="118"/>
                  </a:cubicBezTo>
                  <a:close/>
                  <a:moveTo>
                    <a:pt x="66" y="169"/>
                  </a:moveTo>
                  <a:cubicBezTo>
                    <a:pt x="66" y="167"/>
                    <a:pt x="66" y="165"/>
                    <a:pt x="66" y="163"/>
                  </a:cubicBezTo>
                  <a:cubicBezTo>
                    <a:pt x="67" y="163"/>
                    <a:pt x="68" y="163"/>
                    <a:pt x="69" y="163"/>
                  </a:cubicBezTo>
                  <a:cubicBezTo>
                    <a:pt x="69" y="169"/>
                    <a:pt x="69" y="169"/>
                    <a:pt x="69" y="169"/>
                  </a:cubicBezTo>
                  <a:lnTo>
                    <a:pt x="66" y="169"/>
                  </a:lnTo>
                  <a:close/>
                  <a:moveTo>
                    <a:pt x="122" y="70"/>
                  </a:moveTo>
                  <a:cubicBezTo>
                    <a:pt x="122" y="78"/>
                    <a:pt x="122" y="78"/>
                    <a:pt x="122" y="78"/>
                  </a:cubicBezTo>
                  <a:cubicBezTo>
                    <a:pt x="122" y="78"/>
                    <a:pt x="122" y="78"/>
                    <a:pt x="122" y="78"/>
                  </a:cubicBezTo>
                  <a:cubicBezTo>
                    <a:pt x="120" y="86"/>
                    <a:pt x="116" y="104"/>
                    <a:pt x="98" y="126"/>
                  </a:cubicBezTo>
                  <a:cubicBezTo>
                    <a:pt x="93" y="134"/>
                    <a:pt x="91" y="143"/>
                    <a:pt x="91" y="152"/>
                  </a:cubicBezTo>
                  <a:cubicBezTo>
                    <a:pt x="85" y="152"/>
                    <a:pt x="85" y="152"/>
                    <a:pt x="85" y="152"/>
                  </a:cubicBezTo>
                  <a:cubicBezTo>
                    <a:pt x="85" y="139"/>
                    <a:pt x="84" y="125"/>
                    <a:pt x="84" y="118"/>
                  </a:cubicBezTo>
                  <a:cubicBezTo>
                    <a:pt x="85" y="118"/>
                    <a:pt x="85" y="118"/>
                    <a:pt x="85" y="118"/>
                  </a:cubicBezTo>
                  <a:cubicBezTo>
                    <a:pt x="85" y="118"/>
                    <a:pt x="86" y="118"/>
                    <a:pt x="86" y="118"/>
                  </a:cubicBezTo>
                  <a:cubicBezTo>
                    <a:pt x="86" y="118"/>
                    <a:pt x="86" y="118"/>
                    <a:pt x="86" y="118"/>
                  </a:cubicBezTo>
                  <a:cubicBezTo>
                    <a:pt x="88" y="118"/>
                    <a:pt x="91" y="118"/>
                    <a:pt x="93" y="117"/>
                  </a:cubicBezTo>
                  <a:cubicBezTo>
                    <a:pt x="89" y="66"/>
                    <a:pt x="89" y="66"/>
                    <a:pt x="89" y="66"/>
                  </a:cubicBezTo>
                  <a:cubicBezTo>
                    <a:pt x="89" y="62"/>
                    <a:pt x="86" y="60"/>
                    <a:pt x="82" y="60"/>
                  </a:cubicBezTo>
                  <a:cubicBezTo>
                    <a:pt x="82" y="60"/>
                    <a:pt x="78" y="59"/>
                    <a:pt x="76" y="59"/>
                  </a:cubicBezTo>
                  <a:cubicBezTo>
                    <a:pt x="76" y="59"/>
                    <a:pt x="76" y="59"/>
                    <a:pt x="76" y="59"/>
                  </a:cubicBezTo>
                  <a:cubicBezTo>
                    <a:pt x="81" y="63"/>
                    <a:pt x="81" y="63"/>
                    <a:pt x="81" y="63"/>
                  </a:cubicBezTo>
                  <a:cubicBezTo>
                    <a:pt x="75" y="66"/>
                    <a:pt x="75" y="66"/>
                    <a:pt x="75" y="66"/>
                  </a:cubicBezTo>
                  <a:cubicBezTo>
                    <a:pt x="78" y="71"/>
                    <a:pt x="78" y="71"/>
                    <a:pt x="78" y="71"/>
                  </a:cubicBezTo>
                  <a:cubicBezTo>
                    <a:pt x="71" y="86"/>
                    <a:pt x="71" y="86"/>
                    <a:pt x="71" y="86"/>
                  </a:cubicBezTo>
                  <a:cubicBezTo>
                    <a:pt x="70" y="65"/>
                    <a:pt x="70" y="65"/>
                    <a:pt x="70" y="65"/>
                  </a:cubicBezTo>
                  <a:cubicBezTo>
                    <a:pt x="71" y="64"/>
                    <a:pt x="71" y="64"/>
                    <a:pt x="71" y="64"/>
                  </a:cubicBezTo>
                  <a:cubicBezTo>
                    <a:pt x="69" y="59"/>
                    <a:pt x="69" y="59"/>
                    <a:pt x="69" y="59"/>
                  </a:cubicBezTo>
                  <a:cubicBezTo>
                    <a:pt x="65" y="59"/>
                    <a:pt x="65" y="59"/>
                    <a:pt x="65" y="59"/>
                  </a:cubicBezTo>
                  <a:cubicBezTo>
                    <a:pt x="63" y="64"/>
                    <a:pt x="63" y="64"/>
                    <a:pt x="63" y="64"/>
                  </a:cubicBezTo>
                  <a:cubicBezTo>
                    <a:pt x="64" y="65"/>
                    <a:pt x="64" y="65"/>
                    <a:pt x="64" y="65"/>
                  </a:cubicBezTo>
                  <a:cubicBezTo>
                    <a:pt x="63" y="87"/>
                    <a:pt x="63" y="87"/>
                    <a:pt x="63" y="87"/>
                  </a:cubicBezTo>
                  <a:cubicBezTo>
                    <a:pt x="56" y="71"/>
                    <a:pt x="56" y="71"/>
                    <a:pt x="56" y="71"/>
                  </a:cubicBezTo>
                  <a:cubicBezTo>
                    <a:pt x="58" y="66"/>
                    <a:pt x="58" y="66"/>
                    <a:pt x="58" y="66"/>
                  </a:cubicBezTo>
                  <a:cubicBezTo>
                    <a:pt x="53" y="63"/>
                    <a:pt x="53" y="63"/>
                    <a:pt x="53" y="63"/>
                  </a:cubicBezTo>
                  <a:cubicBezTo>
                    <a:pt x="57" y="59"/>
                    <a:pt x="57" y="59"/>
                    <a:pt x="57" y="59"/>
                  </a:cubicBezTo>
                  <a:cubicBezTo>
                    <a:pt x="57" y="59"/>
                    <a:pt x="57" y="59"/>
                    <a:pt x="57" y="59"/>
                  </a:cubicBezTo>
                  <a:cubicBezTo>
                    <a:pt x="56" y="59"/>
                    <a:pt x="51" y="60"/>
                    <a:pt x="51" y="60"/>
                  </a:cubicBezTo>
                  <a:cubicBezTo>
                    <a:pt x="48" y="60"/>
                    <a:pt x="45" y="62"/>
                    <a:pt x="45" y="66"/>
                  </a:cubicBezTo>
                  <a:cubicBezTo>
                    <a:pt x="41" y="117"/>
                    <a:pt x="41" y="117"/>
                    <a:pt x="41" y="117"/>
                  </a:cubicBezTo>
                  <a:cubicBezTo>
                    <a:pt x="43" y="118"/>
                    <a:pt x="45" y="118"/>
                    <a:pt x="48" y="118"/>
                  </a:cubicBezTo>
                  <a:cubicBezTo>
                    <a:pt x="48" y="118"/>
                    <a:pt x="48" y="118"/>
                    <a:pt x="48" y="118"/>
                  </a:cubicBezTo>
                  <a:cubicBezTo>
                    <a:pt x="48" y="118"/>
                    <a:pt x="48" y="118"/>
                    <a:pt x="48" y="118"/>
                  </a:cubicBezTo>
                  <a:cubicBezTo>
                    <a:pt x="49" y="118"/>
                    <a:pt x="49" y="118"/>
                    <a:pt x="49" y="118"/>
                  </a:cubicBezTo>
                  <a:cubicBezTo>
                    <a:pt x="50" y="152"/>
                    <a:pt x="50" y="152"/>
                    <a:pt x="50" y="152"/>
                  </a:cubicBezTo>
                  <a:cubicBezTo>
                    <a:pt x="43" y="152"/>
                    <a:pt x="43" y="152"/>
                    <a:pt x="43" y="152"/>
                  </a:cubicBezTo>
                  <a:cubicBezTo>
                    <a:pt x="43" y="143"/>
                    <a:pt x="41" y="134"/>
                    <a:pt x="36" y="127"/>
                  </a:cubicBezTo>
                  <a:cubicBezTo>
                    <a:pt x="18" y="104"/>
                    <a:pt x="13" y="86"/>
                    <a:pt x="12" y="78"/>
                  </a:cubicBezTo>
                  <a:cubicBezTo>
                    <a:pt x="12" y="78"/>
                    <a:pt x="12" y="78"/>
                    <a:pt x="12" y="78"/>
                  </a:cubicBezTo>
                  <a:cubicBezTo>
                    <a:pt x="11" y="70"/>
                    <a:pt x="11" y="70"/>
                    <a:pt x="11" y="70"/>
                  </a:cubicBezTo>
                  <a:cubicBezTo>
                    <a:pt x="11" y="69"/>
                    <a:pt x="11" y="69"/>
                    <a:pt x="11" y="68"/>
                  </a:cubicBezTo>
                  <a:cubicBezTo>
                    <a:pt x="11" y="37"/>
                    <a:pt x="36" y="12"/>
                    <a:pt x="67" y="12"/>
                  </a:cubicBezTo>
                  <a:cubicBezTo>
                    <a:pt x="98" y="12"/>
                    <a:pt x="123" y="37"/>
                    <a:pt x="123" y="68"/>
                  </a:cubicBezTo>
                  <a:cubicBezTo>
                    <a:pt x="123" y="69"/>
                    <a:pt x="122" y="69"/>
                    <a:pt x="122"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sp>
          <p:nvSpPr>
            <p:cNvPr id="42" name="Oval 914"/>
            <p:cNvSpPr>
              <a:spLocks noChangeArrowheads="1"/>
            </p:cNvSpPr>
            <p:nvPr/>
          </p:nvSpPr>
          <p:spPr bwMode="auto">
            <a:xfrm>
              <a:off x="4487863" y="6721475"/>
              <a:ext cx="82550" cy="1016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anim calcmode="lin" valueType="num">
                                      <p:cBhvr>
                                        <p:cTn id="8" dur="500" fill="hold"/>
                                        <p:tgtEl>
                                          <p:spTgt spid="31"/>
                                        </p:tgtEl>
                                        <p:attrNameLst>
                                          <p:attrName>ppt_w</p:attrName>
                                        </p:attrNameLst>
                                      </p:cBhvr>
                                      <p:tavLst>
                                        <p:tav tm="0" fmla="#ppt_w*sin(2.5*pi*$)">
                                          <p:val>
                                            <p:fltVal val="0"/>
                                          </p:val>
                                        </p:tav>
                                        <p:tav tm="100000">
                                          <p:val>
                                            <p:fltVal val="1"/>
                                          </p:val>
                                        </p:tav>
                                      </p:tavLst>
                                    </p:anim>
                                    <p:anim calcmode="lin" valueType="num">
                                      <p:cBhvr>
                                        <p:cTn id="9" dur="500" fill="hold"/>
                                        <p:tgtEl>
                                          <p:spTgt spid="31"/>
                                        </p:tgtEl>
                                        <p:attrNameLst>
                                          <p:attrName>ppt_h</p:attrName>
                                        </p:attrNameLst>
                                      </p:cBhvr>
                                      <p:tavLst>
                                        <p:tav tm="0">
                                          <p:val>
                                            <p:strVal val="#ppt_h"/>
                                          </p:val>
                                        </p:tav>
                                        <p:tav tm="100000">
                                          <p:val>
                                            <p:strVal val="#ppt_h"/>
                                          </p:val>
                                        </p:tav>
                                      </p:tavLst>
                                    </p:anim>
                                  </p:childTnLst>
                                </p:cTn>
                              </p:par>
                              <p:par>
                                <p:cTn id="10" presetID="49" presetClass="entr" presetSubtype="0" decel="100000"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 calcmode="lin" valueType="num">
                                      <p:cBhvr>
                                        <p:cTn id="14" dur="500" fill="hold"/>
                                        <p:tgtEl>
                                          <p:spTgt spid="7"/>
                                        </p:tgtEl>
                                        <p:attrNameLst>
                                          <p:attrName>style.rotation</p:attrName>
                                        </p:attrNameLst>
                                      </p:cBhvr>
                                      <p:tavLst>
                                        <p:tav tm="0">
                                          <p:val>
                                            <p:fltVal val="360"/>
                                          </p:val>
                                        </p:tav>
                                        <p:tav tm="100000">
                                          <p:val>
                                            <p:fltVal val="0"/>
                                          </p:val>
                                        </p:tav>
                                      </p:tavLst>
                                    </p:anim>
                                    <p:animEffect transition="in" filter="fade">
                                      <p:cBhvr>
                                        <p:cTn id="15" dur="500"/>
                                        <p:tgtEl>
                                          <p:spTgt spid="7"/>
                                        </p:tgtEl>
                                      </p:cBhvr>
                                    </p:animEffect>
                                  </p:childTnLst>
                                </p:cTn>
                              </p:par>
                              <p:par>
                                <p:cTn id="16" presetID="45" presetClass="entr" presetSubtype="0" fill="hold" nodeType="withEffect">
                                  <p:stCondLst>
                                    <p:cond delay="20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anim calcmode="lin" valueType="num">
                                      <p:cBhvr>
                                        <p:cTn id="19" dur="500" fill="hold"/>
                                        <p:tgtEl>
                                          <p:spTgt spid="40"/>
                                        </p:tgtEl>
                                        <p:attrNameLst>
                                          <p:attrName>ppt_w</p:attrName>
                                        </p:attrNameLst>
                                      </p:cBhvr>
                                      <p:tavLst>
                                        <p:tav tm="0" fmla="#ppt_w*sin(2.5*pi*$)">
                                          <p:val>
                                            <p:fltVal val="0"/>
                                          </p:val>
                                        </p:tav>
                                        <p:tav tm="100000">
                                          <p:val>
                                            <p:fltVal val="1"/>
                                          </p:val>
                                        </p:tav>
                                      </p:tavLst>
                                    </p:anim>
                                    <p:anim calcmode="lin" valueType="num">
                                      <p:cBhvr>
                                        <p:cTn id="20" dur="500" fill="hold"/>
                                        <p:tgtEl>
                                          <p:spTgt spid="40"/>
                                        </p:tgtEl>
                                        <p:attrNameLst>
                                          <p:attrName>ppt_h</p:attrName>
                                        </p:attrNameLst>
                                      </p:cBhvr>
                                      <p:tavLst>
                                        <p:tav tm="0">
                                          <p:val>
                                            <p:strVal val="#ppt_h"/>
                                          </p:val>
                                        </p:tav>
                                        <p:tav tm="100000">
                                          <p:val>
                                            <p:strVal val="#ppt_h"/>
                                          </p:val>
                                        </p:tav>
                                      </p:tavLst>
                                    </p:anim>
                                  </p:childTnLst>
                                </p:cTn>
                              </p:par>
                              <p:par>
                                <p:cTn id="21" presetID="49" presetClass="entr" presetSubtype="0" decel="100000" fill="hold" grpId="0" nodeType="withEffect" nodePh="1">
                                  <p:stCondLst>
                                    <p:cond delay="200"/>
                                  </p:stCondLst>
                                  <p:endCondLst>
                                    <p:cond evt="begin" delay="0">
                                      <p:tn val="21"/>
                                    </p:cond>
                                  </p:end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ppt_w</p:attrName>
                                        </p:attrNameLst>
                                      </p:cBhvr>
                                      <p:tavLst>
                                        <p:tav tm="0">
                                          <p:val>
                                            <p:fltVal val="0"/>
                                          </p:val>
                                        </p:tav>
                                        <p:tav tm="100000">
                                          <p:val>
                                            <p:strVal val="#ppt_w"/>
                                          </p:val>
                                        </p:tav>
                                      </p:tavLst>
                                    </p:anim>
                                    <p:anim calcmode="lin" valueType="num">
                                      <p:cBhvr>
                                        <p:cTn id="24" dur="500" fill="hold"/>
                                        <p:tgtEl>
                                          <p:spTgt spid="9"/>
                                        </p:tgtEl>
                                        <p:attrNameLst>
                                          <p:attrName>ppt_h</p:attrName>
                                        </p:attrNameLst>
                                      </p:cBhvr>
                                      <p:tavLst>
                                        <p:tav tm="0">
                                          <p:val>
                                            <p:fltVal val="0"/>
                                          </p:val>
                                        </p:tav>
                                        <p:tav tm="100000">
                                          <p:val>
                                            <p:strVal val="#ppt_h"/>
                                          </p:val>
                                        </p:tav>
                                      </p:tavLst>
                                    </p:anim>
                                    <p:anim calcmode="lin" valueType="num">
                                      <p:cBhvr>
                                        <p:cTn id="25" dur="500" fill="hold"/>
                                        <p:tgtEl>
                                          <p:spTgt spid="9"/>
                                        </p:tgtEl>
                                        <p:attrNameLst>
                                          <p:attrName>style.rotation</p:attrName>
                                        </p:attrNameLst>
                                      </p:cBhvr>
                                      <p:tavLst>
                                        <p:tav tm="0">
                                          <p:val>
                                            <p:fltVal val="360"/>
                                          </p:val>
                                        </p:tav>
                                        <p:tav tm="100000">
                                          <p:val>
                                            <p:fltVal val="0"/>
                                          </p:val>
                                        </p:tav>
                                      </p:tavLst>
                                    </p:anim>
                                    <p:animEffect transition="in" filter="fade">
                                      <p:cBhvr>
                                        <p:cTn id="26" dur="500"/>
                                        <p:tgtEl>
                                          <p:spTgt spid="9"/>
                                        </p:tgtEl>
                                      </p:cBhvr>
                                    </p:animEffect>
                                  </p:childTnLst>
                                </p:cTn>
                              </p:par>
                              <p:par>
                                <p:cTn id="27" presetID="45" presetClass="entr" presetSubtype="0" fill="hold" nodeType="withEffect">
                                  <p:stCondLst>
                                    <p:cond delay="40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anim calcmode="lin" valueType="num">
                                      <p:cBhvr>
                                        <p:cTn id="30" dur="500" fill="hold"/>
                                        <p:tgtEl>
                                          <p:spTgt spid="24"/>
                                        </p:tgtEl>
                                        <p:attrNameLst>
                                          <p:attrName>ppt_w</p:attrName>
                                        </p:attrNameLst>
                                      </p:cBhvr>
                                      <p:tavLst>
                                        <p:tav tm="0" fmla="#ppt_w*sin(2.5*pi*$)">
                                          <p:val>
                                            <p:fltVal val="0"/>
                                          </p:val>
                                        </p:tav>
                                        <p:tav tm="100000">
                                          <p:val>
                                            <p:fltVal val="1"/>
                                          </p:val>
                                        </p:tav>
                                      </p:tavLst>
                                    </p:anim>
                                    <p:anim calcmode="lin" valueType="num">
                                      <p:cBhvr>
                                        <p:cTn id="31" dur="500" fill="hold"/>
                                        <p:tgtEl>
                                          <p:spTgt spid="24"/>
                                        </p:tgtEl>
                                        <p:attrNameLst>
                                          <p:attrName>ppt_h</p:attrName>
                                        </p:attrNameLst>
                                      </p:cBhvr>
                                      <p:tavLst>
                                        <p:tav tm="0">
                                          <p:val>
                                            <p:strVal val="#ppt_h"/>
                                          </p:val>
                                        </p:tav>
                                        <p:tav tm="100000">
                                          <p:val>
                                            <p:strVal val="#ppt_h"/>
                                          </p:val>
                                        </p:tav>
                                      </p:tavLst>
                                    </p:anim>
                                  </p:childTnLst>
                                </p:cTn>
                              </p:par>
                              <p:par>
                                <p:cTn id="32" presetID="49" presetClass="entr" presetSubtype="0" decel="100000" fill="hold" grpId="0" nodeType="withEffect" nodePh="1">
                                  <p:stCondLst>
                                    <p:cond delay="400"/>
                                  </p:stCondLst>
                                  <p:endCondLst>
                                    <p:cond evt="begin" delay="0">
                                      <p:tn val="32"/>
                                    </p:cond>
                                  </p:endCondLst>
                                  <p:childTnLst>
                                    <p:set>
                                      <p:cBhvr>
                                        <p:cTn id="33" dur="1" fill="hold">
                                          <p:stCondLst>
                                            <p:cond delay="0"/>
                                          </p:stCondLst>
                                        </p:cTn>
                                        <p:tgtEl>
                                          <p:spTgt spid="10"/>
                                        </p:tgtEl>
                                        <p:attrNameLst>
                                          <p:attrName>style.visibility</p:attrName>
                                        </p:attrNameLst>
                                      </p:cBhvr>
                                      <p:to>
                                        <p:strVal val="visible"/>
                                      </p:to>
                                    </p:set>
                                    <p:anim calcmode="lin" valueType="num">
                                      <p:cBhvr>
                                        <p:cTn id="34" dur="500" fill="hold"/>
                                        <p:tgtEl>
                                          <p:spTgt spid="10"/>
                                        </p:tgtEl>
                                        <p:attrNameLst>
                                          <p:attrName>ppt_w</p:attrName>
                                        </p:attrNameLst>
                                      </p:cBhvr>
                                      <p:tavLst>
                                        <p:tav tm="0">
                                          <p:val>
                                            <p:fltVal val="0"/>
                                          </p:val>
                                        </p:tav>
                                        <p:tav tm="100000">
                                          <p:val>
                                            <p:strVal val="#ppt_w"/>
                                          </p:val>
                                        </p:tav>
                                      </p:tavLst>
                                    </p:anim>
                                    <p:anim calcmode="lin" valueType="num">
                                      <p:cBhvr>
                                        <p:cTn id="35" dur="500" fill="hold"/>
                                        <p:tgtEl>
                                          <p:spTgt spid="10"/>
                                        </p:tgtEl>
                                        <p:attrNameLst>
                                          <p:attrName>ppt_h</p:attrName>
                                        </p:attrNameLst>
                                      </p:cBhvr>
                                      <p:tavLst>
                                        <p:tav tm="0">
                                          <p:val>
                                            <p:fltVal val="0"/>
                                          </p:val>
                                        </p:tav>
                                        <p:tav tm="100000">
                                          <p:val>
                                            <p:strVal val="#ppt_h"/>
                                          </p:val>
                                        </p:tav>
                                      </p:tavLst>
                                    </p:anim>
                                    <p:anim calcmode="lin" valueType="num">
                                      <p:cBhvr>
                                        <p:cTn id="36" dur="500" fill="hold"/>
                                        <p:tgtEl>
                                          <p:spTgt spid="10"/>
                                        </p:tgtEl>
                                        <p:attrNameLst>
                                          <p:attrName>style.rotation</p:attrName>
                                        </p:attrNameLst>
                                      </p:cBhvr>
                                      <p:tavLst>
                                        <p:tav tm="0">
                                          <p:val>
                                            <p:fltVal val="360"/>
                                          </p:val>
                                        </p:tav>
                                        <p:tav tm="100000">
                                          <p:val>
                                            <p:fltVal val="0"/>
                                          </p:val>
                                        </p:tav>
                                      </p:tavLst>
                                    </p:anim>
                                    <p:animEffect transition="in" filter="fade">
                                      <p:cBhvr>
                                        <p:cTn id="37" dur="500"/>
                                        <p:tgtEl>
                                          <p:spTgt spid="10"/>
                                        </p:tgtEl>
                                      </p:cBhvr>
                                    </p:animEffect>
                                  </p:childTnLst>
                                </p:cTn>
                              </p:par>
                              <p:par>
                                <p:cTn id="38" presetID="45" presetClass="entr" presetSubtype="0" fill="hold" grpId="0" nodeType="withEffect">
                                  <p:stCondLst>
                                    <p:cond delay="60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anim calcmode="lin" valueType="num">
                                      <p:cBhvr>
                                        <p:cTn id="41" dur="500" fill="hold"/>
                                        <p:tgtEl>
                                          <p:spTgt spid="39"/>
                                        </p:tgtEl>
                                        <p:attrNameLst>
                                          <p:attrName>ppt_w</p:attrName>
                                        </p:attrNameLst>
                                      </p:cBhvr>
                                      <p:tavLst>
                                        <p:tav tm="0" fmla="#ppt_w*sin(2.5*pi*$)">
                                          <p:val>
                                            <p:fltVal val="0"/>
                                          </p:val>
                                        </p:tav>
                                        <p:tav tm="100000">
                                          <p:val>
                                            <p:fltVal val="1"/>
                                          </p:val>
                                        </p:tav>
                                      </p:tavLst>
                                    </p:anim>
                                    <p:anim calcmode="lin" valueType="num">
                                      <p:cBhvr>
                                        <p:cTn id="42" dur="500" fill="hold"/>
                                        <p:tgtEl>
                                          <p:spTgt spid="39"/>
                                        </p:tgtEl>
                                        <p:attrNameLst>
                                          <p:attrName>ppt_h</p:attrName>
                                        </p:attrNameLst>
                                      </p:cBhvr>
                                      <p:tavLst>
                                        <p:tav tm="0">
                                          <p:val>
                                            <p:strVal val="#ppt_h"/>
                                          </p:val>
                                        </p:tav>
                                        <p:tav tm="100000">
                                          <p:val>
                                            <p:strVal val="#ppt_h"/>
                                          </p:val>
                                        </p:tav>
                                      </p:tavLst>
                                    </p:anim>
                                  </p:childTnLst>
                                </p:cTn>
                              </p:par>
                              <p:par>
                                <p:cTn id="43" presetID="49" presetClass="entr" presetSubtype="0" decel="100000" fill="hold" grpId="0" nodeType="withEffect" nodePh="1">
                                  <p:stCondLst>
                                    <p:cond delay="600"/>
                                  </p:stCondLst>
                                  <p:endCondLst>
                                    <p:cond evt="begin" delay="0">
                                      <p:tn val="43"/>
                                    </p:cond>
                                  </p:endCondLst>
                                  <p:childTnLst>
                                    <p:set>
                                      <p:cBhvr>
                                        <p:cTn id="44" dur="1" fill="hold">
                                          <p:stCondLst>
                                            <p:cond delay="0"/>
                                          </p:stCondLst>
                                        </p:cTn>
                                        <p:tgtEl>
                                          <p:spTgt spid="11"/>
                                        </p:tgtEl>
                                        <p:attrNameLst>
                                          <p:attrName>style.visibility</p:attrName>
                                        </p:attrNameLst>
                                      </p:cBhvr>
                                      <p:to>
                                        <p:strVal val="visible"/>
                                      </p:to>
                                    </p:set>
                                    <p:anim calcmode="lin" valueType="num">
                                      <p:cBhvr>
                                        <p:cTn id="45" dur="500" fill="hold"/>
                                        <p:tgtEl>
                                          <p:spTgt spid="11"/>
                                        </p:tgtEl>
                                        <p:attrNameLst>
                                          <p:attrName>ppt_w</p:attrName>
                                        </p:attrNameLst>
                                      </p:cBhvr>
                                      <p:tavLst>
                                        <p:tav tm="0">
                                          <p:val>
                                            <p:fltVal val="0"/>
                                          </p:val>
                                        </p:tav>
                                        <p:tav tm="100000">
                                          <p:val>
                                            <p:strVal val="#ppt_w"/>
                                          </p:val>
                                        </p:tav>
                                      </p:tavLst>
                                    </p:anim>
                                    <p:anim calcmode="lin" valueType="num">
                                      <p:cBhvr>
                                        <p:cTn id="46" dur="500" fill="hold"/>
                                        <p:tgtEl>
                                          <p:spTgt spid="11"/>
                                        </p:tgtEl>
                                        <p:attrNameLst>
                                          <p:attrName>ppt_h</p:attrName>
                                        </p:attrNameLst>
                                      </p:cBhvr>
                                      <p:tavLst>
                                        <p:tav tm="0">
                                          <p:val>
                                            <p:fltVal val="0"/>
                                          </p:val>
                                        </p:tav>
                                        <p:tav tm="100000">
                                          <p:val>
                                            <p:strVal val="#ppt_h"/>
                                          </p:val>
                                        </p:tav>
                                      </p:tavLst>
                                    </p:anim>
                                    <p:anim calcmode="lin" valueType="num">
                                      <p:cBhvr>
                                        <p:cTn id="47" dur="500" fill="hold"/>
                                        <p:tgtEl>
                                          <p:spTgt spid="11"/>
                                        </p:tgtEl>
                                        <p:attrNameLst>
                                          <p:attrName>style.rotation</p:attrName>
                                        </p:attrNameLst>
                                      </p:cBhvr>
                                      <p:tavLst>
                                        <p:tav tm="0">
                                          <p:val>
                                            <p:fltVal val="360"/>
                                          </p:val>
                                        </p:tav>
                                        <p:tav tm="100000">
                                          <p:val>
                                            <p:fltVal val="0"/>
                                          </p:val>
                                        </p:tav>
                                      </p:tavLst>
                                    </p:anim>
                                    <p:animEffect transition="in" filter="fade">
                                      <p:cBhvr>
                                        <p:cTn id="48" dur="500"/>
                                        <p:tgtEl>
                                          <p:spTgt spid="11"/>
                                        </p:tgtEl>
                                      </p:cBhvr>
                                    </p:animEffect>
                                  </p:childTnLst>
                                </p:cTn>
                              </p:par>
                              <p:par>
                                <p:cTn id="49" presetID="45" presetClass="entr" presetSubtype="0" fill="hold" nodeType="withEffect">
                                  <p:stCondLst>
                                    <p:cond delay="80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anim calcmode="lin" valueType="num">
                                      <p:cBhvr>
                                        <p:cTn id="52" dur="500" fill="hold"/>
                                        <p:tgtEl>
                                          <p:spTgt spid="34"/>
                                        </p:tgtEl>
                                        <p:attrNameLst>
                                          <p:attrName>ppt_w</p:attrName>
                                        </p:attrNameLst>
                                      </p:cBhvr>
                                      <p:tavLst>
                                        <p:tav tm="0" fmla="#ppt_w*sin(2.5*pi*$)">
                                          <p:val>
                                            <p:fltVal val="0"/>
                                          </p:val>
                                        </p:tav>
                                        <p:tav tm="100000">
                                          <p:val>
                                            <p:fltVal val="1"/>
                                          </p:val>
                                        </p:tav>
                                      </p:tavLst>
                                    </p:anim>
                                    <p:anim calcmode="lin" valueType="num">
                                      <p:cBhvr>
                                        <p:cTn id="53" dur="500" fill="hold"/>
                                        <p:tgtEl>
                                          <p:spTgt spid="34"/>
                                        </p:tgtEl>
                                        <p:attrNameLst>
                                          <p:attrName>ppt_h</p:attrName>
                                        </p:attrNameLst>
                                      </p:cBhvr>
                                      <p:tavLst>
                                        <p:tav tm="0">
                                          <p:val>
                                            <p:strVal val="#ppt_h"/>
                                          </p:val>
                                        </p:tav>
                                        <p:tav tm="100000">
                                          <p:val>
                                            <p:strVal val="#ppt_h"/>
                                          </p:val>
                                        </p:tav>
                                      </p:tavLst>
                                    </p:anim>
                                  </p:childTnLst>
                                </p:cTn>
                              </p:par>
                              <p:par>
                                <p:cTn id="54" presetID="49" presetClass="entr" presetSubtype="0" decel="100000" fill="hold" grpId="0" nodeType="withEffect" nodePh="1">
                                  <p:stCondLst>
                                    <p:cond delay="800"/>
                                  </p:stCondLst>
                                  <p:endCondLst>
                                    <p:cond evt="begin" delay="0">
                                      <p:tn val="54"/>
                                    </p:cond>
                                  </p:endCondLst>
                                  <p:childTnLst>
                                    <p:set>
                                      <p:cBhvr>
                                        <p:cTn id="55" dur="1" fill="hold">
                                          <p:stCondLst>
                                            <p:cond delay="0"/>
                                          </p:stCondLst>
                                        </p:cTn>
                                        <p:tgtEl>
                                          <p:spTgt spid="12"/>
                                        </p:tgtEl>
                                        <p:attrNameLst>
                                          <p:attrName>style.visibility</p:attrName>
                                        </p:attrNameLst>
                                      </p:cBhvr>
                                      <p:to>
                                        <p:strVal val="visible"/>
                                      </p:to>
                                    </p:set>
                                    <p:anim calcmode="lin" valueType="num">
                                      <p:cBhvr>
                                        <p:cTn id="56" dur="500" fill="hold"/>
                                        <p:tgtEl>
                                          <p:spTgt spid="12"/>
                                        </p:tgtEl>
                                        <p:attrNameLst>
                                          <p:attrName>ppt_w</p:attrName>
                                        </p:attrNameLst>
                                      </p:cBhvr>
                                      <p:tavLst>
                                        <p:tav tm="0">
                                          <p:val>
                                            <p:fltVal val="0"/>
                                          </p:val>
                                        </p:tav>
                                        <p:tav tm="100000">
                                          <p:val>
                                            <p:strVal val="#ppt_w"/>
                                          </p:val>
                                        </p:tav>
                                      </p:tavLst>
                                    </p:anim>
                                    <p:anim calcmode="lin" valueType="num">
                                      <p:cBhvr>
                                        <p:cTn id="57" dur="500" fill="hold"/>
                                        <p:tgtEl>
                                          <p:spTgt spid="12"/>
                                        </p:tgtEl>
                                        <p:attrNameLst>
                                          <p:attrName>ppt_h</p:attrName>
                                        </p:attrNameLst>
                                      </p:cBhvr>
                                      <p:tavLst>
                                        <p:tav tm="0">
                                          <p:val>
                                            <p:fltVal val="0"/>
                                          </p:val>
                                        </p:tav>
                                        <p:tav tm="100000">
                                          <p:val>
                                            <p:strVal val="#ppt_h"/>
                                          </p:val>
                                        </p:tav>
                                      </p:tavLst>
                                    </p:anim>
                                    <p:anim calcmode="lin" valueType="num">
                                      <p:cBhvr>
                                        <p:cTn id="58" dur="500" fill="hold"/>
                                        <p:tgtEl>
                                          <p:spTgt spid="12"/>
                                        </p:tgtEl>
                                        <p:attrNameLst>
                                          <p:attrName>style.rotation</p:attrName>
                                        </p:attrNameLst>
                                      </p:cBhvr>
                                      <p:tavLst>
                                        <p:tav tm="0">
                                          <p:val>
                                            <p:fltVal val="360"/>
                                          </p:val>
                                        </p:tav>
                                        <p:tav tm="100000">
                                          <p:val>
                                            <p:fltVal val="0"/>
                                          </p:val>
                                        </p:tav>
                                      </p:tavLst>
                                    </p:anim>
                                    <p:animEffect transition="in" filter="fade">
                                      <p:cBhvr>
                                        <p:cTn id="59" dur="500"/>
                                        <p:tgtEl>
                                          <p:spTgt spid="12"/>
                                        </p:tgtEl>
                                      </p:cBhvr>
                                    </p:animEffect>
                                  </p:childTnLst>
                                </p:cTn>
                              </p:par>
                            </p:childTnLst>
                          </p:cTn>
                        </p:par>
                        <p:par>
                          <p:cTn id="60" fill="hold">
                            <p:stCondLst>
                              <p:cond delay="500"/>
                            </p:stCondLst>
                            <p:childTnLst>
                              <p:par>
                                <p:cTn id="61" presetID="47" presetClass="entr" presetSubtype="0" fill="hold" grpId="0" nodeType="after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000"/>
                                        <p:tgtEl>
                                          <p:spTgt spid="14"/>
                                        </p:tgtEl>
                                      </p:cBhvr>
                                    </p:animEffect>
                                    <p:anim calcmode="lin" valueType="num">
                                      <p:cBhvr>
                                        <p:cTn id="64" dur="1000" fill="hold"/>
                                        <p:tgtEl>
                                          <p:spTgt spid="14"/>
                                        </p:tgtEl>
                                        <p:attrNameLst>
                                          <p:attrName>ppt_x</p:attrName>
                                        </p:attrNameLst>
                                      </p:cBhvr>
                                      <p:tavLst>
                                        <p:tav tm="0">
                                          <p:val>
                                            <p:strVal val="#ppt_x"/>
                                          </p:val>
                                        </p:tav>
                                        <p:tav tm="100000">
                                          <p:val>
                                            <p:strVal val="#ppt_x"/>
                                          </p:val>
                                        </p:tav>
                                      </p:tavLst>
                                    </p:anim>
                                    <p:anim calcmode="lin" valueType="num">
                                      <p:cBhvr>
                                        <p:cTn id="65" dur="1000" fill="hold"/>
                                        <p:tgtEl>
                                          <p:spTgt spid="14"/>
                                        </p:tgtEl>
                                        <p:attrNameLst>
                                          <p:attrName>ppt_y</p:attrName>
                                        </p:attrNameLst>
                                      </p:cBhvr>
                                      <p:tavLst>
                                        <p:tav tm="0">
                                          <p:val>
                                            <p:strVal val="#ppt_y-.1"/>
                                          </p:val>
                                        </p:tav>
                                        <p:tav tm="100000">
                                          <p:val>
                                            <p:strVal val="#ppt_y"/>
                                          </p:val>
                                        </p:tav>
                                      </p:tavLst>
                                    </p:anim>
                                  </p:childTnLst>
                                </p:cTn>
                              </p:par>
                              <p:par>
                                <p:cTn id="66" presetID="47" presetClass="entr" presetSubtype="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000"/>
                                        <p:tgtEl>
                                          <p:spTgt spid="15"/>
                                        </p:tgtEl>
                                      </p:cBhvr>
                                    </p:animEffect>
                                    <p:anim calcmode="lin" valueType="num">
                                      <p:cBhvr>
                                        <p:cTn id="69" dur="1000" fill="hold"/>
                                        <p:tgtEl>
                                          <p:spTgt spid="15"/>
                                        </p:tgtEl>
                                        <p:attrNameLst>
                                          <p:attrName>ppt_x</p:attrName>
                                        </p:attrNameLst>
                                      </p:cBhvr>
                                      <p:tavLst>
                                        <p:tav tm="0">
                                          <p:val>
                                            <p:strVal val="#ppt_x"/>
                                          </p:val>
                                        </p:tav>
                                        <p:tav tm="100000">
                                          <p:val>
                                            <p:strVal val="#ppt_x"/>
                                          </p:val>
                                        </p:tav>
                                      </p:tavLst>
                                    </p:anim>
                                    <p:anim calcmode="lin" valueType="num">
                                      <p:cBhvr>
                                        <p:cTn id="70" dur="1000" fill="hold"/>
                                        <p:tgtEl>
                                          <p:spTgt spid="15"/>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1000"/>
                                        <p:tgtEl>
                                          <p:spTgt spid="16"/>
                                        </p:tgtEl>
                                      </p:cBhvr>
                                    </p:animEffect>
                                    <p:anim calcmode="lin" valueType="num">
                                      <p:cBhvr>
                                        <p:cTn id="74" dur="1000" fill="hold"/>
                                        <p:tgtEl>
                                          <p:spTgt spid="16"/>
                                        </p:tgtEl>
                                        <p:attrNameLst>
                                          <p:attrName>ppt_x</p:attrName>
                                        </p:attrNameLst>
                                      </p:cBhvr>
                                      <p:tavLst>
                                        <p:tav tm="0">
                                          <p:val>
                                            <p:strVal val="#ppt_x"/>
                                          </p:val>
                                        </p:tav>
                                        <p:tav tm="100000">
                                          <p:val>
                                            <p:strVal val="#ppt_x"/>
                                          </p:val>
                                        </p:tav>
                                      </p:tavLst>
                                    </p:anim>
                                    <p:anim calcmode="lin" valueType="num">
                                      <p:cBhvr>
                                        <p:cTn id="75" dur="1000" fill="hold"/>
                                        <p:tgtEl>
                                          <p:spTgt spid="16"/>
                                        </p:tgtEl>
                                        <p:attrNameLst>
                                          <p:attrName>ppt_y</p:attrName>
                                        </p:attrNameLst>
                                      </p:cBhvr>
                                      <p:tavLst>
                                        <p:tav tm="0">
                                          <p:val>
                                            <p:strVal val="#ppt_y-.1"/>
                                          </p:val>
                                        </p:tav>
                                        <p:tav tm="100000">
                                          <p:val>
                                            <p:strVal val="#ppt_y"/>
                                          </p:val>
                                        </p:tav>
                                      </p:tavLst>
                                    </p:anim>
                                  </p:childTnLst>
                                </p:cTn>
                              </p:par>
                              <p:par>
                                <p:cTn id="76" presetID="47" presetClass="entr" presetSubtype="0" fill="hold" grpId="0" nodeType="withEffect">
                                  <p:stCondLst>
                                    <p:cond delay="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1000"/>
                                        <p:tgtEl>
                                          <p:spTgt spid="17"/>
                                        </p:tgtEl>
                                      </p:cBhvr>
                                    </p:animEffect>
                                    <p:anim calcmode="lin" valueType="num">
                                      <p:cBhvr>
                                        <p:cTn id="79" dur="1000" fill="hold"/>
                                        <p:tgtEl>
                                          <p:spTgt spid="17"/>
                                        </p:tgtEl>
                                        <p:attrNameLst>
                                          <p:attrName>ppt_x</p:attrName>
                                        </p:attrNameLst>
                                      </p:cBhvr>
                                      <p:tavLst>
                                        <p:tav tm="0">
                                          <p:val>
                                            <p:strVal val="#ppt_x"/>
                                          </p:val>
                                        </p:tav>
                                        <p:tav tm="100000">
                                          <p:val>
                                            <p:strVal val="#ppt_x"/>
                                          </p:val>
                                        </p:tav>
                                      </p:tavLst>
                                    </p:anim>
                                    <p:anim calcmode="lin" valueType="num">
                                      <p:cBhvr>
                                        <p:cTn id="80" dur="1000" fill="hold"/>
                                        <p:tgtEl>
                                          <p:spTgt spid="17"/>
                                        </p:tgtEl>
                                        <p:attrNameLst>
                                          <p:attrName>ppt_y</p:attrName>
                                        </p:attrNameLst>
                                      </p:cBhvr>
                                      <p:tavLst>
                                        <p:tav tm="0">
                                          <p:val>
                                            <p:strVal val="#ppt_y-.1"/>
                                          </p:val>
                                        </p:tav>
                                        <p:tav tm="100000">
                                          <p:val>
                                            <p:strVal val="#ppt_y"/>
                                          </p:val>
                                        </p:tav>
                                      </p:tavLst>
                                    </p:anim>
                                  </p:childTnLst>
                                </p:cTn>
                              </p:par>
                              <p:par>
                                <p:cTn id="81" presetID="47" presetClass="entr" presetSubtype="0" fill="hold" grpId="0" nodeType="with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1000"/>
                                        <p:tgtEl>
                                          <p:spTgt spid="18"/>
                                        </p:tgtEl>
                                      </p:cBhvr>
                                    </p:animEffect>
                                    <p:anim calcmode="lin" valueType="num">
                                      <p:cBhvr>
                                        <p:cTn id="84" dur="1000" fill="hold"/>
                                        <p:tgtEl>
                                          <p:spTgt spid="18"/>
                                        </p:tgtEl>
                                        <p:attrNameLst>
                                          <p:attrName>ppt_x</p:attrName>
                                        </p:attrNameLst>
                                      </p:cBhvr>
                                      <p:tavLst>
                                        <p:tav tm="0">
                                          <p:val>
                                            <p:strVal val="#ppt_x"/>
                                          </p:val>
                                        </p:tav>
                                        <p:tav tm="100000">
                                          <p:val>
                                            <p:strVal val="#ppt_x"/>
                                          </p:val>
                                        </p:tav>
                                      </p:tavLst>
                                    </p:anim>
                                    <p:anim calcmode="lin" valueType="num">
                                      <p:cBhvr>
                                        <p:cTn id="85" dur="1000" fill="hold"/>
                                        <p:tgtEl>
                                          <p:spTgt spid="18"/>
                                        </p:tgtEl>
                                        <p:attrNameLst>
                                          <p:attrName>ppt_y</p:attrName>
                                        </p:attrNameLst>
                                      </p:cBhvr>
                                      <p:tavLst>
                                        <p:tav tm="0">
                                          <p:val>
                                            <p:strVal val="#ppt_y-.1"/>
                                          </p:val>
                                        </p:tav>
                                        <p:tav tm="100000">
                                          <p:val>
                                            <p:strVal val="#ppt_y"/>
                                          </p:val>
                                        </p:tav>
                                      </p:tavLst>
                                    </p:anim>
                                  </p:childTnLst>
                                </p:cTn>
                              </p:par>
                            </p:childTnLst>
                          </p:cTn>
                        </p:par>
                        <p:par>
                          <p:cTn id="86" fill="hold">
                            <p:stCondLst>
                              <p:cond delay="1500"/>
                            </p:stCondLst>
                            <p:childTnLst>
                              <p:par>
                                <p:cTn id="87" presetID="14" presetClass="entr" presetSubtype="10" fill="hold" grpId="0" nodeType="afterEffect">
                                  <p:stCondLst>
                                    <p:cond delay="0"/>
                                  </p:stCondLst>
                                  <p:childTnLst>
                                    <p:set>
                                      <p:cBhvr>
                                        <p:cTn id="88" dur="1" fill="hold">
                                          <p:stCondLst>
                                            <p:cond delay="0"/>
                                          </p:stCondLst>
                                        </p:cTn>
                                        <p:tgtEl>
                                          <p:spTgt spid="19"/>
                                        </p:tgtEl>
                                        <p:attrNameLst>
                                          <p:attrName>style.visibility</p:attrName>
                                        </p:attrNameLst>
                                      </p:cBhvr>
                                      <p:to>
                                        <p:strVal val="visible"/>
                                      </p:to>
                                    </p:set>
                                    <p:animEffect transition="in" filter="randombar(horizontal)">
                                      <p:cBhvr>
                                        <p:cTn id="89" dur="500"/>
                                        <p:tgtEl>
                                          <p:spTgt spid="19"/>
                                        </p:tgtEl>
                                      </p:cBhvr>
                                    </p:animEffect>
                                  </p:childTnLst>
                                </p:cTn>
                              </p:par>
                            </p:childTnLst>
                          </p:cTn>
                        </p:par>
                        <p:par>
                          <p:cTn id="90" fill="hold">
                            <p:stCondLst>
                              <p:cond delay="2000"/>
                            </p:stCondLst>
                            <p:childTnLst>
                              <p:par>
                                <p:cTn id="91" presetID="14" presetClass="entr" presetSubtype="10" fill="hold" grpId="0" nodeType="after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randombar(horizontal)">
                                      <p:cBhvr>
                                        <p:cTn id="93" dur="500"/>
                                        <p:tgtEl>
                                          <p:spTgt spid="20"/>
                                        </p:tgtEl>
                                      </p:cBhvr>
                                    </p:animEffect>
                                  </p:childTnLst>
                                </p:cTn>
                              </p:par>
                            </p:childTnLst>
                          </p:cTn>
                        </p:par>
                        <p:par>
                          <p:cTn id="94" fill="hold">
                            <p:stCondLst>
                              <p:cond delay="2500"/>
                            </p:stCondLst>
                            <p:childTnLst>
                              <p:par>
                                <p:cTn id="95" presetID="14" presetClass="entr" presetSubtype="10" fill="hold" grpId="0" nodeType="afterEffect">
                                  <p:stCondLst>
                                    <p:cond delay="0"/>
                                  </p:stCondLst>
                                  <p:childTnLst>
                                    <p:set>
                                      <p:cBhvr>
                                        <p:cTn id="96" dur="1" fill="hold">
                                          <p:stCondLst>
                                            <p:cond delay="0"/>
                                          </p:stCondLst>
                                        </p:cTn>
                                        <p:tgtEl>
                                          <p:spTgt spid="21"/>
                                        </p:tgtEl>
                                        <p:attrNameLst>
                                          <p:attrName>style.visibility</p:attrName>
                                        </p:attrNameLst>
                                      </p:cBhvr>
                                      <p:to>
                                        <p:strVal val="visible"/>
                                      </p:to>
                                    </p:set>
                                    <p:animEffect transition="in" filter="randombar(horizontal)">
                                      <p:cBhvr>
                                        <p:cTn id="97" dur="500"/>
                                        <p:tgtEl>
                                          <p:spTgt spid="21"/>
                                        </p:tgtEl>
                                      </p:cBhvr>
                                    </p:animEffect>
                                  </p:childTnLst>
                                </p:cTn>
                              </p:par>
                            </p:childTnLst>
                          </p:cTn>
                        </p:par>
                        <p:par>
                          <p:cTn id="98" fill="hold">
                            <p:stCondLst>
                              <p:cond delay="3000"/>
                            </p:stCondLst>
                            <p:childTnLst>
                              <p:par>
                                <p:cTn id="99" presetID="14" presetClass="entr" presetSubtype="10" fill="hold" grpId="0" nodeType="afterEffect">
                                  <p:stCondLst>
                                    <p:cond delay="0"/>
                                  </p:stCondLst>
                                  <p:childTnLst>
                                    <p:set>
                                      <p:cBhvr>
                                        <p:cTn id="100" dur="1" fill="hold">
                                          <p:stCondLst>
                                            <p:cond delay="0"/>
                                          </p:stCondLst>
                                        </p:cTn>
                                        <p:tgtEl>
                                          <p:spTgt spid="22"/>
                                        </p:tgtEl>
                                        <p:attrNameLst>
                                          <p:attrName>style.visibility</p:attrName>
                                        </p:attrNameLst>
                                      </p:cBhvr>
                                      <p:to>
                                        <p:strVal val="visible"/>
                                      </p:to>
                                    </p:set>
                                    <p:animEffect transition="in" filter="randombar(horizontal)">
                                      <p:cBhvr>
                                        <p:cTn id="101" dur="500"/>
                                        <p:tgtEl>
                                          <p:spTgt spid="22"/>
                                        </p:tgtEl>
                                      </p:cBhvr>
                                    </p:animEffect>
                                  </p:childTnLst>
                                </p:cTn>
                              </p:par>
                            </p:childTnLst>
                          </p:cTn>
                        </p:par>
                        <p:par>
                          <p:cTn id="102" fill="hold">
                            <p:stCondLst>
                              <p:cond delay="3500"/>
                            </p:stCondLst>
                            <p:childTnLst>
                              <p:par>
                                <p:cTn id="103" presetID="14" presetClass="entr" presetSubtype="10" fill="hold" grpId="0" nodeType="after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randombar(horizontal)">
                                      <p:cBhvr>
                                        <p:cTn id="10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bldLvl="0" animBg="1"/>
      <p:bldP spid="10" grpId="0" bldLvl="0" animBg="1"/>
      <p:bldP spid="11" grpId="0" bldLvl="0" animBg="1"/>
      <p:bldP spid="12" grpId="0" bldLvl="0" animBg="1"/>
      <p:bldP spid="14" grpId="0"/>
      <p:bldP spid="15" grpId="0"/>
      <p:bldP spid="16" grpId="0"/>
      <p:bldP spid="17" grpId="0"/>
      <p:bldP spid="18" grpId="0"/>
      <p:bldP spid="19" grpId="0"/>
      <p:bldP spid="20" grpId="0"/>
      <p:bldP spid="21" grpId="0"/>
      <p:bldP spid="22" grpId="0"/>
      <p:bldP spid="23" grpId="0"/>
      <p:bldP spid="39"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文本框 8"/>
          <p:cNvSpPr txBox="1"/>
          <p:nvPr/>
        </p:nvSpPr>
        <p:spPr>
          <a:xfrm>
            <a:off x="1471016" y="4964747"/>
            <a:ext cx="9311284" cy="784830"/>
          </a:xfrm>
          <a:prstGeom prst="rect">
            <a:avLst/>
          </a:prstGeom>
          <a:noFill/>
        </p:spPr>
        <p:txBody>
          <a:bodyPr wrap="square" rtlCol="0">
            <a:spAutoFit/>
            <a:scene3d>
              <a:camera prst="orthographicFront"/>
              <a:lightRig rig="threePt" dir="t"/>
            </a:scene3d>
            <a:sp3d contourW="12700"/>
          </a:bodyPr>
          <a:lstStyle/>
          <a:p>
            <a:pPr algn="just">
              <a:lnSpc>
                <a:spcPct val="125000"/>
              </a:lnSpc>
            </a:pPr>
            <a:r>
              <a:rPr lang="zh-CN" altLang="en-US" dirty="0" smtClean="0">
                <a:latin typeface="Century Gothic" panose="020B0502020202020204" charset="0"/>
              </a:rPr>
              <a:t>成功的花，人们只惊羡它现时的明艳，然而当初它的芽儿，却浸透了奋斗者的泪泉，洒满了牺牲的血雨</a:t>
            </a:r>
            <a:r>
              <a:rPr lang="en-US" altLang="zh-CN" dirty="0" smtClean="0">
                <a:latin typeface="Century Gothic" panose="020B0502020202020204" charset="0"/>
              </a:rPr>
              <a:t>——</a:t>
            </a:r>
            <a:r>
              <a:rPr lang="zh-CN" altLang="en-US" dirty="0" smtClean="0">
                <a:latin typeface="Century Gothic" panose="020B0502020202020204" charset="0"/>
              </a:rPr>
              <a:t>冰心。成功不简单，坚持下去，就是胜利！向着美好的明天，迈进吧！</a:t>
            </a:r>
          </a:p>
        </p:txBody>
      </p:sp>
      <p:pic>
        <p:nvPicPr>
          <p:cNvPr id="7" name="图片占位符 6"/>
          <p:cNvPicPr>
            <a:picLocks noGrp="1" noChangeAspect="1"/>
          </p:cNvPicPr>
          <p:nvPr>
            <p:ph type="pic" sz="quarter" idx="11"/>
          </p:nvPr>
        </p:nvPicPr>
        <p:blipFill>
          <a:blip r:embed="rId4" cstate="print">
            <a:extLst>
              <a:ext uri="{28A0092B-C50C-407E-A947-70E740481C1C}">
                <a14:useLocalDpi xmlns:a14="http://schemas.microsoft.com/office/drawing/2010/main" val="0"/>
              </a:ext>
            </a:extLst>
          </a:blip>
          <a:srcRect l="23161" r="23161"/>
          <a:stretch>
            <a:fillRect/>
          </a:stretch>
        </p:blipFill>
        <p:spPr/>
      </p:pic>
      <p:pic>
        <p:nvPicPr>
          <p:cNvPr id="8" name="图片占位符 7"/>
          <p:cNvPicPr>
            <a:picLocks noGrp="1" noChangeAspect="1"/>
          </p:cNvPicPr>
          <p:nvPr>
            <p:ph type="pic" sz="quarter" idx="12"/>
          </p:nvPr>
        </p:nvPicPr>
        <p:blipFill>
          <a:blip r:embed="rId5" cstate="print">
            <a:extLst>
              <a:ext uri="{28A0092B-C50C-407E-A947-70E740481C1C}">
                <a14:useLocalDpi xmlns:a14="http://schemas.microsoft.com/office/drawing/2010/main" val="0"/>
              </a:ext>
            </a:extLst>
          </a:blip>
          <a:srcRect l="16765" r="16765"/>
          <a:stretch>
            <a:fillRect/>
          </a:stretch>
        </p:blipFill>
        <p:spPr/>
      </p:pic>
      <p:pic>
        <p:nvPicPr>
          <p:cNvPr id="10" name="图片占位符 9"/>
          <p:cNvPicPr>
            <a:picLocks noGrp="1" noChangeAspect="1"/>
          </p:cNvPicPr>
          <p:nvPr>
            <p:ph type="pic" sz="quarter" idx="13"/>
          </p:nvPr>
        </p:nvPicPr>
        <p:blipFill>
          <a:blip r:embed="rId6" cstate="print">
            <a:extLst>
              <a:ext uri="{28A0092B-C50C-407E-A947-70E740481C1C}">
                <a14:useLocalDpi xmlns:a14="http://schemas.microsoft.com/office/drawing/2010/main" val="0"/>
              </a:ext>
            </a:extLst>
          </a:blip>
          <a:srcRect l="15968" r="15968"/>
          <a:stretch>
            <a:fillRect/>
          </a:stretch>
        </p:blipFill>
        <p:spPr/>
      </p:pic>
      <p:pic>
        <p:nvPicPr>
          <p:cNvPr id="11" name="图片占位符 10"/>
          <p:cNvPicPr>
            <a:picLocks noGrp="1" noChangeAspect="1"/>
          </p:cNvPicPr>
          <p:nvPr>
            <p:ph type="pic" sz="quarter" idx="14"/>
          </p:nvPr>
        </p:nvPicPr>
        <p:blipFill>
          <a:blip r:embed="rId7" cstate="print">
            <a:extLst>
              <a:ext uri="{28A0092B-C50C-407E-A947-70E740481C1C}">
                <a14:useLocalDpi xmlns:a14="http://schemas.microsoft.com/office/drawing/2010/main" val="0"/>
              </a:ext>
            </a:extLst>
          </a:blip>
          <a:srcRect l="22154" r="22154"/>
          <a:stretch>
            <a:fillRect/>
          </a:stretch>
        </p:blipFill>
        <p:spPr/>
      </p:pic>
      <p:grpSp>
        <p:nvGrpSpPr>
          <p:cNvPr id="4" name="组合 3"/>
          <p:cNvGrpSpPr/>
          <p:nvPr/>
        </p:nvGrpSpPr>
        <p:grpSpPr>
          <a:xfrm>
            <a:off x="1905" y="156845"/>
            <a:ext cx="12188190" cy="835660"/>
            <a:chOff x="0" y="298740"/>
            <a:chExt cx="12190413" cy="835572"/>
          </a:xfrm>
          <a:solidFill>
            <a:srgbClr val="2F5597"/>
          </a:solidFill>
        </p:grpSpPr>
        <p:sp>
          <p:nvSpPr>
            <p:cNvPr id="2" name="矩形 1"/>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t="-2000" b="-2000"/>
          </a:stretch>
        </a:blipFill>
        <a:effectLst/>
      </p:bgPr>
    </p:bg>
    <p:spTree>
      <p:nvGrpSpPr>
        <p:cNvPr id="1" name=""/>
        <p:cNvGrpSpPr/>
        <p:nvPr/>
      </p:nvGrpSpPr>
      <p:grpSpPr>
        <a:xfrm>
          <a:off x="0" y="0"/>
          <a:ext cx="0" cy="0"/>
          <a:chOff x="0" y="0"/>
          <a:chExt cx="0" cy="0"/>
        </a:xfrm>
      </p:grpSpPr>
      <p:pic>
        <p:nvPicPr>
          <p:cNvPr id="7" name="图片 6" descr="企业logo"/>
          <p:cNvPicPr>
            <a:picLocks noChangeAspect="1"/>
          </p:cNvPicPr>
          <p:nvPr/>
        </p:nvPicPr>
        <p:blipFill>
          <a:blip r:embed="rId7"/>
          <a:stretch>
            <a:fillRect/>
          </a:stretch>
        </p:blipFill>
        <p:spPr>
          <a:xfrm>
            <a:off x="405130" y="180975"/>
            <a:ext cx="2075815" cy="765810"/>
          </a:xfrm>
          <a:prstGeom prst="rect">
            <a:avLst/>
          </a:prstGeom>
        </p:spPr>
      </p:pic>
      <p:sp>
        <p:nvSpPr>
          <p:cNvPr id="2" name="任意多边形: 形状 4"/>
          <p:cNvSpPr/>
          <p:nvPr/>
        </p:nvSpPr>
        <p:spPr>
          <a:xfrm rot="15481340">
            <a:off x="4343872" y="-87164"/>
            <a:ext cx="7685854" cy="7298846"/>
          </a:xfrm>
          <a:custGeom>
            <a:avLst/>
            <a:gdLst>
              <a:gd name="connsiteX0" fmla="*/ 7685854 w 7685854"/>
              <a:gd name="connsiteY0" fmla="*/ 2700152 h 7298846"/>
              <a:gd name="connsiteX1" fmla="*/ 6710245 w 7685854"/>
              <a:gd name="connsiteY1" fmla="*/ 7298846 h 7298846"/>
              <a:gd name="connsiteX2" fmla="*/ 0 w 7685854"/>
              <a:gd name="connsiteY2" fmla="*/ 5875273 h 7298846"/>
              <a:gd name="connsiteX3" fmla="*/ 975610 w 7685854"/>
              <a:gd name="connsiteY3" fmla="*/ 1276579 h 7298846"/>
              <a:gd name="connsiteX4" fmla="*/ 2659248 w 7685854"/>
              <a:gd name="connsiteY4" fmla="*/ 1633762 h 7298846"/>
              <a:gd name="connsiteX5" fmla="*/ 4840642 w 7685854"/>
              <a:gd name="connsiteY5" fmla="*/ 25507 h 7298846"/>
              <a:gd name="connsiteX6" fmla="*/ 4855436 w 7685854"/>
              <a:gd name="connsiteY6" fmla="*/ 0 h 7298846"/>
              <a:gd name="connsiteX7" fmla="*/ 6244124 w 7685854"/>
              <a:gd name="connsiteY7" fmla="*/ 2394291 h 729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5854" h="7298846">
                <a:moveTo>
                  <a:pt x="7685854" y="2700152"/>
                </a:moveTo>
                <a:lnTo>
                  <a:pt x="6710245" y="7298846"/>
                </a:lnTo>
                <a:lnTo>
                  <a:pt x="0" y="5875273"/>
                </a:lnTo>
                <a:lnTo>
                  <a:pt x="975610" y="1276579"/>
                </a:lnTo>
                <a:lnTo>
                  <a:pt x="2659248" y="1633762"/>
                </a:lnTo>
                <a:lnTo>
                  <a:pt x="4840642" y="25507"/>
                </a:lnTo>
                <a:lnTo>
                  <a:pt x="4855436" y="0"/>
                </a:lnTo>
                <a:lnTo>
                  <a:pt x="6244124" y="2394291"/>
                </a:lnTo>
                <a:close/>
              </a:path>
            </a:pathLst>
          </a:custGeom>
          <a:solidFill>
            <a:schemeClr val="bg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131414" y="2632804"/>
            <a:ext cx="1192870" cy="1192868"/>
          </a:xfrm>
          <a:prstGeom prst="rect">
            <a:avLst/>
          </a:prstGeom>
          <a:solidFill>
            <a:srgbClr val="1F474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800" b="1" dirty="0">
                <a:latin typeface="微软雅黑" panose="020B0503020204020204" pitchFamily="34" charset="-122"/>
                <a:ea typeface="微软雅黑" panose="020B0503020204020204" pitchFamily="34" charset="-122"/>
              </a:rPr>
              <a:t>03</a:t>
            </a:r>
            <a:endParaRPr lang="zh-CN" altLang="en-US" sz="4800" b="1" dirty="0">
              <a:latin typeface="微软雅黑" panose="020B0503020204020204" pitchFamily="34" charset="-122"/>
              <a:ea typeface="微软雅黑" panose="020B0503020204020204" pitchFamily="34" charset="-122"/>
            </a:endParaRPr>
          </a:p>
        </p:txBody>
      </p:sp>
      <p:sp>
        <p:nvSpPr>
          <p:cNvPr id="50" name="10"/>
          <p:cNvSpPr/>
          <p:nvPr>
            <p:custDataLst>
              <p:tags r:id="rId2"/>
            </p:custDataLst>
          </p:nvPr>
        </p:nvSpPr>
        <p:spPr>
          <a:xfrm>
            <a:off x="6592764" y="3536068"/>
            <a:ext cx="4531995" cy="521970"/>
          </a:xfrm>
          <a:prstGeom prst="rect">
            <a:avLst/>
          </a:prstGeom>
        </p:spPr>
        <p:txBody>
          <a:bodyPr wrap="none">
            <a:spAutoFit/>
          </a:bodyPr>
          <a:lstStyle/>
          <a:p>
            <a:pPr lvl="0" algn="ctr">
              <a:defRPr/>
            </a:pPr>
            <a:r>
              <a:rPr lang="en-US" altLang="zh-CN" sz="2800" kern="0" dirty="0">
                <a:solidFill>
                  <a:schemeClr val="bg1">
                    <a:lumMod val="50000"/>
                  </a:schemeClr>
                </a:solidFill>
                <a:latin typeface="微软雅黑" panose="020B0503020204020204" pitchFamily="34" charset="-122"/>
                <a:ea typeface="微软雅黑" panose="020B0503020204020204" pitchFamily="34" charset="-122"/>
              </a:rPr>
              <a:t>Add your title description</a:t>
            </a:r>
            <a:endParaRPr kumimoji="0" lang="en-US" altLang="zh-CN" sz="2800" b="0" i="0" u="none" strike="noStrike" kern="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cxnSp>
        <p:nvCxnSpPr>
          <p:cNvPr id="51" name="品 11"/>
          <p:cNvCxnSpPr/>
          <p:nvPr>
            <p:custDataLst>
              <p:tags r:id="rId3"/>
            </p:custDataLst>
          </p:nvPr>
        </p:nvCxnSpPr>
        <p:spPr>
          <a:xfrm>
            <a:off x="6438265" y="3413760"/>
            <a:ext cx="4665345" cy="15240"/>
          </a:xfrm>
          <a:prstGeom prst="line">
            <a:avLst/>
          </a:prstGeom>
          <a:noFill/>
          <a:ln w="6350" cap="flat" cmpd="sng" algn="ctr">
            <a:solidFill>
              <a:schemeClr val="bg1">
                <a:lumMod val="50000"/>
              </a:schemeClr>
            </a:solidFill>
            <a:prstDash val="solid"/>
            <a:miter lim="800000"/>
          </a:ln>
          <a:effectLst/>
        </p:spPr>
      </p:cxnSp>
      <p:sp>
        <p:nvSpPr>
          <p:cNvPr id="49" name="3"/>
          <p:cNvSpPr>
            <a:spLocks noChangeArrowheads="1"/>
          </p:cNvSpPr>
          <p:nvPr>
            <p:custDataLst>
              <p:tags r:id="rId4"/>
            </p:custDataLst>
          </p:nvPr>
        </p:nvSpPr>
        <p:spPr bwMode="auto">
          <a:xfrm>
            <a:off x="6324460" y="2437139"/>
            <a:ext cx="50596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4800" b="1" kern="0" dirty="0">
                <a:solidFill>
                  <a:srgbClr val="002060"/>
                </a:solidFill>
                <a:latin typeface="微软雅黑" panose="020B0503020204020204" pitchFamily="34" charset="-122"/>
                <a:ea typeface="微软雅黑" panose="020B0503020204020204" pitchFamily="34" charset="-122"/>
                <a:sym typeface="Calibri" panose="020F0502020204030204" pitchFamily="34" charset="0"/>
              </a:rPr>
              <a:t>加入你的标题描述</a:t>
            </a:r>
            <a:endParaRPr kumimoji="0" lang="zh-CN" altLang="en-US" sz="4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pic>
        <p:nvPicPr>
          <p:cNvPr id="9" name="图片 8" descr="船"/>
          <p:cNvPicPr>
            <a:picLocks noChangeAspect="1"/>
          </p:cNvPicPr>
          <p:nvPr/>
        </p:nvPicPr>
        <p:blipFill>
          <a:blip r:embed="rId8"/>
          <a:stretch>
            <a:fillRect/>
          </a:stretch>
        </p:blipFill>
        <p:spPr>
          <a:xfrm>
            <a:off x="-2001917" y="3530723"/>
            <a:ext cx="4268470" cy="394843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anim calcmode="lin" valueType="num">
                                      <p:cBhvr>
                                        <p:cTn id="8" dur="500" fill="hold"/>
                                        <p:tgtEl>
                                          <p:spTgt spid="52"/>
                                        </p:tgtEl>
                                        <p:attrNameLst>
                                          <p:attrName>ppt_x</p:attrName>
                                        </p:attrNameLst>
                                      </p:cBhvr>
                                      <p:tavLst>
                                        <p:tav tm="0">
                                          <p:val>
                                            <p:strVal val="#ppt_x"/>
                                          </p:val>
                                        </p:tav>
                                        <p:tav tm="100000">
                                          <p:val>
                                            <p:strVal val="#ppt_x"/>
                                          </p:val>
                                        </p:tav>
                                      </p:tavLst>
                                    </p:anim>
                                    <p:anim calcmode="lin" valueType="num">
                                      <p:cBhvr>
                                        <p:cTn id="9" dur="500" fill="hold"/>
                                        <p:tgtEl>
                                          <p:spTgt spid="5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500"/>
                                        <p:tgtEl>
                                          <p:spTgt spid="50"/>
                                        </p:tgtEl>
                                      </p:cBhvr>
                                    </p:animEffect>
                                    <p:anim calcmode="lin" valueType="num">
                                      <p:cBhvr>
                                        <p:cTn id="14" dur="500" fill="hold"/>
                                        <p:tgtEl>
                                          <p:spTgt spid="50"/>
                                        </p:tgtEl>
                                        <p:attrNameLst>
                                          <p:attrName>ppt_x</p:attrName>
                                        </p:attrNameLst>
                                      </p:cBhvr>
                                      <p:tavLst>
                                        <p:tav tm="0">
                                          <p:val>
                                            <p:strVal val="#ppt_x"/>
                                          </p:val>
                                        </p:tav>
                                        <p:tav tm="100000">
                                          <p:val>
                                            <p:strVal val="#ppt_x"/>
                                          </p:val>
                                        </p:tav>
                                      </p:tavLst>
                                    </p:anim>
                                    <p:anim calcmode="lin" valueType="num">
                                      <p:cBhvr>
                                        <p:cTn id="15" dur="500" fill="hold"/>
                                        <p:tgtEl>
                                          <p:spTgt spid="50"/>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500"/>
                                        <p:tgtEl>
                                          <p:spTgt spid="51"/>
                                        </p:tgtEl>
                                      </p:cBhvr>
                                    </p:animEffect>
                                    <p:anim calcmode="lin" valueType="num">
                                      <p:cBhvr>
                                        <p:cTn id="20" dur="500" fill="hold"/>
                                        <p:tgtEl>
                                          <p:spTgt spid="51"/>
                                        </p:tgtEl>
                                        <p:attrNameLst>
                                          <p:attrName>ppt_x</p:attrName>
                                        </p:attrNameLst>
                                      </p:cBhvr>
                                      <p:tavLst>
                                        <p:tav tm="0">
                                          <p:val>
                                            <p:strVal val="#ppt_x"/>
                                          </p:val>
                                        </p:tav>
                                        <p:tav tm="100000">
                                          <p:val>
                                            <p:strVal val="#ppt_x"/>
                                          </p:val>
                                        </p:tav>
                                      </p:tavLst>
                                    </p:anim>
                                    <p:anim calcmode="lin" valueType="num">
                                      <p:cBhvr>
                                        <p:cTn id="21" dur="500" fill="hold"/>
                                        <p:tgtEl>
                                          <p:spTgt spid="51"/>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anim calcmode="lin" valueType="num">
                                      <p:cBhvr>
                                        <p:cTn id="26" dur="500" fill="hold"/>
                                        <p:tgtEl>
                                          <p:spTgt spid="49"/>
                                        </p:tgtEl>
                                        <p:attrNameLst>
                                          <p:attrName>ppt_x</p:attrName>
                                        </p:attrNameLst>
                                      </p:cBhvr>
                                      <p:tavLst>
                                        <p:tav tm="0">
                                          <p:val>
                                            <p:strVal val="#ppt_x"/>
                                          </p:val>
                                        </p:tav>
                                        <p:tav tm="100000">
                                          <p:val>
                                            <p:strVal val="#ppt_x"/>
                                          </p:val>
                                        </p:tav>
                                      </p:tavLst>
                                    </p:anim>
                                    <p:anim calcmode="lin" valueType="num">
                                      <p:cBhvr>
                                        <p:cTn id="27" dur="500" fill="hold"/>
                                        <p:tgtEl>
                                          <p:spTgt spid="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ldLvl="0" animBg="1"/>
      <p:bldP spid="50" grpId="0"/>
      <p:bldP spid="4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05" y="156845"/>
            <a:ext cx="12188190" cy="835660"/>
            <a:chOff x="0" y="298740"/>
            <a:chExt cx="12190413" cy="835572"/>
          </a:xfrm>
          <a:solidFill>
            <a:srgbClr val="2F5597"/>
          </a:solidFill>
        </p:grpSpPr>
        <p:sp>
          <p:nvSpPr>
            <p:cNvPr id="2" name="矩形 1"/>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pic>
        <p:nvPicPr>
          <p:cNvPr id="7" name="Picture 3" descr="C:\Users\MDG\Desktop\213291_010633771_2.jpg"/>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b="11993"/>
          <a:stretch>
            <a:fillRect/>
          </a:stretch>
        </p:blipFill>
        <p:spPr bwMode="auto">
          <a:xfrm>
            <a:off x="7857524" y="1813983"/>
            <a:ext cx="3369667" cy="234925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Users\MDG\Desktop\240425-13030FHS569.jpg"/>
          <p:cNvPicPr>
            <a:picLocks noChangeAspect="1" noChangeArrowheads="1"/>
          </p:cNvPicPr>
          <p:nvPr/>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21377" y="1813981"/>
            <a:ext cx="3369667" cy="2349261"/>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4433846" y="1813979"/>
            <a:ext cx="3369667" cy="2349261"/>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400" dirty="0"/>
              <a:t>此处添加详细文本描述，建议与标题相关并符合整体语言风格，语言描述尽量简洁生动。尽量将每页幻灯片的字数控制在  </a:t>
            </a:r>
            <a:r>
              <a:rPr lang="en-US" altLang="zh-CN" sz="1400" dirty="0"/>
              <a:t>200</a:t>
            </a:r>
            <a:r>
              <a:rPr lang="zh-CN" altLang="en-US" sz="1400" dirty="0"/>
              <a:t>字以内</a:t>
            </a:r>
          </a:p>
        </p:txBody>
      </p:sp>
      <p:sp>
        <p:nvSpPr>
          <p:cNvPr id="11" name="TextBox 8"/>
          <p:cNvSpPr txBox="1"/>
          <p:nvPr/>
        </p:nvSpPr>
        <p:spPr>
          <a:xfrm>
            <a:off x="959917" y="4634014"/>
            <a:ext cx="10326970" cy="1328420"/>
          </a:xfrm>
          <a:prstGeom prst="rect">
            <a:avLst/>
          </a:prstGeom>
          <a:noFill/>
        </p:spPr>
        <p:txBody>
          <a:bodyPr wrap="square" lIns="0" tIns="0" rIns="0" bIns="0" rtlCol="0">
            <a:spAutoFit/>
          </a:bodyPr>
          <a:lstStyle/>
          <a:p>
            <a:pPr algn="just">
              <a:lnSpc>
                <a:spcPct val="120000"/>
              </a:lnSpc>
            </a:pPr>
            <a:r>
              <a:rPr lang="zh-CN" altLang="en-US" dirty="0">
                <a:solidFill>
                  <a:schemeClr val="bg1">
                    <a:lumMod val="50000"/>
                  </a:schemeClr>
                </a:solidFill>
                <a:latin typeface="微软雅黑" panose="020B0503020204020204" pitchFamily="34" charset="-122"/>
                <a:ea typeface="微软雅黑" panose="020B0503020204020204" pitchFamily="34" charset="-122"/>
              </a:rPr>
              <a:t>写内容</a:t>
            </a:r>
            <a:r>
              <a:rPr lang="en-US" altLang="zh-CN" dirty="0">
                <a:solidFill>
                  <a:schemeClr val="bg1">
                    <a:lumMod val="50000"/>
                  </a:schemeClr>
                </a:solidFill>
                <a:latin typeface="微软雅黑" panose="020B0503020204020204" pitchFamily="34" charset="-122"/>
                <a:ea typeface="微软雅黑" panose="020B0503020204020204" pitchFamily="34" charset="-122"/>
              </a:rPr>
              <a:t>……</a:t>
            </a:r>
            <a:r>
              <a:rPr lang="zh-CN" altLang="en-US" dirty="0">
                <a:solidFill>
                  <a:schemeClr val="bg1">
                    <a:lumMod val="50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点击输入本栏的具体文字，简明扼要的说明分项内容，此为概念图解，请根据您的具体内容酌情修改。写内容</a:t>
            </a:r>
            <a:r>
              <a:rPr lang="en-US" altLang="zh-CN" dirty="0">
                <a:solidFill>
                  <a:schemeClr val="bg1">
                    <a:lumMod val="50000"/>
                  </a:schemeClr>
                </a:solidFill>
                <a:latin typeface="微软雅黑" panose="020B0503020204020204" pitchFamily="34" charset="-122"/>
                <a:ea typeface="微软雅黑" panose="020B0503020204020204" pitchFamily="34" charset="-122"/>
              </a:rPr>
              <a:t>……</a:t>
            </a:r>
            <a:r>
              <a:rPr lang="zh-CN" altLang="en-US" dirty="0">
                <a:solidFill>
                  <a:schemeClr val="bg1">
                    <a:lumMod val="50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点击输入本栏的具体文字，简明扼要的说明分项内容，此为概念图解，请根据您的具体内容酌情修改。写内容</a:t>
            </a:r>
            <a:r>
              <a:rPr lang="en-US" altLang="zh-CN" dirty="0">
                <a:solidFill>
                  <a:schemeClr val="bg1">
                    <a:lumMod val="50000"/>
                  </a:schemeClr>
                </a:solidFill>
                <a:latin typeface="微软雅黑" panose="020B0503020204020204" pitchFamily="34" charset="-122"/>
                <a:ea typeface="微软雅黑" panose="020B0503020204020204" pitchFamily="34" charset="-122"/>
              </a:rPr>
              <a:t>……</a:t>
            </a:r>
            <a:r>
              <a:rPr lang="zh-CN" altLang="en-US" dirty="0">
                <a:solidFill>
                  <a:schemeClr val="bg1">
                    <a:lumMod val="50000"/>
                  </a:schemeClr>
                </a:solidFill>
                <a:latin typeface="微软雅黑" panose="020B0503020204020204" pitchFamily="34" charset="-122"/>
                <a:ea typeface="微软雅黑" panose="020B0503020204020204" pitchFamily="34" charset="-122"/>
              </a:rPr>
              <a:t>点击输入本栏的具体文字，简明扼要的说明分项内容，此为概念图解，请根据您的具体内容酌情修改。</a:t>
            </a:r>
            <a:endParaRPr lang="en-US" altLang="zh-CN"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300" fill="hold"/>
                                        <p:tgtEl>
                                          <p:spTgt spid="10"/>
                                        </p:tgtEl>
                                        <p:attrNameLst>
                                          <p:attrName>ppt_w</p:attrName>
                                        </p:attrNameLst>
                                      </p:cBhvr>
                                      <p:tavLst>
                                        <p:tav tm="0">
                                          <p:val>
                                            <p:fltVal val="0"/>
                                          </p:val>
                                        </p:tav>
                                        <p:tav tm="100000">
                                          <p:val>
                                            <p:strVal val="#ppt_w"/>
                                          </p:val>
                                        </p:tav>
                                      </p:tavLst>
                                    </p:anim>
                                    <p:anim calcmode="lin" valueType="num">
                                      <p:cBhvr>
                                        <p:cTn id="8" dur="300" fill="hold"/>
                                        <p:tgtEl>
                                          <p:spTgt spid="10"/>
                                        </p:tgtEl>
                                        <p:attrNameLst>
                                          <p:attrName>ppt_h</p:attrName>
                                        </p:attrNameLst>
                                      </p:cBhvr>
                                      <p:tavLst>
                                        <p:tav tm="0">
                                          <p:val>
                                            <p:fltVal val="0"/>
                                          </p:val>
                                        </p:tav>
                                        <p:tav tm="100000">
                                          <p:val>
                                            <p:strVal val="#ppt_h"/>
                                          </p:val>
                                        </p:tav>
                                      </p:tavLst>
                                    </p:anim>
                                    <p:animEffect transition="in" filter="fade">
                                      <p:cBhvr>
                                        <p:cTn id="9" dur="300"/>
                                        <p:tgtEl>
                                          <p:spTgt spid="10"/>
                                        </p:tgtEl>
                                      </p:cBhvr>
                                    </p:animEffect>
                                  </p:childTnLst>
                                </p:cTn>
                              </p:par>
                            </p:childTnLst>
                          </p:cTn>
                        </p:par>
                        <p:par>
                          <p:cTn id="10" fill="hold">
                            <p:stCondLst>
                              <p:cond delay="500"/>
                            </p:stCondLst>
                            <p:childTnLst>
                              <p:par>
                                <p:cTn id="11" presetID="12" presetClass="entr" presetSubtype="2"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p:tgtEl>
                                          <p:spTgt spid="9"/>
                                        </p:tgtEl>
                                        <p:attrNameLst>
                                          <p:attrName>ppt_x</p:attrName>
                                        </p:attrNameLst>
                                      </p:cBhvr>
                                      <p:tavLst>
                                        <p:tav tm="0">
                                          <p:val>
                                            <p:strVal val="#ppt_x+#ppt_w*1.125000"/>
                                          </p:val>
                                        </p:tav>
                                        <p:tav tm="100000">
                                          <p:val>
                                            <p:strVal val="#ppt_x"/>
                                          </p:val>
                                        </p:tav>
                                      </p:tavLst>
                                    </p:anim>
                                    <p:animEffect transition="in" filter="wipe(left)">
                                      <p:cBhvr>
                                        <p:cTn id="14" dur="500"/>
                                        <p:tgtEl>
                                          <p:spTgt spid="9"/>
                                        </p:tgtEl>
                                      </p:cBhvr>
                                    </p:animEffect>
                                  </p:childTnLst>
                                </p:cTn>
                              </p:par>
                              <p:par>
                                <p:cTn id="15" presetID="12" presetClass="entr" presetSubtype="8"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p:tgtEl>
                                          <p:spTgt spid="7"/>
                                        </p:tgtEl>
                                        <p:attrNameLst>
                                          <p:attrName>ppt_x</p:attrName>
                                        </p:attrNameLst>
                                      </p:cBhvr>
                                      <p:tavLst>
                                        <p:tav tm="0">
                                          <p:val>
                                            <p:strVal val="#ppt_x-#ppt_w*1.125000"/>
                                          </p:val>
                                        </p:tav>
                                        <p:tav tm="100000">
                                          <p:val>
                                            <p:strVal val="#ppt_x"/>
                                          </p:val>
                                        </p:tav>
                                      </p:tavLst>
                                    </p:anim>
                                    <p:animEffect transition="in" filter="wipe(right)">
                                      <p:cBhvr>
                                        <p:cTn id="18" dur="500"/>
                                        <p:tgtEl>
                                          <p:spTgt spid="7"/>
                                        </p:tgtEl>
                                      </p:cBhvr>
                                    </p:animEffect>
                                  </p:childTnLst>
                                </p:cTn>
                              </p:par>
                            </p:childTnLst>
                          </p:cTn>
                        </p:par>
                        <p:par>
                          <p:cTn id="19" fill="hold">
                            <p:stCondLst>
                              <p:cond delay="1000"/>
                            </p:stCondLst>
                            <p:childTnLst>
                              <p:par>
                                <p:cTn id="20" presetID="22" presetClass="entr" presetSubtype="1"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810" y="187325"/>
            <a:ext cx="12188190" cy="835660"/>
            <a:chOff x="0" y="298740"/>
            <a:chExt cx="12190413" cy="835572"/>
          </a:xfrm>
          <a:solidFill>
            <a:srgbClr val="2F5597"/>
          </a:solidFill>
        </p:grpSpPr>
        <p:sp>
          <p:nvSpPr>
            <p:cNvPr id="2" name="矩形 1"/>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grpSp>
        <p:nvGrpSpPr>
          <p:cNvPr id="7" name="Group 3"/>
          <p:cNvGrpSpPr/>
          <p:nvPr/>
        </p:nvGrpSpPr>
        <p:grpSpPr>
          <a:xfrm>
            <a:off x="1052452" y="2848249"/>
            <a:ext cx="10089000" cy="2169774"/>
            <a:chOff x="1050566" y="2772576"/>
            <a:chExt cx="10090868" cy="2170176"/>
          </a:xfrm>
          <a:solidFill>
            <a:srgbClr val="00AFF1"/>
          </a:solidFill>
        </p:grpSpPr>
        <p:sp>
          <p:nvSpPr>
            <p:cNvPr id="9" name="Block Arc 49"/>
            <p:cNvSpPr/>
            <p:nvPr/>
          </p:nvSpPr>
          <p:spPr>
            <a:xfrm>
              <a:off x="1050566" y="2786644"/>
              <a:ext cx="2156108" cy="2156108"/>
            </a:xfrm>
            <a:prstGeom prst="blockArc">
              <a:avLst>
                <a:gd name="adj1" fmla="val 10800000"/>
                <a:gd name="adj2" fmla="val 0"/>
                <a:gd name="adj3" fmla="val 8077"/>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Block Arc 50"/>
            <p:cNvSpPr/>
            <p:nvPr/>
          </p:nvSpPr>
          <p:spPr>
            <a:xfrm flipV="1">
              <a:off x="3034256" y="2772576"/>
              <a:ext cx="2156108" cy="2156108"/>
            </a:xfrm>
            <a:prstGeom prst="blockArc">
              <a:avLst>
                <a:gd name="adj1" fmla="val 10800000"/>
                <a:gd name="adj2" fmla="val 0"/>
                <a:gd name="adj3" fmla="val 8077"/>
              </a:avLst>
            </a:prstGeom>
            <a:solidFill>
              <a:srgbClr val="1F47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Block Arc 51"/>
            <p:cNvSpPr/>
            <p:nvPr/>
          </p:nvSpPr>
          <p:spPr>
            <a:xfrm>
              <a:off x="5017946" y="2786644"/>
              <a:ext cx="2156108" cy="2156108"/>
            </a:xfrm>
            <a:prstGeom prst="blockArc">
              <a:avLst>
                <a:gd name="adj1" fmla="val 10800000"/>
                <a:gd name="adj2" fmla="val 0"/>
                <a:gd name="adj3" fmla="val 8077"/>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Block Arc 52"/>
            <p:cNvSpPr/>
            <p:nvPr/>
          </p:nvSpPr>
          <p:spPr>
            <a:xfrm flipV="1">
              <a:off x="7001636" y="2772576"/>
              <a:ext cx="2156108" cy="2156108"/>
            </a:xfrm>
            <a:prstGeom prst="blockArc">
              <a:avLst>
                <a:gd name="adj1" fmla="val 10800000"/>
                <a:gd name="adj2" fmla="val 0"/>
                <a:gd name="adj3" fmla="val 8077"/>
              </a:avLst>
            </a:prstGeom>
            <a:solidFill>
              <a:srgbClr val="1F47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Block Arc 53"/>
            <p:cNvSpPr/>
            <p:nvPr/>
          </p:nvSpPr>
          <p:spPr>
            <a:xfrm>
              <a:off x="8985326" y="2786644"/>
              <a:ext cx="2156108" cy="2156108"/>
            </a:xfrm>
            <a:prstGeom prst="blockArc">
              <a:avLst>
                <a:gd name="adj1" fmla="val 10800000"/>
                <a:gd name="adj2" fmla="val 0"/>
                <a:gd name="adj3" fmla="val 8077"/>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5" name="Group 7"/>
          <p:cNvGrpSpPr/>
          <p:nvPr/>
        </p:nvGrpSpPr>
        <p:grpSpPr>
          <a:xfrm>
            <a:off x="7471855" y="3317683"/>
            <a:ext cx="1216841" cy="1216841"/>
            <a:chOff x="7471157" y="3242097"/>
            <a:chExt cx="1217066" cy="1217066"/>
          </a:xfrm>
          <a:noFill/>
        </p:grpSpPr>
        <p:sp>
          <p:nvSpPr>
            <p:cNvPr id="16" name="Oval 58"/>
            <p:cNvSpPr/>
            <p:nvPr/>
          </p:nvSpPr>
          <p:spPr>
            <a:xfrm>
              <a:off x="7471157" y="3242097"/>
              <a:ext cx="1217066" cy="1217066"/>
            </a:xfrm>
            <a:prstGeom prst="ellipse">
              <a:avLst/>
            </a:prstGeom>
            <a:grpFill/>
            <a:ln>
              <a:solidFill>
                <a:srgbClr val="1F47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Freeform 60"/>
            <p:cNvSpPr>
              <a:spLocks noEditPoints="1"/>
            </p:cNvSpPr>
            <p:nvPr/>
          </p:nvSpPr>
          <p:spPr bwMode="auto">
            <a:xfrm>
              <a:off x="7885731" y="3639946"/>
              <a:ext cx="387918" cy="438717"/>
            </a:xfrm>
            <a:custGeom>
              <a:avLst/>
              <a:gdLst>
                <a:gd name="T0" fmla="*/ 20 w 78"/>
                <a:gd name="T1" fmla="*/ 7 h 88"/>
                <a:gd name="T2" fmla="*/ 20 w 78"/>
                <a:gd name="T3" fmla="*/ 11 h 88"/>
                <a:gd name="T4" fmla="*/ 5 w 78"/>
                <a:gd name="T5" fmla="*/ 6 h 88"/>
                <a:gd name="T6" fmla="*/ 1 w 78"/>
                <a:gd name="T7" fmla="*/ 8 h 88"/>
                <a:gd name="T8" fmla="*/ 0 w 78"/>
                <a:gd name="T9" fmla="*/ 20 h 88"/>
                <a:gd name="T10" fmla="*/ 3 w 78"/>
                <a:gd name="T11" fmla="*/ 38 h 88"/>
                <a:gd name="T12" fmla="*/ 17 w 78"/>
                <a:gd name="T13" fmla="*/ 49 h 88"/>
                <a:gd name="T14" fmla="*/ 20 w 78"/>
                <a:gd name="T15" fmla="*/ 50 h 88"/>
                <a:gd name="T16" fmla="*/ 20 w 78"/>
                <a:gd name="T17" fmla="*/ 49 h 88"/>
                <a:gd name="T18" fmla="*/ 31 w 78"/>
                <a:gd name="T19" fmla="*/ 52 h 88"/>
                <a:gd name="T20" fmla="*/ 31 w 78"/>
                <a:gd name="T21" fmla="*/ 64 h 88"/>
                <a:gd name="T22" fmla="*/ 27 w 78"/>
                <a:gd name="T23" fmla="*/ 64 h 88"/>
                <a:gd name="T24" fmla="*/ 27 w 78"/>
                <a:gd name="T25" fmla="*/ 68 h 88"/>
                <a:gd name="T26" fmla="*/ 15 w 78"/>
                <a:gd name="T27" fmla="*/ 68 h 88"/>
                <a:gd name="T28" fmla="*/ 15 w 78"/>
                <a:gd name="T29" fmla="*/ 88 h 88"/>
                <a:gd name="T30" fmla="*/ 64 w 78"/>
                <a:gd name="T31" fmla="*/ 88 h 88"/>
                <a:gd name="T32" fmla="*/ 64 w 78"/>
                <a:gd name="T33" fmla="*/ 68 h 88"/>
                <a:gd name="T34" fmla="*/ 52 w 78"/>
                <a:gd name="T35" fmla="*/ 68 h 88"/>
                <a:gd name="T36" fmla="*/ 52 w 78"/>
                <a:gd name="T37" fmla="*/ 64 h 88"/>
                <a:gd name="T38" fmla="*/ 47 w 78"/>
                <a:gd name="T39" fmla="*/ 64 h 88"/>
                <a:gd name="T40" fmla="*/ 47 w 78"/>
                <a:gd name="T41" fmla="*/ 52 h 88"/>
                <a:gd name="T42" fmla="*/ 58 w 78"/>
                <a:gd name="T43" fmla="*/ 49 h 88"/>
                <a:gd name="T44" fmla="*/ 58 w 78"/>
                <a:gd name="T45" fmla="*/ 50 h 88"/>
                <a:gd name="T46" fmla="*/ 61 w 78"/>
                <a:gd name="T47" fmla="*/ 49 h 88"/>
                <a:gd name="T48" fmla="*/ 75 w 78"/>
                <a:gd name="T49" fmla="*/ 38 h 88"/>
                <a:gd name="T50" fmla="*/ 78 w 78"/>
                <a:gd name="T51" fmla="*/ 20 h 88"/>
                <a:gd name="T52" fmla="*/ 77 w 78"/>
                <a:gd name="T53" fmla="*/ 8 h 88"/>
                <a:gd name="T54" fmla="*/ 73 w 78"/>
                <a:gd name="T55" fmla="*/ 6 h 88"/>
                <a:gd name="T56" fmla="*/ 58 w 78"/>
                <a:gd name="T57" fmla="*/ 11 h 88"/>
                <a:gd name="T58" fmla="*/ 58 w 78"/>
                <a:gd name="T59" fmla="*/ 7 h 88"/>
                <a:gd name="T60" fmla="*/ 60 w 78"/>
                <a:gd name="T61" fmla="*/ 7 h 88"/>
                <a:gd name="T62" fmla="*/ 60 w 78"/>
                <a:gd name="T63" fmla="*/ 0 h 88"/>
                <a:gd name="T64" fmla="*/ 17 w 78"/>
                <a:gd name="T65" fmla="*/ 0 h 88"/>
                <a:gd name="T66" fmla="*/ 17 w 78"/>
                <a:gd name="T67" fmla="*/ 7 h 88"/>
                <a:gd name="T68" fmla="*/ 20 w 78"/>
                <a:gd name="T69" fmla="*/ 7 h 88"/>
                <a:gd name="T70" fmla="*/ 63 w 78"/>
                <a:gd name="T71" fmla="*/ 42 h 88"/>
                <a:gd name="T72" fmla="*/ 59 w 78"/>
                <a:gd name="T73" fmla="*/ 20 h 88"/>
                <a:gd name="T74" fmla="*/ 61 w 78"/>
                <a:gd name="T75" fmla="*/ 22 h 88"/>
                <a:gd name="T76" fmla="*/ 66 w 78"/>
                <a:gd name="T77" fmla="*/ 18 h 88"/>
                <a:gd name="T78" fmla="*/ 64 w 78"/>
                <a:gd name="T79" fmla="*/ 16 h 88"/>
                <a:gd name="T80" fmla="*/ 71 w 78"/>
                <a:gd name="T81" fmla="*/ 13 h 88"/>
                <a:gd name="T82" fmla="*/ 72 w 78"/>
                <a:gd name="T83" fmla="*/ 20 h 88"/>
                <a:gd name="T84" fmla="*/ 69 w 78"/>
                <a:gd name="T85" fmla="*/ 36 h 88"/>
                <a:gd name="T86" fmla="*/ 63 w 78"/>
                <a:gd name="T87" fmla="*/ 42 h 88"/>
                <a:gd name="T88" fmla="*/ 19 w 78"/>
                <a:gd name="T89" fmla="*/ 20 h 88"/>
                <a:gd name="T90" fmla="*/ 15 w 78"/>
                <a:gd name="T91" fmla="*/ 42 h 88"/>
                <a:gd name="T92" fmla="*/ 9 w 78"/>
                <a:gd name="T93" fmla="*/ 36 h 88"/>
                <a:gd name="T94" fmla="*/ 6 w 78"/>
                <a:gd name="T95" fmla="*/ 20 h 88"/>
                <a:gd name="T96" fmla="*/ 7 w 78"/>
                <a:gd name="T97" fmla="*/ 13 h 88"/>
                <a:gd name="T98" fmla="*/ 14 w 78"/>
                <a:gd name="T99" fmla="*/ 16 h 88"/>
                <a:gd name="T100" fmla="*/ 12 w 78"/>
                <a:gd name="T101" fmla="*/ 18 h 88"/>
                <a:gd name="T102" fmla="*/ 17 w 78"/>
                <a:gd name="T103" fmla="*/ 22 h 88"/>
                <a:gd name="T104" fmla="*/ 19 w 78"/>
                <a:gd name="T105" fmla="*/ 20 h 88"/>
                <a:gd name="T106" fmla="*/ 32 w 78"/>
                <a:gd name="T107" fmla="*/ 10 h 88"/>
                <a:gd name="T108" fmla="*/ 32 w 78"/>
                <a:gd name="T109" fmla="*/ 45 h 88"/>
                <a:gd name="T110" fmla="*/ 25 w 78"/>
                <a:gd name="T111" fmla="*/ 41 h 88"/>
                <a:gd name="T112" fmla="*/ 28 w 78"/>
                <a:gd name="T113" fmla="*/ 14 h 88"/>
                <a:gd name="T114" fmla="*/ 28 w 78"/>
                <a:gd name="T115" fmla="*/ 10 h 88"/>
                <a:gd name="T116" fmla="*/ 32 w 78"/>
                <a:gd name="T117" fmla="*/ 1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8" h="88">
                  <a:moveTo>
                    <a:pt x="20" y="7"/>
                  </a:moveTo>
                  <a:cubicBezTo>
                    <a:pt x="20" y="8"/>
                    <a:pt x="21" y="10"/>
                    <a:pt x="20" y="11"/>
                  </a:cubicBezTo>
                  <a:cubicBezTo>
                    <a:pt x="5" y="6"/>
                    <a:pt x="5" y="6"/>
                    <a:pt x="5" y="6"/>
                  </a:cubicBezTo>
                  <a:cubicBezTo>
                    <a:pt x="1" y="8"/>
                    <a:pt x="1" y="8"/>
                    <a:pt x="1" y="8"/>
                  </a:cubicBezTo>
                  <a:cubicBezTo>
                    <a:pt x="0" y="11"/>
                    <a:pt x="0" y="16"/>
                    <a:pt x="0" y="20"/>
                  </a:cubicBezTo>
                  <a:cubicBezTo>
                    <a:pt x="0" y="26"/>
                    <a:pt x="1" y="33"/>
                    <a:pt x="3" y="38"/>
                  </a:cubicBezTo>
                  <a:cubicBezTo>
                    <a:pt x="6" y="44"/>
                    <a:pt x="10" y="48"/>
                    <a:pt x="17" y="49"/>
                  </a:cubicBezTo>
                  <a:cubicBezTo>
                    <a:pt x="18" y="50"/>
                    <a:pt x="19" y="50"/>
                    <a:pt x="20" y="50"/>
                  </a:cubicBezTo>
                  <a:cubicBezTo>
                    <a:pt x="20" y="49"/>
                    <a:pt x="20" y="49"/>
                    <a:pt x="20" y="49"/>
                  </a:cubicBezTo>
                  <a:cubicBezTo>
                    <a:pt x="22" y="51"/>
                    <a:pt x="26" y="52"/>
                    <a:pt x="31" y="52"/>
                  </a:cubicBezTo>
                  <a:cubicBezTo>
                    <a:pt x="31" y="64"/>
                    <a:pt x="31" y="64"/>
                    <a:pt x="31" y="64"/>
                  </a:cubicBezTo>
                  <a:cubicBezTo>
                    <a:pt x="27" y="64"/>
                    <a:pt x="27" y="64"/>
                    <a:pt x="27" y="64"/>
                  </a:cubicBezTo>
                  <a:cubicBezTo>
                    <a:pt x="27" y="68"/>
                    <a:pt x="27" y="68"/>
                    <a:pt x="27" y="68"/>
                  </a:cubicBezTo>
                  <a:cubicBezTo>
                    <a:pt x="15" y="68"/>
                    <a:pt x="15" y="68"/>
                    <a:pt x="15" y="68"/>
                  </a:cubicBezTo>
                  <a:cubicBezTo>
                    <a:pt x="15" y="88"/>
                    <a:pt x="15" y="88"/>
                    <a:pt x="15" y="88"/>
                  </a:cubicBezTo>
                  <a:cubicBezTo>
                    <a:pt x="64" y="88"/>
                    <a:pt x="64" y="88"/>
                    <a:pt x="64" y="88"/>
                  </a:cubicBezTo>
                  <a:cubicBezTo>
                    <a:pt x="64" y="68"/>
                    <a:pt x="64" y="68"/>
                    <a:pt x="64" y="68"/>
                  </a:cubicBezTo>
                  <a:cubicBezTo>
                    <a:pt x="52" y="68"/>
                    <a:pt x="52" y="68"/>
                    <a:pt x="52" y="68"/>
                  </a:cubicBezTo>
                  <a:cubicBezTo>
                    <a:pt x="52" y="64"/>
                    <a:pt x="52" y="64"/>
                    <a:pt x="52" y="64"/>
                  </a:cubicBezTo>
                  <a:cubicBezTo>
                    <a:pt x="47" y="64"/>
                    <a:pt x="47" y="64"/>
                    <a:pt x="47" y="64"/>
                  </a:cubicBezTo>
                  <a:cubicBezTo>
                    <a:pt x="47" y="52"/>
                    <a:pt x="47" y="52"/>
                    <a:pt x="47" y="52"/>
                  </a:cubicBezTo>
                  <a:cubicBezTo>
                    <a:pt x="52" y="52"/>
                    <a:pt x="56" y="51"/>
                    <a:pt x="58" y="49"/>
                  </a:cubicBezTo>
                  <a:cubicBezTo>
                    <a:pt x="58" y="50"/>
                    <a:pt x="58" y="50"/>
                    <a:pt x="58" y="50"/>
                  </a:cubicBezTo>
                  <a:cubicBezTo>
                    <a:pt x="59" y="50"/>
                    <a:pt x="60" y="50"/>
                    <a:pt x="61" y="49"/>
                  </a:cubicBezTo>
                  <a:cubicBezTo>
                    <a:pt x="68" y="48"/>
                    <a:pt x="72" y="44"/>
                    <a:pt x="75" y="38"/>
                  </a:cubicBezTo>
                  <a:cubicBezTo>
                    <a:pt x="77" y="33"/>
                    <a:pt x="78" y="26"/>
                    <a:pt x="78" y="20"/>
                  </a:cubicBezTo>
                  <a:cubicBezTo>
                    <a:pt x="78" y="16"/>
                    <a:pt x="78" y="11"/>
                    <a:pt x="77" y="8"/>
                  </a:cubicBezTo>
                  <a:cubicBezTo>
                    <a:pt x="73" y="6"/>
                    <a:pt x="73" y="6"/>
                    <a:pt x="73" y="6"/>
                  </a:cubicBezTo>
                  <a:cubicBezTo>
                    <a:pt x="58" y="11"/>
                    <a:pt x="58" y="11"/>
                    <a:pt x="58" y="11"/>
                  </a:cubicBezTo>
                  <a:cubicBezTo>
                    <a:pt x="57" y="10"/>
                    <a:pt x="58" y="8"/>
                    <a:pt x="58" y="7"/>
                  </a:cubicBezTo>
                  <a:cubicBezTo>
                    <a:pt x="60" y="7"/>
                    <a:pt x="60" y="7"/>
                    <a:pt x="60" y="7"/>
                  </a:cubicBezTo>
                  <a:cubicBezTo>
                    <a:pt x="60" y="0"/>
                    <a:pt x="60" y="0"/>
                    <a:pt x="60" y="0"/>
                  </a:cubicBezTo>
                  <a:cubicBezTo>
                    <a:pt x="17" y="0"/>
                    <a:pt x="17" y="0"/>
                    <a:pt x="17" y="0"/>
                  </a:cubicBezTo>
                  <a:cubicBezTo>
                    <a:pt x="17" y="7"/>
                    <a:pt x="17" y="7"/>
                    <a:pt x="17" y="7"/>
                  </a:cubicBezTo>
                  <a:cubicBezTo>
                    <a:pt x="20" y="7"/>
                    <a:pt x="20" y="7"/>
                    <a:pt x="20" y="7"/>
                  </a:cubicBezTo>
                  <a:close/>
                  <a:moveTo>
                    <a:pt x="63" y="42"/>
                  </a:moveTo>
                  <a:cubicBezTo>
                    <a:pt x="64" y="36"/>
                    <a:pt x="60" y="28"/>
                    <a:pt x="59" y="20"/>
                  </a:cubicBezTo>
                  <a:cubicBezTo>
                    <a:pt x="61" y="22"/>
                    <a:pt x="61" y="22"/>
                    <a:pt x="61" y="22"/>
                  </a:cubicBezTo>
                  <a:cubicBezTo>
                    <a:pt x="66" y="18"/>
                    <a:pt x="66" y="18"/>
                    <a:pt x="66" y="18"/>
                  </a:cubicBezTo>
                  <a:cubicBezTo>
                    <a:pt x="64" y="16"/>
                    <a:pt x="64" y="16"/>
                    <a:pt x="64" y="16"/>
                  </a:cubicBezTo>
                  <a:cubicBezTo>
                    <a:pt x="71" y="13"/>
                    <a:pt x="71" y="13"/>
                    <a:pt x="71" y="13"/>
                  </a:cubicBezTo>
                  <a:cubicBezTo>
                    <a:pt x="72" y="15"/>
                    <a:pt x="72" y="18"/>
                    <a:pt x="72" y="20"/>
                  </a:cubicBezTo>
                  <a:cubicBezTo>
                    <a:pt x="71" y="26"/>
                    <a:pt x="71" y="31"/>
                    <a:pt x="69" y="36"/>
                  </a:cubicBezTo>
                  <a:cubicBezTo>
                    <a:pt x="67" y="39"/>
                    <a:pt x="65" y="41"/>
                    <a:pt x="63" y="42"/>
                  </a:cubicBezTo>
                  <a:close/>
                  <a:moveTo>
                    <a:pt x="19" y="20"/>
                  </a:moveTo>
                  <a:cubicBezTo>
                    <a:pt x="17" y="28"/>
                    <a:pt x="14" y="36"/>
                    <a:pt x="15" y="42"/>
                  </a:cubicBezTo>
                  <a:cubicBezTo>
                    <a:pt x="13" y="41"/>
                    <a:pt x="11" y="39"/>
                    <a:pt x="9" y="36"/>
                  </a:cubicBezTo>
                  <a:cubicBezTo>
                    <a:pt x="7" y="31"/>
                    <a:pt x="6" y="26"/>
                    <a:pt x="6" y="20"/>
                  </a:cubicBezTo>
                  <a:cubicBezTo>
                    <a:pt x="6" y="18"/>
                    <a:pt x="6" y="15"/>
                    <a:pt x="7" y="13"/>
                  </a:cubicBezTo>
                  <a:cubicBezTo>
                    <a:pt x="14" y="16"/>
                    <a:pt x="14" y="16"/>
                    <a:pt x="14" y="16"/>
                  </a:cubicBezTo>
                  <a:cubicBezTo>
                    <a:pt x="12" y="18"/>
                    <a:pt x="12" y="18"/>
                    <a:pt x="12" y="18"/>
                  </a:cubicBezTo>
                  <a:cubicBezTo>
                    <a:pt x="17" y="22"/>
                    <a:pt x="17" y="22"/>
                    <a:pt x="17" y="22"/>
                  </a:cubicBezTo>
                  <a:cubicBezTo>
                    <a:pt x="19" y="20"/>
                    <a:pt x="19" y="20"/>
                    <a:pt x="19" y="20"/>
                  </a:cubicBezTo>
                  <a:close/>
                  <a:moveTo>
                    <a:pt x="32" y="10"/>
                  </a:moveTo>
                  <a:cubicBezTo>
                    <a:pt x="32" y="45"/>
                    <a:pt x="32" y="45"/>
                    <a:pt x="32" y="45"/>
                  </a:cubicBezTo>
                  <a:cubicBezTo>
                    <a:pt x="32" y="45"/>
                    <a:pt x="27" y="45"/>
                    <a:pt x="25" y="41"/>
                  </a:cubicBezTo>
                  <a:cubicBezTo>
                    <a:pt x="24" y="37"/>
                    <a:pt x="28" y="16"/>
                    <a:pt x="28" y="14"/>
                  </a:cubicBezTo>
                  <a:cubicBezTo>
                    <a:pt x="28" y="13"/>
                    <a:pt x="28" y="10"/>
                    <a:pt x="28" y="10"/>
                  </a:cubicBezTo>
                  <a:lnTo>
                    <a:pt x="32" y="10"/>
                  </a:lnTo>
                  <a:close/>
                </a:path>
              </a:pathLst>
            </a:custGeom>
            <a:grpFill/>
            <a:ln>
              <a:solidFill>
                <a:srgbClr val="1F474E"/>
              </a:solidFill>
            </a:ln>
          </p:spPr>
          <p:txBody>
            <a:bodyPr vert="horz" wrap="square" lIns="91423" tIns="45711" rIns="91423" bIns="4571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8" name="Group 8"/>
          <p:cNvGrpSpPr/>
          <p:nvPr/>
        </p:nvGrpSpPr>
        <p:grpSpPr>
          <a:xfrm>
            <a:off x="9455177" y="3317683"/>
            <a:ext cx="1216841" cy="1216841"/>
            <a:chOff x="9454847" y="3242097"/>
            <a:chExt cx="1217066" cy="1217066"/>
          </a:xfrm>
          <a:noFill/>
        </p:grpSpPr>
        <p:sp>
          <p:nvSpPr>
            <p:cNvPr id="19" name="Oval 59"/>
            <p:cNvSpPr/>
            <p:nvPr/>
          </p:nvSpPr>
          <p:spPr>
            <a:xfrm>
              <a:off x="9454847" y="3242097"/>
              <a:ext cx="1217066" cy="1217066"/>
            </a:xfrm>
            <a:prstGeom prst="ellipse">
              <a:avLst/>
            </a:prstGeom>
            <a:grp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Freeform 61"/>
            <p:cNvSpPr>
              <a:spLocks noEditPoints="1"/>
            </p:cNvSpPr>
            <p:nvPr/>
          </p:nvSpPr>
          <p:spPr bwMode="auto">
            <a:xfrm>
              <a:off x="9854412" y="3611644"/>
              <a:ext cx="417935" cy="477972"/>
            </a:xfrm>
            <a:custGeom>
              <a:avLst/>
              <a:gdLst>
                <a:gd name="T0" fmla="*/ 50 w 84"/>
                <a:gd name="T1" fmla="*/ 92 h 96"/>
                <a:gd name="T2" fmla="*/ 57 w 84"/>
                <a:gd name="T3" fmla="*/ 81 h 96"/>
                <a:gd name="T4" fmla="*/ 56 w 84"/>
                <a:gd name="T5" fmla="*/ 75 h 96"/>
                <a:gd name="T6" fmla="*/ 43 w 84"/>
                <a:gd name="T7" fmla="*/ 63 h 96"/>
                <a:gd name="T8" fmla="*/ 38 w 84"/>
                <a:gd name="T9" fmla="*/ 62 h 96"/>
                <a:gd name="T10" fmla="*/ 30 w 84"/>
                <a:gd name="T11" fmla="*/ 67 h 96"/>
                <a:gd name="T12" fmla="*/ 17 w 84"/>
                <a:gd name="T13" fmla="*/ 35 h 96"/>
                <a:gd name="T14" fmla="*/ 26 w 84"/>
                <a:gd name="T15" fmla="*/ 31 h 96"/>
                <a:gd name="T16" fmla="*/ 27 w 84"/>
                <a:gd name="T17" fmla="*/ 25 h 96"/>
                <a:gd name="T18" fmla="*/ 22 w 84"/>
                <a:gd name="T19" fmla="*/ 8 h 96"/>
                <a:gd name="T20" fmla="*/ 18 w 84"/>
                <a:gd name="T21" fmla="*/ 4 h 96"/>
                <a:gd name="T22" fmla="*/ 4 w 84"/>
                <a:gd name="T23" fmla="*/ 6 h 96"/>
                <a:gd name="T24" fmla="*/ 0 w 84"/>
                <a:gd name="T25" fmla="*/ 10 h 96"/>
                <a:gd name="T26" fmla="*/ 43 w 84"/>
                <a:gd name="T27" fmla="*/ 94 h 96"/>
                <a:gd name="T28" fmla="*/ 50 w 84"/>
                <a:gd name="T29" fmla="*/ 92 h 96"/>
                <a:gd name="T30" fmla="*/ 45 w 84"/>
                <a:gd name="T31" fmla="*/ 53 h 96"/>
                <a:gd name="T32" fmla="*/ 32 w 84"/>
                <a:gd name="T33" fmla="*/ 53 h 96"/>
                <a:gd name="T34" fmla="*/ 32 w 84"/>
                <a:gd name="T35" fmla="*/ 50 h 96"/>
                <a:gd name="T36" fmla="*/ 40 w 84"/>
                <a:gd name="T37" fmla="*/ 38 h 96"/>
                <a:gd name="T38" fmla="*/ 42 w 84"/>
                <a:gd name="T39" fmla="*/ 32 h 96"/>
                <a:gd name="T40" fmla="*/ 41 w 84"/>
                <a:gd name="T41" fmla="*/ 30 h 96"/>
                <a:gd name="T42" fmla="*/ 40 w 84"/>
                <a:gd name="T43" fmla="*/ 31 h 96"/>
                <a:gd name="T44" fmla="*/ 39 w 84"/>
                <a:gd name="T45" fmla="*/ 36 h 96"/>
                <a:gd name="T46" fmla="*/ 34 w 84"/>
                <a:gd name="T47" fmla="*/ 36 h 96"/>
                <a:gd name="T48" fmla="*/ 34 w 84"/>
                <a:gd name="T49" fmla="*/ 31 h 96"/>
                <a:gd name="T50" fmla="*/ 42 w 84"/>
                <a:gd name="T51" fmla="*/ 26 h 96"/>
                <a:gd name="T52" fmla="*/ 47 w 84"/>
                <a:gd name="T53" fmla="*/ 28 h 96"/>
                <a:gd name="T54" fmla="*/ 47 w 84"/>
                <a:gd name="T55" fmla="*/ 34 h 96"/>
                <a:gd name="T56" fmla="*/ 47 w 84"/>
                <a:gd name="T57" fmla="*/ 37 h 96"/>
                <a:gd name="T58" fmla="*/ 38 w 84"/>
                <a:gd name="T59" fmla="*/ 50 h 96"/>
                <a:gd name="T60" fmla="*/ 46 w 84"/>
                <a:gd name="T61" fmla="*/ 50 h 96"/>
                <a:gd name="T62" fmla="*/ 45 w 84"/>
                <a:gd name="T63" fmla="*/ 53 h 96"/>
                <a:gd name="T64" fmla="*/ 63 w 84"/>
                <a:gd name="T65" fmla="*/ 50 h 96"/>
                <a:gd name="T66" fmla="*/ 60 w 84"/>
                <a:gd name="T67" fmla="*/ 50 h 96"/>
                <a:gd name="T68" fmla="*/ 60 w 84"/>
                <a:gd name="T69" fmla="*/ 53 h 96"/>
                <a:gd name="T70" fmla="*/ 54 w 84"/>
                <a:gd name="T71" fmla="*/ 53 h 96"/>
                <a:gd name="T72" fmla="*/ 54 w 84"/>
                <a:gd name="T73" fmla="*/ 50 h 96"/>
                <a:gd name="T74" fmla="*/ 46 w 84"/>
                <a:gd name="T75" fmla="*/ 50 h 96"/>
                <a:gd name="T76" fmla="*/ 47 w 84"/>
                <a:gd name="T77" fmla="*/ 46 h 96"/>
                <a:gd name="T78" fmla="*/ 55 w 84"/>
                <a:gd name="T79" fmla="*/ 26 h 96"/>
                <a:gd name="T80" fmla="*/ 63 w 84"/>
                <a:gd name="T81" fmla="*/ 26 h 96"/>
                <a:gd name="T82" fmla="*/ 61 w 84"/>
                <a:gd name="T83" fmla="*/ 46 h 96"/>
                <a:gd name="T84" fmla="*/ 63 w 84"/>
                <a:gd name="T85" fmla="*/ 46 h 96"/>
                <a:gd name="T86" fmla="*/ 63 w 84"/>
                <a:gd name="T87" fmla="*/ 50 h 96"/>
                <a:gd name="T88" fmla="*/ 55 w 84"/>
                <a:gd name="T89" fmla="*/ 46 h 96"/>
                <a:gd name="T90" fmla="*/ 52 w 84"/>
                <a:gd name="T91" fmla="*/ 46 h 96"/>
                <a:gd name="T92" fmla="*/ 56 w 84"/>
                <a:gd name="T93" fmla="*/ 35 h 96"/>
                <a:gd name="T94" fmla="*/ 55 w 84"/>
                <a:gd name="T95" fmla="*/ 46 h 96"/>
                <a:gd name="T96" fmla="*/ 43 w 84"/>
                <a:gd name="T97" fmla="*/ 0 h 96"/>
                <a:gd name="T98" fmla="*/ 72 w 84"/>
                <a:gd name="T99" fmla="*/ 12 h 96"/>
                <a:gd name="T100" fmla="*/ 84 w 84"/>
                <a:gd name="T101" fmla="*/ 41 h 96"/>
                <a:gd name="T102" fmla="*/ 72 w 84"/>
                <a:gd name="T103" fmla="*/ 71 h 96"/>
                <a:gd name="T104" fmla="*/ 65 w 84"/>
                <a:gd name="T105" fmla="*/ 76 h 96"/>
                <a:gd name="T106" fmla="*/ 63 w 84"/>
                <a:gd name="T107" fmla="*/ 73 h 96"/>
                <a:gd name="T108" fmla="*/ 59 w 84"/>
                <a:gd name="T109" fmla="*/ 69 h 96"/>
                <a:gd name="T110" fmla="*/ 66 w 84"/>
                <a:gd name="T111" fmla="*/ 64 h 96"/>
                <a:gd name="T112" fmla="*/ 75 w 84"/>
                <a:gd name="T113" fmla="*/ 41 h 96"/>
                <a:gd name="T114" fmla="*/ 66 w 84"/>
                <a:gd name="T115" fmla="*/ 19 h 96"/>
                <a:gd name="T116" fmla="*/ 43 w 84"/>
                <a:gd name="T117" fmla="*/ 10 h 96"/>
                <a:gd name="T118" fmla="*/ 31 w 84"/>
                <a:gd name="T119" fmla="*/ 12 h 96"/>
                <a:gd name="T120" fmla="*/ 29 w 84"/>
                <a:gd name="T121" fmla="*/ 6 h 96"/>
                <a:gd name="T122" fmla="*/ 28 w 84"/>
                <a:gd name="T123" fmla="*/ 3 h 96"/>
                <a:gd name="T124" fmla="*/ 43 w 84"/>
                <a:gd name="T125"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4" h="96">
                  <a:moveTo>
                    <a:pt x="50" y="92"/>
                  </a:moveTo>
                  <a:cubicBezTo>
                    <a:pt x="52" y="88"/>
                    <a:pt x="55" y="84"/>
                    <a:pt x="57" y="81"/>
                  </a:cubicBezTo>
                  <a:cubicBezTo>
                    <a:pt x="58" y="79"/>
                    <a:pt x="58" y="77"/>
                    <a:pt x="56" y="75"/>
                  </a:cubicBezTo>
                  <a:cubicBezTo>
                    <a:pt x="52" y="71"/>
                    <a:pt x="48" y="67"/>
                    <a:pt x="43" y="63"/>
                  </a:cubicBezTo>
                  <a:cubicBezTo>
                    <a:pt x="41" y="61"/>
                    <a:pt x="40" y="61"/>
                    <a:pt x="38" y="62"/>
                  </a:cubicBezTo>
                  <a:cubicBezTo>
                    <a:pt x="35" y="63"/>
                    <a:pt x="33" y="65"/>
                    <a:pt x="30" y="67"/>
                  </a:cubicBezTo>
                  <a:cubicBezTo>
                    <a:pt x="21" y="53"/>
                    <a:pt x="19" y="45"/>
                    <a:pt x="17" y="35"/>
                  </a:cubicBezTo>
                  <a:cubicBezTo>
                    <a:pt x="20" y="34"/>
                    <a:pt x="23" y="32"/>
                    <a:pt x="26" y="31"/>
                  </a:cubicBezTo>
                  <a:cubicBezTo>
                    <a:pt x="27" y="30"/>
                    <a:pt x="28" y="28"/>
                    <a:pt x="27" y="25"/>
                  </a:cubicBezTo>
                  <a:cubicBezTo>
                    <a:pt x="26" y="20"/>
                    <a:pt x="24" y="14"/>
                    <a:pt x="22" y="8"/>
                  </a:cubicBezTo>
                  <a:cubicBezTo>
                    <a:pt x="22" y="6"/>
                    <a:pt x="20" y="4"/>
                    <a:pt x="18" y="4"/>
                  </a:cubicBezTo>
                  <a:cubicBezTo>
                    <a:pt x="14" y="5"/>
                    <a:pt x="9" y="5"/>
                    <a:pt x="4" y="6"/>
                  </a:cubicBezTo>
                  <a:cubicBezTo>
                    <a:pt x="0" y="6"/>
                    <a:pt x="0" y="7"/>
                    <a:pt x="0" y="10"/>
                  </a:cubicBezTo>
                  <a:cubicBezTo>
                    <a:pt x="1" y="46"/>
                    <a:pt x="15" y="78"/>
                    <a:pt x="43" y="94"/>
                  </a:cubicBezTo>
                  <a:cubicBezTo>
                    <a:pt x="46" y="96"/>
                    <a:pt x="47" y="96"/>
                    <a:pt x="50" y="92"/>
                  </a:cubicBezTo>
                  <a:close/>
                  <a:moveTo>
                    <a:pt x="45" y="53"/>
                  </a:moveTo>
                  <a:cubicBezTo>
                    <a:pt x="32" y="53"/>
                    <a:pt x="32" y="53"/>
                    <a:pt x="32" y="53"/>
                  </a:cubicBezTo>
                  <a:cubicBezTo>
                    <a:pt x="32" y="50"/>
                    <a:pt x="32" y="50"/>
                    <a:pt x="32" y="50"/>
                  </a:cubicBezTo>
                  <a:cubicBezTo>
                    <a:pt x="40" y="38"/>
                    <a:pt x="40" y="38"/>
                    <a:pt x="40" y="38"/>
                  </a:cubicBezTo>
                  <a:cubicBezTo>
                    <a:pt x="41" y="36"/>
                    <a:pt x="42" y="34"/>
                    <a:pt x="42" y="32"/>
                  </a:cubicBezTo>
                  <a:cubicBezTo>
                    <a:pt x="42" y="31"/>
                    <a:pt x="42" y="30"/>
                    <a:pt x="41" y="30"/>
                  </a:cubicBezTo>
                  <a:cubicBezTo>
                    <a:pt x="40" y="30"/>
                    <a:pt x="40" y="31"/>
                    <a:pt x="40" y="31"/>
                  </a:cubicBezTo>
                  <a:cubicBezTo>
                    <a:pt x="39" y="36"/>
                    <a:pt x="39" y="36"/>
                    <a:pt x="39" y="36"/>
                  </a:cubicBezTo>
                  <a:cubicBezTo>
                    <a:pt x="34" y="36"/>
                    <a:pt x="34" y="36"/>
                    <a:pt x="34" y="36"/>
                  </a:cubicBezTo>
                  <a:cubicBezTo>
                    <a:pt x="34" y="31"/>
                    <a:pt x="34" y="31"/>
                    <a:pt x="34" y="31"/>
                  </a:cubicBezTo>
                  <a:cubicBezTo>
                    <a:pt x="35" y="28"/>
                    <a:pt x="37" y="26"/>
                    <a:pt x="42" y="26"/>
                  </a:cubicBezTo>
                  <a:cubicBezTo>
                    <a:pt x="44" y="26"/>
                    <a:pt x="46" y="27"/>
                    <a:pt x="47" y="28"/>
                  </a:cubicBezTo>
                  <a:cubicBezTo>
                    <a:pt x="48" y="29"/>
                    <a:pt x="48" y="31"/>
                    <a:pt x="47" y="34"/>
                  </a:cubicBezTo>
                  <a:cubicBezTo>
                    <a:pt x="47" y="35"/>
                    <a:pt x="47" y="36"/>
                    <a:pt x="47" y="37"/>
                  </a:cubicBezTo>
                  <a:cubicBezTo>
                    <a:pt x="38" y="50"/>
                    <a:pt x="38" y="50"/>
                    <a:pt x="38" y="50"/>
                  </a:cubicBezTo>
                  <a:cubicBezTo>
                    <a:pt x="46" y="50"/>
                    <a:pt x="46" y="50"/>
                    <a:pt x="46" y="50"/>
                  </a:cubicBezTo>
                  <a:cubicBezTo>
                    <a:pt x="45" y="53"/>
                    <a:pt x="45" y="53"/>
                    <a:pt x="45" y="53"/>
                  </a:cubicBezTo>
                  <a:close/>
                  <a:moveTo>
                    <a:pt x="63" y="50"/>
                  </a:moveTo>
                  <a:cubicBezTo>
                    <a:pt x="60" y="50"/>
                    <a:pt x="60" y="50"/>
                    <a:pt x="60" y="50"/>
                  </a:cubicBezTo>
                  <a:cubicBezTo>
                    <a:pt x="60" y="53"/>
                    <a:pt x="60" y="53"/>
                    <a:pt x="60" y="53"/>
                  </a:cubicBezTo>
                  <a:cubicBezTo>
                    <a:pt x="54" y="53"/>
                    <a:pt x="54" y="53"/>
                    <a:pt x="54" y="53"/>
                  </a:cubicBezTo>
                  <a:cubicBezTo>
                    <a:pt x="54" y="50"/>
                    <a:pt x="54" y="50"/>
                    <a:pt x="54" y="50"/>
                  </a:cubicBezTo>
                  <a:cubicBezTo>
                    <a:pt x="46" y="50"/>
                    <a:pt x="46" y="50"/>
                    <a:pt x="46" y="50"/>
                  </a:cubicBezTo>
                  <a:cubicBezTo>
                    <a:pt x="47" y="46"/>
                    <a:pt x="47" y="46"/>
                    <a:pt x="47" y="46"/>
                  </a:cubicBezTo>
                  <a:cubicBezTo>
                    <a:pt x="55" y="26"/>
                    <a:pt x="55" y="26"/>
                    <a:pt x="55" y="26"/>
                  </a:cubicBezTo>
                  <a:cubicBezTo>
                    <a:pt x="63" y="26"/>
                    <a:pt x="63" y="26"/>
                    <a:pt x="63" y="26"/>
                  </a:cubicBezTo>
                  <a:cubicBezTo>
                    <a:pt x="61" y="46"/>
                    <a:pt x="61" y="46"/>
                    <a:pt x="61" y="46"/>
                  </a:cubicBezTo>
                  <a:cubicBezTo>
                    <a:pt x="63" y="46"/>
                    <a:pt x="63" y="46"/>
                    <a:pt x="63" y="46"/>
                  </a:cubicBezTo>
                  <a:cubicBezTo>
                    <a:pt x="63" y="50"/>
                    <a:pt x="63" y="50"/>
                    <a:pt x="63" y="50"/>
                  </a:cubicBezTo>
                  <a:close/>
                  <a:moveTo>
                    <a:pt x="55" y="46"/>
                  </a:moveTo>
                  <a:cubicBezTo>
                    <a:pt x="52" y="46"/>
                    <a:pt x="52" y="46"/>
                    <a:pt x="52" y="46"/>
                  </a:cubicBezTo>
                  <a:cubicBezTo>
                    <a:pt x="56" y="35"/>
                    <a:pt x="56" y="35"/>
                    <a:pt x="56" y="35"/>
                  </a:cubicBezTo>
                  <a:cubicBezTo>
                    <a:pt x="55" y="46"/>
                    <a:pt x="55" y="46"/>
                    <a:pt x="55" y="46"/>
                  </a:cubicBezTo>
                  <a:close/>
                  <a:moveTo>
                    <a:pt x="43" y="0"/>
                  </a:moveTo>
                  <a:cubicBezTo>
                    <a:pt x="54" y="0"/>
                    <a:pt x="65" y="5"/>
                    <a:pt x="72" y="12"/>
                  </a:cubicBezTo>
                  <a:cubicBezTo>
                    <a:pt x="80" y="20"/>
                    <a:pt x="84" y="30"/>
                    <a:pt x="84" y="41"/>
                  </a:cubicBezTo>
                  <a:cubicBezTo>
                    <a:pt x="84" y="53"/>
                    <a:pt x="80" y="63"/>
                    <a:pt x="72" y="71"/>
                  </a:cubicBezTo>
                  <a:cubicBezTo>
                    <a:pt x="70" y="73"/>
                    <a:pt x="68" y="75"/>
                    <a:pt x="65" y="76"/>
                  </a:cubicBezTo>
                  <a:cubicBezTo>
                    <a:pt x="65" y="75"/>
                    <a:pt x="64" y="74"/>
                    <a:pt x="63" y="73"/>
                  </a:cubicBezTo>
                  <a:cubicBezTo>
                    <a:pt x="59" y="69"/>
                    <a:pt x="59" y="69"/>
                    <a:pt x="59" y="69"/>
                  </a:cubicBezTo>
                  <a:cubicBezTo>
                    <a:pt x="61" y="68"/>
                    <a:pt x="64" y="66"/>
                    <a:pt x="66" y="64"/>
                  </a:cubicBezTo>
                  <a:cubicBezTo>
                    <a:pt x="71" y="58"/>
                    <a:pt x="75" y="50"/>
                    <a:pt x="75" y="41"/>
                  </a:cubicBezTo>
                  <a:cubicBezTo>
                    <a:pt x="75" y="33"/>
                    <a:pt x="71" y="25"/>
                    <a:pt x="66" y="19"/>
                  </a:cubicBezTo>
                  <a:cubicBezTo>
                    <a:pt x="60" y="13"/>
                    <a:pt x="52" y="10"/>
                    <a:pt x="43" y="10"/>
                  </a:cubicBezTo>
                  <a:cubicBezTo>
                    <a:pt x="39" y="10"/>
                    <a:pt x="35" y="11"/>
                    <a:pt x="31" y="12"/>
                  </a:cubicBezTo>
                  <a:cubicBezTo>
                    <a:pt x="29" y="6"/>
                    <a:pt x="29" y="6"/>
                    <a:pt x="29" y="6"/>
                  </a:cubicBezTo>
                  <a:cubicBezTo>
                    <a:pt x="29" y="5"/>
                    <a:pt x="28" y="4"/>
                    <a:pt x="28" y="3"/>
                  </a:cubicBezTo>
                  <a:cubicBezTo>
                    <a:pt x="33" y="1"/>
                    <a:pt x="38" y="0"/>
                    <a:pt x="43" y="0"/>
                  </a:cubicBezTo>
                  <a:close/>
                </a:path>
              </a:pathLst>
            </a:custGeom>
            <a:grpFill/>
            <a:ln>
              <a:solidFill>
                <a:srgbClr val="2F5597"/>
              </a:solidFill>
            </a:ln>
          </p:spPr>
          <p:txBody>
            <a:bodyPr vert="horz" wrap="square" lIns="91423" tIns="45711" rIns="91423" bIns="4571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21" name="Group 5"/>
          <p:cNvGrpSpPr/>
          <p:nvPr/>
        </p:nvGrpSpPr>
        <p:grpSpPr>
          <a:xfrm>
            <a:off x="3505209" y="3317683"/>
            <a:ext cx="1216841" cy="1216841"/>
            <a:chOff x="3503777" y="3242097"/>
            <a:chExt cx="1217066" cy="1217066"/>
          </a:xfrm>
          <a:noFill/>
        </p:grpSpPr>
        <p:sp>
          <p:nvSpPr>
            <p:cNvPr id="22" name="Oval 56"/>
            <p:cNvSpPr/>
            <p:nvPr/>
          </p:nvSpPr>
          <p:spPr>
            <a:xfrm>
              <a:off x="3503777" y="3242097"/>
              <a:ext cx="1217066" cy="1217066"/>
            </a:xfrm>
            <a:prstGeom prst="ellipse">
              <a:avLst/>
            </a:prstGeom>
            <a:grpFill/>
            <a:ln>
              <a:solidFill>
                <a:srgbClr val="1F47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3" name="Freeform 62"/>
            <p:cNvSpPr>
              <a:spLocks noEditPoints="1"/>
            </p:cNvSpPr>
            <p:nvPr/>
          </p:nvSpPr>
          <p:spPr bwMode="auto">
            <a:xfrm>
              <a:off x="3944905" y="3598612"/>
              <a:ext cx="334809" cy="528770"/>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grpFill/>
            <a:ln>
              <a:solidFill>
                <a:srgbClr val="1F474E"/>
              </a:solidFill>
            </a:ln>
          </p:spPr>
          <p:txBody>
            <a:bodyPr vert="horz" wrap="square" lIns="91423" tIns="45711" rIns="91423" bIns="4571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24" name="Group 6"/>
          <p:cNvGrpSpPr/>
          <p:nvPr/>
        </p:nvGrpSpPr>
        <p:grpSpPr>
          <a:xfrm>
            <a:off x="5488532" y="3317683"/>
            <a:ext cx="1216841" cy="1216841"/>
            <a:chOff x="5487467" y="3242097"/>
            <a:chExt cx="1217066" cy="1217066"/>
          </a:xfrm>
          <a:noFill/>
        </p:grpSpPr>
        <p:sp>
          <p:nvSpPr>
            <p:cNvPr id="25" name="Oval 57"/>
            <p:cNvSpPr/>
            <p:nvPr/>
          </p:nvSpPr>
          <p:spPr>
            <a:xfrm>
              <a:off x="5487467" y="3242097"/>
              <a:ext cx="1217066" cy="1217066"/>
            </a:xfrm>
            <a:prstGeom prst="ellipse">
              <a:avLst/>
            </a:prstGeom>
            <a:grp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Freeform 63"/>
            <p:cNvSpPr>
              <a:spLocks noEditPoints="1"/>
            </p:cNvSpPr>
            <p:nvPr/>
          </p:nvSpPr>
          <p:spPr bwMode="auto">
            <a:xfrm>
              <a:off x="5862422" y="3626092"/>
              <a:ext cx="468733" cy="466426"/>
            </a:xfrm>
            <a:custGeom>
              <a:avLst/>
              <a:gdLst>
                <a:gd name="T0" fmla="*/ 6 w 94"/>
                <a:gd name="T1" fmla="*/ 28 h 94"/>
                <a:gd name="T2" fmla="*/ 32 w 94"/>
                <a:gd name="T3" fmla="*/ 4 h 94"/>
                <a:gd name="T4" fmla="*/ 67 w 94"/>
                <a:gd name="T5" fmla="*/ 6 h 94"/>
                <a:gd name="T6" fmla="*/ 90 w 94"/>
                <a:gd name="T7" fmla="*/ 32 h 94"/>
                <a:gd name="T8" fmla="*/ 88 w 94"/>
                <a:gd name="T9" fmla="*/ 67 h 94"/>
                <a:gd name="T10" fmla="*/ 88 w 94"/>
                <a:gd name="T11" fmla="*/ 67 h 94"/>
                <a:gd name="T12" fmla="*/ 62 w 94"/>
                <a:gd name="T13" fmla="*/ 90 h 94"/>
                <a:gd name="T14" fmla="*/ 27 w 94"/>
                <a:gd name="T15" fmla="*/ 89 h 94"/>
                <a:gd name="T16" fmla="*/ 27 w 94"/>
                <a:gd name="T17" fmla="*/ 89 h 94"/>
                <a:gd name="T18" fmla="*/ 4 w 94"/>
                <a:gd name="T19" fmla="*/ 62 h 94"/>
                <a:gd name="T20" fmla="*/ 6 w 94"/>
                <a:gd name="T21" fmla="*/ 28 h 94"/>
                <a:gd name="T22" fmla="*/ 6 w 94"/>
                <a:gd name="T23" fmla="*/ 28 h 94"/>
                <a:gd name="T24" fmla="*/ 20 w 94"/>
                <a:gd name="T25" fmla="*/ 27 h 94"/>
                <a:gd name="T26" fmla="*/ 16 w 94"/>
                <a:gd name="T27" fmla="*/ 32 h 94"/>
                <a:gd name="T28" fmla="*/ 16 w 94"/>
                <a:gd name="T29" fmla="*/ 32 h 94"/>
                <a:gd name="T30" fmla="*/ 15 w 94"/>
                <a:gd name="T31" fmla="*/ 35 h 94"/>
                <a:gd name="T32" fmla="*/ 36 w 94"/>
                <a:gd name="T33" fmla="*/ 37 h 94"/>
                <a:gd name="T34" fmla="*/ 34 w 94"/>
                <a:gd name="T35" fmla="*/ 40 h 94"/>
                <a:gd name="T36" fmla="*/ 32 w 94"/>
                <a:gd name="T37" fmla="*/ 45 h 94"/>
                <a:gd name="T38" fmla="*/ 13 w 94"/>
                <a:gd name="T39" fmla="*/ 53 h 94"/>
                <a:gd name="T40" fmla="*/ 15 w 94"/>
                <a:gd name="T41" fmla="*/ 59 h 94"/>
                <a:gd name="T42" fmla="*/ 15 w 94"/>
                <a:gd name="T43" fmla="*/ 59 h 94"/>
                <a:gd name="T44" fmla="*/ 16 w 94"/>
                <a:gd name="T45" fmla="*/ 60 h 94"/>
                <a:gd name="T46" fmla="*/ 29 w 94"/>
                <a:gd name="T47" fmla="*/ 54 h 94"/>
                <a:gd name="T48" fmla="*/ 26 w 94"/>
                <a:gd name="T49" fmla="*/ 74 h 94"/>
                <a:gd name="T50" fmla="*/ 32 w 94"/>
                <a:gd name="T51" fmla="*/ 78 h 94"/>
                <a:gd name="T52" fmla="*/ 32 w 94"/>
                <a:gd name="T53" fmla="*/ 78 h 94"/>
                <a:gd name="T54" fmla="*/ 33 w 94"/>
                <a:gd name="T55" fmla="*/ 79 h 94"/>
                <a:gd name="T56" fmla="*/ 34 w 94"/>
                <a:gd name="T57" fmla="*/ 78 h 94"/>
                <a:gd name="T58" fmla="*/ 36 w 94"/>
                <a:gd name="T59" fmla="*/ 55 h 94"/>
                <a:gd name="T60" fmla="*/ 48 w 94"/>
                <a:gd name="T61" fmla="*/ 67 h 94"/>
                <a:gd name="T62" fmla="*/ 60 w 94"/>
                <a:gd name="T63" fmla="*/ 79 h 94"/>
                <a:gd name="T64" fmla="*/ 65 w 94"/>
                <a:gd name="T65" fmla="*/ 77 h 94"/>
                <a:gd name="T66" fmla="*/ 66 w 94"/>
                <a:gd name="T67" fmla="*/ 74 h 94"/>
                <a:gd name="T68" fmla="*/ 54 w 94"/>
                <a:gd name="T69" fmla="*/ 62 h 94"/>
                <a:gd name="T70" fmla="*/ 39 w 94"/>
                <a:gd name="T71" fmla="*/ 48 h 94"/>
                <a:gd name="T72" fmla="*/ 41 w 94"/>
                <a:gd name="T73" fmla="*/ 43 h 94"/>
                <a:gd name="T74" fmla="*/ 43 w 94"/>
                <a:gd name="T75" fmla="*/ 39 h 94"/>
                <a:gd name="T76" fmla="*/ 49 w 94"/>
                <a:gd name="T77" fmla="*/ 42 h 94"/>
                <a:gd name="T78" fmla="*/ 77 w 94"/>
                <a:gd name="T79" fmla="*/ 64 h 94"/>
                <a:gd name="T80" fmla="*/ 78 w 94"/>
                <a:gd name="T81" fmla="*/ 62 h 94"/>
                <a:gd name="T82" fmla="*/ 78 w 94"/>
                <a:gd name="T83" fmla="*/ 62 h 94"/>
                <a:gd name="T84" fmla="*/ 80 w 94"/>
                <a:gd name="T85" fmla="*/ 56 h 94"/>
                <a:gd name="T86" fmla="*/ 53 w 94"/>
                <a:gd name="T87" fmla="*/ 35 h 94"/>
                <a:gd name="T88" fmla="*/ 47 w 94"/>
                <a:gd name="T89" fmla="*/ 32 h 94"/>
                <a:gd name="T90" fmla="*/ 50 w 94"/>
                <a:gd name="T91" fmla="*/ 28 h 94"/>
                <a:gd name="T92" fmla="*/ 56 w 94"/>
                <a:gd name="T93" fmla="*/ 30 h 94"/>
                <a:gd name="T94" fmla="*/ 74 w 94"/>
                <a:gd name="T95" fmla="*/ 28 h 94"/>
                <a:gd name="T96" fmla="*/ 71 w 94"/>
                <a:gd name="T97" fmla="*/ 23 h 94"/>
                <a:gd name="T98" fmla="*/ 70 w 94"/>
                <a:gd name="T99" fmla="*/ 22 h 94"/>
                <a:gd name="T100" fmla="*/ 58 w 94"/>
                <a:gd name="T101" fmla="*/ 23 h 94"/>
                <a:gd name="T102" fmla="*/ 55 w 94"/>
                <a:gd name="T103" fmla="*/ 22 h 94"/>
                <a:gd name="T104" fmla="*/ 62 w 94"/>
                <a:gd name="T105" fmla="*/ 16 h 94"/>
                <a:gd name="T106" fmla="*/ 53 w 94"/>
                <a:gd name="T107" fmla="*/ 14 h 94"/>
                <a:gd name="T108" fmla="*/ 49 w 94"/>
                <a:gd name="T109" fmla="*/ 18 h 94"/>
                <a:gd name="T110" fmla="*/ 43 w 94"/>
                <a:gd name="T111" fmla="*/ 13 h 94"/>
                <a:gd name="T112" fmla="*/ 37 w 94"/>
                <a:gd name="T113" fmla="*/ 15 h 94"/>
                <a:gd name="T114" fmla="*/ 35 w 94"/>
                <a:gd name="T115" fmla="*/ 16 h 94"/>
                <a:gd name="T116" fmla="*/ 44 w 94"/>
                <a:gd name="T117" fmla="*/ 24 h 94"/>
                <a:gd name="T118" fmla="*/ 40 w 94"/>
                <a:gd name="T119" fmla="*/ 30 h 94"/>
                <a:gd name="T120" fmla="*/ 20 w 94"/>
                <a:gd name="T121" fmla="*/ 2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4" h="94">
                  <a:moveTo>
                    <a:pt x="6" y="28"/>
                  </a:moveTo>
                  <a:cubicBezTo>
                    <a:pt x="11" y="16"/>
                    <a:pt x="21" y="8"/>
                    <a:pt x="32" y="4"/>
                  </a:cubicBezTo>
                  <a:cubicBezTo>
                    <a:pt x="43" y="0"/>
                    <a:pt x="56" y="1"/>
                    <a:pt x="67" y="6"/>
                  </a:cubicBezTo>
                  <a:cubicBezTo>
                    <a:pt x="78" y="12"/>
                    <a:pt x="86" y="21"/>
                    <a:pt x="90" y="32"/>
                  </a:cubicBezTo>
                  <a:cubicBezTo>
                    <a:pt x="94" y="43"/>
                    <a:pt x="94" y="56"/>
                    <a:pt x="88" y="67"/>
                  </a:cubicBezTo>
                  <a:cubicBezTo>
                    <a:pt x="88" y="67"/>
                    <a:pt x="88" y="67"/>
                    <a:pt x="88" y="67"/>
                  </a:cubicBezTo>
                  <a:cubicBezTo>
                    <a:pt x="83" y="78"/>
                    <a:pt x="73" y="87"/>
                    <a:pt x="62" y="90"/>
                  </a:cubicBezTo>
                  <a:cubicBezTo>
                    <a:pt x="51" y="94"/>
                    <a:pt x="39" y="94"/>
                    <a:pt x="27" y="89"/>
                  </a:cubicBezTo>
                  <a:cubicBezTo>
                    <a:pt x="27" y="89"/>
                    <a:pt x="27" y="89"/>
                    <a:pt x="27" y="89"/>
                  </a:cubicBezTo>
                  <a:cubicBezTo>
                    <a:pt x="16" y="83"/>
                    <a:pt x="8" y="73"/>
                    <a:pt x="4" y="62"/>
                  </a:cubicBezTo>
                  <a:cubicBezTo>
                    <a:pt x="0" y="51"/>
                    <a:pt x="1" y="39"/>
                    <a:pt x="6" y="28"/>
                  </a:cubicBezTo>
                  <a:cubicBezTo>
                    <a:pt x="6" y="28"/>
                    <a:pt x="6" y="28"/>
                    <a:pt x="6" y="28"/>
                  </a:cubicBezTo>
                  <a:close/>
                  <a:moveTo>
                    <a:pt x="20" y="27"/>
                  </a:moveTo>
                  <a:cubicBezTo>
                    <a:pt x="18" y="29"/>
                    <a:pt x="17" y="30"/>
                    <a:pt x="16" y="32"/>
                  </a:cubicBezTo>
                  <a:cubicBezTo>
                    <a:pt x="16" y="32"/>
                    <a:pt x="16" y="32"/>
                    <a:pt x="16" y="32"/>
                  </a:cubicBezTo>
                  <a:cubicBezTo>
                    <a:pt x="16" y="33"/>
                    <a:pt x="15" y="34"/>
                    <a:pt x="15" y="35"/>
                  </a:cubicBezTo>
                  <a:cubicBezTo>
                    <a:pt x="21" y="34"/>
                    <a:pt x="28" y="34"/>
                    <a:pt x="36" y="37"/>
                  </a:cubicBezTo>
                  <a:cubicBezTo>
                    <a:pt x="35" y="38"/>
                    <a:pt x="35" y="39"/>
                    <a:pt x="34" y="40"/>
                  </a:cubicBezTo>
                  <a:cubicBezTo>
                    <a:pt x="33" y="42"/>
                    <a:pt x="32" y="43"/>
                    <a:pt x="32" y="45"/>
                  </a:cubicBezTo>
                  <a:cubicBezTo>
                    <a:pt x="26" y="45"/>
                    <a:pt x="20" y="47"/>
                    <a:pt x="13" y="53"/>
                  </a:cubicBezTo>
                  <a:cubicBezTo>
                    <a:pt x="14" y="55"/>
                    <a:pt x="14" y="57"/>
                    <a:pt x="15" y="59"/>
                  </a:cubicBezTo>
                  <a:cubicBezTo>
                    <a:pt x="15" y="59"/>
                    <a:pt x="15" y="59"/>
                    <a:pt x="15" y="59"/>
                  </a:cubicBezTo>
                  <a:cubicBezTo>
                    <a:pt x="16" y="60"/>
                    <a:pt x="16" y="60"/>
                    <a:pt x="16" y="60"/>
                  </a:cubicBezTo>
                  <a:cubicBezTo>
                    <a:pt x="21" y="56"/>
                    <a:pt x="25" y="54"/>
                    <a:pt x="29" y="54"/>
                  </a:cubicBezTo>
                  <a:cubicBezTo>
                    <a:pt x="27" y="61"/>
                    <a:pt x="26" y="68"/>
                    <a:pt x="26" y="74"/>
                  </a:cubicBezTo>
                  <a:cubicBezTo>
                    <a:pt x="28" y="76"/>
                    <a:pt x="30" y="77"/>
                    <a:pt x="32" y="78"/>
                  </a:cubicBezTo>
                  <a:cubicBezTo>
                    <a:pt x="32" y="78"/>
                    <a:pt x="32" y="78"/>
                    <a:pt x="32" y="78"/>
                  </a:cubicBezTo>
                  <a:cubicBezTo>
                    <a:pt x="33" y="78"/>
                    <a:pt x="33" y="78"/>
                    <a:pt x="33" y="79"/>
                  </a:cubicBezTo>
                  <a:cubicBezTo>
                    <a:pt x="34" y="78"/>
                    <a:pt x="34" y="78"/>
                    <a:pt x="34" y="78"/>
                  </a:cubicBezTo>
                  <a:cubicBezTo>
                    <a:pt x="33" y="72"/>
                    <a:pt x="34" y="64"/>
                    <a:pt x="36" y="55"/>
                  </a:cubicBezTo>
                  <a:cubicBezTo>
                    <a:pt x="41" y="58"/>
                    <a:pt x="44" y="62"/>
                    <a:pt x="48" y="67"/>
                  </a:cubicBezTo>
                  <a:cubicBezTo>
                    <a:pt x="52" y="71"/>
                    <a:pt x="56" y="76"/>
                    <a:pt x="60" y="79"/>
                  </a:cubicBezTo>
                  <a:cubicBezTo>
                    <a:pt x="62" y="78"/>
                    <a:pt x="63" y="78"/>
                    <a:pt x="65" y="77"/>
                  </a:cubicBezTo>
                  <a:cubicBezTo>
                    <a:pt x="66" y="74"/>
                    <a:pt x="66" y="74"/>
                    <a:pt x="66" y="74"/>
                  </a:cubicBezTo>
                  <a:cubicBezTo>
                    <a:pt x="62" y="71"/>
                    <a:pt x="58" y="67"/>
                    <a:pt x="54" y="62"/>
                  </a:cubicBezTo>
                  <a:cubicBezTo>
                    <a:pt x="49" y="56"/>
                    <a:pt x="44" y="51"/>
                    <a:pt x="39" y="48"/>
                  </a:cubicBezTo>
                  <a:cubicBezTo>
                    <a:pt x="40" y="46"/>
                    <a:pt x="40" y="45"/>
                    <a:pt x="41" y="43"/>
                  </a:cubicBezTo>
                  <a:cubicBezTo>
                    <a:pt x="42" y="42"/>
                    <a:pt x="42" y="40"/>
                    <a:pt x="43" y="39"/>
                  </a:cubicBezTo>
                  <a:cubicBezTo>
                    <a:pt x="45" y="40"/>
                    <a:pt x="47" y="41"/>
                    <a:pt x="49" y="42"/>
                  </a:cubicBezTo>
                  <a:cubicBezTo>
                    <a:pt x="61" y="47"/>
                    <a:pt x="71" y="55"/>
                    <a:pt x="77" y="64"/>
                  </a:cubicBezTo>
                  <a:cubicBezTo>
                    <a:pt x="77" y="63"/>
                    <a:pt x="78" y="63"/>
                    <a:pt x="78" y="62"/>
                  </a:cubicBezTo>
                  <a:cubicBezTo>
                    <a:pt x="78" y="62"/>
                    <a:pt x="78" y="62"/>
                    <a:pt x="78" y="62"/>
                  </a:cubicBezTo>
                  <a:cubicBezTo>
                    <a:pt x="79" y="60"/>
                    <a:pt x="80" y="58"/>
                    <a:pt x="80" y="56"/>
                  </a:cubicBezTo>
                  <a:cubicBezTo>
                    <a:pt x="74" y="47"/>
                    <a:pt x="63" y="40"/>
                    <a:pt x="53" y="35"/>
                  </a:cubicBezTo>
                  <a:cubicBezTo>
                    <a:pt x="51" y="34"/>
                    <a:pt x="49" y="33"/>
                    <a:pt x="47" y="32"/>
                  </a:cubicBezTo>
                  <a:cubicBezTo>
                    <a:pt x="48" y="31"/>
                    <a:pt x="49" y="29"/>
                    <a:pt x="50" y="28"/>
                  </a:cubicBezTo>
                  <a:cubicBezTo>
                    <a:pt x="52" y="29"/>
                    <a:pt x="54" y="30"/>
                    <a:pt x="56" y="30"/>
                  </a:cubicBezTo>
                  <a:cubicBezTo>
                    <a:pt x="66" y="32"/>
                    <a:pt x="73" y="28"/>
                    <a:pt x="74" y="28"/>
                  </a:cubicBezTo>
                  <a:cubicBezTo>
                    <a:pt x="71" y="23"/>
                    <a:pt x="71" y="23"/>
                    <a:pt x="71" y="23"/>
                  </a:cubicBezTo>
                  <a:cubicBezTo>
                    <a:pt x="71" y="22"/>
                    <a:pt x="70" y="22"/>
                    <a:pt x="70" y="22"/>
                  </a:cubicBezTo>
                  <a:cubicBezTo>
                    <a:pt x="68" y="22"/>
                    <a:pt x="63" y="24"/>
                    <a:pt x="58" y="23"/>
                  </a:cubicBezTo>
                  <a:cubicBezTo>
                    <a:pt x="57" y="23"/>
                    <a:pt x="56" y="22"/>
                    <a:pt x="55" y="22"/>
                  </a:cubicBezTo>
                  <a:cubicBezTo>
                    <a:pt x="57" y="20"/>
                    <a:pt x="60" y="18"/>
                    <a:pt x="62" y="16"/>
                  </a:cubicBezTo>
                  <a:cubicBezTo>
                    <a:pt x="59" y="15"/>
                    <a:pt x="56" y="14"/>
                    <a:pt x="53" y="14"/>
                  </a:cubicBezTo>
                  <a:cubicBezTo>
                    <a:pt x="52" y="15"/>
                    <a:pt x="50" y="16"/>
                    <a:pt x="49" y="18"/>
                  </a:cubicBezTo>
                  <a:cubicBezTo>
                    <a:pt x="47" y="16"/>
                    <a:pt x="45" y="15"/>
                    <a:pt x="43" y="13"/>
                  </a:cubicBezTo>
                  <a:cubicBezTo>
                    <a:pt x="41" y="14"/>
                    <a:pt x="39" y="14"/>
                    <a:pt x="37" y="15"/>
                  </a:cubicBezTo>
                  <a:cubicBezTo>
                    <a:pt x="35" y="16"/>
                    <a:pt x="35" y="16"/>
                    <a:pt x="35" y="16"/>
                  </a:cubicBezTo>
                  <a:cubicBezTo>
                    <a:pt x="35" y="16"/>
                    <a:pt x="39" y="20"/>
                    <a:pt x="44" y="24"/>
                  </a:cubicBezTo>
                  <a:cubicBezTo>
                    <a:pt x="42" y="26"/>
                    <a:pt x="41" y="28"/>
                    <a:pt x="40" y="30"/>
                  </a:cubicBezTo>
                  <a:cubicBezTo>
                    <a:pt x="33" y="28"/>
                    <a:pt x="26" y="27"/>
                    <a:pt x="20" y="27"/>
                  </a:cubicBezTo>
                  <a:close/>
                </a:path>
              </a:pathLst>
            </a:custGeom>
            <a:grpFill/>
            <a:ln>
              <a:solidFill>
                <a:srgbClr val="2F5597"/>
              </a:solidFill>
            </a:ln>
          </p:spPr>
          <p:txBody>
            <a:bodyPr vert="horz" wrap="square" lIns="91423" tIns="45711" rIns="91423" bIns="4571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27" name="Group 4"/>
          <p:cNvGrpSpPr/>
          <p:nvPr/>
        </p:nvGrpSpPr>
        <p:grpSpPr>
          <a:xfrm>
            <a:off x="1521887" y="3317683"/>
            <a:ext cx="1216841" cy="1216841"/>
            <a:chOff x="1520087" y="3242097"/>
            <a:chExt cx="1217066" cy="1217066"/>
          </a:xfrm>
          <a:noFill/>
        </p:grpSpPr>
        <p:sp>
          <p:nvSpPr>
            <p:cNvPr id="28" name="Oval 55"/>
            <p:cNvSpPr/>
            <p:nvPr/>
          </p:nvSpPr>
          <p:spPr>
            <a:xfrm>
              <a:off x="1520087" y="3242097"/>
              <a:ext cx="1217066" cy="1217066"/>
            </a:xfrm>
            <a:prstGeom prst="ellipse">
              <a:avLst/>
            </a:prstGeom>
            <a:grp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Freeform 64"/>
            <p:cNvSpPr>
              <a:spLocks noEditPoints="1"/>
            </p:cNvSpPr>
            <p:nvPr/>
          </p:nvSpPr>
          <p:spPr bwMode="auto">
            <a:xfrm>
              <a:off x="1892065" y="3591229"/>
              <a:ext cx="460437" cy="536153"/>
            </a:xfrm>
            <a:custGeom>
              <a:avLst/>
              <a:gdLst>
                <a:gd name="T0" fmla="*/ 233 w 233"/>
                <a:gd name="T1" fmla="*/ 118 h 271"/>
                <a:gd name="T2" fmla="*/ 205 w 233"/>
                <a:gd name="T3" fmla="*/ 262 h 271"/>
                <a:gd name="T4" fmla="*/ 200 w 233"/>
                <a:gd name="T5" fmla="*/ 271 h 271"/>
                <a:gd name="T6" fmla="*/ 175 w 233"/>
                <a:gd name="T7" fmla="*/ 262 h 271"/>
                <a:gd name="T8" fmla="*/ 57 w 233"/>
                <a:gd name="T9" fmla="*/ 271 h 271"/>
                <a:gd name="T10" fmla="*/ 32 w 233"/>
                <a:gd name="T11" fmla="*/ 262 h 271"/>
                <a:gd name="T12" fmla="*/ 0 w 233"/>
                <a:gd name="T13" fmla="*/ 234 h 271"/>
                <a:gd name="T14" fmla="*/ 28 w 233"/>
                <a:gd name="T15" fmla="*/ 90 h 271"/>
                <a:gd name="T16" fmla="*/ 56 w 233"/>
                <a:gd name="T17" fmla="*/ 20 h 271"/>
                <a:gd name="T18" fmla="*/ 122 w 233"/>
                <a:gd name="T19" fmla="*/ 0 h 271"/>
                <a:gd name="T20" fmla="*/ 103 w 233"/>
                <a:gd name="T21" fmla="*/ 65 h 271"/>
                <a:gd name="T22" fmla="*/ 61 w 233"/>
                <a:gd name="T23" fmla="*/ 84 h 271"/>
                <a:gd name="T24" fmla="*/ 43 w 233"/>
                <a:gd name="T25" fmla="*/ 31 h 271"/>
                <a:gd name="T26" fmla="*/ 80 w 233"/>
                <a:gd name="T27" fmla="*/ 137 h 271"/>
                <a:gd name="T28" fmla="*/ 55 w 233"/>
                <a:gd name="T29" fmla="*/ 181 h 271"/>
                <a:gd name="T30" fmla="*/ 80 w 233"/>
                <a:gd name="T31" fmla="*/ 137 h 271"/>
                <a:gd name="T32" fmla="*/ 180 w 233"/>
                <a:gd name="T33" fmla="*/ 126 h 271"/>
                <a:gd name="T34" fmla="*/ 214 w 233"/>
                <a:gd name="T35" fmla="*/ 119 h 271"/>
                <a:gd name="T36" fmla="*/ 196 w 233"/>
                <a:gd name="T37" fmla="*/ 205 h 271"/>
                <a:gd name="T38" fmla="*/ 196 w 233"/>
                <a:gd name="T39" fmla="*/ 225 h 271"/>
                <a:gd name="T40" fmla="*/ 196 w 233"/>
                <a:gd name="T41" fmla="*/ 205 h 271"/>
                <a:gd name="T42" fmla="*/ 187 w 233"/>
                <a:gd name="T43" fmla="*/ 185 h 271"/>
                <a:gd name="T44" fmla="*/ 206 w 233"/>
                <a:gd name="T45" fmla="*/ 185 h 271"/>
                <a:gd name="T46" fmla="*/ 180 w 233"/>
                <a:gd name="T47" fmla="*/ 151 h 271"/>
                <a:gd name="T48" fmla="*/ 214 w 233"/>
                <a:gd name="T49" fmla="*/ 158 h 271"/>
                <a:gd name="T50" fmla="*/ 180 w 233"/>
                <a:gd name="T51" fmla="*/ 151 h 271"/>
                <a:gd name="T52" fmla="*/ 180 w 233"/>
                <a:gd name="T53" fmla="*/ 147 h 271"/>
                <a:gd name="T54" fmla="*/ 214 w 233"/>
                <a:gd name="T55" fmla="*/ 141 h 271"/>
                <a:gd name="T56" fmla="*/ 180 w 233"/>
                <a:gd name="T57" fmla="*/ 130 h 271"/>
                <a:gd name="T58" fmla="*/ 214 w 233"/>
                <a:gd name="T59" fmla="*/ 136 h 271"/>
                <a:gd name="T60" fmla="*/ 180 w 233"/>
                <a:gd name="T61" fmla="*/ 130 h 271"/>
                <a:gd name="T62" fmla="*/ 34 w 233"/>
                <a:gd name="T63" fmla="*/ 159 h 271"/>
                <a:gd name="T64" fmla="*/ 71 w 233"/>
                <a:gd name="T65" fmla="*/ 226 h 271"/>
                <a:gd name="T66" fmla="*/ 170 w 233"/>
                <a:gd name="T67" fmla="*/ 189 h 271"/>
                <a:gd name="T68" fmla="*/ 133 w 233"/>
                <a:gd name="T69" fmla="*/ 12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3" h="271">
                  <a:moveTo>
                    <a:pt x="205" y="90"/>
                  </a:moveTo>
                  <a:cubicBezTo>
                    <a:pt x="221" y="90"/>
                    <a:pt x="233" y="103"/>
                    <a:pt x="233" y="118"/>
                  </a:cubicBezTo>
                  <a:cubicBezTo>
                    <a:pt x="233" y="234"/>
                    <a:pt x="233" y="234"/>
                    <a:pt x="233" y="234"/>
                  </a:cubicBezTo>
                  <a:cubicBezTo>
                    <a:pt x="233" y="250"/>
                    <a:pt x="221" y="262"/>
                    <a:pt x="205" y="262"/>
                  </a:cubicBezTo>
                  <a:cubicBezTo>
                    <a:pt x="200" y="262"/>
                    <a:pt x="200" y="262"/>
                    <a:pt x="200" y="262"/>
                  </a:cubicBezTo>
                  <a:cubicBezTo>
                    <a:pt x="200" y="271"/>
                    <a:pt x="200" y="271"/>
                    <a:pt x="200" y="271"/>
                  </a:cubicBezTo>
                  <a:cubicBezTo>
                    <a:pt x="175" y="271"/>
                    <a:pt x="175" y="271"/>
                    <a:pt x="175" y="271"/>
                  </a:cubicBezTo>
                  <a:cubicBezTo>
                    <a:pt x="175" y="262"/>
                    <a:pt x="175" y="262"/>
                    <a:pt x="175" y="262"/>
                  </a:cubicBezTo>
                  <a:cubicBezTo>
                    <a:pt x="57" y="262"/>
                    <a:pt x="57" y="262"/>
                    <a:pt x="57" y="262"/>
                  </a:cubicBezTo>
                  <a:cubicBezTo>
                    <a:pt x="57" y="271"/>
                    <a:pt x="57" y="271"/>
                    <a:pt x="57" y="271"/>
                  </a:cubicBezTo>
                  <a:cubicBezTo>
                    <a:pt x="32" y="271"/>
                    <a:pt x="32" y="271"/>
                    <a:pt x="32" y="271"/>
                  </a:cubicBezTo>
                  <a:cubicBezTo>
                    <a:pt x="32" y="262"/>
                    <a:pt x="32" y="262"/>
                    <a:pt x="32" y="262"/>
                  </a:cubicBezTo>
                  <a:cubicBezTo>
                    <a:pt x="28" y="262"/>
                    <a:pt x="28" y="262"/>
                    <a:pt x="28" y="262"/>
                  </a:cubicBezTo>
                  <a:cubicBezTo>
                    <a:pt x="13" y="262"/>
                    <a:pt x="0" y="250"/>
                    <a:pt x="0" y="234"/>
                  </a:cubicBezTo>
                  <a:cubicBezTo>
                    <a:pt x="0" y="118"/>
                    <a:pt x="0" y="118"/>
                    <a:pt x="0" y="118"/>
                  </a:cubicBezTo>
                  <a:cubicBezTo>
                    <a:pt x="0" y="103"/>
                    <a:pt x="13" y="90"/>
                    <a:pt x="28" y="90"/>
                  </a:cubicBezTo>
                  <a:cubicBezTo>
                    <a:pt x="91" y="90"/>
                    <a:pt x="155" y="90"/>
                    <a:pt x="205" y="90"/>
                  </a:cubicBezTo>
                  <a:close/>
                  <a:moveTo>
                    <a:pt x="56" y="20"/>
                  </a:moveTo>
                  <a:cubicBezTo>
                    <a:pt x="87" y="57"/>
                    <a:pt x="87" y="57"/>
                    <a:pt x="87" y="57"/>
                  </a:cubicBezTo>
                  <a:cubicBezTo>
                    <a:pt x="122" y="0"/>
                    <a:pt x="122" y="0"/>
                    <a:pt x="122" y="0"/>
                  </a:cubicBezTo>
                  <a:cubicBezTo>
                    <a:pt x="137" y="9"/>
                    <a:pt x="137" y="9"/>
                    <a:pt x="137" y="9"/>
                  </a:cubicBezTo>
                  <a:cubicBezTo>
                    <a:pt x="103" y="65"/>
                    <a:pt x="103" y="65"/>
                    <a:pt x="103" y="65"/>
                  </a:cubicBezTo>
                  <a:cubicBezTo>
                    <a:pt x="110" y="69"/>
                    <a:pt x="114" y="76"/>
                    <a:pt x="116" y="84"/>
                  </a:cubicBezTo>
                  <a:cubicBezTo>
                    <a:pt x="61" y="84"/>
                    <a:pt x="61" y="84"/>
                    <a:pt x="61" y="84"/>
                  </a:cubicBezTo>
                  <a:cubicBezTo>
                    <a:pt x="62" y="77"/>
                    <a:pt x="66" y="70"/>
                    <a:pt x="72" y="66"/>
                  </a:cubicBezTo>
                  <a:cubicBezTo>
                    <a:pt x="43" y="31"/>
                    <a:pt x="43" y="31"/>
                    <a:pt x="43" y="31"/>
                  </a:cubicBezTo>
                  <a:cubicBezTo>
                    <a:pt x="56" y="20"/>
                    <a:pt x="56" y="20"/>
                    <a:pt x="56" y="20"/>
                  </a:cubicBezTo>
                  <a:close/>
                  <a:moveTo>
                    <a:pt x="80" y="137"/>
                  </a:moveTo>
                  <a:cubicBezTo>
                    <a:pt x="71" y="132"/>
                    <a:pt x="58" y="137"/>
                    <a:pt x="51" y="149"/>
                  </a:cubicBezTo>
                  <a:cubicBezTo>
                    <a:pt x="44" y="161"/>
                    <a:pt x="46" y="175"/>
                    <a:pt x="55" y="181"/>
                  </a:cubicBezTo>
                  <a:cubicBezTo>
                    <a:pt x="64" y="186"/>
                    <a:pt x="69" y="175"/>
                    <a:pt x="76" y="163"/>
                  </a:cubicBezTo>
                  <a:cubicBezTo>
                    <a:pt x="83" y="151"/>
                    <a:pt x="89" y="142"/>
                    <a:pt x="80" y="137"/>
                  </a:cubicBezTo>
                  <a:close/>
                  <a:moveTo>
                    <a:pt x="180" y="119"/>
                  </a:moveTo>
                  <a:cubicBezTo>
                    <a:pt x="180" y="126"/>
                    <a:pt x="180" y="126"/>
                    <a:pt x="180" y="126"/>
                  </a:cubicBezTo>
                  <a:cubicBezTo>
                    <a:pt x="214" y="126"/>
                    <a:pt x="214" y="126"/>
                    <a:pt x="214" y="126"/>
                  </a:cubicBezTo>
                  <a:cubicBezTo>
                    <a:pt x="214" y="119"/>
                    <a:pt x="214" y="119"/>
                    <a:pt x="214" y="119"/>
                  </a:cubicBezTo>
                  <a:cubicBezTo>
                    <a:pt x="180" y="119"/>
                    <a:pt x="180" y="119"/>
                    <a:pt x="180" y="119"/>
                  </a:cubicBezTo>
                  <a:close/>
                  <a:moveTo>
                    <a:pt x="196" y="205"/>
                  </a:moveTo>
                  <a:cubicBezTo>
                    <a:pt x="191" y="205"/>
                    <a:pt x="187" y="210"/>
                    <a:pt x="187" y="215"/>
                  </a:cubicBezTo>
                  <a:cubicBezTo>
                    <a:pt x="187" y="220"/>
                    <a:pt x="191" y="225"/>
                    <a:pt x="196" y="225"/>
                  </a:cubicBezTo>
                  <a:cubicBezTo>
                    <a:pt x="202" y="225"/>
                    <a:pt x="206" y="220"/>
                    <a:pt x="206" y="215"/>
                  </a:cubicBezTo>
                  <a:cubicBezTo>
                    <a:pt x="206" y="210"/>
                    <a:pt x="202" y="205"/>
                    <a:pt x="196" y="205"/>
                  </a:cubicBezTo>
                  <a:close/>
                  <a:moveTo>
                    <a:pt x="196" y="176"/>
                  </a:moveTo>
                  <a:cubicBezTo>
                    <a:pt x="191" y="176"/>
                    <a:pt x="187" y="180"/>
                    <a:pt x="187" y="185"/>
                  </a:cubicBezTo>
                  <a:cubicBezTo>
                    <a:pt x="187" y="191"/>
                    <a:pt x="191" y="195"/>
                    <a:pt x="196" y="195"/>
                  </a:cubicBezTo>
                  <a:cubicBezTo>
                    <a:pt x="202" y="195"/>
                    <a:pt x="206" y="191"/>
                    <a:pt x="206" y="185"/>
                  </a:cubicBezTo>
                  <a:cubicBezTo>
                    <a:pt x="206" y="180"/>
                    <a:pt x="202" y="176"/>
                    <a:pt x="196" y="176"/>
                  </a:cubicBezTo>
                  <a:close/>
                  <a:moveTo>
                    <a:pt x="180" y="151"/>
                  </a:moveTo>
                  <a:cubicBezTo>
                    <a:pt x="180" y="158"/>
                    <a:pt x="180" y="158"/>
                    <a:pt x="180" y="158"/>
                  </a:cubicBezTo>
                  <a:cubicBezTo>
                    <a:pt x="214" y="158"/>
                    <a:pt x="214" y="158"/>
                    <a:pt x="214" y="158"/>
                  </a:cubicBezTo>
                  <a:cubicBezTo>
                    <a:pt x="214" y="151"/>
                    <a:pt x="214" y="151"/>
                    <a:pt x="214" y="151"/>
                  </a:cubicBezTo>
                  <a:cubicBezTo>
                    <a:pt x="180" y="151"/>
                    <a:pt x="180" y="151"/>
                    <a:pt x="180" y="151"/>
                  </a:cubicBezTo>
                  <a:close/>
                  <a:moveTo>
                    <a:pt x="180" y="141"/>
                  </a:moveTo>
                  <a:cubicBezTo>
                    <a:pt x="180" y="147"/>
                    <a:pt x="180" y="147"/>
                    <a:pt x="180" y="147"/>
                  </a:cubicBezTo>
                  <a:cubicBezTo>
                    <a:pt x="214" y="147"/>
                    <a:pt x="214" y="147"/>
                    <a:pt x="214" y="147"/>
                  </a:cubicBezTo>
                  <a:cubicBezTo>
                    <a:pt x="214" y="141"/>
                    <a:pt x="214" y="141"/>
                    <a:pt x="214" y="141"/>
                  </a:cubicBezTo>
                  <a:cubicBezTo>
                    <a:pt x="180" y="141"/>
                    <a:pt x="180" y="141"/>
                    <a:pt x="180" y="141"/>
                  </a:cubicBezTo>
                  <a:close/>
                  <a:moveTo>
                    <a:pt x="180" y="130"/>
                  </a:moveTo>
                  <a:cubicBezTo>
                    <a:pt x="180" y="136"/>
                    <a:pt x="180" y="136"/>
                    <a:pt x="180" y="136"/>
                  </a:cubicBezTo>
                  <a:cubicBezTo>
                    <a:pt x="214" y="136"/>
                    <a:pt x="214" y="136"/>
                    <a:pt x="214" y="136"/>
                  </a:cubicBezTo>
                  <a:cubicBezTo>
                    <a:pt x="214" y="130"/>
                    <a:pt x="214" y="130"/>
                    <a:pt x="214" y="130"/>
                  </a:cubicBezTo>
                  <a:cubicBezTo>
                    <a:pt x="180" y="130"/>
                    <a:pt x="180" y="130"/>
                    <a:pt x="180" y="130"/>
                  </a:cubicBezTo>
                  <a:close/>
                  <a:moveTo>
                    <a:pt x="71" y="122"/>
                  </a:moveTo>
                  <a:cubicBezTo>
                    <a:pt x="51" y="122"/>
                    <a:pt x="34" y="139"/>
                    <a:pt x="34" y="159"/>
                  </a:cubicBezTo>
                  <a:cubicBezTo>
                    <a:pt x="34" y="189"/>
                    <a:pt x="34" y="189"/>
                    <a:pt x="34" y="189"/>
                  </a:cubicBezTo>
                  <a:cubicBezTo>
                    <a:pt x="34" y="210"/>
                    <a:pt x="51" y="226"/>
                    <a:pt x="71" y="226"/>
                  </a:cubicBezTo>
                  <a:cubicBezTo>
                    <a:pt x="133" y="226"/>
                    <a:pt x="133" y="226"/>
                    <a:pt x="133" y="226"/>
                  </a:cubicBezTo>
                  <a:cubicBezTo>
                    <a:pt x="153" y="226"/>
                    <a:pt x="170" y="210"/>
                    <a:pt x="170" y="189"/>
                  </a:cubicBezTo>
                  <a:cubicBezTo>
                    <a:pt x="170" y="159"/>
                    <a:pt x="170" y="159"/>
                    <a:pt x="170" y="159"/>
                  </a:cubicBezTo>
                  <a:cubicBezTo>
                    <a:pt x="170" y="139"/>
                    <a:pt x="153" y="122"/>
                    <a:pt x="133" y="122"/>
                  </a:cubicBezTo>
                  <a:lnTo>
                    <a:pt x="71" y="122"/>
                  </a:lnTo>
                  <a:close/>
                </a:path>
              </a:pathLst>
            </a:custGeom>
            <a:grpFill/>
            <a:ln>
              <a:solidFill>
                <a:srgbClr val="2F5597"/>
              </a:solidFill>
            </a:ln>
          </p:spPr>
          <p:txBody>
            <a:bodyPr vert="horz" wrap="square" lIns="91423" tIns="45711" rIns="91423" bIns="4571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prstClr val="black"/>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30" name="Rectangle 85"/>
          <p:cNvSpPr/>
          <p:nvPr/>
        </p:nvSpPr>
        <p:spPr>
          <a:xfrm>
            <a:off x="669795" y="4857816"/>
            <a:ext cx="2908351" cy="460375"/>
          </a:xfrm>
          <a:prstGeom prst="rect">
            <a:avLst/>
          </a:prstGeom>
        </p:spPr>
        <p:txBody>
          <a:bodyPr wrap="square">
            <a:spAutoFit/>
          </a:bodyPr>
          <a:lstStyle/>
          <a:p>
            <a:pPr algn="just"/>
            <a:r>
              <a:rPr lang="zh-CN" altLang="en-US" sz="1200" dirty="0">
                <a:solidFill>
                  <a:schemeClr val="bg1">
                    <a:lumMod val="65000"/>
                  </a:schemeClr>
                </a:solidFill>
                <a:latin typeface="微软雅黑" panose="020B0503020204020204" pitchFamily="34" charset="-122"/>
                <a:ea typeface="微软雅黑" panose="020B0503020204020204" pitchFamily="34" charset="-122"/>
              </a:rPr>
              <a:t>点击输入简要文字介绍，文字内容需，言简意赅的说明分项内容</a:t>
            </a:r>
            <a:r>
              <a:rPr lang="en-US" altLang="zh-CN" sz="12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200" dirty="0">
                <a:solidFill>
                  <a:schemeClr val="bg1">
                    <a:lumMod val="65000"/>
                  </a:schemeClr>
                </a:solidFill>
                <a:latin typeface="微软雅黑" panose="020B0503020204020204" pitchFamily="34" charset="-122"/>
                <a:ea typeface="微软雅黑" panose="020B0503020204020204" pitchFamily="34" charset="-122"/>
              </a:rPr>
              <a:t>。</a:t>
            </a:r>
            <a:endParaRPr lang="en-US" altLang="zh-CN" sz="12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31" name="Rectangle 86"/>
          <p:cNvSpPr/>
          <p:nvPr/>
        </p:nvSpPr>
        <p:spPr>
          <a:xfrm>
            <a:off x="8609421" y="4857816"/>
            <a:ext cx="2908351" cy="460375"/>
          </a:xfrm>
          <a:prstGeom prst="rect">
            <a:avLst/>
          </a:prstGeom>
        </p:spPr>
        <p:txBody>
          <a:bodyPr wrap="square">
            <a:spAutoFit/>
          </a:bodyPr>
          <a:lstStyle/>
          <a:p>
            <a:pPr algn="just"/>
            <a:r>
              <a:rPr lang="zh-CN" altLang="en-US" sz="1200" dirty="0">
                <a:solidFill>
                  <a:schemeClr val="bg1">
                    <a:lumMod val="65000"/>
                  </a:schemeClr>
                </a:solidFill>
                <a:latin typeface="微软雅黑" panose="020B0503020204020204" pitchFamily="34" charset="-122"/>
                <a:ea typeface="微软雅黑" panose="020B0503020204020204" pitchFamily="34" charset="-122"/>
              </a:rPr>
              <a:t>点击输入简要文字介绍，文字内容需，言简意赅的说明分项内容</a:t>
            </a:r>
            <a:r>
              <a:rPr lang="en-US" altLang="zh-CN" sz="12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200" dirty="0">
                <a:solidFill>
                  <a:schemeClr val="bg1">
                    <a:lumMod val="65000"/>
                  </a:schemeClr>
                </a:solidFill>
                <a:latin typeface="微软雅黑" panose="020B0503020204020204" pitchFamily="34" charset="-122"/>
                <a:ea typeface="微软雅黑" panose="020B0503020204020204" pitchFamily="34" charset="-122"/>
              </a:rPr>
              <a:t>。</a:t>
            </a:r>
            <a:endParaRPr lang="en-US" altLang="zh-CN" sz="12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32" name="Rectangle 87"/>
          <p:cNvSpPr/>
          <p:nvPr/>
        </p:nvSpPr>
        <p:spPr>
          <a:xfrm>
            <a:off x="4642777" y="4857816"/>
            <a:ext cx="2908351" cy="460375"/>
          </a:xfrm>
          <a:prstGeom prst="rect">
            <a:avLst/>
          </a:prstGeom>
        </p:spPr>
        <p:txBody>
          <a:bodyPr wrap="square">
            <a:spAutoFit/>
          </a:bodyPr>
          <a:lstStyle/>
          <a:p>
            <a:pPr algn="just"/>
            <a:r>
              <a:rPr lang="zh-CN" altLang="en-US" sz="1200" dirty="0">
                <a:solidFill>
                  <a:schemeClr val="bg1">
                    <a:lumMod val="65000"/>
                  </a:schemeClr>
                </a:solidFill>
                <a:latin typeface="微软雅黑" panose="020B0503020204020204" pitchFamily="34" charset="-122"/>
                <a:ea typeface="微软雅黑" panose="020B0503020204020204" pitchFamily="34" charset="-122"/>
              </a:rPr>
              <a:t>点击输入简要文字介绍，文字内容需，言简意赅的说明分项内容</a:t>
            </a:r>
            <a:r>
              <a:rPr lang="en-US" altLang="zh-CN" sz="12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200" dirty="0">
                <a:solidFill>
                  <a:schemeClr val="bg1">
                    <a:lumMod val="65000"/>
                  </a:schemeClr>
                </a:solidFill>
                <a:latin typeface="微软雅黑" panose="020B0503020204020204" pitchFamily="34" charset="-122"/>
                <a:ea typeface="微软雅黑" panose="020B0503020204020204" pitchFamily="34" charset="-122"/>
              </a:rPr>
              <a:t>。</a:t>
            </a:r>
            <a:endParaRPr lang="en-US" altLang="zh-CN" sz="12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33" name="Rectangle 88"/>
          <p:cNvSpPr/>
          <p:nvPr/>
        </p:nvSpPr>
        <p:spPr>
          <a:xfrm>
            <a:off x="6626099" y="2453786"/>
            <a:ext cx="2908351" cy="460375"/>
          </a:xfrm>
          <a:prstGeom prst="rect">
            <a:avLst/>
          </a:prstGeom>
        </p:spPr>
        <p:txBody>
          <a:bodyPr wrap="square">
            <a:spAutoFit/>
          </a:bodyPr>
          <a:lstStyle/>
          <a:p>
            <a:pPr algn="just"/>
            <a:r>
              <a:rPr lang="zh-CN" altLang="en-US" sz="1200" dirty="0">
                <a:solidFill>
                  <a:schemeClr val="bg1">
                    <a:lumMod val="65000"/>
                  </a:schemeClr>
                </a:solidFill>
                <a:latin typeface="微软雅黑" panose="020B0503020204020204" pitchFamily="34" charset="-122"/>
                <a:ea typeface="微软雅黑" panose="020B0503020204020204" pitchFamily="34" charset="-122"/>
              </a:rPr>
              <a:t>点击输入简要文字介绍，文字内容需，言简意赅的说明分项内容</a:t>
            </a:r>
            <a:r>
              <a:rPr lang="en-US" altLang="zh-CN" sz="12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200" dirty="0">
                <a:solidFill>
                  <a:schemeClr val="bg1">
                    <a:lumMod val="65000"/>
                  </a:schemeClr>
                </a:solidFill>
                <a:latin typeface="微软雅黑" panose="020B0503020204020204" pitchFamily="34" charset="-122"/>
                <a:ea typeface="微软雅黑" panose="020B0503020204020204" pitchFamily="34" charset="-122"/>
              </a:rPr>
              <a:t>。</a:t>
            </a:r>
            <a:endParaRPr lang="en-US" altLang="zh-CN" sz="12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34" name="Rectangle 89"/>
          <p:cNvSpPr/>
          <p:nvPr/>
        </p:nvSpPr>
        <p:spPr>
          <a:xfrm>
            <a:off x="2653937" y="2453786"/>
            <a:ext cx="2908351" cy="460375"/>
          </a:xfrm>
          <a:prstGeom prst="rect">
            <a:avLst/>
          </a:prstGeom>
        </p:spPr>
        <p:txBody>
          <a:bodyPr wrap="square">
            <a:spAutoFit/>
          </a:bodyPr>
          <a:lstStyle/>
          <a:p>
            <a:pPr algn="just"/>
            <a:r>
              <a:rPr lang="zh-CN" altLang="en-US" sz="1200" dirty="0">
                <a:solidFill>
                  <a:schemeClr val="bg1">
                    <a:lumMod val="65000"/>
                  </a:schemeClr>
                </a:solidFill>
                <a:latin typeface="微软雅黑" panose="020B0503020204020204" pitchFamily="34" charset="-122"/>
                <a:ea typeface="微软雅黑" panose="020B0503020204020204" pitchFamily="34" charset="-122"/>
              </a:rPr>
              <a:t>点击输入简要文字介绍，文字内容需，言简意赅的说明分项内容</a:t>
            </a:r>
            <a:r>
              <a:rPr lang="en-US" altLang="zh-CN" sz="12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200" dirty="0">
                <a:solidFill>
                  <a:schemeClr val="bg1">
                    <a:lumMod val="65000"/>
                  </a:schemeClr>
                </a:solidFill>
                <a:latin typeface="微软雅黑" panose="020B0503020204020204" pitchFamily="34" charset="-122"/>
                <a:ea typeface="微软雅黑" panose="020B0503020204020204" pitchFamily="34" charset="-122"/>
              </a:rPr>
              <a:t>。</a:t>
            </a:r>
            <a:endParaRPr lang="en-US" altLang="zh-CN" sz="120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p:cTn id="11" dur="500" fill="hold"/>
                                        <p:tgtEl>
                                          <p:spTgt spid="27"/>
                                        </p:tgtEl>
                                        <p:attrNameLst>
                                          <p:attrName>ppt_w</p:attrName>
                                        </p:attrNameLst>
                                      </p:cBhvr>
                                      <p:tavLst>
                                        <p:tav tm="0">
                                          <p:val>
                                            <p:fltVal val="0"/>
                                          </p:val>
                                        </p:tav>
                                        <p:tav tm="100000">
                                          <p:val>
                                            <p:strVal val="#ppt_w"/>
                                          </p:val>
                                        </p:tav>
                                      </p:tavLst>
                                    </p:anim>
                                    <p:anim calcmode="lin" valueType="num">
                                      <p:cBhvr>
                                        <p:cTn id="12" dur="500" fill="hold"/>
                                        <p:tgtEl>
                                          <p:spTgt spid="27"/>
                                        </p:tgtEl>
                                        <p:attrNameLst>
                                          <p:attrName>ppt_h</p:attrName>
                                        </p:attrNameLst>
                                      </p:cBhvr>
                                      <p:tavLst>
                                        <p:tav tm="0">
                                          <p:val>
                                            <p:fltVal val="0"/>
                                          </p:val>
                                        </p:tav>
                                        <p:tav tm="100000">
                                          <p:val>
                                            <p:strVal val="#ppt_h"/>
                                          </p:val>
                                        </p:tav>
                                      </p:tavLst>
                                    </p:anim>
                                    <p:animEffect transition="in" filter="fade">
                                      <p:cBhvr>
                                        <p:cTn id="13" dur="500"/>
                                        <p:tgtEl>
                                          <p:spTgt spid="27"/>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p:cTn id="21" dur="500" fill="hold"/>
                                        <p:tgtEl>
                                          <p:spTgt spid="21"/>
                                        </p:tgtEl>
                                        <p:attrNameLst>
                                          <p:attrName>ppt_w</p:attrName>
                                        </p:attrNameLst>
                                      </p:cBhvr>
                                      <p:tavLst>
                                        <p:tav tm="0">
                                          <p:val>
                                            <p:fltVal val="0"/>
                                          </p:val>
                                        </p:tav>
                                        <p:tav tm="100000">
                                          <p:val>
                                            <p:strVal val="#ppt_w"/>
                                          </p:val>
                                        </p:tav>
                                      </p:tavLst>
                                    </p:anim>
                                    <p:anim calcmode="lin" valueType="num">
                                      <p:cBhvr>
                                        <p:cTn id="22" dur="500" fill="hold"/>
                                        <p:tgtEl>
                                          <p:spTgt spid="21"/>
                                        </p:tgtEl>
                                        <p:attrNameLst>
                                          <p:attrName>ppt_h</p:attrName>
                                        </p:attrNameLst>
                                      </p:cBhvr>
                                      <p:tavLst>
                                        <p:tav tm="0">
                                          <p:val>
                                            <p:fltVal val="0"/>
                                          </p:val>
                                        </p:tav>
                                        <p:tav tm="100000">
                                          <p:val>
                                            <p:strVal val="#ppt_h"/>
                                          </p:val>
                                        </p:tav>
                                      </p:tavLst>
                                    </p:anim>
                                    <p:animEffect transition="in" filter="fade">
                                      <p:cBhvr>
                                        <p:cTn id="23" dur="500"/>
                                        <p:tgtEl>
                                          <p:spTgt spid="21"/>
                                        </p:tgtEl>
                                      </p:cBhvr>
                                    </p:animEffect>
                                  </p:childTnLst>
                                </p:cTn>
                              </p:par>
                            </p:childTnLst>
                          </p:cTn>
                        </p:par>
                        <p:par>
                          <p:cTn id="24" fill="hold">
                            <p:stCondLst>
                              <p:cond delay="2000"/>
                            </p:stCondLst>
                            <p:childTnLst>
                              <p:par>
                                <p:cTn id="25" presetID="10" presetClass="entr" presetSubtype="0"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par>
                          <p:cTn id="28" fill="hold">
                            <p:stCondLst>
                              <p:cond delay="2500"/>
                            </p:stCondLst>
                            <p:childTnLst>
                              <p:par>
                                <p:cTn id="29" presetID="53" presetClass="entr" presetSubtype="16" fill="hold" nodeType="after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p:cTn id="31" dur="500" fill="hold"/>
                                        <p:tgtEl>
                                          <p:spTgt spid="24"/>
                                        </p:tgtEl>
                                        <p:attrNameLst>
                                          <p:attrName>ppt_w</p:attrName>
                                        </p:attrNameLst>
                                      </p:cBhvr>
                                      <p:tavLst>
                                        <p:tav tm="0">
                                          <p:val>
                                            <p:fltVal val="0"/>
                                          </p:val>
                                        </p:tav>
                                        <p:tav tm="100000">
                                          <p:val>
                                            <p:strVal val="#ppt_w"/>
                                          </p:val>
                                        </p:tav>
                                      </p:tavLst>
                                    </p:anim>
                                    <p:anim calcmode="lin" valueType="num">
                                      <p:cBhvr>
                                        <p:cTn id="32" dur="500" fill="hold"/>
                                        <p:tgtEl>
                                          <p:spTgt spid="24"/>
                                        </p:tgtEl>
                                        <p:attrNameLst>
                                          <p:attrName>ppt_h</p:attrName>
                                        </p:attrNameLst>
                                      </p:cBhvr>
                                      <p:tavLst>
                                        <p:tav tm="0">
                                          <p:val>
                                            <p:fltVal val="0"/>
                                          </p:val>
                                        </p:tav>
                                        <p:tav tm="100000">
                                          <p:val>
                                            <p:strVal val="#ppt_h"/>
                                          </p:val>
                                        </p:tav>
                                      </p:tavLst>
                                    </p:anim>
                                    <p:animEffect transition="in" filter="fade">
                                      <p:cBhvr>
                                        <p:cTn id="33" dur="500"/>
                                        <p:tgtEl>
                                          <p:spTgt spid="24"/>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childTnLst>
                          </p:cTn>
                        </p:par>
                        <p:par>
                          <p:cTn id="38" fill="hold">
                            <p:stCondLst>
                              <p:cond delay="3500"/>
                            </p:stCondLst>
                            <p:childTnLst>
                              <p:par>
                                <p:cTn id="39" presetID="53" presetClass="entr" presetSubtype="16"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p:cTn id="41" dur="500" fill="hold"/>
                                        <p:tgtEl>
                                          <p:spTgt spid="15"/>
                                        </p:tgtEl>
                                        <p:attrNameLst>
                                          <p:attrName>ppt_w</p:attrName>
                                        </p:attrNameLst>
                                      </p:cBhvr>
                                      <p:tavLst>
                                        <p:tav tm="0">
                                          <p:val>
                                            <p:fltVal val="0"/>
                                          </p:val>
                                        </p:tav>
                                        <p:tav tm="100000">
                                          <p:val>
                                            <p:strVal val="#ppt_w"/>
                                          </p:val>
                                        </p:tav>
                                      </p:tavLst>
                                    </p:anim>
                                    <p:anim calcmode="lin" valueType="num">
                                      <p:cBhvr>
                                        <p:cTn id="42" dur="500" fill="hold"/>
                                        <p:tgtEl>
                                          <p:spTgt spid="15"/>
                                        </p:tgtEl>
                                        <p:attrNameLst>
                                          <p:attrName>ppt_h</p:attrName>
                                        </p:attrNameLst>
                                      </p:cBhvr>
                                      <p:tavLst>
                                        <p:tav tm="0">
                                          <p:val>
                                            <p:fltVal val="0"/>
                                          </p:val>
                                        </p:tav>
                                        <p:tav tm="100000">
                                          <p:val>
                                            <p:strVal val="#ppt_h"/>
                                          </p:val>
                                        </p:tav>
                                      </p:tavLst>
                                    </p:anim>
                                    <p:animEffect transition="in" filter="fade">
                                      <p:cBhvr>
                                        <p:cTn id="43" dur="500"/>
                                        <p:tgtEl>
                                          <p:spTgt spid="15"/>
                                        </p:tgtEl>
                                      </p:cBhvr>
                                    </p:animEffect>
                                  </p:childTnLst>
                                </p:cTn>
                              </p:par>
                            </p:childTnLst>
                          </p:cTn>
                        </p:par>
                        <p:par>
                          <p:cTn id="44" fill="hold">
                            <p:stCondLst>
                              <p:cond delay="4000"/>
                            </p:stCondLst>
                            <p:childTnLst>
                              <p:par>
                                <p:cTn id="45" presetID="10" presetClass="entr" presetSubtype="0"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childTnLst>
                          </p:cTn>
                        </p:par>
                        <p:par>
                          <p:cTn id="48" fill="hold">
                            <p:stCondLst>
                              <p:cond delay="4500"/>
                            </p:stCondLst>
                            <p:childTnLst>
                              <p:par>
                                <p:cTn id="49" presetID="53" presetClass="entr" presetSubtype="16" fill="hold" nodeType="after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p:cTn id="51" dur="500" fill="hold"/>
                                        <p:tgtEl>
                                          <p:spTgt spid="18"/>
                                        </p:tgtEl>
                                        <p:attrNameLst>
                                          <p:attrName>ppt_w</p:attrName>
                                        </p:attrNameLst>
                                      </p:cBhvr>
                                      <p:tavLst>
                                        <p:tav tm="0">
                                          <p:val>
                                            <p:fltVal val="0"/>
                                          </p:val>
                                        </p:tav>
                                        <p:tav tm="100000">
                                          <p:val>
                                            <p:strVal val="#ppt_w"/>
                                          </p:val>
                                        </p:tav>
                                      </p:tavLst>
                                    </p:anim>
                                    <p:anim calcmode="lin" valueType="num">
                                      <p:cBhvr>
                                        <p:cTn id="52" dur="500" fill="hold"/>
                                        <p:tgtEl>
                                          <p:spTgt spid="18"/>
                                        </p:tgtEl>
                                        <p:attrNameLst>
                                          <p:attrName>ppt_h</p:attrName>
                                        </p:attrNameLst>
                                      </p:cBhvr>
                                      <p:tavLst>
                                        <p:tav tm="0">
                                          <p:val>
                                            <p:fltVal val="0"/>
                                          </p:val>
                                        </p:tav>
                                        <p:tav tm="100000">
                                          <p:val>
                                            <p:strVal val="#ppt_h"/>
                                          </p:val>
                                        </p:tav>
                                      </p:tavLst>
                                    </p:anim>
                                    <p:animEffect transition="in" filter="fade">
                                      <p:cBhvr>
                                        <p:cTn id="53" dur="500"/>
                                        <p:tgtEl>
                                          <p:spTgt spid="18"/>
                                        </p:tgtEl>
                                      </p:cBhvr>
                                    </p:animEffect>
                                  </p:childTnLst>
                                </p:cTn>
                              </p:par>
                            </p:childTnLst>
                          </p:cTn>
                        </p:par>
                        <p:par>
                          <p:cTn id="54" fill="hold">
                            <p:stCondLst>
                              <p:cond delay="5000"/>
                            </p:stCondLst>
                            <p:childTnLst>
                              <p:par>
                                <p:cTn id="55" presetID="10" presetClass="entr" presetSubtype="0" fill="hold" grpId="0" nodeType="after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P spid="3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图片占位符 8"/>
          <p:cNvPicPr>
            <a:picLocks noGrp="1" noChangeAspect="1"/>
          </p:cNvPicPr>
          <p:nvPr>
            <p:ph type="pic" sz="quarter" idx="11"/>
          </p:nvPr>
        </p:nvPicPr>
        <p:blipFill>
          <a:blip r:embed="rId5" cstate="print">
            <a:extLst>
              <a:ext uri="{28A0092B-C50C-407E-A947-70E740481C1C}">
                <a14:useLocalDpi xmlns:a14="http://schemas.microsoft.com/office/drawing/2010/main" val="0"/>
              </a:ext>
            </a:extLst>
          </a:blip>
          <a:srcRect l="17899" r="17899"/>
          <a:stretch>
            <a:fillRect/>
          </a:stretch>
        </p:blipFill>
        <p:spPr/>
      </p:pic>
      <p:sp>
        <p:nvSpPr>
          <p:cNvPr id="5" name="MH_Text_1"/>
          <p:cNvSpPr/>
          <p:nvPr>
            <p:custDataLst>
              <p:tags r:id="rId2"/>
            </p:custDataLst>
          </p:nvPr>
        </p:nvSpPr>
        <p:spPr>
          <a:xfrm>
            <a:off x="4056380" y="1722755"/>
            <a:ext cx="6607175" cy="4421505"/>
          </a:xfrm>
          <a:prstGeom prst="rect">
            <a:avLst/>
          </a:prstGeom>
          <a:solidFill>
            <a:srgbClr val="2F5597"/>
          </a:solidFill>
          <a:ln w="952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anchor="ctr">
            <a:normAutofit/>
          </a:bodyPr>
          <a:lstStyle/>
          <a:p>
            <a:pPr algn="ctr">
              <a:lnSpc>
                <a:spcPct val="150000"/>
              </a:lnSpc>
              <a:spcBef>
                <a:spcPts val="600"/>
              </a:spcBef>
              <a:defRPr/>
            </a:pPr>
            <a:endParaRPr lang="en-US" altLang="zh-CN" sz="1400" dirty="0">
              <a:solidFill>
                <a:schemeClr val="accent1">
                  <a:lumMod val="75000"/>
                </a:schemeClr>
              </a:solidFill>
            </a:endParaRPr>
          </a:p>
        </p:txBody>
      </p:sp>
      <p:sp>
        <p:nvSpPr>
          <p:cNvPr id="6" name="文本框 5"/>
          <p:cNvSpPr txBox="1"/>
          <p:nvPr/>
        </p:nvSpPr>
        <p:spPr>
          <a:xfrm>
            <a:off x="4521200" y="2676525"/>
            <a:ext cx="3149600" cy="1938020"/>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600" dirty="0" smtClean="0">
                <a:solidFill>
                  <a:schemeClr val="bg1"/>
                </a:solidFill>
                <a:latin typeface="Century Gothic" panose="020B0502020202020204" charset="0"/>
              </a:rPr>
              <a:t>没有完美的个人</a:t>
            </a:r>
          </a:p>
          <a:p>
            <a:pPr>
              <a:lnSpc>
                <a:spcPct val="150000"/>
              </a:lnSpc>
            </a:pPr>
            <a:r>
              <a:rPr lang="zh-CN" altLang="en-US" sz="1600" dirty="0" smtClean="0">
                <a:solidFill>
                  <a:schemeClr val="bg1"/>
                </a:solidFill>
                <a:latin typeface="Century Gothic" panose="020B0502020202020204" charset="0"/>
              </a:rPr>
              <a:t>只有完美的团队</a:t>
            </a:r>
          </a:p>
          <a:p>
            <a:pPr>
              <a:lnSpc>
                <a:spcPct val="150000"/>
              </a:lnSpc>
            </a:pPr>
            <a:r>
              <a:rPr lang="zh-CN" altLang="en-US" sz="1600" dirty="0" smtClean="0">
                <a:solidFill>
                  <a:schemeClr val="bg1"/>
                </a:solidFill>
                <a:latin typeface="Century Gothic" panose="020B0502020202020204" charset="0"/>
              </a:rPr>
              <a:t>雁行理论造就团队凝聚力</a:t>
            </a:r>
          </a:p>
          <a:p>
            <a:pPr>
              <a:lnSpc>
                <a:spcPct val="150000"/>
              </a:lnSpc>
            </a:pPr>
            <a:r>
              <a:rPr lang="zh-CN" altLang="en-US" sz="1600" dirty="0" smtClean="0">
                <a:solidFill>
                  <a:schemeClr val="bg1"/>
                </a:solidFill>
                <a:latin typeface="Century Gothic" panose="020B0502020202020204" charset="0"/>
              </a:rPr>
              <a:t>团队作战不能出力</a:t>
            </a:r>
          </a:p>
          <a:p>
            <a:pPr>
              <a:lnSpc>
                <a:spcPct val="150000"/>
              </a:lnSpc>
            </a:pPr>
            <a:r>
              <a:rPr lang="zh-CN" altLang="en-US" sz="1600" dirty="0" smtClean="0">
                <a:solidFill>
                  <a:schemeClr val="bg1"/>
                </a:solidFill>
                <a:latin typeface="Century Gothic" panose="020B0502020202020204" charset="0"/>
              </a:rPr>
              <a:t>个人作战没有能力</a:t>
            </a:r>
          </a:p>
        </p:txBody>
      </p:sp>
      <p:pic>
        <p:nvPicPr>
          <p:cNvPr id="7" name="图片占位符 6" descr="船"/>
          <p:cNvPicPr>
            <a:picLocks noGrp="1" noChangeAspect="1"/>
          </p:cNvPicPr>
          <p:nvPr>
            <p:ph type="pic" sz="quarter" idx="12"/>
          </p:nvPr>
        </p:nvPicPr>
        <p:blipFill>
          <a:blip r:embed="rId6"/>
          <a:stretch>
            <a:fillRect/>
          </a:stretch>
        </p:blipFill>
        <p:spPr>
          <a:xfrm>
            <a:off x="5883275" y="1665605"/>
            <a:ext cx="4780280" cy="4421505"/>
          </a:xfrm>
          <a:prstGeom prst="rect">
            <a:avLst/>
          </a:prstGeom>
        </p:spPr>
      </p:pic>
      <p:grpSp>
        <p:nvGrpSpPr>
          <p:cNvPr id="8" name="组合 7"/>
          <p:cNvGrpSpPr/>
          <p:nvPr/>
        </p:nvGrpSpPr>
        <p:grpSpPr>
          <a:xfrm>
            <a:off x="1905" y="156845"/>
            <a:ext cx="12188190" cy="835660"/>
            <a:chOff x="0" y="298740"/>
            <a:chExt cx="12190413" cy="835572"/>
          </a:xfrm>
          <a:solidFill>
            <a:srgbClr val="2F5597"/>
          </a:solidFill>
        </p:grpSpPr>
        <p:sp>
          <p:nvSpPr>
            <p:cNvPr id="11" name="矩形 10"/>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05" y="156845"/>
            <a:ext cx="12188190" cy="835660"/>
            <a:chOff x="0" y="298740"/>
            <a:chExt cx="12190413" cy="835572"/>
          </a:xfrm>
          <a:solidFill>
            <a:srgbClr val="2F5597"/>
          </a:solidFill>
        </p:grpSpPr>
        <p:sp>
          <p:nvSpPr>
            <p:cNvPr id="2" name="矩形 1"/>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sp>
        <p:nvSpPr>
          <p:cNvPr id="7" name="Rectangle 74"/>
          <p:cNvSpPr/>
          <p:nvPr/>
        </p:nvSpPr>
        <p:spPr>
          <a:xfrm>
            <a:off x="1047774" y="2202375"/>
            <a:ext cx="2414041" cy="2033368"/>
          </a:xfrm>
          <a:prstGeom prst="rect">
            <a:avLst/>
          </a:prstGeom>
          <a:noFill/>
          <a:ln>
            <a:solidFill>
              <a:srgbClr val="A4B6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chemeClr val="bg1">
                  <a:lumMod val="50000"/>
                </a:schemeClr>
              </a:solidFill>
              <a:latin typeface="+mn-ea"/>
            </a:endParaRPr>
          </a:p>
        </p:txBody>
      </p:sp>
      <p:cxnSp>
        <p:nvCxnSpPr>
          <p:cNvPr id="9" name="Straight Connector 7"/>
          <p:cNvCxnSpPr/>
          <p:nvPr/>
        </p:nvCxnSpPr>
        <p:spPr>
          <a:xfrm>
            <a:off x="1296510" y="3888673"/>
            <a:ext cx="1962146" cy="2"/>
          </a:xfrm>
          <a:prstGeom prst="line">
            <a:avLst/>
          </a:prstGeom>
          <a:ln w="38100" cmpd="sng">
            <a:solidFill>
              <a:srgbClr val="A4B652"/>
            </a:solidFill>
          </a:ln>
          <a:effectLst/>
        </p:spPr>
        <p:style>
          <a:lnRef idx="2">
            <a:schemeClr val="accent1"/>
          </a:lnRef>
          <a:fillRef idx="0">
            <a:schemeClr val="accent1"/>
          </a:fillRef>
          <a:effectRef idx="1">
            <a:schemeClr val="accent1"/>
          </a:effectRef>
          <a:fontRef idx="minor">
            <a:schemeClr val="tx1"/>
          </a:fontRef>
        </p:style>
      </p:cxnSp>
      <p:sp>
        <p:nvSpPr>
          <p:cNvPr id="10" name="TextBox 64"/>
          <p:cNvSpPr txBox="1"/>
          <p:nvPr/>
        </p:nvSpPr>
        <p:spPr>
          <a:xfrm>
            <a:off x="1105822" y="3447766"/>
            <a:ext cx="2414037" cy="307340"/>
          </a:xfrm>
          <a:prstGeom prst="rect">
            <a:avLst/>
          </a:prstGeom>
          <a:noFill/>
        </p:spPr>
        <p:txBody>
          <a:bodyPr wrap="square" lIns="0" tIns="0" rIns="91403" bIns="0" rtlCol="0">
            <a:spAutoFit/>
          </a:bodyPr>
          <a:lstStyle/>
          <a:p>
            <a:pPr algn="ctr"/>
            <a:r>
              <a:rPr lang="zh-CN" altLang="en-US" sz="2000" b="1" dirty="0">
                <a:solidFill>
                  <a:schemeClr val="bg1">
                    <a:lumMod val="50000"/>
                  </a:schemeClr>
                </a:solidFill>
                <a:latin typeface="+mn-ea"/>
                <a:cs typeface="Helvetica Neue"/>
              </a:rPr>
              <a:t>加入标题</a:t>
            </a:r>
            <a:endParaRPr lang="en-US" sz="2000" b="1" dirty="0">
              <a:solidFill>
                <a:schemeClr val="bg1">
                  <a:lumMod val="50000"/>
                </a:schemeClr>
              </a:solidFill>
              <a:latin typeface="+mn-ea"/>
              <a:cs typeface="Helvetica Neue"/>
            </a:endParaRPr>
          </a:p>
        </p:txBody>
      </p:sp>
      <p:sp>
        <p:nvSpPr>
          <p:cNvPr id="11" name="TextBox 65"/>
          <p:cNvSpPr txBox="1"/>
          <p:nvPr/>
        </p:nvSpPr>
        <p:spPr>
          <a:xfrm>
            <a:off x="1047776" y="4438762"/>
            <a:ext cx="2414037" cy="1291590"/>
          </a:xfrm>
          <a:prstGeom prst="rect">
            <a:avLst/>
          </a:prstGeom>
          <a:noFill/>
        </p:spPr>
        <p:txBody>
          <a:bodyPr wrap="square" lIns="91423" tIns="0" rIns="91403" bIns="0" rtlCol="0">
            <a:spAutoFit/>
          </a:bodyPr>
          <a:lstStyle/>
          <a:p>
            <a:pPr algn="ctr">
              <a:lnSpc>
                <a:spcPct val="120000"/>
              </a:lnSpc>
            </a:pPr>
            <a:r>
              <a:rPr lang="zh-CN" altLang="en-US" sz="1400" dirty="0">
                <a:solidFill>
                  <a:schemeClr val="bg1">
                    <a:lumMod val="50000"/>
                  </a:schemeClr>
                </a:solidFill>
                <a:latin typeface="+mn-ea"/>
                <a:cs typeface="Calibri" panose="020F0502020204030204"/>
              </a:rPr>
              <a:t>此处添加详细文本描述，建议与标题相关并符合整体语言风格，语言描述尽量简洁生动。尽量将每页幻灯片的字数控制在</a:t>
            </a:r>
            <a:r>
              <a:rPr lang="en-US" altLang="zh-CN" sz="1400" dirty="0">
                <a:solidFill>
                  <a:schemeClr val="bg1">
                    <a:lumMod val="50000"/>
                  </a:schemeClr>
                </a:solidFill>
                <a:latin typeface="+mn-ea"/>
                <a:cs typeface="Calibri" panose="020F0502020204030204"/>
              </a:rPr>
              <a:t>200</a:t>
            </a:r>
            <a:r>
              <a:rPr lang="zh-CN" altLang="en-US" sz="1400" dirty="0">
                <a:solidFill>
                  <a:schemeClr val="bg1">
                    <a:lumMod val="50000"/>
                  </a:schemeClr>
                </a:solidFill>
                <a:latin typeface="+mn-ea"/>
                <a:cs typeface="Calibri" panose="020F0502020204030204"/>
              </a:rPr>
              <a:t>字以内。</a:t>
            </a:r>
            <a:endParaRPr lang="en-US" sz="1400" dirty="0">
              <a:solidFill>
                <a:schemeClr val="bg1">
                  <a:lumMod val="50000"/>
                </a:schemeClr>
              </a:solidFill>
              <a:latin typeface="+mn-ea"/>
              <a:cs typeface="Calibri" panose="020F0502020204030204"/>
            </a:endParaRPr>
          </a:p>
        </p:txBody>
      </p:sp>
      <p:sp>
        <p:nvSpPr>
          <p:cNvPr id="12" name="Rectangle 90"/>
          <p:cNvSpPr/>
          <p:nvPr/>
        </p:nvSpPr>
        <p:spPr>
          <a:xfrm>
            <a:off x="3618756" y="2202375"/>
            <a:ext cx="2414041" cy="2033368"/>
          </a:xfrm>
          <a:prstGeom prst="rect">
            <a:avLst/>
          </a:prstGeom>
          <a:noFill/>
          <a:ln>
            <a:solidFill>
              <a:srgbClr val="1F47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chemeClr val="bg1">
                  <a:lumMod val="50000"/>
                </a:schemeClr>
              </a:solidFill>
              <a:latin typeface="+mn-ea"/>
            </a:endParaRPr>
          </a:p>
        </p:txBody>
      </p:sp>
      <p:cxnSp>
        <p:nvCxnSpPr>
          <p:cNvPr id="14" name="Straight Connector 97"/>
          <p:cNvCxnSpPr/>
          <p:nvPr/>
        </p:nvCxnSpPr>
        <p:spPr>
          <a:xfrm>
            <a:off x="3867492" y="3888673"/>
            <a:ext cx="1962146" cy="2"/>
          </a:xfrm>
          <a:prstGeom prst="line">
            <a:avLst/>
          </a:prstGeom>
          <a:ln w="38100" cmpd="sng">
            <a:solidFill>
              <a:srgbClr val="1F474E"/>
            </a:solidFill>
          </a:ln>
          <a:effectLst/>
        </p:spPr>
        <p:style>
          <a:lnRef idx="2">
            <a:schemeClr val="accent1"/>
          </a:lnRef>
          <a:fillRef idx="0">
            <a:schemeClr val="accent1"/>
          </a:fillRef>
          <a:effectRef idx="1">
            <a:schemeClr val="accent1"/>
          </a:effectRef>
          <a:fontRef idx="minor">
            <a:schemeClr val="tx1"/>
          </a:fontRef>
        </p:style>
      </p:cxnSp>
      <p:sp>
        <p:nvSpPr>
          <p:cNvPr id="15" name="TextBox 68"/>
          <p:cNvSpPr txBox="1"/>
          <p:nvPr/>
        </p:nvSpPr>
        <p:spPr>
          <a:xfrm>
            <a:off x="3676803" y="3447766"/>
            <a:ext cx="2414037" cy="307340"/>
          </a:xfrm>
          <a:prstGeom prst="rect">
            <a:avLst/>
          </a:prstGeom>
          <a:noFill/>
        </p:spPr>
        <p:txBody>
          <a:bodyPr wrap="square" lIns="0" tIns="0" rIns="91403" bIns="0" rtlCol="0">
            <a:spAutoFit/>
          </a:bodyPr>
          <a:lstStyle/>
          <a:p>
            <a:pPr algn="ctr"/>
            <a:r>
              <a:rPr lang="zh-CN" altLang="en-US" sz="2000" b="1" dirty="0">
                <a:solidFill>
                  <a:schemeClr val="bg1">
                    <a:lumMod val="50000"/>
                  </a:schemeClr>
                </a:solidFill>
                <a:latin typeface="+mn-ea"/>
                <a:cs typeface="Helvetica Neue"/>
              </a:rPr>
              <a:t>加入标题</a:t>
            </a:r>
            <a:endParaRPr lang="en-US" altLang="zh-CN" sz="2000" b="1" dirty="0">
              <a:solidFill>
                <a:schemeClr val="bg1">
                  <a:lumMod val="50000"/>
                </a:schemeClr>
              </a:solidFill>
              <a:latin typeface="+mn-ea"/>
              <a:cs typeface="Helvetica Neue"/>
            </a:endParaRPr>
          </a:p>
        </p:txBody>
      </p:sp>
      <p:sp>
        <p:nvSpPr>
          <p:cNvPr id="16" name="TextBox 69"/>
          <p:cNvSpPr txBox="1"/>
          <p:nvPr/>
        </p:nvSpPr>
        <p:spPr>
          <a:xfrm>
            <a:off x="3618758" y="4438762"/>
            <a:ext cx="2414037" cy="1291590"/>
          </a:xfrm>
          <a:prstGeom prst="rect">
            <a:avLst/>
          </a:prstGeom>
          <a:noFill/>
        </p:spPr>
        <p:txBody>
          <a:bodyPr wrap="square" lIns="91423" tIns="0" rIns="91403" bIns="0" rtlCol="0">
            <a:spAutoFit/>
          </a:bodyPr>
          <a:lstStyle/>
          <a:p>
            <a:pPr algn="ctr">
              <a:lnSpc>
                <a:spcPct val="120000"/>
              </a:lnSpc>
            </a:pPr>
            <a:r>
              <a:rPr lang="zh-CN" altLang="en-US" sz="1400" dirty="0">
                <a:solidFill>
                  <a:schemeClr val="bg1">
                    <a:lumMod val="50000"/>
                  </a:schemeClr>
                </a:solidFill>
                <a:latin typeface="+mn-ea"/>
                <a:cs typeface="Calibri" panose="020F0502020204030204"/>
              </a:rPr>
              <a:t>此处添加详细文本描述，建议与标题相关并符合整体语言风格，语言描述尽量简洁生动。尽量将每页幻灯片的字数控制在</a:t>
            </a:r>
            <a:r>
              <a:rPr lang="en-US" altLang="zh-CN" sz="1400" dirty="0">
                <a:solidFill>
                  <a:schemeClr val="bg1">
                    <a:lumMod val="50000"/>
                  </a:schemeClr>
                </a:solidFill>
                <a:latin typeface="+mn-ea"/>
                <a:cs typeface="Calibri" panose="020F0502020204030204"/>
              </a:rPr>
              <a:t>200</a:t>
            </a:r>
            <a:r>
              <a:rPr lang="zh-CN" altLang="en-US" sz="1400" dirty="0">
                <a:solidFill>
                  <a:schemeClr val="bg1">
                    <a:lumMod val="50000"/>
                  </a:schemeClr>
                </a:solidFill>
                <a:latin typeface="+mn-ea"/>
                <a:cs typeface="Calibri" panose="020F0502020204030204"/>
              </a:rPr>
              <a:t>字以内。</a:t>
            </a:r>
            <a:endParaRPr lang="en-US" altLang="zh-CN" sz="1400" dirty="0">
              <a:solidFill>
                <a:schemeClr val="bg1">
                  <a:lumMod val="50000"/>
                </a:schemeClr>
              </a:solidFill>
              <a:latin typeface="+mn-ea"/>
              <a:cs typeface="Calibri" panose="020F0502020204030204"/>
            </a:endParaRPr>
          </a:p>
        </p:txBody>
      </p:sp>
      <p:sp>
        <p:nvSpPr>
          <p:cNvPr id="17" name="Rectangle 127"/>
          <p:cNvSpPr/>
          <p:nvPr/>
        </p:nvSpPr>
        <p:spPr>
          <a:xfrm>
            <a:off x="6201311" y="2196693"/>
            <a:ext cx="2414041" cy="2033368"/>
          </a:xfrm>
          <a:prstGeom prst="rect">
            <a:avLst/>
          </a:prstGeom>
          <a:noFill/>
          <a:ln>
            <a:solidFill>
              <a:srgbClr val="A4B6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chemeClr val="bg1">
                  <a:lumMod val="50000"/>
                </a:schemeClr>
              </a:solidFill>
              <a:latin typeface="+mn-ea"/>
            </a:endParaRPr>
          </a:p>
        </p:txBody>
      </p:sp>
      <p:cxnSp>
        <p:nvCxnSpPr>
          <p:cNvPr id="18" name="Straight Connector 130"/>
          <p:cNvCxnSpPr/>
          <p:nvPr/>
        </p:nvCxnSpPr>
        <p:spPr>
          <a:xfrm>
            <a:off x="6450047" y="3882991"/>
            <a:ext cx="1962146" cy="2"/>
          </a:xfrm>
          <a:prstGeom prst="line">
            <a:avLst/>
          </a:prstGeom>
          <a:ln w="38100" cmpd="sng">
            <a:solidFill>
              <a:srgbClr val="A4B652"/>
            </a:solidFill>
          </a:ln>
          <a:effectLst/>
        </p:spPr>
        <p:style>
          <a:lnRef idx="2">
            <a:schemeClr val="accent1"/>
          </a:lnRef>
          <a:fillRef idx="0">
            <a:schemeClr val="accent1"/>
          </a:fillRef>
          <a:effectRef idx="1">
            <a:schemeClr val="accent1"/>
          </a:effectRef>
          <a:fontRef idx="minor">
            <a:schemeClr val="tx1"/>
          </a:fontRef>
        </p:style>
      </p:cxnSp>
      <p:sp>
        <p:nvSpPr>
          <p:cNvPr id="19" name="TextBox 72"/>
          <p:cNvSpPr txBox="1"/>
          <p:nvPr/>
        </p:nvSpPr>
        <p:spPr>
          <a:xfrm>
            <a:off x="6259358" y="3442084"/>
            <a:ext cx="2414037" cy="307340"/>
          </a:xfrm>
          <a:prstGeom prst="rect">
            <a:avLst/>
          </a:prstGeom>
          <a:noFill/>
        </p:spPr>
        <p:txBody>
          <a:bodyPr wrap="square" lIns="0" tIns="0" rIns="91403" bIns="0" rtlCol="0">
            <a:spAutoFit/>
          </a:bodyPr>
          <a:lstStyle/>
          <a:p>
            <a:pPr algn="ctr"/>
            <a:r>
              <a:rPr lang="zh-CN" altLang="en-US" sz="2000" b="1" dirty="0">
                <a:solidFill>
                  <a:schemeClr val="bg1">
                    <a:lumMod val="50000"/>
                  </a:schemeClr>
                </a:solidFill>
                <a:latin typeface="+mn-ea"/>
                <a:cs typeface="Helvetica Neue"/>
              </a:rPr>
              <a:t>加入标题</a:t>
            </a:r>
            <a:endParaRPr lang="en-US" altLang="zh-CN" sz="2000" b="1" dirty="0">
              <a:solidFill>
                <a:schemeClr val="bg1">
                  <a:lumMod val="50000"/>
                </a:schemeClr>
              </a:solidFill>
              <a:latin typeface="+mn-ea"/>
              <a:cs typeface="Helvetica Neue"/>
            </a:endParaRPr>
          </a:p>
        </p:txBody>
      </p:sp>
      <p:sp>
        <p:nvSpPr>
          <p:cNvPr id="20" name="TextBox 73"/>
          <p:cNvSpPr txBox="1"/>
          <p:nvPr/>
        </p:nvSpPr>
        <p:spPr>
          <a:xfrm>
            <a:off x="6201313" y="4433080"/>
            <a:ext cx="2414037" cy="1291590"/>
          </a:xfrm>
          <a:prstGeom prst="rect">
            <a:avLst/>
          </a:prstGeom>
          <a:noFill/>
        </p:spPr>
        <p:txBody>
          <a:bodyPr wrap="square" lIns="91423" tIns="0" rIns="91403" bIns="0" rtlCol="0">
            <a:spAutoFit/>
          </a:bodyPr>
          <a:lstStyle/>
          <a:p>
            <a:pPr algn="ctr">
              <a:lnSpc>
                <a:spcPct val="120000"/>
              </a:lnSpc>
            </a:pPr>
            <a:r>
              <a:rPr lang="zh-CN" altLang="en-US" sz="1400" dirty="0">
                <a:solidFill>
                  <a:schemeClr val="bg1">
                    <a:lumMod val="50000"/>
                  </a:schemeClr>
                </a:solidFill>
                <a:latin typeface="+mn-ea"/>
                <a:cs typeface="Calibri" panose="020F0502020204030204"/>
              </a:rPr>
              <a:t>此处添加详细文本描述，建议与标题相关并符合整体语言风格，语言描述尽量简洁生动。尽量将每页幻灯片的字数控制在</a:t>
            </a:r>
            <a:r>
              <a:rPr lang="en-US" altLang="zh-CN" sz="1400" dirty="0">
                <a:solidFill>
                  <a:schemeClr val="bg1">
                    <a:lumMod val="50000"/>
                  </a:schemeClr>
                </a:solidFill>
                <a:latin typeface="+mn-ea"/>
                <a:cs typeface="Calibri" panose="020F0502020204030204"/>
              </a:rPr>
              <a:t>200</a:t>
            </a:r>
            <a:r>
              <a:rPr lang="zh-CN" altLang="en-US" sz="1400" dirty="0">
                <a:solidFill>
                  <a:schemeClr val="bg1">
                    <a:lumMod val="50000"/>
                  </a:schemeClr>
                </a:solidFill>
                <a:latin typeface="+mn-ea"/>
                <a:cs typeface="Calibri" panose="020F0502020204030204"/>
              </a:rPr>
              <a:t>字以内。</a:t>
            </a:r>
            <a:endParaRPr lang="en-US" altLang="zh-CN" sz="1400" dirty="0">
              <a:solidFill>
                <a:schemeClr val="bg1">
                  <a:lumMod val="50000"/>
                </a:schemeClr>
              </a:solidFill>
              <a:latin typeface="+mn-ea"/>
              <a:cs typeface="Calibri" panose="020F0502020204030204"/>
            </a:endParaRPr>
          </a:p>
        </p:txBody>
      </p:sp>
      <p:sp>
        <p:nvSpPr>
          <p:cNvPr id="21" name="Rectangle 159"/>
          <p:cNvSpPr/>
          <p:nvPr/>
        </p:nvSpPr>
        <p:spPr>
          <a:xfrm>
            <a:off x="8767253" y="2191169"/>
            <a:ext cx="2414041" cy="2033368"/>
          </a:xfrm>
          <a:prstGeom prst="rect">
            <a:avLst/>
          </a:prstGeom>
          <a:noFill/>
          <a:ln>
            <a:solidFill>
              <a:srgbClr val="1F47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solidFill>
                <a:schemeClr val="bg1">
                  <a:lumMod val="50000"/>
                </a:schemeClr>
              </a:solidFill>
              <a:latin typeface="+mn-ea"/>
            </a:endParaRPr>
          </a:p>
        </p:txBody>
      </p:sp>
      <p:cxnSp>
        <p:nvCxnSpPr>
          <p:cNvPr id="22" name="Straight Connector 161"/>
          <p:cNvCxnSpPr/>
          <p:nvPr/>
        </p:nvCxnSpPr>
        <p:spPr>
          <a:xfrm>
            <a:off x="9015989" y="3877467"/>
            <a:ext cx="1962146" cy="2"/>
          </a:xfrm>
          <a:prstGeom prst="line">
            <a:avLst/>
          </a:prstGeom>
          <a:ln w="38100" cmpd="sng">
            <a:solidFill>
              <a:srgbClr val="1F474E"/>
            </a:solidFill>
          </a:ln>
          <a:effectLst/>
        </p:spPr>
        <p:style>
          <a:lnRef idx="2">
            <a:schemeClr val="accent1"/>
          </a:lnRef>
          <a:fillRef idx="0">
            <a:schemeClr val="accent1"/>
          </a:fillRef>
          <a:effectRef idx="1">
            <a:schemeClr val="accent1"/>
          </a:effectRef>
          <a:fontRef idx="minor">
            <a:schemeClr val="tx1"/>
          </a:fontRef>
        </p:style>
      </p:cxnSp>
      <p:sp>
        <p:nvSpPr>
          <p:cNvPr id="23" name="TextBox 76"/>
          <p:cNvSpPr txBox="1"/>
          <p:nvPr/>
        </p:nvSpPr>
        <p:spPr>
          <a:xfrm>
            <a:off x="8825300" y="3436560"/>
            <a:ext cx="2414037" cy="307340"/>
          </a:xfrm>
          <a:prstGeom prst="rect">
            <a:avLst/>
          </a:prstGeom>
          <a:noFill/>
        </p:spPr>
        <p:txBody>
          <a:bodyPr wrap="square" lIns="0" tIns="0" rIns="91403" bIns="0" rtlCol="0">
            <a:spAutoFit/>
          </a:bodyPr>
          <a:lstStyle/>
          <a:p>
            <a:pPr algn="ctr"/>
            <a:r>
              <a:rPr lang="zh-CN" altLang="en-US" sz="2000" b="1" dirty="0">
                <a:solidFill>
                  <a:schemeClr val="bg1">
                    <a:lumMod val="50000"/>
                  </a:schemeClr>
                </a:solidFill>
                <a:latin typeface="+mn-ea"/>
                <a:cs typeface="Helvetica Neue"/>
              </a:rPr>
              <a:t>加入标题</a:t>
            </a:r>
            <a:endParaRPr lang="en-US" altLang="zh-CN" sz="2000" b="1" dirty="0">
              <a:solidFill>
                <a:schemeClr val="bg1">
                  <a:lumMod val="50000"/>
                </a:schemeClr>
              </a:solidFill>
              <a:latin typeface="+mn-ea"/>
              <a:cs typeface="Helvetica Neue"/>
            </a:endParaRPr>
          </a:p>
        </p:txBody>
      </p:sp>
      <p:sp>
        <p:nvSpPr>
          <p:cNvPr id="24" name="TextBox 77"/>
          <p:cNvSpPr txBox="1"/>
          <p:nvPr/>
        </p:nvSpPr>
        <p:spPr>
          <a:xfrm>
            <a:off x="8767255" y="4427556"/>
            <a:ext cx="2414037" cy="1291590"/>
          </a:xfrm>
          <a:prstGeom prst="rect">
            <a:avLst/>
          </a:prstGeom>
          <a:noFill/>
        </p:spPr>
        <p:txBody>
          <a:bodyPr wrap="square" lIns="91423" tIns="0" rIns="91403" bIns="0" rtlCol="0">
            <a:spAutoFit/>
          </a:bodyPr>
          <a:lstStyle/>
          <a:p>
            <a:pPr algn="ctr">
              <a:lnSpc>
                <a:spcPct val="120000"/>
              </a:lnSpc>
            </a:pPr>
            <a:r>
              <a:rPr lang="zh-CN" altLang="en-US" sz="1400" dirty="0">
                <a:solidFill>
                  <a:schemeClr val="bg1">
                    <a:lumMod val="50000"/>
                  </a:schemeClr>
                </a:solidFill>
                <a:latin typeface="+mn-ea"/>
                <a:cs typeface="Calibri" panose="020F0502020204030204"/>
              </a:rPr>
              <a:t>此处添加详细文本描述，建议与标题相关并符合整体语言风格，语言描述尽量简洁生动。尽量将每页幻灯片的字数控制在</a:t>
            </a:r>
            <a:r>
              <a:rPr lang="en-US" altLang="zh-CN" sz="1400" dirty="0">
                <a:solidFill>
                  <a:schemeClr val="bg1">
                    <a:lumMod val="50000"/>
                  </a:schemeClr>
                </a:solidFill>
                <a:latin typeface="+mn-ea"/>
                <a:cs typeface="Calibri" panose="020F0502020204030204"/>
              </a:rPr>
              <a:t>200</a:t>
            </a:r>
            <a:r>
              <a:rPr lang="zh-CN" altLang="en-US" sz="1400" dirty="0">
                <a:solidFill>
                  <a:schemeClr val="bg1">
                    <a:lumMod val="50000"/>
                  </a:schemeClr>
                </a:solidFill>
                <a:latin typeface="+mn-ea"/>
                <a:cs typeface="Calibri" panose="020F0502020204030204"/>
              </a:rPr>
              <a:t>字以内。</a:t>
            </a:r>
            <a:endParaRPr lang="en-US" altLang="zh-CN" sz="1400" dirty="0">
              <a:solidFill>
                <a:schemeClr val="bg1">
                  <a:lumMod val="50000"/>
                </a:schemeClr>
              </a:solidFill>
              <a:latin typeface="+mn-ea"/>
              <a:cs typeface="Calibri" panose="020F0502020204030204"/>
            </a:endParaRPr>
          </a:p>
        </p:txBody>
      </p:sp>
      <p:grpSp>
        <p:nvGrpSpPr>
          <p:cNvPr id="25" name="组合 24"/>
          <p:cNvGrpSpPr/>
          <p:nvPr/>
        </p:nvGrpSpPr>
        <p:grpSpPr>
          <a:xfrm>
            <a:off x="4419907" y="2432115"/>
            <a:ext cx="814393" cy="725594"/>
            <a:chOff x="3332164" y="207963"/>
            <a:chExt cx="509588" cy="454025"/>
          </a:xfrm>
          <a:solidFill>
            <a:srgbClr val="1F474E"/>
          </a:solidFill>
        </p:grpSpPr>
        <p:sp>
          <p:nvSpPr>
            <p:cNvPr id="26" name="Freeform 41"/>
            <p:cNvSpPr>
              <a:spLocks noEditPoints="1"/>
            </p:cNvSpPr>
            <p:nvPr/>
          </p:nvSpPr>
          <p:spPr bwMode="auto">
            <a:xfrm>
              <a:off x="3332164" y="207963"/>
              <a:ext cx="509588" cy="454025"/>
            </a:xfrm>
            <a:custGeom>
              <a:avLst/>
              <a:gdLst>
                <a:gd name="T0" fmla="*/ 229 w 236"/>
                <a:gd name="T1" fmla="*/ 0 h 210"/>
                <a:gd name="T2" fmla="*/ 7 w 236"/>
                <a:gd name="T3" fmla="*/ 0 h 210"/>
                <a:gd name="T4" fmla="*/ 0 w 236"/>
                <a:gd name="T5" fmla="*/ 7 h 210"/>
                <a:gd name="T6" fmla="*/ 0 w 236"/>
                <a:gd name="T7" fmla="*/ 202 h 210"/>
                <a:gd name="T8" fmla="*/ 7 w 236"/>
                <a:gd name="T9" fmla="*/ 210 h 210"/>
                <a:gd name="T10" fmla="*/ 229 w 236"/>
                <a:gd name="T11" fmla="*/ 210 h 210"/>
                <a:gd name="T12" fmla="*/ 236 w 236"/>
                <a:gd name="T13" fmla="*/ 202 h 210"/>
                <a:gd name="T14" fmla="*/ 236 w 236"/>
                <a:gd name="T15" fmla="*/ 7 h 210"/>
                <a:gd name="T16" fmla="*/ 229 w 236"/>
                <a:gd name="T17" fmla="*/ 0 h 210"/>
                <a:gd name="T18" fmla="*/ 182 w 236"/>
                <a:gd name="T19" fmla="*/ 16 h 210"/>
                <a:gd name="T20" fmla="*/ 192 w 236"/>
                <a:gd name="T21" fmla="*/ 26 h 210"/>
                <a:gd name="T22" fmla="*/ 182 w 236"/>
                <a:gd name="T23" fmla="*/ 36 h 210"/>
                <a:gd name="T24" fmla="*/ 172 w 236"/>
                <a:gd name="T25" fmla="*/ 26 h 210"/>
                <a:gd name="T26" fmla="*/ 182 w 236"/>
                <a:gd name="T27" fmla="*/ 16 h 210"/>
                <a:gd name="T28" fmla="*/ 153 w 236"/>
                <a:gd name="T29" fmla="*/ 16 h 210"/>
                <a:gd name="T30" fmla="*/ 163 w 236"/>
                <a:gd name="T31" fmla="*/ 26 h 210"/>
                <a:gd name="T32" fmla="*/ 153 w 236"/>
                <a:gd name="T33" fmla="*/ 36 h 210"/>
                <a:gd name="T34" fmla="*/ 143 w 236"/>
                <a:gd name="T35" fmla="*/ 26 h 210"/>
                <a:gd name="T36" fmla="*/ 153 w 236"/>
                <a:gd name="T37" fmla="*/ 16 h 210"/>
                <a:gd name="T38" fmla="*/ 221 w 236"/>
                <a:gd name="T39" fmla="*/ 195 h 210"/>
                <a:gd name="T40" fmla="*/ 15 w 236"/>
                <a:gd name="T41" fmla="*/ 195 h 210"/>
                <a:gd name="T42" fmla="*/ 15 w 236"/>
                <a:gd name="T43" fmla="*/ 52 h 210"/>
                <a:gd name="T44" fmla="*/ 221 w 236"/>
                <a:gd name="T45" fmla="*/ 52 h 210"/>
                <a:gd name="T46" fmla="*/ 221 w 236"/>
                <a:gd name="T47" fmla="*/ 195 h 210"/>
                <a:gd name="T48" fmla="*/ 211 w 236"/>
                <a:gd name="T49" fmla="*/ 36 h 210"/>
                <a:gd name="T50" fmla="*/ 201 w 236"/>
                <a:gd name="T51" fmla="*/ 26 h 210"/>
                <a:gd name="T52" fmla="*/ 211 w 236"/>
                <a:gd name="T53" fmla="*/ 16 h 210"/>
                <a:gd name="T54" fmla="*/ 221 w 236"/>
                <a:gd name="T55" fmla="*/ 26 h 210"/>
                <a:gd name="T56" fmla="*/ 211 w 236"/>
                <a:gd name="T57" fmla="*/ 3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10">
                  <a:moveTo>
                    <a:pt x="229" y="0"/>
                  </a:moveTo>
                  <a:cubicBezTo>
                    <a:pt x="7" y="0"/>
                    <a:pt x="7" y="0"/>
                    <a:pt x="7" y="0"/>
                  </a:cubicBezTo>
                  <a:cubicBezTo>
                    <a:pt x="3" y="0"/>
                    <a:pt x="0" y="3"/>
                    <a:pt x="0" y="7"/>
                  </a:cubicBezTo>
                  <a:cubicBezTo>
                    <a:pt x="0" y="202"/>
                    <a:pt x="0" y="202"/>
                    <a:pt x="0" y="202"/>
                  </a:cubicBezTo>
                  <a:cubicBezTo>
                    <a:pt x="0" y="206"/>
                    <a:pt x="3" y="210"/>
                    <a:pt x="7" y="210"/>
                  </a:cubicBezTo>
                  <a:cubicBezTo>
                    <a:pt x="229" y="210"/>
                    <a:pt x="229" y="210"/>
                    <a:pt x="229" y="210"/>
                  </a:cubicBezTo>
                  <a:cubicBezTo>
                    <a:pt x="233" y="210"/>
                    <a:pt x="236" y="206"/>
                    <a:pt x="236" y="202"/>
                  </a:cubicBezTo>
                  <a:cubicBezTo>
                    <a:pt x="236" y="7"/>
                    <a:pt x="236" y="7"/>
                    <a:pt x="236" y="7"/>
                  </a:cubicBezTo>
                  <a:cubicBezTo>
                    <a:pt x="236" y="3"/>
                    <a:pt x="233" y="0"/>
                    <a:pt x="229" y="0"/>
                  </a:cubicBezTo>
                  <a:close/>
                  <a:moveTo>
                    <a:pt x="182" y="16"/>
                  </a:moveTo>
                  <a:cubicBezTo>
                    <a:pt x="187" y="16"/>
                    <a:pt x="192" y="21"/>
                    <a:pt x="192" y="26"/>
                  </a:cubicBezTo>
                  <a:cubicBezTo>
                    <a:pt x="192" y="32"/>
                    <a:pt x="187" y="36"/>
                    <a:pt x="182" y="36"/>
                  </a:cubicBezTo>
                  <a:cubicBezTo>
                    <a:pt x="176" y="36"/>
                    <a:pt x="172" y="32"/>
                    <a:pt x="172" y="26"/>
                  </a:cubicBezTo>
                  <a:cubicBezTo>
                    <a:pt x="172" y="21"/>
                    <a:pt x="176" y="16"/>
                    <a:pt x="182" y="16"/>
                  </a:cubicBezTo>
                  <a:close/>
                  <a:moveTo>
                    <a:pt x="153" y="16"/>
                  </a:moveTo>
                  <a:cubicBezTo>
                    <a:pt x="158" y="16"/>
                    <a:pt x="163" y="21"/>
                    <a:pt x="163" y="26"/>
                  </a:cubicBezTo>
                  <a:cubicBezTo>
                    <a:pt x="163" y="32"/>
                    <a:pt x="158" y="36"/>
                    <a:pt x="153" y="36"/>
                  </a:cubicBezTo>
                  <a:cubicBezTo>
                    <a:pt x="147" y="36"/>
                    <a:pt x="143" y="32"/>
                    <a:pt x="143" y="26"/>
                  </a:cubicBezTo>
                  <a:cubicBezTo>
                    <a:pt x="143" y="21"/>
                    <a:pt x="147" y="16"/>
                    <a:pt x="153" y="16"/>
                  </a:cubicBezTo>
                  <a:close/>
                  <a:moveTo>
                    <a:pt x="221" y="195"/>
                  </a:moveTo>
                  <a:cubicBezTo>
                    <a:pt x="15" y="195"/>
                    <a:pt x="15" y="195"/>
                    <a:pt x="15" y="195"/>
                  </a:cubicBezTo>
                  <a:cubicBezTo>
                    <a:pt x="15" y="52"/>
                    <a:pt x="15" y="52"/>
                    <a:pt x="15" y="52"/>
                  </a:cubicBezTo>
                  <a:cubicBezTo>
                    <a:pt x="221" y="52"/>
                    <a:pt x="221" y="52"/>
                    <a:pt x="221" y="52"/>
                  </a:cubicBezTo>
                  <a:lnTo>
                    <a:pt x="221" y="195"/>
                  </a:lnTo>
                  <a:close/>
                  <a:moveTo>
                    <a:pt x="211" y="36"/>
                  </a:moveTo>
                  <a:cubicBezTo>
                    <a:pt x="206" y="36"/>
                    <a:pt x="201" y="32"/>
                    <a:pt x="201" y="26"/>
                  </a:cubicBezTo>
                  <a:cubicBezTo>
                    <a:pt x="201" y="21"/>
                    <a:pt x="206" y="16"/>
                    <a:pt x="211" y="16"/>
                  </a:cubicBezTo>
                  <a:cubicBezTo>
                    <a:pt x="217" y="16"/>
                    <a:pt x="221" y="21"/>
                    <a:pt x="221" y="26"/>
                  </a:cubicBezTo>
                  <a:cubicBezTo>
                    <a:pt x="221" y="32"/>
                    <a:pt x="217" y="36"/>
                    <a:pt x="211"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27" name="Freeform 42"/>
            <p:cNvSpPr/>
            <p:nvPr/>
          </p:nvSpPr>
          <p:spPr bwMode="auto">
            <a:xfrm>
              <a:off x="3405189" y="400051"/>
              <a:ext cx="120650" cy="153988"/>
            </a:xfrm>
            <a:custGeom>
              <a:avLst/>
              <a:gdLst>
                <a:gd name="T0" fmla="*/ 47 w 56"/>
                <a:gd name="T1" fmla="*/ 71 h 71"/>
                <a:gd name="T2" fmla="*/ 42 w 56"/>
                <a:gd name="T3" fmla="*/ 70 h 71"/>
                <a:gd name="T4" fmla="*/ 4 w 56"/>
                <a:gd name="T5" fmla="*/ 43 h 71"/>
                <a:gd name="T6" fmla="*/ 0 w 56"/>
                <a:gd name="T7" fmla="*/ 36 h 71"/>
                <a:gd name="T8" fmla="*/ 4 w 56"/>
                <a:gd name="T9" fmla="*/ 29 h 71"/>
                <a:gd name="T10" fmla="*/ 42 w 56"/>
                <a:gd name="T11" fmla="*/ 2 h 71"/>
                <a:gd name="T12" fmla="*/ 54 w 56"/>
                <a:gd name="T13" fmla="*/ 4 h 71"/>
                <a:gd name="T14" fmla="*/ 51 w 56"/>
                <a:gd name="T15" fmla="*/ 16 h 71"/>
                <a:gd name="T16" fmla="*/ 23 w 56"/>
                <a:gd name="T17" fmla="*/ 36 h 71"/>
                <a:gd name="T18" fmla="*/ 51 w 56"/>
                <a:gd name="T19" fmla="*/ 56 h 71"/>
                <a:gd name="T20" fmla="*/ 54 w 56"/>
                <a:gd name="T21" fmla="*/ 67 h 71"/>
                <a:gd name="T22" fmla="*/ 47 w 56"/>
                <a:gd name="T23"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71">
                  <a:moveTo>
                    <a:pt x="47" y="71"/>
                  </a:moveTo>
                  <a:cubicBezTo>
                    <a:pt x="45" y="71"/>
                    <a:pt x="43" y="71"/>
                    <a:pt x="42" y="70"/>
                  </a:cubicBezTo>
                  <a:cubicBezTo>
                    <a:pt x="4" y="43"/>
                    <a:pt x="4" y="43"/>
                    <a:pt x="4" y="43"/>
                  </a:cubicBezTo>
                  <a:cubicBezTo>
                    <a:pt x="1" y="41"/>
                    <a:pt x="0" y="39"/>
                    <a:pt x="0" y="36"/>
                  </a:cubicBezTo>
                  <a:cubicBezTo>
                    <a:pt x="0" y="33"/>
                    <a:pt x="1" y="31"/>
                    <a:pt x="4" y="29"/>
                  </a:cubicBezTo>
                  <a:cubicBezTo>
                    <a:pt x="42" y="2"/>
                    <a:pt x="42" y="2"/>
                    <a:pt x="42" y="2"/>
                  </a:cubicBezTo>
                  <a:cubicBezTo>
                    <a:pt x="45" y="0"/>
                    <a:pt x="51" y="1"/>
                    <a:pt x="54" y="4"/>
                  </a:cubicBezTo>
                  <a:cubicBezTo>
                    <a:pt x="56" y="8"/>
                    <a:pt x="55" y="14"/>
                    <a:pt x="51" y="16"/>
                  </a:cubicBezTo>
                  <a:cubicBezTo>
                    <a:pt x="23" y="36"/>
                    <a:pt x="23" y="36"/>
                    <a:pt x="23" y="36"/>
                  </a:cubicBezTo>
                  <a:cubicBezTo>
                    <a:pt x="51" y="56"/>
                    <a:pt x="51" y="56"/>
                    <a:pt x="51" y="56"/>
                  </a:cubicBezTo>
                  <a:cubicBezTo>
                    <a:pt x="55" y="58"/>
                    <a:pt x="56" y="64"/>
                    <a:pt x="54" y="67"/>
                  </a:cubicBezTo>
                  <a:cubicBezTo>
                    <a:pt x="52" y="70"/>
                    <a:pt x="49" y="71"/>
                    <a:pt x="47"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28" name="Freeform 43"/>
            <p:cNvSpPr/>
            <p:nvPr/>
          </p:nvSpPr>
          <p:spPr bwMode="auto">
            <a:xfrm>
              <a:off x="3646489" y="400051"/>
              <a:ext cx="122238" cy="153988"/>
            </a:xfrm>
            <a:custGeom>
              <a:avLst/>
              <a:gdLst>
                <a:gd name="T0" fmla="*/ 9 w 56"/>
                <a:gd name="T1" fmla="*/ 71 h 71"/>
                <a:gd name="T2" fmla="*/ 2 w 56"/>
                <a:gd name="T3" fmla="*/ 67 h 71"/>
                <a:gd name="T4" fmla="*/ 4 w 56"/>
                <a:gd name="T5" fmla="*/ 56 h 71"/>
                <a:gd name="T6" fmla="*/ 33 w 56"/>
                <a:gd name="T7" fmla="*/ 36 h 71"/>
                <a:gd name="T8" fmla="*/ 4 w 56"/>
                <a:gd name="T9" fmla="*/ 16 h 71"/>
                <a:gd name="T10" fmla="*/ 2 w 56"/>
                <a:gd name="T11" fmla="*/ 4 h 71"/>
                <a:gd name="T12" fmla="*/ 14 w 56"/>
                <a:gd name="T13" fmla="*/ 2 h 71"/>
                <a:gd name="T14" fmla="*/ 52 w 56"/>
                <a:gd name="T15" fmla="*/ 29 h 71"/>
                <a:gd name="T16" fmla="*/ 56 w 56"/>
                <a:gd name="T17" fmla="*/ 36 h 71"/>
                <a:gd name="T18" fmla="*/ 52 w 56"/>
                <a:gd name="T19" fmla="*/ 43 h 71"/>
                <a:gd name="T20" fmla="*/ 14 w 56"/>
                <a:gd name="T21" fmla="*/ 70 h 71"/>
                <a:gd name="T22" fmla="*/ 9 w 56"/>
                <a:gd name="T23"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 h="71">
                  <a:moveTo>
                    <a:pt x="9" y="71"/>
                  </a:moveTo>
                  <a:cubicBezTo>
                    <a:pt x="7" y="71"/>
                    <a:pt x="4" y="70"/>
                    <a:pt x="2" y="67"/>
                  </a:cubicBezTo>
                  <a:cubicBezTo>
                    <a:pt x="0" y="64"/>
                    <a:pt x="1" y="58"/>
                    <a:pt x="4" y="56"/>
                  </a:cubicBezTo>
                  <a:cubicBezTo>
                    <a:pt x="33" y="36"/>
                    <a:pt x="33" y="36"/>
                    <a:pt x="33" y="36"/>
                  </a:cubicBezTo>
                  <a:cubicBezTo>
                    <a:pt x="4" y="16"/>
                    <a:pt x="4" y="16"/>
                    <a:pt x="4" y="16"/>
                  </a:cubicBezTo>
                  <a:cubicBezTo>
                    <a:pt x="1" y="14"/>
                    <a:pt x="0" y="8"/>
                    <a:pt x="2" y="4"/>
                  </a:cubicBezTo>
                  <a:cubicBezTo>
                    <a:pt x="5" y="1"/>
                    <a:pt x="10" y="0"/>
                    <a:pt x="14" y="2"/>
                  </a:cubicBezTo>
                  <a:cubicBezTo>
                    <a:pt x="52" y="29"/>
                    <a:pt x="52" y="29"/>
                    <a:pt x="52" y="29"/>
                  </a:cubicBezTo>
                  <a:cubicBezTo>
                    <a:pt x="55" y="31"/>
                    <a:pt x="56" y="33"/>
                    <a:pt x="56" y="36"/>
                  </a:cubicBezTo>
                  <a:cubicBezTo>
                    <a:pt x="56" y="39"/>
                    <a:pt x="55" y="41"/>
                    <a:pt x="52" y="43"/>
                  </a:cubicBezTo>
                  <a:cubicBezTo>
                    <a:pt x="14" y="70"/>
                    <a:pt x="14" y="70"/>
                    <a:pt x="14" y="70"/>
                  </a:cubicBezTo>
                  <a:cubicBezTo>
                    <a:pt x="13" y="71"/>
                    <a:pt x="11" y="71"/>
                    <a:pt x="9"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29" name="Freeform 44"/>
            <p:cNvSpPr/>
            <p:nvPr/>
          </p:nvSpPr>
          <p:spPr bwMode="auto">
            <a:xfrm>
              <a:off x="3536951" y="384176"/>
              <a:ext cx="100013" cy="184150"/>
            </a:xfrm>
            <a:custGeom>
              <a:avLst/>
              <a:gdLst>
                <a:gd name="T0" fmla="*/ 9 w 46"/>
                <a:gd name="T1" fmla="*/ 85 h 85"/>
                <a:gd name="T2" fmla="*/ 6 w 46"/>
                <a:gd name="T3" fmla="*/ 84 h 85"/>
                <a:gd name="T4" fmla="*/ 1 w 46"/>
                <a:gd name="T5" fmla="*/ 73 h 85"/>
                <a:gd name="T6" fmla="*/ 29 w 46"/>
                <a:gd name="T7" fmla="*/ 7 h 85"/>
                <a:gd name="T8" fmla="*/ 40 w 46"/>
                <a:gd name="T9" fmla="*/ 2 h 85"/>
                <a:gd name="T10" fmla="*/ 44 w 46"/>
                <a:gd name="T11" fmla="*/ 13 h 85"/>
                <a:gd name="T12" fmla="*/ 17 w 46"/>
                <a:gd name="T13" fmla="*/ 79 h 85"/>
                <a:gd name="T14" fmla="*/ 9 w 46"/>
                <a:gd name="T15" fmla="*/ 85 h 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 h="85">
                  <a:moveTo>
                    <a:pt x="9" y="85"/>
                  </a:moveTo>
                  <a:cubicBezTo>
                    <a:pt x="8" y="85"/>
                    <a:pt x="7" y="84"/>
                    <a:pt x="6" y="84"/>
                  </a:cubicBezTo>
                  <a:cubicBezTo>
                    <a:pt x="2" y="82"/>
                    <a:pt x="0" y="77"/>
                    <a:pt x="1" y="73"/>
                  </a:cubicBezTo>
                  <a:cubicBezTo>
                    <a:pt x="29" y="7"/>
                    <a:pt x="29" y="7"/>
                    <a:pt x="29" y="7"/>
                  </a:cubicBezTo>
                  <a:cubicBezTo>
                    <a:pt x="30" y="2"/>
                    <a:pt x="35" y="0"/>
                    <a:pt x="40" y="2"/>
                  </a:cubicBezTo>
                  <a:cubicBezTo>
                    <a:pt x="44" y="4"/>
                    <a:pt x="46" y="9"/>
                    <a:pt x="44" y="13"/>
                  </a:cubicBezTo>
                  <a:cubicBezTo>
                    <a:pt x="17" y="79"/>
                    <a:pt x="17" y="79"/>
                    <a:pt x="17" y="79"/>
                  </a:cubicBezTo>
                  <a:cubicBezTo>
                    <a:pt x="16" y="83"/>
                    <a:pt x="13" y="85"/>
                    <a:pt x="9"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grpSp>
      <p:grpSp>
        <p:nvGrpSpPr>
          <p:cNvPr id="30" name="组合 29"/>
          <p:cNvGrpSpPr/>
          <p:nvPr/>
        </p:nvGrpSpPr>
        <p:grpSpPr>
          <a:xfrm>
            <a:off x="9502382" y="2321751"/>
            <a:ext cx="943781" cy="946319"/>
            <a:chOff x="3292476" y="115888"/>
            <a:chExt cx="590550" cy="592138"/>
          </a:xfrm>
          <a:solidFill>
            <a:srgbClr val="1F474E"/>
          </a:solidFill>
        </p:grpSpPr>
        <p:sp>
          <p:nvSpPr>
            <p:cNvPr id="31" name="Freeform 526"/>
            <p:cNvSpPr>
              <a:spLocks noEditPoints="1"/>
            </p:cNvSpPr>
            <p:nvPr/>
          </p:nvSpPr>
          <p:spPr bwMode="auto">
            <a:xfrm>
              <a:off x="3292476" y="115888"/>
              <a:ext cx="590550" cy="592138"/>
            </a:xfrm>
            <a:custGeom>
              <a:avLst/>
              <a:gdLst>
                <a:gd name="T0" fmla="*/ 137 w 274"/>
                <a:gd name="T1" fmla="*/ 0 h 274"/>
                <a:gd name="T2" fmla="*/ 0 w 274"/>
                <a:gd name="T3" fmla="*/ 137 h 274"/>
                <a:gd name="T4" fmla="*/ 137 w 274"/>
                <a:gd name="T5" fmla="*/ 274 h 274"/>
                <a:gd name="T6" fmla="*/ 274 w 274"/>
                <a:gd name="T7" fmla="*/ 137 h 274"/>
                <a:gd name="T8" fmla="*/ 137 w 274"/>
                <a:gd name="T9" fmla="*/ 0 h 274"/>
                <a:gd name="T10" fmla="*/ 137 w 274"/>
                <a:gd name="T11" fmla="*/ 262 h 274"/>
                <a:gd name="T12" fmla="*/ 12 w 274"/>
                <a:gd name="T13" fmla="*/ 137 h 274"/>
                <a:gd name="T14" fmla="*/ 137 w 274"/>
                <a:gd name="T15" fmla="*/ 12 h 274"/>
                <a:gd name="T16" fmla="*/ 262 w 274"/>
                <a:gd name="T17" fmla="*/ 137 h 274"/>
                <a:gd name="T18" fmla="*/ 137 w 274"/>
                <a:gd name="T19" fmla="*/ 262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4" h="274">
                  <a:moveTo>
                    <a:pt x="137" y="0"/>
                  </a:moveTo>
                  <a:cubicBezTo>
                    <a:pt x="61" y="0"/>
                    <a:pt x="0" y="61"/>
                    <a:pt x="0" y="137"/>
                  </a:cubicBezTo>
                  <a:cubicBezTo>
                    <a:pt x="0" y="212"/>
                    <a:pt x="61" y="274"/>
                    <a:pt x="137" y="274"/>
                  </a:cubicBezTo>
                  <a:cubicBezTo>
                    <a:pt x="213" y="274"/>
                    <a:pt x="274" y="212"/>
                    <a:pt x="274" y="137"/>
                  </a:cubicBezTo>
                  <a:cubicBezTo>
                    <a:pt x="274" y="61"/>
                    <a:pt x="213" y="0"/>
                    <a:pt x="137" y="0"/>
                  </a:cubicBezTo>
                  <a:close/>
                  <a:moveTo>
                    <a:pt x="137" y="262"/>
                  </a:moveTo>
                  <a:cubicBezTo>
                    <a:pt x="68" y="262"/>
                    <a:pt x="12" y="206"/>
                    <a:pt x="12" y="137"/>
                  </a:cubicBezTo>
                  <a:cubicBezTo>
                    <a:pt x="12" y="68"/>
                    <a:pt x="68" y="12"/>
                    <a:pt x="137" y="12"/>
                  </a:cubicBezTo>
                  <a:cubicBezTo>
                    <a:pt x="206" y="12"/>
                    <a:pt x="262" y="68"/>
                    <a:pt x="262" y="137"/>
                  </a:cubicBezTo>
                  <a:cubicBezTo>
                    <a:pt x="262" y="206"/>
                    <a:pt x="206" y="262"/>
                    <a:pt x="137" y="2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32" name="Freeform 527"/>
            <p:cNvSpPr/>
            <p:nvPr/>
          </p:nvSpPr>
          <p:spPr bwMode="auto">
            <a:xfrm>
              <a:off x="3490914" y="166688"/>
              <a:ext cx="341313" cy="231775"/>
            </a:xfrm>
            <a:custGeom>
              <a:avLst/>
              <a:gdLst>
                <a:gd name="T0" fmla="*/ 27 w 158"/>
                <a:gd name="T1" fmla="*/ 70 h 108"/>
                <a:gd name="T2" fmla="*/ 45 w 158"/>
                <a:gd name="T3" fmla="*/ 66 h 108"/>
                <a:gd name="T4" fmla="*/ 93 w 158"/>
                <a:gd name="T5" fmla="*/ 108 h 108"/>
                <a:gd name="T6" fmla="*/ 158 w 158"/>
                <a:gd name="T7" fmla="*/ 100 h 108"/>
                <a:gd name="T8" fmla="*/ 45 w 158"/>
                <a:gd name="T9" fmla="*/ 0 h 108"/>
                <a:gd name="T10" fmla="*/ 0 w 158"/>
                <a:gd name="T11" fmla="*/ 9 h 108"/>
                <a:gd name="T12" fmla="*/ 27 w 158"/>
                <a:gd name="T13" fmla="*/ 70 h 108"/>
              </a:gdLst>
              <a:ahLst/>
              <a:cxnLst>
                <a:cxn ang="0">
                  <a:pos x="T0" y="T1"/>
                </a:cxn>
                <a:cxn ang="0">
                  <a:pos x="T2" y="T3"/>
                </a:cxn>
                <a:cxn ang="0">
                  <a:pos x="T4" y="T5"/>
                </a:cxn>
                <a:cxn ang="0">
                  <a:pos x="T6" y="T7"/>
                </a:cxn>
                <a:cxn ang="0">
                  <a:pos x="T8" y="T9"/>
                </a:cxn>
                <a:cxn ang="0">
                  <a:pos x="T10" y="T11"/>
                </a:cxn>
                <a:cxn ang="0">
                  <a:pos x="T12" y="T13"/>
                </a:cxn>
              </a:cxnLst>
              <a:rect l="0" t="0" r="r" b="b"/>
              <a:pathLst>
                <a:path w="158" h="108">
                  <a:moveTo>
                    <a:pt x="27" y="70"/>
                  </a:moveTo>
                  <a:cubicBezTo>
                    <a:pt x="32" y="67"/>
                    <a:pt x="39" y="66"/>
                    <a:pt x="45" y="66"/>
                  </a:cubicBezTo>
                  <a:cubicBezTo>
                    <a:pt x="69" y="66"/>
                    <a:pt x="90" y="84"/>
                    <a:pt x="93" y="108"/>
                  </a:cubicBezTo>
                  <a:cubicBezTo>
                    <a:pt x="158" y="100"/>
                    <a:pt x="158" y="100"/>
                    <a:pt x="158" y="100"/>
                  </a:cubicBezTo>
                  <a:cubicBezTo>
                    <a:pt x="151" y="44"/>
                    <a:pt x="103" y="0"/>
                    <a:pt x="45" y="0"/>
                  </a:cubicBezTo>
                  <a:cubicBezTo>
                    <a:pt x="29" y="0"/>
                    <a:pt x="14" y="3"/>
                    <a:pt x="0" y="9"/>
                  </a:cubicBezTo>
                  <a:lnTo>
                    <a:pt x="27" y="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33" name="Freeform 528"/>
            <p:cNvSpPr/>
            <p:nvPr/>
          </p:nvSpPr>
          <p:spPr bwMode="auto">
            <a:xfrm>
              <a:off x="3683001" y="425451"/>
              <a:ext cx="149225" cy="84138"/>
            </a:xfrm>
            <a:custGeom>
              <a:avLst/>
              <a:gdLst>
                <a:gd name="T0" fmla="*/ 0 w 69"/>
                <a:gd name="T1" fmla="*/ 13 h 39"/>
                <a:gd name="T2" fmla="*/ 61 w 69"/>
                <a:gd name="T3" fmla="*/ 39 h 39"/>
                <a:gd name="T4" fmla="*/ 69 w 69"/>
                <a:gd name="T5" fmla="*/ 8 h 39"/>
                <a:gd name="T6" fmla="*/ 3 w 69"/>
                <a:gd name="T7" fmla="*/ 0 h 39"/>
                <a:gd name="T8" fmla="*/ 0 w 69"/>
                <a:gd name="T9" fmla="*/ 13 h 39"/>
              </a:gdLst>
              <a:ahLst/>
              <a:cxnLst>
                <a:cxn ang="0">
                  <a:pos x="T0" y="T1"/>
                </a:cxn>
                <a:cxn ang="0">
                  <a:pos x="T2" y="T3"/>
                </a:cxn>
                <a:cxn ang="0">
                  <a:pos x="T4" y="T5"/>
                </a:cxn>
                <a:cxn ang="0">
                  <a:pos x="T6" y="T7"/>
                </a:cxn>
                <a:cxn ang="0">
                  <a:pos x="T8" y="T9"/>
                </a:cxn>
              </a:cxnLst>
              <a:rect l="0" t="0" r="r" b="b"/>
              <a:pathLst>
                <a:path w="69" h="39">
                  <a:moveTo>
                    <a:pt x="0" y="13"/>
                  </a:moveTo>
                  <a:cubicBezTo>
                    <a:pt x="61" y="39"/>
                    <a:pt x="61" y="39"/>
                    <a:pt x="61" y="39"/>
                  </a:cubicBezTo>
                  <a:cubicBezTo>
                    <a:pt x="65" y="29"/>
                    <a:pt x="68" y="19"/>
                    <a:pt x="69" y="8"/>
                  </a:cubicBezTo>
                  <a:cubicBezTo>
                    <a:pt x="3" y="0"/>
                    <a:pt x="3" y="0"/>
                    <a:pt x="3" y="0"/>
                  </a:cubicBezTo>
                  <a:cubicBezTo>
                    <a:pt x="3" y="5"/>
                    <a:pt x="2" y="9"/>
                    <a:pt x="0"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34" name="Freeform 529"/>
            <p:cNvSpPr/>
            <p:nvPr/>
          </p:nvSpPr>
          <p:spPr bwMode="auto">
            <a:xfrm>
              <a:off x="3368676" y="254001"/>
              <a:ext cx="139700" cy="111125"/>
            </a:xfrm>
            <a:custGeom>
              <a:avLst/>
              <a:gdLst>
                <a:gd name="T0" fmla="*/ 65 w 65"/>
                <a:gd name="T1" fmla="*/ 42 h 51"/>
                <a:gd name="T2" fmla="*/ 14 w 65"/>
                <a:gd name="T3" fmla="*/ 0 h 51"/>
                <a:gd name="T4" fmla="*/ 0 w 65"/>
                <a:gd name="T5" fmla="*/ 22 h 51"/>
                <a:gd name="T6" fmla="*/ 60 w 65"/>
                <a:gd name="T7" fmla="*/ 51 h 51"/>
                <a:gd name="T8" fmla="*/ 65 w 65"/>
                <a:gd name="T9" fmla="*/ 42 h 51"/>
              </a:gdLst>
              <a:ahLst/>
              <a:cxnLst>
                <a:cxn ang="0">
                  <a:pos x="T0" y="T1"/>
                </a:cxn>
                <a:cxn ang="0">
                  <a:pos x="T2" y="T3"/>
                </a:cxn>
                <a:cxn ang="0">
                  <a:pos x="T4" y="T5"/>
                </a:cxn>
                <a:cxn ang="0">
                  <a:pos x="T6" y="T7"/>
                </a:cxn>
                <a:cxn ang="0">
                  <a:pos x="T8" y="T9"/>
                </a:cxn>
              </a:cxnLst>
              <a:rect l="0" t="0" r="r" b="b"/>
              <a:pathLst>
                <a:path w="65" h="51">
                  <a:moveTo>
                    <a:pt x="65" y="42"/>
                  </a:moveTo>
                  <a:cubicBezTo>
                    <a:pt x="14" y="0"/>
                    <a:pt x="14" y="0"/>
                    <a:pt x="14" y="0"/>
                  </a:cubicBezTo>
                  <a:cubicBezTo>
                    <a:pt x="9" y="7"/>
                    <a:pt x="4" y="14"/>
                    <a:pt x="0" y="22"/>
                  </a:cubicBezTo>
                  <a:cubicBezTo>
                    <a:pt x="60" y="51"/>
                    <a:pt x="60" y="51"/>
                    <a:pt x="60" y="51"/>
                  </a:cubicBezTo>
                  <a:cubicBezTo>
                    <a:pt x="61" y="48"/>
                    <a:pt x="63" y="45"/>
                    <a:pt x="65"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35" name="Freeform 530"/>
            <p:cNvSpPr/>
            <p:nvPr/>
          </p:nvSpPr>
          <p:spPr bwMode="auto">
            <a:xfrm>
              <a:off x="3630614" y="465138"/>
              <a:ext cx="168275" cy="166688"/>
            </a:xfrm>
            <a:custGeom>
              <a:avLst/>
              <a:gdLst>
                <a:gd name="T0" fmla="*/ 21 w 78"/>
                <a:gd name="T1" fmla="*/ 0 h 77"/>
                <a:gd name="T2" fmla="*/ 0 w 78"/>
                <a:gd name="T3" fmla="*/ 18 h 77"/>
                <a:gd name="T4" fmla="*/ 30 w 78"/>
                <a:gd name="T5" fmla="*/ 77 h 77"/>
                <a:gd name="T6" fmla="*/ 78 w 78"/>
                <a:gd name="T7" fmla="*/ 33 h 77"/>
                <a:gd name="T8" fmla="*/ 21 w 78"/>
                <a:gd name="T9" fmla="*/ 0 h 77"/>
              </a:gdLst>
              <a:ahLst/>
              <a:cxnLst>
                <a:cxn ang="0">
                  <a:pos x="T0" y="T1"/>
                </a:cxn>
                <a:cxn ang="0">
                  <a:pos x="T2" y="T3"/>
                </a:cxn>
                <a:cxn ang="0">
                  <a:pos x="T4" y="T5"/>
                </a:cxn>
                <a:cxn ang="0">
                  <a:pos x="T6" y="T7"/>
                </a:cxn>
                <a:cxn ang="0">
                  <a:pos x="T8" y="T9"/>
                </a:cxn>
              </a:cxnLst>
              <a:rect l="0" t="0" r="r" b="b"/>
              <a:pathLst>
                <a:path w="78" h="77">
                  <a:moveTo>
                    <a:pt x="21" y="0"/>
                  </a:moveTo>
                  <a:cubicBezTo>
                    <a:pt x="16" y="8"/>
                    <a:pt x="9" y="14"/>
                    <a:pt x="0" y="18"/>
                  </a:cubicBezTo>
                  <a:cubicBezTo>
                    <a:pt x="30" y="77"/>
                    <a:pt x="30" y="77"/>
                    <a:pt x="30" y="77"/>
                  </a:cubicBezTo>
                  <a:cubicBezTo>
                    <a:pt x="50" y="67"/>
                    <a:pt x="67" y="52"/>
                    <a:pt x="78" y="33"/>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36" name="Freeform 531"/>
            <p:cNvSpPr/>
            <p:nvPr/>
          </p:nvSpPr>
          <p:spPr bwMode="auto">
            <a:xfrm>
              <a:off x="3341689" y="414338"/>
              <a:ext cx="244475" cy="242888"/>
            </a:xfrm>
            <a:custGeom>
              <a:avLst/>
              <a:gdLst>
                <a:gd name="T0" fmla="*/ 113 w 113"/>
                <a:gd name="T1" fmla="*/ 47 h 113"/>
                <a:gd name="T2" fmla="*/ 66 w 113"/>
                <a:gd name="T3" fmla="*/ 0 h 113"/>
                <a:gd name="T4" fmla="*/ 0 w 113"/>
                <a:gd name="T5" fmla="*/ 0 h 113"/>
                <a:gd name="T6" fmla="*/ 112 w 113"/>
                <a:gd name="T7" fmla="*/ 113 h 113"/>
                <a:gd name="T8" fmla="*/ 113 w 113"/>
                <a:gd name="T9" fmla="*/ 47 h 113"/>
              </a:gdLst>
              <a:ahLst/>
              <a:cxnLst>
                <a:cxn ang="0">
                  <a:pos x="T0" y="T1"/>
                </a:cxn>
                <a:cxn ang="0">
                  <a:pos x="T2" y="T3"/>
                </a:cxn>
                <a:cxn ang="0">
                  <a:pos x="T4" y="T5"/>
                </a:cxn>
                <a:cxn ang="0">
                  <a:pos x="T6" y="T7"/>
                </a:cxn>
                <a:cxn ang="0">
                  <a:pos x="T8" y="T9"/>
                </a:cxn>
              </a:cxnLst>
              <a:rect l="0" t="0" r="r" b="b"/>
              <a:pathLst>
                <a:path w="113" h="113">
                  <a:moveTo>
                    <a:pt x="113" y="47"/>
                  </a:moveTo>
                  <a:cubicBezTo>
                    <a:pt x="87" y="46"/>
                    <a:pt x="67" y="25"/>
                    <a:pt x="66" y="0"/>
                  </a:cubicBezTo>
                  <a:cubicBezTo>
                    <a:pt x="0" y="0"/>
                    <a:pt x="0" y="0"/>
                    <a:pt x="0" y="0"/>
                  </a:cubicBezTo>
                  <a:cubicBezTo>
                    <a:pt x="1" y="62"/>
                    <a:pt x="51" y="112"/>
                    <a:pt x="112" y="113"/>
                  </a:cubicBezTo>
                  <a:lnTo>
                    <a:pt x="113" y="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37" name="Freeform 532"/>
            <p:cNvSpPr/>
            <p:nvPr/>
          </p:nvSpPr>
          <p:spPr bwMode="auto">
            <a:xfrm>
              <a:off x="3348039" y="330201"/>
              <a:ext cx="142875" cy="58738"/>
            </a:xfrm>
            <a:custGeom>
              <a:avLst/>
              <a:gdLst>
                <a:gd name="T0" fmla="*/ 64 w 66"/>
                <a:gd name="T1" fmla="*/ 27 h 27"/>
                <a:gd name="T2" fmla="*/ 66 w 66"/>
                <a:gd name="T3" fmla="*/ 21 h 27"/>
                <a:gd name="T4" fmla="*/ 4 w 66"/>
                <a:gd name="T5" fmla="*/ 0 h 27"/>
                <a:gd name="T6" fmla="*/ 0 w 66"/>
                <a:gd name="T7" fmla="*/ 12 h 27"/>
                <a:gd name="T8" fmla="*/ 64 w 66"/>
                <a:gd name="T9" fmla="*/ 27 h 27"/>
              </a:gdLst>
              <a:ahLst/>
              <a:cxnLst>
                <a:cxn ang="0">
                  <a:pos x="T0" y="T1"/>
                </a:cxn>
                <a:cxn ang="0">
                  <a:pos x="T2" y="T3"/>
                </a:cxn>
                <a:cxn ang="0">
                  <a:pos x="T4" y="T5"/>
                </a:cxn>
                <a:cxn ang="0">
                  <a:pos x="T6" y="T7"/>
                </a:cxn>
                <a:cxn ang="0">
                  <a:pos x="T8" y="T9"/>
                </a:cxn>
              </a:cxnLst>
              <a:rect l="0" t="0" r="r" b="b"/>
              <a:pathLst>
                <a:path w="66" h="27">
                  <a:moveTo>
                    <a:pt x="64" y="27"/>
                  </a:moveTo>
                  <a:cubicBezTo>
                    <a:pt x="65" y="25"/>
                    <a:pt x="65" y="23"/>
                    <a:pt x="66" y="21"/>
                  </a:cubicBezTo>
                  <a:cubicBezTo>
                    <a:pt x="4" y="0"/>
                    <a:pt x="4" y="0"/>
                    <a:pt x="4" y="0"/>
                  </a:cubicBezTo>
                  <a:cubicBezTo>
                    <a:pt x="2" y="4"/>
                    <a:pt x="1" y="8"/>
                    <a:pt x="0" y="12"/>
                  </a:cubicBezTo>
                  <a:lnTo>
                    <a:pt x="64"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38" name="Freeform 533"/>
            <p:cNvSpPr>
              <a:spLocks noEditPoints="1"/>
            </p:cNvSpPr>
            <p:nvPr/>
          </p:nvSpPr>
          <p:spPr bwMode="auto">
            <a:xfrm>
              <a:off x="3503614" y="328613"/>
              <a:ext cx="168275" cy="165100"/>
            </a:xfrm>
            <a:custGeom>
              <a:avLst/>
              <a:gdLst>
                <a:gd name="T0" fmla="*/ 39 w 78"/>
                <a:gd name="T1" fmla="*/ 0 h 77"/>
                <a:gd name="T2" fmla="*/ 0 w 78"/>
                <a:gd name="T3" fmla="*/ 39 h 77"/>
                <a:gd name="T4" fmla="*/ 39 w 78"/>
                <a:gd name="T5" fmla="*/ 77 h 77"/>
                <a:gd name="T6" fmla="*/ 78 w 78"/>
                <a:gd name="T7" fmla="*/ 39 h 77"/>
                <a:gd name="T8" fmla="*/ 39 w 78"/>
                <a:gd name="T9" fmla="*/ 0 h 77"/>
                <a:gd name="T10" fmla="*/ 39 w 78"/>
                <a:gd name="T11" fmla="*/ 69 h 77"/>
                <a:gd name="T12" fmla="*/ 9 w 78"/>
                <a:gd name="T13" fmla="*/ 39 h 77"/>
                <a:gd name="T14" fmla="*/ 39 w 78"/>
                <a:gd name="T15" fmla="*/ 9 h 77"/>
                <a:gd name="T16" fmla="*/ 69 w 78"/>
                <a:gd name="T17" fmla="*/ 39 h 77"/>
                <a:gd name="T18" fmla="*/ 39 w 78"/>
                <a:gd name="T19" fmla="*/ 69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77">
                  <a:moveTo>
                    <a:pt x="39" y="0"/>
                  </a:moveTo>
                  <a:cubicBezTo>
                    <a:pt x="18" y="0"/>
                    <a:pt x="0" y="17"/>
                    <a:pt x="0" y="39"/>
                  </a:cubicBezTo>
                  <a:cubicBezTo>
                    <a:pt x="0" y="60"/>
                    <a:pt x="18" y="77"/>
                    <a:pt x="39" y="77"/>
                  </a:cubicBezTo>
                  <a:cubicBezTo>
                    <a:pt x="60" y="77"/>
                    <a:pt x="78" y="60"/>
                    <a:pt x="78" y="39"/>
                  </a:cubicBezTo>
                  <a:cubicBezTo>
                    <a:pt x="78" y="17"/>
                    <a:pt x="60" y="0"/>
                    <a:pt x="39" y="0"/>
                  </a:cubicBezTo>
                  <a:close/>
                  <a:moveTo>
                    <a:pt x="39" y="69"/>
                  </a:moveTo>
                  <a:cubicBezTo>
                    <a:pt x="23" y="69"/>
                    <a:pt x="9" y="55"/>
                    <a:pt x="9" y="39"/>
                  </a:cubicBezTo>
                  <a:cubicBezTo>
                    <a:pt x="9" y="22"/>
                    <a:pt x="23" y="9"/>
                    <a:pt x="39" y="9"/>
                  </a:cubicBezTo>
                  <a:cubicBezTo>
                    <a:pt x="55" y="9"/>
                    <a:pt x="69" y="22"/>
                    <a:pt x="69" y="39"/>
                  </a:cubicBezTo>
                  <a:cubicBezTo>
                    <a:pt x="69" y="55"/>
                    <a:pt x="55" y="69"/>
                    <a:pt x="3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grpSp>
      <p:grpSp>
        <p:nvGrpSpPr>
          <p:cNvPr id="39" name="组合 38"/>
          <p:cNvGrpSpPr/>
          <p:nvPr/>
        </p:nvGrpSpPr>
        <p:grpSpPr>
          <a:xfrm>
            <a:off x="1799978" y="2383909"/>
            <a:ext cx="905726" cy="822004"/>
            <a:chOff x="8356601" y="152401"/>
            <a:chExt cx="566738" cy="514350"/>
          </a:xfrm>
          <a:solidFill>
            <a:srgbClr val="2F5597"/>
          </a:solidFill>
        </p:grpSpPr>
        <p:sp>
          <p:nvSpPr>
            <p:cNvPr id="40" name="Rectangle 541"/>
            <p:cNvSpPr>
              <a:spLocks noChangeArrowheads="1"/>
            </p:cNvSpPr>
            <p:nvPr/>
          </p:nvSpPr>
          <p:spPr bwMode="auto">
            <a:xfrm>
              <a:off x="8564564" y="614363"/>
              <a:ext cx="149225" cy="33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41" name="Freeform 542"/>
            <p:cNvSpPr/>
            <p:nvPr/>
          </p:nvSpPr>
          <p:spPr bwMode="auto">
            <a:xfrm>
              <a:off x="8520114" y="654051"/>
              <a:ext cx="241300" cy="12700"/>
            </a:xfrm>
            <a:custGeom>
              <a:avLst/>
              <a:gdLst>
                <a:gd name="T0" fmla="*/ 107 w 112"/>
                <a:gd name="T1" fmla="*/ 0 h 6"/>
                <a:gd name="T2" fmla="*/ 4 w 112"/>
                <a:gd name="T3" fmla="*/ 0 h 6"/>
                <a:gd name="T4" fmla="*/ 0 w 112"/>
                <a:gd name="T5" fmla="*/ 5 h 6"/>
                <a:gd name="T6" fmla="*/ 0 w 112"/>
                <a:gd name="T7" fmla="*/ 6 h 6"/>
                <a:gd name="T8" fmla="*/ 112 w 112"/>
                <a:gd name="T9" fmla="*/ 6 h 6"/>
                <a:gd name="T10" fmla="*/ 112 w 112"/>
                <a:gd name="T11" fmla="*/ 5 h 6"/>
                <a:gd name="T12" fmla="*/ 107 w 1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12" h="6">
                  <a:moveTo>
                    <a:pt x="107" y="0"/>
                  </a:moveTo>
                  <a:cubicBezTo>
                    <a:pt x="4" y="0"/>
                    <a:pt x="4" y="0"/>
                    <a:pt x="4" y="0"/>
                  </a:cubicBezTo>
                  <a:cubicBezTo>
                    <a:pt x="2" y="0"/>
                    <a:pt x="0" y="2"/>
                    <a:pt x="0" y="5"/>
                  </a:cubicBezTo>
                  <a:cubicBezTo>
                    <a:pt x="0" y="6"/>
                    <a:pt x="0" y="6"/>
                    <a:pt x="0" y="6"/>
                  </a:cubicBezTo>
                  <a:cubicBezTo>
                    <a:pt x="112" y="6"/>
                    <a:pt x="112" y="6"/>
                    <a:pt x="112" y="6"/>
                  </a:cubicBezTo>
                  <a:cubicBezTo>
                    <a:pt x="112" y="5"/>
                    <a:pt x="112" y="5"/>
                    <a:pt x="112" y="5"/>
                  </a:cubicBezTo>
                  <a:cubicBezTo>
                    <a:pt x="112" y="2"/>
                    <a:pt x="110" y="0"/>
                    <a:pt x="10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42" name="Freeform 543"/>
            <p:cNvSpPr/>
            <p:nvPr/>
          </p:nvSpPr>
          <p:spPr bwMode="auto">
            <a:xfrm>
              <a:off x="8356601" y="193676"/>
              <a:ext cx="566738" cy="412750"/>
            </a:xfrm>
            <a:custGeom>
              <a:avLst/>
              <a:gdLst>
                <a:gd name="T0" fmla="*/ 257 w 263"/>
                <a:gd name="T1" fmla="*/ 0 h 191"/>
                <a:gd name="T2" fmla="*/ 232 w 263"/>
                <a:gd name="T3" fmla="*/ 0 h 191"/>
                <a:gd name="T4" fmla="*/ 224 w 263"/>
                <a:gd name="T5" fmla="*/ 10 h 191"/>
                <a:gd name="T6" fmla="*/ 219 w 263"/>
                <a:gd name="T7" fmla="*/ 16 h 191"/>
                <a:gd name="T8" fmla="*/ 247 w 263"/>
                <a:gd name="T9" fmla="*/ 16 h 191"/>
                <a:gd name="T10" fmla="*/ 247 w 263"/>
                <a:gd name="T11" fmla="*/ 150 h 191"/>
                <a:gd name="T12" fmla="*/ 16 w 263"/>
                <a:gd name="T13" fmla="*/ 150 h 191"/>
                <a:gd name="T14" fmla="*/ 16 w 263"/>
                <a:gd name="T15" fmla="*/ 16 h 191"/>
                <a:gd name="T16" fmla="*/ 158 w 263"/>
                <a:gd name="T17" fmla="*/ 16 h 191"/>
                <a:gd name="T18" fmla="*/ 181 w 263"/>
                <a:gd name="T19" fmla="*/ 0 h 191"/>
                <a:gd name="T20" fmla="*/ 7 w 263"/>
                <a:gd name="T21" fmla="*/ 0 h 191"/>
                <a:gd name="T22" fmla="*/ 0 w 263"/>
                <a:gd name="T23" fmla="*/ 7 h 191"/>
                <a:gd name="T24" fmla="*/ 0 w 263"/>
                <a:gd name="T25" fmla="*/ 185 h 191"/>
                <a:gd name="T26" fmla="*/ 7 w 263"/>
                <a:gd name="T27" fmla="*/ 191 h 191"/>
                <a:gd name="T28" fmla="*/ 257 w 263"/>
                <a:gd name="T29" fmla="*/ 191 h 191"/>
                <a:gd name="T30" fmla="*/ 263 w 263"/>
                <a:gd name="T31" fmla="*/ 185 h 191"/>
                <a:gd name="T32" fmla="*/ 263 w 263"/>
                <a:gd name="T33" fmla="*/ 7 h 191"/>
                <a:gd name="T34" fmla="*/ 257 w 263"/>
                <a:gd name="T35" fmla="*/ 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91">
                  <a:moveTo>
                    <a:pt x="257" y="0"/>
                  </a:moveTo>
                  <a:cubicBezTo>
                    <a:pt x="232" y="0"/>
                    <a:pt x="232" y="0"/>
                    <a:pt x="232" y="0"/>
                  </a:cubicBezTo>
                  <a:cubicBezTo>
                    <a:pt x="230" y="3"/>
                    <a:pt x="227" y="6"/>
                    <a:pt x="224" y="10"/>
                  </a:cubicBezTo>
                  <a:cubicBezTo>
                    <a:pt x="219" y="16"/>
                    <a:pt x="219" y="16"/>
                    <a:pt x="219" y="16"/>
                  </a:cubicBezTo>
                  <a:cubicBezTo>
                    <a:pt x="247" y="16"/>
                    <a:pt x="247" y="16"/>
                    <a:pt x="247" y="16"/>
                  </a:cubicBezTo>
                  <a:cubicBezTo>
                    <a:pt x="247" y="150"/>
                    <a:pt x="247" y="150"/>
                    <a:pt x="247" y="150"/>
                  </a:cubicBezTo>
                  <a:cubicBezTo>
                    <a:pt x="16" y="150"/>
                    <a:pt x="16" y="150"/>
                    <a:pt x="16" y="150"/>
                  </a:cubicBezTo>
                  <a:cubicBezTo>
                    <a:pt x="16" y="16"/>
                    <a:pt x="16" y="16"/>
                    <a:pt x="16" y="16"/>
                  </a:cubicBezTo>
                  <a:cubicBezTo>
                    <a:pt x="158" y="16"/>
                    <a:pt x="158" y="16"/>
                    <a:pt x="158" y="16"/>
                  </a:cubicBezTo>
                  <a:cubicBezTo>
                    <a:pt x="181" y="0"/>
                    <a:pt x="181" y="0"/>
                    <a:pt x="181" y="0"/>
                  </a:cubicBezTo>
                  <a:cubicBezTo>
                    <a:pt x="7" y="0"/>
                    <a:pt x="7" y="0"/>
                    <a:pt x="7" y="0"/>
                  </a:cubicBezTo>
                  <a:cubicBezTo>
                    <a:pt x="3" y="0"/>
                    <a:pt x="0" y="3"/>
                    <a:pt x="0" y="7"/>
                  </a:cubicBezTo>
                  <a:cubicBezTo>
                    <a:pt x="0" y="185"/>
                    <a:pt x="0" y="185"/>
                    <a:pt x="0" y="185"/>
                  </a:cubicBezTo>
                  <a:cubicBezTo>
                    <a:pt x="0" y="188"/>
                    <a:pt x="3" y="191"/>
                    <a:pt x="7" y="191"/>
                  </a:cubicBezTo>
                  <a:cubicBezTo>
                    <a:pt x="257" y="191"/>
                    <a:pt x="257" y="191"/>
                    <a:pt x="257" y="191"/>
                  </a:cubicBezTo>
                  <a:cubicBezTo>
                    <a:pt x="260" y="191"/>
                    <a:pt x="263" y="188"/>
                    <a:pt x="263" y="185"/>
                  </a:cubicBezTo>
                  <a:cubicBezTo>
                    <a:pt x="263" y="7"/>
                    <a:pt x="263" y="7"/>
                    <a:pt x="263" y="7"/>
                  </a:cubicBezTo>
                  <a:cubicBezTo>
                    <a:pt x="263" y="3"/>
                    <a:pt x="260" y="0"/>
                    <a:pt x="25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43" name="Freeform 544"/>
            <p:cNvSpPr/>
            <p:nvPr/>
          </p:nvSpPr>
          <p:spPr bwMode="auto">
            <a:xfrm>
              <a:off x="8472489" y="384176"/>
              <a:ext cx="125413" cy="103188"/>
            </a:xfrm>
            <a:custGeom>
              <a:avLst/>
              <a:gdLst>
                <a:gd name="T0" fmla="*/ 18 w 58"/>
                <a:gd name="T1" fmla="*/ 12 h 48"/>
                <a:gd name="T2" fmla="*/ 0 w 58"/>
                <a:gd name="T3" fmla="*/ 44 h 48"/>
                <a:gd name="T4" fmla="*/ 6 w 58"/>
                <a:gd name="T5" fmla="*/ 46 h 48"/>
                <a:gd name="T6" fmla="*/ 19 w 58"/>
                <a:gd name="T7" fmla="*/ 35 h 48"/>
                <a:gd name="T8" fmla="*/ 16 w 58"/>
                <a:gd name="T9" fmla="*/ 47 h 48"/>
                <a:gd name="T10" fmla="*/ 41 w 58"/>
                <a:gd name="T11" fmla="*/ 40 h 48"/>
                <a:gd name="T12" fmla="*/ 58 w 58"/>
                <a:gd name="T13" fmla="*/ 18 h 48"/>
                <a:gd name="T14" fmla="*/ 42 w 58"/>
                <a:gd name="T15" fmla="*/ 0 h 48"/>
                <a:gd name="T16" fmla="*/ 18 w 58"/>
                <a:gd name="T17"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8">
                  <a:moveTo>
                    <a:pt x="18" y="12"/>
                  </a:moveTo>
                  <a:cubicBezTo>
                    <a:pt x="8" y="27"/>
                    <a:pt x="17" y="43"/>
                    <a:pt x="0" y="44"/>
                  </a:cubicBezTo>
                  <a:cubicBezTo>
                    <a:pt x="0" y="44"/>
                    <a:pt x="2" y="45"/>
                    <a:pt x="6" y="46"/>
                  </a:cubicBezTo>
                  <a:cubicBezTo>
                    <a:pt x="13" y="47"/>
                    <a:pt x="18" y="44"/>
                    <a:pt x="19" y="35"/>
                  </a:cubicBezTo>
                  <a:cubicBezTo>
                    <a:pt x="19" y="35"/>
                    <a:pt x="21" y="40"/>
                    <a:pt x="16" y="47"/>
                  </a:cubicBezTo>
                  <a:cubicBezTo>
                    <a:pt x="23" y="48"/>
                    <a:pt x="35" y="45"/>
                    <a:pt x="41" y="40"/>
                  </a:cubicBezTo>
                  <a:cubicBezTo>
                    <a:pt x="55" y="29"/>
                    <a:pt x="58" y="18"/>
                    <a:pt x="58" y="18"/>
                  </a:cubicBezTo>
                  <a:cubicBezTo>
                    <a:pt x="42" y="0"/>
                    <a:pt x="42" y="0"/>
                    <a:pt x="42" y="0"/>
                  </a:cubicBezTo>
                  <a:cubicBezTo>
                    <a:pt x="42" y="0"/>
                    <a:pt x="25" y="2"/>
                    <a:pt x="1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44" name="Freeform 545"/>
            <p:cNvSpPr/>
            <p:nvPr/>
          </p:nvSpPr>
          <p:spPr bwMode="auto">
            <a:xfrm>
              <a:off x="8585201" y="152401"/>
              <a:ext cx="271463" cy="250825"/>
            </a:xfrm>
            <a:custGeom>
              <a:avLst/>
              <a:gdLst>
                <a:gd name="T0" fmla="*/ 103 w 126"/>
                <a:gd name="T1" fmla="*/ 14 h 116"/>
                <a:gd name="T2" fmla="*/ 32 w 126"/>
                <a:gd name="T3" fmla="*/ 63 h 116"/>
                <a:gd name="T4" fmla="*/ 3 w 126"/>
                <a:gd name="T5" fmla="*/ 95 h 116"/>
                <a:gd name="T6" fmla="*/ 18 w 126"/>
                <a:gd name="T7" fmla="*/ 111 h 116"/>
                <a:gd name="T8" fmla="*/ 53 w 126"/>
                <a:gd name="T9" fmla="*/ 87 h 116"/>
                <a:gd name="T10" fmla="*/ 110 w 126"/>
                <a:gd name="T11" fmla="*/ 22 h 116"/>
                <a:gd name="T12" fmla="*/ 103 w 126"/>
                <a:gd name="T13" fmla="*/ 14 h 116"/>
              </a:gdLst>
              <a:ahLst/>
              <a:cxnLst>
                <a:cxn ang="0">
                  <a:pos x="T0" y="T1"/>
                </a:cxn>
                <a:cxn ang="0">
                  <a:pos x="T2" y="T3"/>
                </a:cxn>
                <a:cxn ang="0">
                  <a:pos x="T4" y="T5"/>
                </a:cxn>
                <a:cxn ang="0">
                  <a:pos x="T6" y="T7"/>
                </a:cxn>
                <a:cxn ang="0">
                  <a:pos x="T8" y="T9"/>
                </a:cxn>
                <a:cxn ang="0">
                  <a:pos x="T10" y="T11"/>
                </a:cxn>
                <a:cxn ang="0">
                  <a:pos x="T12" y="T13"/>
                </a:cxn>
              </a:cxnLst>
              <a:rect l="0" t="0" r="r" b="b"/>
              <a:pathLst>
                <a:path w="126" h="116">
                  <a:moveTo>
                    <a:pt x="103" y="14"/>
                  </a:moveTo>
                  <a:cubicBezTo>
                    <a:pt x="83" y="27"/>
                    <a:pt x="51" y="49"/>
                    <a:pt x="32" y="63"/>
                  </a:cubicBezTo>
                  <a:cubicBezTo>
                    <a:pt x="12" y="76"/>
                    <a:pt x="0" y="91"/>
                    <a:pt x="3" y="95"/>
                  </a:cubicBezTo>
                  <a:cubicBezTo>
                    <a:pt x="7" y="100"/>
                    <a:pt x="14" y="107"/>
                    <a:pt x="18" y="111"/>
                  </a:cubicBezTo>
                  <a:cubicBezTo>
                    <a:pt x="22" y="116"/>
                    <a:pt x="38" y="105"/>
                    <a:pt x="53" y="87"/>
                  </a:cubicBezTo>
                  <a:cubicBezTo>
                    <a:pt x="69" y="69"/>
                    <a:pt x="94" y="40"/>
                    <a:pt x="110" y="22"/>
                  </a:cubicBezTo>
                  <a:cubicBezTo>
                    <a:pt x="126" y="4"/>
                    <a:pt x="122" y="0"/>
                    <a:pt x="103"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
          <p:nvSpPr>
            <p:cNvPr id="45" name="Freeform 546"/>
            <p:cNvSpPr/>
            <p:nvPr/>
          </p:nvSpPr>
          <p:spPr bwMode="auto">
            <a:xfrm>
              <a:off x="8564564" y="358776"/>
              <a:ext cx="58738" cy="60325"/>
            </a:xfrm>
            <a:custGeom>
              <a:avLst/>
              <a:gdLst>
                <a:gd name="T0" fmla="*/ 9 w 27"/>
                <a:gd name="T1" fmla="*/ 1 h 28"/>
                <a:gd name="T2" fmla="*/ 4 w 27"/>
                <a:gd name="T3" fmla="*/ 1 h 28"/>
                <a:gd name="T4" fmla="*/ 3 w 27"/>
                <a:gd name="T5" fmla="*/ 5 h 28"/>
                <a:gd name="T6" fmla="*/ 2 w 27"/>
                <a:gd name="T7" fmla="*/ 6 h 28"/>
                <a:gd name="T8" fmla="*/ 1 w 27"/>
                <a:gd name="T9" fmla="*/ 10 h 28"/>
                <a:gd name="T10" fmla="*/ 16 w 27"/>
                <a:gd name="T11" fmla="*/ 26 h 28"/>
                <a:gd name="T12" fmla="*/ 20 w 27"/>
                <a:gd name="T13" fmla="*/ 26 h 28"/>
                <a:gd name="T14" fmla="*/ 21 w 27"/>
                <a:gd name="T15" fmla="*/ 26 h 28"/>
                <a:gd name="T16" fmla="*/ 25 w 27"/>
                <a:gd name="T17" fmla="*/ 24 h 28"/>
                <a:gd name="T18" fmla="*/ 26 w 27"/>
                <a:gd name="T19" fmla="*/ 19 h 28"/>
                <a:gd name="T20" fmla="*/ 9 w 27"/>
                <a:gd name="T21" fmla="*/ 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28">
                  <a:moveTo>
                    <a:pt x="9" y="1"/>
                  </a:moveTo>
                  <a:cubicBezTo>
                    <a:pt x="8" y="0"/>
                    <a:pt x="6" y="0"/>
                    <a:pt x="4" y="1"/>
                  </a:cubicBezTo>
                  <a:cubicBezTo>
                    <a:pt x="3" y="2"/>
                    <a:pt x="2" y="4"/>
                    <a:pt x="3" y="5"/>
                  </a:cubicBezTo>
                  <a:cubicBezTo>
                    <a:pt x="2" y="5"/>
                    <a:pt x="2" y="5"/>
                    <a:pt x="2" y="6"/>
                  </a:cubicBezTo>
                  <a:cubicBezTo>
                    <a:pt x="0" y="7"/>
                    <a:pt x="0" y="9"/>
                    <a:pt x="1" y="10"/>
                  </a:cubicBezTo>
                  <a:cubicBezTo>
                    <a:pt x="16" y="26"/>
                    <a:pt x="16" y="26"/>
                    <a:pt x="16" y="26"/>
                  </a:cubicBezTo>
                  <a:cubicBezTo>
                    <a:pt x="17" y="28"/>
                    <a:pt x="19" y="28"/>
                    <a:pt x="20" y="26"/>
                  </a:cubicBezTo>
                  <a:cubicBezTo>
                    <a:pt x="21" y="26"/>
                    <a:pt x="21" y="26"/>
                    <a:pt x="21" y="26"/>
                  </a:cubicBezTo>
                  <a:cubicBezTo>
                    <a:pt x="22" y="26"/>
                    <a:pt x="24" y="26"/>
                    <a:pt x="25" y="24"/>
                  </a:cubicBezTo>
                  <a:cubicBezTo>
                    <a:pt x="26" y="23"/>
                    <a:pt x="27" y="21"/>
                    <a:pt x="26" y="19"/>
                  </a:cubicBezTo>
                  <a:lnTo>
                    <a:pt x="9"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grpSp>
      <p:sp>
        <p:nvSpPr>
          <p:cNvPr id="46" name="Freeform 25"/>
          <p:cNvSpPr>
            <a:spLocks noEditPoints="1"/>
          </p:cNvSpPr>
          <p:nvPr/>
        </p:nvSpPr>
        <p:spPr bwMode="auto">
          <a:xfrm>
            <a:off x="6930793" y="2427185"/>
            <a:ext cx="977343" cy="735452"/>
          </a:xfrm>
          <a:custGeom>
            <a:avLst/>
            <a:gdLst>
              <a:gd name="T0" fmla="*/ 679 w 778"/>
              <a:gd name="T1" fmla="*/ 367 h 584"/>
              <a:gd name="T2" fmla="*/ 535 w 778"/>
              <a:gd name="T3" fmla="*/ 146 h 584"/>
              <a:gd name="T4" fmla="*/ 439 w 778"/>
              <a:gd name="T5" fmla="*/ 269 h 584"/>
              <a:gd name="T6" fmla="*/ 391 w 778"/>
              <a:gd name="T7" fmla="*/ 219 h 584"/>
              <a:gd name="T8" fmla="*/ 245 w 778"/>
              <a:gd name="T9" fmla="*/ 389 h 584"/>
              <a:gd name="T10" fmla="*/ 195 w 778"/>
              <a:gd name="T11" fmla="*/ 341 h 584"/>
              <a:gd name="T12" fmla="*/ 97 w 778"/>
              <a:gd name="T13" fmla="*/ 487 h 584"/>
              <a:gd name="T14" fmla="*/ 679 w 778"/>
              <a:gd name="T15" fmla="*/ 487 h 584"/>
              <a:gd name="T16" fmla="*/ 679 w 778"/>
              <a:gd name="T17" fmla="*/ 367 h 584"/>
              <a:gd name="T18" fmla="*/ 730 w 778"/>
              <a:gd name="T19" fmla="*/ 0 h 584"/>
              <a:gd name="T20" fmla="*/ 49 w 778"/>
              <a:gd name="T21" fmla="*/ 0 h 584"/>
              <a:gd name="T22" fmla="*/ 0 w 778"/>
              <a:gd name="T23" fmla="*/ 49 h 584"/>
              <a:gd name="T24" fmla="*/ 0 w 778"/>
              <a:gd name="T25" fmla="*/ 535 h 584"/>
              <a:gd name="T26" fmla="*/ 49 w 778"/>
              <a:gd name="T27" fmla="*/ 584 h 584"/>
              <a:gd name="T28" fmla="*/ 730 w 778"/>
              <a:gd name="T29" fmla="*/ 584 h 584"/>
              <a:gd name="T30" fmla="*/ 778 w 778"/>
              <a:gd name="T31" fmla="*/ 535 h 584"/>
              <a:gd name="T32" fmla="*/ 778 w 778"/>
              <a:gd name="T33" fmla="*/ 49 h 584"/>
              <a:gd name="T34" fmla="*/ 730 w 778"/>
              <a:gd name="T35" fmla="*/ 0 h 584"/>
              <a:gd name="T36" fmla="*/ 706 w 778"/>
              <a:gd name="T37" fmla="*/ 511 h 584"/>
              <a:gd name="T38" fmla="*/ 72 w 778"/>
              <a:gd name="T39" fmla="*/ 511 h 584"/>
              <a:gd name="T40" fmla="*/ 72 w 778"/>
              <a:gd name="T41" fmla="*/ 73 h 584"/>
              <a:gd name="T42" fmla="*/ 706 w 778"/>
              <a:gd name="T43" fmla="*/ 73 h 584"/>
              <a:gd name="T44" fmla="*/ 706 w 778"/>
              <a:gd name="T45" fmla="*/ 511 h 584"/>
              <a:gd name="T46" fmla="*/ 218 w 778"/>
              <a:gd name="T47" fmla="*/ 267 h 584"/>
              <a:gd name="T48" fmla="*/ 291 w 778"/>
              <a:gd name="T49" fmla="*/ 195 h 584"/>
              <a:gd name="T50" fmla="*/ 218 w 778"/>
              <a:gd name="T51" fmla="*/ 122 h 584"/>
              <a:gd name="T52" fmla="*/ 147 w 778"/>
              <a:gd name="T53" fmla="*/ 195 h 584"/>
              <a:gd name="T54" fmla="*/ 218 w 778"/>
              <a:gd name="T55" fmla="*/ 267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78" h="584">
                <a:moveTo>
                  <a:pt x="679" y="367"/>
                </a:moveTo>
                <a:cubicBezTo>
                  <a:pt x="535" y="146"/>
                  <a:pt x="535" y="146"/>
                  <a:pt x="535" y="146"/>
                </a:cubicBezTo>
                <a:cubicBezTo>
                  <a:pt x="439" y="269"/>
                  <a:pt x="439" y="269"/>
                  <a:pt x="439" y="269"/>
                </a:cubicBezTo>
                <a:cubicBezTo>
                  <a:pt x="391" y="219"/>
                  <a:pt x="391" y="219"/>
                  <a:pt x="391" y="219"/>
                </a:cubicBezTo>
                <a:cubicBezTo>
                  <a:pt x="245" y="389"/>
                  <a:pt x="245" y="389"/>
                  <a:pt x="245" y="389"/>
                </a:cubicBezTo>
                <a:cubicBezTo>
                  <a:pt x="195" y="341"/>
                  <a:pt x="195" y="341"/>
                  <a:pt x="195" y="341"/>
                </a:cubicBezTo>
                <a:cubicBezTo>
                  <a:pt x="97" y="487"/>
                  <a:pt x="97" y="487"/>
                  <a:pt x="97" y="487"/>
                </a:cubicBezTo>
                <a:cubicBezTo>
                  <a:pt x="679" y="487"/>
                  <a:pt x="679" y="487"/>
                  <a:pt x="679" y="487"/>
                </a:cubicBezTo>
                <a:lnTo>
                  <a:pt x="679" y="367"/>
                </a:lnTo>
                <a:close/>
                <a:moveTo>
                  <a:pt x="730" y="0"/>
                </a:moveTo>
                <a:cubicBezTo>
                  <a:pt x="49" y="0"/>
                  <a:pt x="49" y="0"/>
                  <a:pt x="49" y="0"/>
                </a:cubicBezTo>
                <a:cubicBezTo>
                  <a:pt x="19" y="0"/>
                  <a:pt x="0" y="19"/>
                  <a:pt x="0" y="49"/>
                </a:cubicBezTo>
                <a:cubicBezTo>
                  <a:pt x="0" y="535"/>
                  <a:pt x="0" y="535"/>
                  <a:pt x="0" y="535"/>
                </a:cubicBezTo>
                <a:cubicBezTo>
                  <a:pt x="0" y="560"/>
                  <a:pt x="24" y="584"/>
                  <a:pt x="49" y="584"/>
                </a:cubicBezTo>
                <a:cubicBezTo>
                  <a:pt x="730" y="584"/>
                  <a:pt x="730" y="584"/>
                  <a:pt x="730" y="584"/>
                </a:cubicBezTo>
                <a:cubicBezTo>
                  <a:pt x="754" y="584"/>
                  <a:pt x="778" y="558"/>
                  <a:pt x="778" y="535"/>
                </a:cubicBezTo>
                <a:cubicBezTo>
                  <a:pt x="778" y="49"/>
                  <a:pt x="778" y="49"/>
                  <a:pt x="778" y="49"/>
                </a:cubicBezTo>
                <a:cubicBezTo>
                  <a:pt x="778" y="24"/>
                  <a:pt x="753" y="0"/>
                  <a:pt x="730" y="0"/>
                </a:cubicBezTo>
                <a:close/>
                <a:moveTo>
                  <a:pt x="706" y="511"/>
                </a:moveTo>
                <a:cubicBezTo>
                  <a:pt x="72" y="511"/>
                  <a:pt x="72" y="511"/>
                  <a:pt x="72" y="511"/>
                </a:cubicBezTo>
                <a:cubicBezTo>
                  <a:pt x="72" y="73"/>
                  <a:pt x="72" y="73"/>
                  <a:pt x="72" y="73"/>
                </a:cubicBezTo>
                <a:cubicBezTo>
                  <a:pt x="706" y="73"/>
                  <a:pt x="706" y="73"/>
                  <a:pt x="706" y="73"/>
                </a:cubicBezTo>
                <a:lnTo>
                  <a:pt x="706" y="511"/>
                </a:lnTo>
                <a:close/>
                <a:moveTo>
                  <a:pt x="218" y="267"/>
                </a:moveTo>
                <a:cubicBezTo>
                  <a:pt x="258" y="267"/>
                  <a:pt x="291" y="235"/>
                  <a:pt x="291" y="195"/>
                </a:cubicBezTo>
                <a:cubicBezTo>
                  <a:pt x="291" y="156"/>
                  <a:pt x="258" y="122"/>
                  <a:pt x="218" y="122"/>
                </a:cubicBezTo>
                <a:cubicBezTo>
                  <a:pt x="179" y="122"/>
                  <a:pt x="147" y="156"/>
                  <a:pt x="147" y="195"/>
                </a:cubicBezTo>
                <a:cubicBezTo>
                  <a:pt x="147" y="235"/>
                  <a:pt x="179" y="267"/>
                  <a:pt x="218" y="267"/>
                </a:cubicBezTo>
                <a:close/>
              </a:path>
            </a:pathLst>
          </a:custGeom>
          <a:solidFill>
            <a:srgbClr val="2F5597"/>
          </a:solidFill>
          <a:ln>
            <a:noFill/>
          </a:ln>
        </p:spPr>
        <p:txBody>
          <a:bodyPr vert="horz" wrap="square" lIns="91423" tIns="45711" rIns="91423" bIns="45711" numCol="1" anchor="t" anchorCtr="0" compatLnSpc="1"/>
          <a:lstStyle/>
          <a:p>
            <a:endParaRPr lang="en-US" sz="3600">
              <a:solidFill>
                <a:schemeClr val="bg1">
                  <a:lumMod val="50000"/>
                </a:schemeClr>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par>
                                <p:cTn id="9" presetID="53" presetClass="entr" presetSubtype="16"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p:cTn id="11" dur="500" fill="hold"/>
                                        <p:tgtEl>
                                          <p:spTgt spid="39"/>
                                        </p:tgtEl>
                                        <p:attrNameLst>
                                          <p:attrName>ppt_w</p:attrName>
                                        </p:attrNameLst>
                                      </p:cBhvr>
                                      <p:tavLst>
                                        <p:tav tm="0">
                                          <p:val>
                                            <p:fltVal val="0"/>
                                          </p:val>
                                        </p:tav>
                                        <p:tav tm="100000">
                                          <p:val>
                                            <p:strVal val="#ppt_w"/>
                                          </p:val>
                                        </p:tav>
                                      </p:tavLst>
                                    </p:anim>
                                    <p:anim calcmode="lin" valueType="num">
                                      <p:cBhvr>
                                        <p:cTn id="12" dur="500" fill="hold"/>
                                        <p:tgtEl>
                                          <p:spTgt spid="39"/>
                                        </p:tgtEl>
                                        <p:attrNameLst>
                                          <p:attrName>ppt_h</p:attrName>
                                        </p:attrNameLst>
                                      </p:cBhvr>
                                      <p:tavLst>
                                        <p:tav tm="0">
                                          <p:val>
                                            <p:fltVal val="0"/>
                                          </p:val>
                                        </p:tav>
                                        <p:tav tm="100000">
                                          <p:val>
                                            <p:strVal val="#ppt_h"/>
                                          </p:val>
                                        </p:tav>
                                      </p:tavLst>
                                    </p:anim>
                                    <p:animEffect transition="in" filter="fade">
                                      <p:cBhvr>
                                        <p:cTn id="13" dur="500"/>
                                        <p:tgtEl>
                                          <p:spTgt spid="39"/>
                                        </p:tgtEl>
                                      </p:cBhvr>
                                    </p:animEffect>
                                  </p:childTnLst>
                                </p:cTn>
                              </p:par>
                            </p:childTnLst>
                          </p:cTn>
                        </p:par>
                        <p:par>
                          <p:cTn id="14" fill="hold">
                            <p:stCondLst>
                              <p:cond delay="500"/>
                            </p:stCondLst>
                            <p:childTnLst>
                              <p:par>
                                <p:cTn id="15" presetID="23" presetClass="entr" presetSubtype="16" fill="hold" nodeType="after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childTnLst>
                                </p:cTn>
                              </p:par>
                            </p:childTnLst>
                          </p:cTn>
                        </p:par>
                        <p:par>
                          <p:cTn id="19" fill="hold">
                            <p:stCondLst>
                              <p:cond delay="1000"/>
                            </p:stCondLst>
                            <p:childTnLst>
                              <p:par>
                                <p:cTn id="20" presetID="53" presetClass="entr" presetSubtype="16"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par>
                          <p:cTn id="25" fill="hold">
                            <p:stCondLst>
                              <p:cond delay="1500"/>
                            </p:stCondLst>
                            <p:childTnLst>
                              <p:par>
                                <p:cTn id="26" presetID="9"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dissolve">
                                      <p:cBhvr>
                                        <p:cTn id="28" dur="500"/>
                                        <p:tgtEl>
                                          <p:spTgt spid="11"/>
                                        </p:tgtEl>
                                      </p:cBhvr>
                                    </p:animEffect>
                                  </p:childTnLst>
                                </p:cTn>
                              </p:par>
                            </p:childTnLst>
                          </p:cTn>
                        </p:par>
                        <p:par>
                          <p:cTn id="29" fill="hold">
                            <p:stCondLst>
                              <p:cond delay="2000"/>
                            </p:stCondLst>
                            <p:childTnLst>
                              <p:par>
                                <p:cTn id="30" presetID="23" presetClass="entr" presetSubtype="16"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childTnLst>
                                </p:cTn>
                              </p:par>
                              <p:par>
                                <p:cTn id="34" presetID="53" presetClass="entr" presetSubtype="16" fill="hold" nodeType="with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p:cTn id="36" dur="500" fill="hold"/>
                                        <p:tgtEl>
                                          <p:spTgt spid="25"/>
                                        </p:tgtEl>
                                        <p:attrNameLst>
                                          <p:attrName>ppt_w</p:attrName>
                                        </p:attrNameLst>
                                      </p:cBhvr>
                                      <p:tavLst>
                                        <p:tav tm="0">
                                          <p:val>
                                            <p:fltVal val="0"/>
                                          </p:val>
                                        </p:tav>
                                        <p:tav tm="100000">
                                          <p:val>
                                            <p:strVal val="#ppt_w"/>
                                          </p:val>
                                        </p:tav>
                                      </p:tavLst>
                                    </p:anim>
                                    <p:anim calcmode="lin" valueType="num">
                                      <p:cBhvr>
                                        <p:cTn id="37" dur="500" fill="hold"/>
                                        <p:tgtEl>
                                          <p:spTgt spid="25"/>
                                        </p:tgtEl>
                                        <p:attrNameLst>
                                          <p:attrName>ppt_h</p:attrName>
                                        </p:attrNameLst>
                                      </p:cBhvr>
                                      <p:tavLst>
                                        <p:tav tm="0">
                                          <p:val>
                                            <p:fltVal val="0"/>
                                          </p:val>
                                        </p:tav>
                                        <p:tav tm="100000">
                                          <p:val>
                                            <p:strVal val="#ppt_h"/>
                                          </p:val>
                                        </p:tav>
                                      </p:tavLst>
                                    </p:anim>
                                    <p:animEffect transition="in" filter="fade">
                                      <p:cBhvr>
                                        <p:cTn id="38" dur="500"/>
                                        <p:tgtEl>
                                          <p:spTgt spid="25"/>
                                        </p:tgtEl>
                                      </p:cBhvr>
                                    </p:animEffect>
                                  </p:childTnLst>
                                </p:cTn>
                              </p:par>
                            </p:childTnLst>
                          </p:cTn>
                        </p:par>
                        <p:par>
                          <p:cTn id="39" fill="hold">
                            <p:stCondLst>
                              <p:cond delay="2500"/>
                            </p:stCondLst>
                            <p:childTnLst>
                              <p:par>
                                <p:cTn id="40" presetID="23" presetClass="entr" presetSubtype="16" fill="hold" nodeType="after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p:cTn id="42" dur="500" fill="hold"/>
                                        <p:tgtEl>
                                          <p:spTgt spid="14"/>
                                        </p:tgtEl>
                                        <p:attrNameLst>
                                          <p:attrName>ppt_w</p:attrName>
                                        </p:attrNameLst>
                                      </p:cBhvr>
                                      <p:tavLst>
                                        <p:tav tm="0">
                                          <p:val>
                                            <p:fltVal val="0"/>
                                          </p:val>
                                        </p:tav>
                                        <p:tav tm="100000">
                                          <p:val>
                                            <p:strVal val="#ppt_w"/>
                                          </p:val>
                                        </p:tav>
                                      </p:tavLst>
                                    </p:anim>
                                    <p:anim calcmode="lin" valueType="num">
                                      <p:cBhvr>
                                        <p:cTn id="43" dur="500" fill="hold"/>
                                        <p:tgtEl>
                                          <p:spTgt spid="14"/>
                                        </p:tgtEl>
                                        <p:attrNameLst>
                                          <p:attrName>ppt_h</p:attrName>
                                        </p:attrNameLst>
                                      </p:cBhvr>
                                      <p:tavLst>
                                        <p:tav tm="0">
                                          <p:val>
                                            <p:fltVal val="0"/>
                                          </p:val>
                                        </p:tav>
                                        <p:tav tm="100000">
                                          <p:val>
                                            <p:strVal val="#ppt_h"/>
                                          </p:val>
                                        </p:tav>
                                      </p:tavLst>
                                    </p:anim>
                                  </p:childTnLst>
                                </p:cTn>
                              </p:par>
                            </p:childTnLst>
                          </p:cTn>
                        </p:par>
                        <p:par>
                          <p:cTn id="44" fill="hold">
                            <p:stCondLst>
                              <p:cond delay="3000"/>
                            </p:stCondLst>
                            <p:childTnLst>
                              <p:par>
                                <p:cTn id="45" presetID="53" presetClass="entr" presetSubtype="16"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p:cTn id="47" dur="500" fill="hold"/>
                                        <p:tgtEl>
                                          <p:spTgt spid="15"/>
                                        </p:tgtEl>
                                        <p:attrNameLst>
                                          <p:attrName>ppt_w</p:attrName>
                                        </p:attrNameLst>
                                      </p:cBhvr>
                                      <p:tavLst>
                                        <p:tav tm="0">
                                          <p:val>
                                            <p:fltVal val="0"/>
                                          </p:val>
                                        </p:tav>
                                        <p:tav tm="100000">
                                          <p:val>
                                            <p:strVal val="#ppt_w"/>
                                          </p:val>
                                        </p:tav>
                                      </p:tavLst>
                                    </p:anim>
                                    <p:anim calcmode="lin" valueType="num">
                                      <p:cBhvr>
                                        <p:cTn id="48" dur="500" fill="hold"/>
                                        <p:tgtEl>
                                          <p:spTgt spid="15"/>
                                        </p:tgtEl>
                                        <p:attrNameLst>
                                          <p:attrName>ppt_h</p:attrName>
                                        </p:attrNameLst>
                                      </p:cBhvr>
                                      <p:tavLst>
                                        <p:tav tm="0">
                                          <p:val>
                                            <p:fltVal val="0"/>
                                          </p:val>
                                        </p:tav>
                                        <p:tav tm="100000">
                                          <p:val>
                                            <p:strVal val="#ppt_h"/>
                                          </p:val>
                                        </p:tav>
                                      </p:tavLst>
                                    </p:anim>
                                    <p:animEffect transition="in" filter="fade">
                                      <p:cBhvr>
                                        <p:cTn id="49" dur="500"/>
                                        <p:tgtEl>
                                          <p:spTgt spid="15"/>
                                        </p:tgtEl>
                                      </p:cBhvr>
                                    </p:animEffect>
                                  </p:childTnLst>
                                </p:cTn>
                              </p:par>
                            </p:childTnLst>
                          </p:cTn>
                        </p:par>
                        <p:par>
                          <p:cTn id="50" fill="hold">
                            <p:stCondLst>
                              <p:cond delay="3500"/>
                            </p:stCondLst>
                            <p:childTnLst>
                              <p:par>
                                <p:cTn id="51" presetID="9" presetClass="entr" presetSubtype="0" fill="hold" grpId="0" nodeType="after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dissolve">
                                      <p:cBhvr>
                                        <p:cTn id="53" dur="500"/>
                                        <p:tgtEl>
                                          <p:spTgt spid="16"/>
                                        </p:tgtEl>
                                      </p:cBhvr>
                                    </p:animEffect>
                                  </p:childTnLst>
                                </p:cTn>
                              </p:par>
                            </p:childTnLst>
                          </p:cTn>
                        </p:par>
                        <p:par>
                          <p:cTn id="54" fill="hold">
                            <p:stCondLst>
                              <p:cond delay="4000"/>
                            </p:stCondLst>
                            <p:childTnLst>
                              <p:par>
                                <p:cTn id="55" presetID="23" presetClass="entr" presetSubtype="16"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p:cTn id="57" dur="500" fill="hold"/>
                                        <p:tgtEl>
                                          <p:spTgt spid="17"/>
                                        </p:tgtEl>
                                        <p:attrNameLst>
                                          <p:attrName>ppt_w</p:attrName>
                                        </p:attrNameLst>
                                      </p:cBhvr>
                                      <p:tavLst>
                                        <p:tav tm="0">
                                          <p:val>
                                            <p:fltVal val="0"/>
                                          </p:val>
                                        </p:tav>
                                        <p:tav tm="100000">
                                          <p:val>
                                            <p:strVal val="#ppt_w"/>
                                          </p:val>
                                        </p:tav>
                                      </p:tavLst>
                                    </p:anim>
                                    <p:anim calcmode="lin" valueType="num">
                                      <p:cBhvr>
                                        <p:cTn id="58" dur="500" fill="hold"/>
                                        <p:tgtEl>
                                          <p:spTgt spid="17"/>
                                        </p:tgtEl>
                                        <p:attrNameLst>
                                          <p:attrName>ppt_h</p:attrName>
                                        </p:attrNameLst>
                                      </p:cBhvr>
                                      <p:tavLst>
                                        <p:tav tm="0">
                                          <p:val>
                                            <p:fltVal val="0"/>
                                          </p:val>
                                        </p:tav>
                                        <p:tav tm="100000">
                                          <p:val>
                                            <p:strVal val="#ppt_h"/>
                                          </p:val>
                                        </p:tav>
                                      </p:tavLst>
                                    </p:anim>
                                  </p:childTnLst>
                                </p:cTn>
                              </p:par>
                              <p:par>
                                <p:cTn id="59" presetID="53" presetClass="entr" presetSubtype="16"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anim calcmode="lin" valueType="num">
                                      <p:cBhvr>
                                        <p:cTn id="61" dur="500" fill="hold"/>
                                        <p:tgtEl>
                                          <p:spTgt spid="46"/>
                                        </p:tgtEl>
                                        <p:attrNameLst>
                                          <p:attrName>ppt_w</p:attrName>
                                        </p:attrNameLst>
                                      </p:cBhvr>
                                      <p:tavLst>
                                        <p:tav tm="0">
                                          <p:val>
                                            <p:fltVal val="0"/>
                                          </p:val>
                                        </p:tav>
                                        <p:tav tm="100000">
                                          <p:val>
                                            <p:strVal val="#ppt_w"/>
                                          </p:val>
                                        </p:tav>
                                      </p:tavLst>
                                    </p:anim>
                                    <p:anim calcmode="lin" valueType="num">
                                      <p:cBhvr>
                                        <p:cTn id="62" dur="500" fill="hold"/>
                                        <p:tgtEl>
                                          <p:spTgt spid="46"/>
                                        </p:tgtEl>
                                        <p:attrNameLst>
                                          <p:attrName>ppt_h</p:attrName>
                                        </p:attrNameLst>
                                      </p:cBhvr>
                                      <p:tavLst>
                                        <p:tav tm="0">
                                          <p:val>
                                            <p:fltVal val="0"/>
                                          </p:val>
                                        </p:tav>
                                        <p:tav tm="100000">
                                          <p:val>
                                            <p:strVal val="#ppt_h"/>
                                          </p:val>
                                        </p:tav>
                                      </p:tavLst>
                                    </p:anim>
                                    <p:animEffect transition="in" filter="fade">
                                      <p:cBhvr>
                                        <p:cTn id="63" dur="500"/>
                                        <p:tgtEl>
                                          <p:spTgt spid="46"/>
                                        </p:tgtEl>
                                      </p:cBhvr>
                                    </p:animEffect>
                                  </p:childTnLst>
                                </p:cTn>
                              </p:par>
                            </p:childTnLst>
                          </p:cTn>
                        </p:par>
                        <p:par>
                          <p:cTn id="64" fill="hold">
                            <p:stCondLst>
                              <p:cond delay="4500"/>
                            </p:stCondLst>
                            <p:childTnLst>
                              <p:par>
                                <p:cTn id="65" presetID="23" presetClass="entr" presetSubtype="16" fill="hold" nodeType="after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p:cTn id="67" dur="500" fill="hold"/>
                                        <p:tgtEl>
                                          <p:spTgt spid="18"/>
                                        </p:tgtEl>
                                        <p:attrNameLst>
                                          <p:attrName>ppt_w</p:attrName>
                                        </p:attrNameLst>
                                      </p:cBhvr>
                                      <p:tavLst>
                                        <p:tav tm="0">
                                          <p:val>
                                            <p:fltVal val="0"/>
                                          </p:val>
                                        </p:tav>
                                        <p:tav tm="100000">
                                          <p:val>
                                            <p:strVal val="#ppt_w"/>
                                          </p:val>
                                        </p:tav>
                                      </p:tavLst>
                                    </p:anim>
                                    <p:anim calcmode="lin" valueType="num">
                                      <p:cBhvr>
                                        <p:cTn id="68" dur="500" fill="hold"/>
                                        <p:tgtEl>
                                          <p:spTgt spid="18"/>
                                        </p:tgtEl>
                                        <p:attrNameLst>
                                          <p:attrName>ppt_h</p:attrName>
                                        </p:attrNameLst>
                                      </p:cBhvr>
                                      <p:tavLst>
                                        <p:tav tm="0">
                                          <p:val>
                                            <p:fltVal val="0"/>
                                          </p:val>
                                        </p:tav>
                                        <p:tav tm="100000">
                                          <p:val>
                                            <p:strVal val="#ppt_h"/>
                                          </p:val>
                                        </p:tav>
                                      </p:tavLst>
                                    </p:anim>
                                  </p:childTnLst>
                                </p:cTn>
                              </p:par>
                            </p:childTnLst>
                          </p:cTn>
                        </p:par>
                        <p:par>
                          <p:cTn id="69" fill="hold">
                            <p:stCondLst>
                              <p:cond delay="5000"/>
                            </p:stCondLst>
                            <p:childTnLst>
                              <p:par>
                                <p:cTn id="70" presetID="53" presetClass="entr" presetSubtype="16" fill="hold" grpId="0" nodeType="afterEffect">
                                  <p:stCondLst>
                                    <p:cond delay="0"/>
                                  </p:stCondLst>
                                  <p:childTnLst>
                                    <p:set>
                                      <p:cBhvr>
                                        <p:cTn id="71" dur="1" fill="hold">
                                          <p:stCondLst>
                                            <p:cond delay="0"/>
                                          </p:stCondLst>
                                        </p:cTn>
                                        <p:tgtEl>
                                          <p:spTgt spid="19"/>
                                        </p:tgtEl>
                                        <p:attrNameLst>
                                          <p:attrName>style.visibility</p:attrName>
                                        </p:attrNameLst>
                                      </p:cBhvr>
                                      <p:to>
                                        <p:strVal val="visible"/>
                                      </p:to>
                                    </p:set>
                                    <p:anim calcmode="lin" valueType="num">
                                      <p:cBhvr>
                                        <p:cTn id="72" dur="500" fill="hold"/>
                                        <p:tgtEl>
                                          <p:spTgt spid="19"/>
                                        </p:tgtEl>
                                        <p:attrNameLst>
                                          <p:attrName>ppt_w</p:attrName>
                                        </p:attrNameLst>
                                      </p:cBhvr>
                                      <p:tavLst>
                                        <p:tav tm="0">
                                          <p:val>
                                            <p:fltVal val="0"/>
                                          </p:val>
                                        </p:tav>
                                        <p:tav tm="100000">
                                          <p:val>
                                            <p:strVal val="#ppt_w"/>
                                          </p:val>
                                        </p:tav>
                                      </p:tavLst>
                                    </p:anim>
                                    <p:anim calcmode="lin" valueType="num">
                                      <p:cBhvr>
                                        <p:cTn id="73" dur="500" fill="hold"/>
                                        <p:tgtEl>
                                          <p:spTgt spid="19"/>
                                        </p:tgtEl>
                                        <p:attrNameLst>
                                          <p:attrName>ppt_h</p:attrName>
                                        </p:attrNameLst>
                                      </p:cBhvr>
                                      <p:tavLst>
                                        <p:tav tm="0">
                                          <p:val>
                                            <p:fltVal val="0"/>
                                          </p:val>
                                        </p:tav>
                                        <p:tav tm="100000">
                                          <p:val>
                                            <p:strVal val="#ppt_h"/>
                                          </p:val>
                                        </p:tav>
                                      </p:tavLst>
                                    </p:anim>
                                    <p:animEffect transition="in" filter="fade">
                                      <p:cBhvr>
                                        <p:cTn id="74" dur="500"/>
                                        <p:tgtEl>
                                          <p:spTgt spid="19"/>
                                        </p:tgtEl>
                                      </p:cBhvr>
                                    </p:animEffect>
                                  </p:childTnLst>
                                </p:cTn>
                              </p:par>
                            </p:childTnLst>
                          </p:cTn>
                        </p:par>
                        <p:par>
                          <p:cTn id="75" fill="hold">
                            <p:stCondLst>
                              <p:cond delay="5500"/>
                            </p:stCondLst>
                            <p:childTnLst>
                              <p:par>
                                <p:cTn id="76" presetID="9" presetClass="entr" presetSubtype="0" fill="hold" grpId="0"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dissolve">
                                      <p:cBhvr>
                                        <p:cTn id="78" dur="500"/>
                                        <p:tgtEl>
                                          <p:spTgt spid="20"/>
                                        </p:tgtEl>
                                      </p:cBhvr>
                                    </p:animEffect>
                                  </p:childTnLst>
                                </p:cTn>
                              </p:par>
                            </p:childTnLst>
                          </p:cTn>
                        </p:par>
                        <p:par>
                          <p:cTn id="79" fill="hold">
                            <p:stCondLst>
                              <p:cond delay="6000"/>
                            </p:stCondLst>
                            <p:childTnLst>
                              <p:par>
                                <p:cTn id="80" presetID="23" presetClass="entr" presetSubtype="16"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 calcmode="lin" valueType="num">
                                      <p:cBhvr>
                                        <p:cTn id="82" dur="500" fill="hold"/>
                                        <p:tgtEl>
                                          <p:spTgt spid="21"/>
                                        </p:tgtEl>
                                        <p:attrNameLst>
                                          <p:attrName>ppt_w</p:attrName>
                                        </p:attrNameLst>
                                      </p:cBhvr>
                                      <p:tavLst>
                                        <p:tav tm="0">
                                          <p:val>
                                            <p:fltVal val="0"/>
                                          </p:val>
                                        </p:tav>
                                        <p:tav tm="100000">
                                          <p:val>
                                            <p:strVal val="#ppt_w"/>
                                          </p:val>
                                        </p:tav>
                                      </p:tavLst>
                                    </p:anim>
                                    <p:anim calcmode="lin" valueType="num">
                                      <p:cBhvr>
                                        <p:cTn id="83" dur="500" fill="hold"/>
                                        <p:tgtEl>
                                          <p:spTgt spid="21"/>
                                        </p:tgtEl>
                                        <p:attrNameLst>
                                          <p:attrName>ppt_h</p:attrName>
                                        </p:attrNameLst>
                                      </p:cBhvr>
                                      <p:tavLst>
                                        <p:tav tm="0">
                                          <p:val>
                                            <p:fltVal val="0"/>
                                          </p:val>
                                        </p:tav>
                                        <p:tav tm="100000">
                                          <p:val>
                                            <p:strVal val="#ppt_h"/>
                                          </p:val>
                                        </p:tav>
                                      </p:tavLst>
                                    </p:anim>
                                  </p:childTnLst>
                                </p:cTn>
                              </p:par>
                              <p:par>
                                <p:cTn id="84" presetID="53" presetClass="entr" presetSubtype="16" fill="hold" nodeType="withEffect">
                                  <p:stCondLst>
                                    <p:cond delay="0"/>
                                  </p:stCondLst>
                                  <p:childTnLst>
                                    <p:set>
                                      <p:cBhvr>
                                        <p:cTn id="85" dur="1" fill="hold">
                                          <p:stCondLst>
                                            <p:cond delay="0"/>
                                          </p:stCondLst>
                                        </p:cTn>
                                        <p:tgtEl>
                                          <p:spTgt spid="30"/>
                                        </p:tgtEl>
                                        <p:attrNameLst>
                                          <p:attrName>style.visibility</p:attrName>
                                        </p:attrNameLst>
                                      </p:cBhvr>
                                      <p:to>
                                        <p:strVal val="visible"/>
                                      </p:to>
                                    </p:set>
                                    <p:anim calcmode="lin" valueType="num">
                                      <p:cBhvr>
                                        <p:cTn id="86" dur="500" fill="hold"/>
                                        <p:tgtEl>
                                          <p:spTgt spid="30"/>
                                        </p:tgtEl>
                                        <p:attrNameLst>
                                          <p:attrName>ppt_w</p:attrName>
                                        </p:attrNameLst>
                                      </p:cBhvr>
                                      <p:tavLst>
                                        <p:tav tm="0">
                                          <p:val>
                                            <p:fltVal val="0"/>
                                          </p:val>
                                        </p:tav>
                                        <p:tav tm="100000">
                                          <p:val>
                                            <p:strVal val="#ppt_w"/>
                                          </p:val>
                                        </p:tav>
                                      </p:tavLst>
                                    </p:anim>
                                    <p:anim calcmode="lin" valueType="num">
                                      <p:cBhvr>
                                        <p:cTn id="87" dur="500" fill="hold"/>
                                        <p:tgtEl>
                                          <p:spTgt spid="30"/>
                                        </p:tgtEl>
                                        <p:attrNameLst>
                                          <p:attrName>ppt_h</p:attrName>
                                        </p:attrNameLst>
                                      </p:cBhvr>
                                      <p:tavLst>
                                        <p:tav tm="0">
                                          <p:val>
                                            <p:fltVal val="0"/>
                                          </p:val>
                                        </p:tav>
                                        <p:tav tm="100000">
                                          <p:val>
                                            <p:strVal val="#ppt_h"/>
                                          </p:val>
                                        </p:tav>
                                      </p:tavLst>
                                    </p:anim>
                                    <p:animEffect transition="in" filter="fade">
                                      <p:cBhvr>
                                        <p:cTn id="88" dur="500"/>
                                        <p:tgtEl>
                                          <p:spTgt spid="30"/>
                                        </p:tgtEl>
                                      </p:cBhvr>
                                    </p:animEffect>
                                  </p:childTnLst>
                                </p:cTn>
                              </p:par>
                            </p:childTnLst>
                          </p:cTn>
                        </p:par>
                        <p:par>
                          <p:cTn id="89" fill="hold">
                            <p:stCondLst>
                              <p:cond delay="6500"/>
                            </p:stCondLst>
                            <p:childTnLst>
                              <p:par>
                                <p:cTn id="90" presetID="23" presetClass="entr" presetSubtype="16" fill="hold" nodeType="afterEffect">
                                  <p:stCondLst>
                                    <p:cond delay="0"/>
                                  </p:stCondLst>
                                  <p:childTnLst>
                                    <p:set>
                                      <p:cBhvr>
                                        <p:cTn id="91" dur="1" fill="hold">
                                          <p:stCondLst>
                                            <p:cond delay="0"/>
                                          </p:stCondLst>
                                        </p:cTn>
                                        <p:tgtEl>
                                          <p:spTgt spid="22"/>
                                        </p:tgtEl>
                                        <p:attrNameLst>
                                          <p:attrName>style.visibility</p:attrName>
                                        </p:attrNameLst>
                                      </p:cBhvr>
                                      <p:to>
                                        <p:strVal val="visible"/>
                                      </p:to>
                                    </p:set>
                                    <p:anim calcmode="lin" valueType="num">
                                      <p:cBhvr>
                                        <p:cTn id="92" dur="500" fill="hold"/>
                                        <p:tgtEl>
                                          <p:spTgt spid="22"/>
                                        </p:tgtEl>
                                        <p:attrNameLst>
                                          <p:attrName>ppt_w</p:attrName>
                                        </p:attrNameLst>
                                      </p:cBhvr>
                                      <p:tavLst>
                                        <p:tav tm="0">
                                          <p:val>
                                            <p:fltVal val="0"/>
                                          </p:val>
                                        </p:tav>
                                        <p:tav tm="100000">
                                          <p:val>
                                            <p:strVal val="#ppt_w"/>
                                          </p:val>
                                        </p:tav>
                                      </p:tavLst>
                                    </p:anim>
                                    <p:anim calcmode="lin" valueType="num">
                                      <p:cBhvr>
                                        <p:cTn id="93" dur="500" fill="hold"/>
                                        <p:tgtEl>
                                          <p:spTgt spid="22"/>
                                        </p:tgtEl>
                                        <p:attrNameLst>
                                          <p:attrName>ppt_h</p:attrName>
                                        </p:attrNameLst>
                                      </p:cBhvr>
                                      <p:tavLst>
                                        <p:tav tm="0">
                                          <p:val>
                                            <p:fltVal val="0"/>
                                          </p:val>
                                        </p:tav>
                                        <p:tav tm="100000">
                                          <p:val>
                                            <p:strVal val="#ppt_h"/>
                                          </p:val>
                                        </p:tav>
                                      </p:tavLst>
                                    </p:anim>
                                  </p:childTnLst>
                                </p:cTn>
                              </p:par>
                            </p:childTnLst>
                          </p:cTn>
                        </p:par>
                        <p:par>
                          <p:cTn id="94" fill="hold">
                            <p:stCondLst>
                              <p:cond delay="7000"/>
                            </p:stCondLst>
                            <p:childTnLst>
                              <p:par>
                                <p:cTn id="95" presetID="53" presetClass="entr" presetSubtype="16" fill="hold" grpId="0" nodeType="afterEffect">
                                  <p:stCondLst>
                                    <p:cond delay="0"/>
                                  </p:stCondLst>
                                  <p:childTnLst>
                                    <p:set>
                                      <p:cBhvr>
                                        <p:cTn id="96" dur="1" fill="hold">
                                          <p:stCondLst>
                                            <p:cond delay="0"/>
                                          </p:stCondLst>
                                        </p:cTn>
                                        <p:tgtEl>
                                          <p:spTgt spid="23"/>
                                        </p:tgtEl>
                                        <p:attrNameLst>
                                          <p:attrName>style.visibility</p:attrName>
                                        </p:attrNameLst>
                                      </p:cBhvr>
                                      <p:to>
                                        <p:strVal val="visible"/>
                                      </p:to>
                                    </p:set>
                                    <p:anim calcmode="lin" valueType="num">
                                      <p:cBhvr>
                                        <p:cTn id="97" dur="500" fill="hold"/>
                                        <p:tgtEl>
                                          <p:spTgt spid="23"/>
                                        </p:tgtEl>
                                        <p:attrNameLst>
                                          <p:attrName>ppt_w</p:attrName>
                                        </p:attrNameLst>
                                      </p:cBhvr>
                                      <p:tavLst>
                                        <p:tav tm="0">
                                          <p:val>
                                            <p:fltVal val="0"/>
                                          </p:val>
                                        </p:tav>
                                        <p:tav tm="100000">
                                          <p:val>
                                            <p:strVal val="#ppt_w"/>
                                          </p:val>
                                        </p:tav>
                                      </p:tavLst>
                                    </p:anim>
                                    <p:anim calcmode="lin" valueType="num">
                                      <p:cBhvr>
                                        <p:cTn id="98" dur="500" fill="hold"/>
                                        <p:tgtEl>
                                          <p:spTgt spid="23"/>
                                        </p:tgtEl>
                                        <p:attrNameLst>
                                          <p:attrName>ppt_h</p:attrName>
                                        </p:attrNameLst>
                                      </p:cBhvr>
                                      <p:tavLst>
                                        <p:tav tm="0">
                                          <p:val>
                                            <p:fltVal val="0"/>
                                          </p:val>
                                        </p:tav>
                                        <p:tav tm="100000">
                                          <p:val>
                                            <p:strVal val="#ppt_h"/>
                                          </p:val>
                                        </p:tav>
                                      </p:tavLst>
                                    </p:anim>
                                    <p:animEffect transition="in" filter="fade">
                                      <p:cBhvr>
                                        <p:cTn id="99" dur="500"/>
                                        <p:tgtEl>
                                          <p:spTgt spid="23"/>
                                        </p:tgtEl>
                                      </p:cBhvr>
                                    </p:animEffect>
                                  </p:childTnLst>
                                </p:cTn>
                              </p:par>
                            </p:childTnLst>
                          </p:cTn>
                        </p:par>
                        <p:par>
                          <p:cTn id="100" fill="hold">
                            <p:stCondLst>
                              <p:cond delay="7500"/>
                            </p:stCondLst>
                            <p:childTnLst>
                              <p:par>
                                <p:cTn id="101" presetID="9" presetClass="entr" presetSubtype="0" fill="hold" grpId="0" nodeType="after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dissolve">
                                      <p:cBhvr>
                                        <p:cTn id="10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0" grpId="0"/>
      <p:bldP spid="11" grpId="0"/>
      <p:bldP spid="12" grpId="0" bldLvl="0" animBg="1"/>
      <p:bldP spid="15" grpId="0"/>
      <p:bldP spid="16" grpId="0"/>
      <p:bldP spid="17" grpId="0" bldLvl="0" animBg="1"/>
      <p:bldP spid="19" grpId="0"/>
      <p:bldP spid="20" grpId="0"/>
      <p:bldP spid="21" grpId="0" bldLvl="0" animBg="1"/>
      <p:bldP spid="23" grpId="0"/>
      <p:bldP spid="24" grpId="0"/>
      <p:bldP spid="46"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t="-2000" b="-2000"/>
          </a:stretch>
        </a:blipFill>
        <a:effectLst/>
      </p:bgPr>
    </p:bg>
    <p:spTree>
      <p:nvGrpSpPr>
        <p:cNvPr id="1" name=""/>
        <p:cNvGrpSpPr/>
        <p:nvPr/>
      </p:nvGrpSpPr>
      <p:grpSpPr>
        <a:xfrm>
          <a:off x="0" y="0"/>
          <a:ext cx="0" cy="0"/>
          <a:chOff x="0" y="0"/>
          <a:chExt cx="0" cy="0"/>
        </a:xfrm>
      </p:grpSpPr>
      <p:pic>
        <p:nvPicPr>
          <p:cNvPr id="7" name="图片 6" descr="企业logo"/>
          <p:cNvPicPr>
            <a:picLocks noChangeAspect="1"/>
          </p:cNvPicPr>
          <p:nvPr/>
        </p:nvPicPr>
        <p:blipFill>
          <a:blip r:embed="rId7"/>
          <a:stretch>
            <a:fillRect/>
          </a:stretch>
        </p:blipFill>
        <p:spPr>
          <a:xfrm>
            <a:off x="405130" y="180975"/>
            <a:ext cx="2075815" cy="765810"/>
          </a:xfrm>
          <a:prstGeom prst="rect">
            <a:avLst/>
          </a:prstGeom>
        </p:spPr>
      </p:pic>
      <p:sp>
        <p:nvSpPr>
          <p:cNvPr id="2" name="任意多边形: 形状 4"/>
          <p:cNvSpPr/>
          <p:nvPr/>
        </p:nvSpPr>
        <p:spPr>
          <a:xfrm rot="15481340">
            <a:off x="4343872" y="-87164"/>
            <a:ext cx="7685854" cy="7298846"/>
          </a:xfrm>
          <a:custGeom>
            <a:avLst/>
            <a:gdLst>
              <a:gd name="connsiteX0" fmla="*/ 7685854 w 7685854"/>
              <a:gd name="connsiteY0" fmla="*/ 2700152 h 7298846"/>
              <a:gd name="connsiteX1" fmla="*/ 6710245 w 7685854"/>
              <a:gd name="connsiteY1" fmla="*/ 7298846 h 7298846"/>
              <a:gd name="connsiteX2" fmla="*/ 0 w 7685854"/>
              <a:gd name="connsiteY2" fmla="*/ 5875273 h 7298846"/>
              <a:gd name="connsiteX3" fmla="*/ 975610 w 7685854"/>
              <a:gd name="connsiteY3" fmla="*/ 1276579 h 7298846"/>
              <a:gd name="connsiteX4" fmla="*/ 2659248 w 7685854"/>
              <a:gd name="connsiteY4" fmla="*/ 1633762 h 7298846"/>
              <a:gd name="connsiteX5" fmla="*/ 4840642 w 7685854"/>
              <a:gd name="connsiteY5" fmla="*/ 25507 h 7298846"/>
              <a:gd name="connsiteX6" fmla="*/ 4855436 w 7685854"/>
              <a:gd name="connsiteY6" fmla="*/ 0 h 7298846"/>
              <a:gd name="connsiteX7" fmla="*/ 6244124 w 7685854"/>
              <a:gd name="connsiteY7" fmla="*/ 2394291 h 729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5854" h="7298846">
                <a:moveTo>
                  <a:pt x="7685854" y="2700152"/>
                </a:moveTo>
                <a:lnTo>
                  <a:pt x="6710245" y="7298846"/>
                </a:lnTo>
                <a:lnTo>
                  <a:pt x="0" y="5875273"/>
                </a:lnTo>
                <a:lnTo>
                  <a:pt x="975610" y="1276579"/>
                </a:lnTo>
                <a:lnTo>
                  <a:pt x="2659248" y="1633762"/>
                </a:lnTo>
                <a:lnTo>
                  <a:pt x="4840642" y="25507"/>
                </a:lnTo>
                <a:lnTo>
                  <a:pt x="4855436" y="0"/>
                </a:lnTo>
                <a:lnTo>
                  <a:pt x="6244124" y="2394291"/>
                </a:lnTo>
                <a:close/>
              </a:path>
            </a:pathLst>
          </a:custGeom>
          <a:solidFill>
            <a:schemeClr val="bg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131414" y="2632804"/>
            <a:ext cx="1192870" cy="1192868"/>
          </a:xfrm>
          <a:prstGeom prst="rect">
            <a:avLst/>
          </a:prstGeom>
          <a:solidFill>
            <a:srgbClr val="1F474E"/>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800" b="1" dirty="0">
                <a:latin typeface="微软雅黑" panose="020B0503020204020204" pitchFamily="34" charset="-122"/>
                <a:ea typeface="微软雅黑" panose="020B0503020204020204" pitchFamily="34" charset="-122"/>
              </a:rPr>
              <a:t>04</a:t>
            </a:r>
            <a:endParaRPr lang="zh-CN" altLang="en-US" sz="4800" b="1" dirty="0">
              <a:latin typeface="微软雅黑" panose="020B0503020204020204" pitchFamily="34" charset="-122"/>
              <a:ea typeface="微软雅黑" panose="020B0503020204020204" pitchFamily="34" charset="-122"/>
            </a:endParaRPr>
          </a:p>
        </p:txBody>
      </p:sp>
      <p:sp>
        <p:nvSpPr>
          <p:cNvPr id="50" name="10"/>
          <p:cNvSpPr/>
          <p:nvPr>
            <p:custDataLst>
              <p:tags r:id="rId2"/>
            </p:custDataLst>
          </p:nvPr>
        </p:nvSpPr>
        <p:spPr>
          <a:xfrm>
            <a:off x="6592764" y="3536068"/>
            <a:ext cx="4531995" cy="521970"/>
          </a:xfrm>
          <a:prstGeom prst="rect">
            <a:avLst/>
          </a:prstGeom>
        </p:spPr>
        <p:txBody>
          <a:bodyPr wrap="none">
            <a:spAutoFit/>
          </a:bodyPr>
          <a:lstStyle/>
          <a:p>
            <a:pPr lvl="0" algn="ctr">
              <a:defRPr/>
            </a:pPr>
            <a:r>
              <a:rPr lang="en-US" altLang="zh-CN" sz="2800" kern="0" dirty="0">
                <a:solidFill>
                  <a:schemeClr val="bg1">
                    <a:lumMod val="50000"/>
                  </a:schemeClr>
                </a:solidFill>
                <a:latin typeface="微软雅黑" panose="020B0503020204020204" pitchFamily="34" charset="-122"/>
                <a:ea typeface="微软雅黑" panose="020B0503020204020204" pitchFamily="34" charset="-122"/>
              </a:rPr>
              <a:t>Add your title description</a:t>
            </a:r>
            <a:endParaRPr kumimoji="0" lang="en-US" altLang="zh-CN" sz="2800" b="0" i="0" u="none" strike="noStrike" kern="0" cap="none" spc="0" normalizeH="0" baseline="0" noProof="0" dirty="0">
              <a:ln>
                <a:noFill/>
              </a:ln>
              <a:solidFill>
                <a:schemeClr val="bg1">
                  <a:lumMod val="50000"/>
                </a:schemeClr>
              </a:solidFill>
              <a:effectLst/>
              <a:uLnTx/>
              <a:uFillTx/>
              <a:latin typeface="微软雅黑" panose="020B0503020204020204" pitchFamily="34" charset="-122"/>
              <a:ea typeface="微软雅黑" panose="020B0503020204020204" pitchFamily="34" charset="-122"/>
            </a:endParaRPr>
          </a:p>
        </p:txBody>
      </p:sp>
      <p:cxnSp>
        <p:nvCxnSpPr>
          <p:cNvPr id="51" name="品 11"/>
          <p:cNvCxnSpPr/>
          <p:nvPr>
            <p:custDataLst>
              <p:tags r:id="rId3"/>
            </p:custDataLst>
          </p:nvPr>
        </p:nvCxnSpPr>
        <p:spPr>
          <a:xfrm>
            <a:off x="6438265" y="3413760"/>
            <a:ext cx="4665345" cy="15240"/>
          </a:xfrm>
          <a:prstGeom prst="line">
            <a:avLst/>
          </a:prstGeom>
          <a:noFill/>
          <a:ln w="6350" cap="flat" cmpd="sng" algn="ctr">
            <a:solidFill>
              <a:schemeClr val="bg1">
                <a:lumMod val="50000"/>
              </a:schemeClr>
            </a:solidFill>
            <a:prstDash val="solid"/>
            <a:miter lim="800000"/>
          </a:ln>
          <a:effectLst/>
        </p:spPr>
      </p:cxnSp>
      <p:sp>
        <p:nvSpPr>
          <p:cNvPr id="49" name="3"/>
          <p:cNvSpPr>
            <a:spLocks noChangeArrowheads="1"/>
          </p:cNvSpPr>
          <p:nvPr>
            <p:custDataLst>
              <p:tags r:id="rId4"/>
            </p:custDataLst>
          </p:nvPr>
        </p:nvSpPr>
        <p:spPr bwMode="auto">
          <a:xfrm>
            <a:off x="6324460" y="2437139"/>
            <a:ext cx="50596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4800" b="1" kern="0" dirty="0">
                <a:solidFill>
                  <a:srgbClr val="002060"/>
                </a:solidFill>
                <a:latin typeface="微软雅黑" panose="020B0503020204020204" pitchFamily="34" charset="-122"/>
                <a:ea typeface="微软雅黑" panose="020B0503020204020204" pitchFamily="34" charset="-122"/>
                <a:sym typeface="Calibri" panose="020F0502020204030204" pitchFamily="34" charset="0"/>
              </a:rPr>
              <a:t>加入你的标题描述</a:t>
            </a:r>
            <a:endParaRPr kumimoji="0" lang="zh-CN" altLang="en-US" sz="48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sym typeface="Calibri" panose="020F0502020204030204" pitchFamily="34" charset="0"/>
            </a:endParaRPr>
          </a:p>
        </p:txBody>
      </p:sp>
      <p:pic>
        <p:nvPicPr>
          <p:cNvPr id="9" name="图片 8" descr="船"/>
          <p:cNvPicPr>
            <a:picLocks noChangeAspect="1"/>
          </p:cNvPicPr>
          <p:nvPr/>
        </p:nvPicPr>
        <p:blipFill>
          <a:blip r:embed="rId8"/>
          <a:stretch>
            <a:fillRect/>
          </a:stretch>
        </p:blipFill>
        <p:spPr>
          <a:xfrm>
            <a:off x="-2001917" y="3530723"/>
            <a:ext cx="4268470" cy="394843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anim calcmode="lin" valueType="num">
                                      <p:cBhvr>
                                        <p:cTn id="8" dur="500" fill="hold"/>
                                        <p:tgtEl>
                                          <p:spTgt spid="52"/>
                                        </p:tgtEl>
                                        <p:attrNameLst>
                                          <p:attrName>ppt_x</p:attrName>
                                        </p:attrNameLst>
                                      </p:cBhvr>
                                      <p:tavLst>
                                        <p:tav tm="0">
                                          <p:val>
                                            <p:strVal val="#ppt_x"/>
                                          </p:val>
                                        </p:tav>
                                        <p:tav tm="100000">
                                          <p:val>
                                            <p:strVal val="#ppt_x"/>
                                          </p:val>
                                        </p:tav>
                                      </p:tavLst>
                                    </p:anim>
                                    <p:anim calcmode="lin" valueType="num">
                                      <p:cBhvr>
                                        <p:cTn id="9" dur="500" fill="hold"/>
                                        <p:tgtEl>
                                          <p:spTgt spid="5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500"/>
                                        <p:tgtEl>
                                          <p:spTgt spid="50"/>
                                        </p:tgtEl>
                                      </p:cBhvr>
                                    </p:animEffect>
                                    <p:anim calcmode="lin" valueType="num">
                                      <p:cBhvr>
                                        <p:cTn id="14" dur="500" fill="hold"/>
                                        <p:tgtEl>
                                          <p:spTgt spid="50"/>
                                        </p:tgtEl>
                                        <p:attrNameLst>
                                          <p:attrName>ppt_x</p:attrName>
                                        </p:attrNameLst>
                                      </p:cBhvr>
                                      <p:tavLst>
                                        <p:tav tm="0">
                                          <p:val>
                                            <p:strVal val="#ppt_x"/>
                                          </p:val>
                                        </p:tav>
                                        <p:tav tm="100000">
                                          <p:val>
                                            <p:strVal val="#ppt_x"/>
                                          </p:val>
                                        </p:tav>
                                      </p:tavLst>
                                    </p:anim>
                                    <p:anim calcmode="lin" valueType="num">
                                      <p:cBhvr>
                                        <p:cTn id="15" dur="500" fill="hold"/>
                                        <p:tgtEl>
                                          <p:spTgt spid="50"/>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500"/>
                                        <p:tgtEl>
                                          <p:spTgt spid="51"/>
                                        </p:tgtEl>
                                      </p:cBhvr>
                                    </p:animEffect>
                                    <p:anim calcmode="lin" valueType="num">
                                      <p:cBhvr>
                                        <p:cTn id="20" dur="500" fill="hold"/>
                                        <p:tgtEl>
                                          <p:spTgt spid="51"/>
                                        </p:tgtEl>
                                        <p:attrNameLst>
                                          <p:attrName>ppt_x</p:attrName>
                                        </p:attrNameLst>
                                      </p:cBhvr>
                                      <p:tavLst>
                                        <p:tav tm="0">
                                          <p:val>
                                            <p:strVal val="#ppt_x"/>
                                          </p:val>
                                        </p:tav>
                                        <p:tav tm="100000">
                                          <p:val>
                                            <p:strVal val="#ppt_x"/>
                                          </p:val>
                                        </p:tav>
                                      </p:tavLst>
                                    </p:anim>
                                    <p:anim calcmode="lin" valueType="num">
                                      <p:cBhvr>
                                        <p:cTn id="21" dur="500" fill="hold"/>
                                        <p:tgtEl>
                                          <p:spTgt spid="51"/>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anim calcmode="lin" valueType="num">
                                      <p:cBhvr>
                                        <p:cTn id="26" dur="500" fill="hold"/>
                                        <p:tgtEl>
                                          <p:spTgt spid="49"/>
                                        </p:tgtEl>
                                        <p:attrNameLst>
                                          <p:attrName>ppt_x</p:attrName>
                                        </p:attrNameLst>
                                      </p:cBhvr>
                                      <p:tavLst>
                                        <p:tav tm="0">
                                          <p:val>
                                            <p:strVal val="#ppt_x"/>
                                          </p:val>
                                        </p:tav>
                                        <p:tav tm="100000">
                                          <p:val>
                                            <p:strVal val="#ppt_x"/>
                                          </p:val>
                                        </p:tav>
                                      </p:tavLst>
                                    </p:anim>
                                    <p:anim calcmode="lin" valueType="num">
                                      <p:cBhvr>
                                        <p:cTn id="27" dur="500" fill="hold"/>
                                        <p:tgtEl>
                                          <p:spTgt spid="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ldLvl="0" animBg="1"/>
      <p:bldP spid="50" grpId="0"/>
      <p:bldP spid="4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05" y="156845"/>
            <a:ext cx="12188190" cy="835660"/>
            <a:chOff x="0" y="298740"/>
            <a:chExt cx="12190413" cy="835572"/>
          </a:xfrm>
          <a:solidFill>
            <a:srgbClr val="2F5597"/>
          </a:solidFill>
        </p:grpSpPr>
        <p:sp>
          <p:nvSpPr>
            <p:cNvPr id="2" name="矩形 1"/>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grpSp>
        <p:nvGrpSpPr>
          <p:cNvPr id="7" name="组合 6"/>
          <p:cNvGrpSpPr/>
          <p:nvPr/>
        </p:nvGrpSpPr>
        <p:grpSpPr>
          <a:xfrm>
            <a:off x="1147072" y="1759119"/>
            <a:ext cx="9778549" cy="4709918"/>
            <a:chOff x="846059" y="1113235"/>
            <a:chExt cx="7185897" cy="3461146"/>
          </a:xfrm>
        </p:grpSpPr>
        <p:sp>
          <p:nvSpPr>
            <p:cNvPr id="9" name="圆角矩形 13"/>
            <p:cNvSpPr/>
            <p:nvPr/>
          </p:nvSpPr>
          <p:spPr>
            <a:xfrm>
              <a:off x="3754635" y="2922234"/>
              <a:ext cx="4277321" cy="1643090"/>
            </a:xfrm>
            <a:prstGeom prst="roundRect">
              <a:avLst>
                <a:gd name="adj" fmla="val 12535"/>
              </a:avLst>
            </a:prstGeom>
            <a:noFill/>
            <a:ln w="22225">
              <a:solidFill>
                <a:srgbClr val="1F474E"/>
              </a:solidFill>
            </a:ln>
            <a:effectLst/>
          </p:spPr>
          <p:style>
            <a:lnRef idx="2">
              <a:schemeClr val="accent1">
                <a:shade val="50000"/>
              </a:schemeClr>
            </a:lnRef>
            <a:fillRef idx="1">
              <a:schemeClr val="accent1"/>
            </a:fillRef>
            <a:effectRef idx="0">
              <a:schemeClr val="accent1"/>
            </a:effectRef>
            <a:fontRef idx="minor">
              <a:schemeClr val="lt1"/>
            </a:fontRef>
          </p:style>
          <p:txBody>
            <a:bodyPr lIns="68567" tIns="34283" rIns="68567" bIns="34283" rtlCol="0" anchor="ctr"/>
            <a:lstStyle/>
            <a:p>
              <a:pPr algn="ctr"/>
              <a:endParaRPr lang="zh-CN" altLang="en-US" dirty="0">
                <a:solidFill>
                  <a:schemeClr val="bg1">
                    <a:lumMod val="50000"/>
                  </a:schemeClr>
                </a:solidFill>
                <a:ea typeface="微软雅黑" panose="020B0503020204020204" pitchFamily="34" charset="-122"/>
              </a:endParaRPr>
            </a:p>
          </p:txBody>
        </p:sp>
        <p:sp>
          <p:nvSpPr>
            <p:cNvPr id="10" name="圆角矩形 14"/>
            <p:cNvSpPr/>
            <p:nvPr/>
          </p:nvSpPr>
          <p:spPr>
            <a:xfrm>
              <a:off x="1114425" y="1136628"/>
              <a:ext cx="1695450" cy="1643090"/>
            </a:xfrm>
            <a:prstGeom prst="roundRect">
              <a:avLst>
                <a:gd name="adj" fmla="val 12535"/>
              </a:avLst>
            </a:prstGeom>
            <a:noFill/>
            <a:ln w="22225">
              <a:solidFill>
                <a:srgbClr val="A4B652"/>
              </a:solidFill>
            </a:ln>
            <a:effectLst/>
          </p:spPr>
          <p:style>
            <a:lnRef idx="2">
              <a:schemeClr val="accent1">
                <a:shade val="50000"/>
              </a:schemeClr>
            </a:lnRef>
            <a:fillRef idx="1">
              <a:schemeClr val="accent1"/>
            </a:fillRef>
            <a:effectRef idx="0">
              <a:schemeClr val="accent1"/>
            </a:effectRef>
            <a:fontRef idx="minor">
              <a:schemeClr val="lt1"/>
            </a:fontRef>
          </p:style>
          <p:txBody>
            <a:bodyPr lIns="68567" tIns="34283" rIns="68567" bIns="34283" rtlCol="0" anchor="ctr"/>
            <a:lstStyle/>
            <a:p>
              <a:pPr algn="ctr"/>
              <a:endParaRPr lang="zh-CN" altLang="en-US" dirty="0">
                <a:solidFill>
                  <a:schemeClr val="bg1"/>
                </a:solidFill>
                <a:ea typeface="微软雅黑" panose="020B0503020204020204" pitchFamily="34" charset="-122"/>
              </a:endParaRPr>
            </a:p>
          </p:txBody>
        </p:sp>
        <p:sp>
          <p:nvSpPr>
            <p:cNvPr id="12" name="矩形 46"/>
            <p:cNvSpPr>
              <a:spLocks noChangeAspect="1" noChangeArrowheads="1"/>
            </p:cNvSpPr>
            <p:nvPr/>
          </p:nvSpPr>
          <p:spPr bwMode="auto">
            <a:xfrm>
              <a:off x="1114425" y="2878931"/>
              <a:ext cx="2541985" cy="1695450"/>
            </a:xfrm>
            <a:prstGeom prst="rect">
              <a:avLst/>
            </a:prstGeom>
            <a:blipFill dpi="0" rotWithShape="1">
              <a:blip r:embed="rId3" cstate="print">
                <a:grayscl/>
              </a:blip>
              <a:srcRect/>
              <a:stretch>
                <a:fillRect/>
              </a:stretch>
            </a:blipFill>
            <a:ln>
              <a:noFill/>
            </a:ln>
            <a:extLst>
              <a:ext uri="{91240B29-F687-4F45-9708-019B960494DF}">
                <a14:hiddenLine xmlns:a14="http://schemas.microsoft.com/office/drawing/2010/main" w="9525">
                  <a:solidFill>
                    <a:srgbClr val="000000"/>
                  </a:solidFill>
                  <a:bevel/>
                </a14:hiddenLine>
              </a:ext>
            </a:extLst>
          </p:spPr>
          <p:txBody>
            <a:bodyPr lIns="91417" tIns="45708" rIns="91417" bIns="45708"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chemeClr val="bg1"/>
                </a:solidFill>
                <a:sym typeface="方正兰亭黑_GBK" pitchFamily="2" charset="-122"/>
              </a:endParaRPr>
            </a:p>
          </p:txBody>
        </p:sp>
        <p:sp>
          <p:nvSpPr>
            <p:cNvPr id="14" name="矩形 47"/>
            <p:cNvSpPr>
              <a:spLocks noChangeAspect="1" noChangeArrowheads="1"/>
            </p:cNvSpPr>
            <p:nvPr/>
          </p:nvSpPr>
          <p:spPr bwMode="auto">
            <a:xfrm>
              <a:off x="2880123" y="1114425"/>
              <a:ext cx="2539603" cy="1694260"/>
            </a:xfrm>
            <a:prstGeom prst="rect">
              <a:avLst/>
            </a:prstGeom>
            <a:blipFill dpi="0" rotWithShape="1">
              <a:blip r:embed="rId4" cstate="print">
                <a:grayscl/>
              </a:blip>
              <a:srcRect/>
              <a:stretch>
                <a:fillRect/>
              </a:stretch>
            </a:blipFill>
            <a:ln>
              <a:noFill/>
            </a:ln>
            <a:extLst>
              <a:ext uri="{91240B29-F687-4F45-9708-019B960494DF}">
                <a14:hiddenLine xmlns:a14="http://schemas.microsoft.com/office/drawing/2010/main" w="9525">
                  <a:solidFill>
                    <a:srgbClr val="000000"/>
                  </a:solidFill>
                  <a:bevel/>
                </a14:hiddenLine>
              </a:ext>
            </a:extLst>
          </p:spPr>
          <p:txBody>
            <a:bodyPr lIns="91417" tIns="45708" rIns="91417" bIns="45708"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chemeClr val="bg1"/>
                </a:solidFill>
                <a:sym typeface="方正兰亭黑_GBK" pitchFamily="2" charset="-122"/>
              </a:endParaRPr>
            </a:p>
          </p:txBody>
        </p:sp>
        <p:sp>
          <p:nvSpPr>
            <p:cNvPr id="15" name="矩形 59"/>
            <p:cNvSpPr>
              <a:spLocks noChangeAspect="1" noChangeArrowheads="1"/>
            </p:cNvSpPr>
            <p:nvPr/>
          </p:nvSpPr>
          <p:spPr bwMode="auto">
            <a:xfrm>
              <a:off x="5489972" y="1113235"/>
              <a:ext cx="2541984" cy="1695450"/>
            </a:xfrm>
            <a:prstGeom prst="rect">
              <a:avLst/>
            </a:prstGeom>
            <a:blipFill dpi="0" rotWithShape="1">
              <a:blip r:embed="rId5" cstate="print">
                <a:grayscl/>
              </a:blip>
              <a:srcRect/>
              <a:stretch>
                <a:fillRect/>
              </a:stretch>
            </a:blipFill>
            <a:ln>
              <a:noFill/>
            </a:ln>
            <a:extLst>
              <a:ext uri="{91240B29-F687-4F45-9708-019B960494DF}">
                <a14:hiddenLine xmlns:a14="http://schemas.microsoft.com/office/drawing/2010/main" w="9525">
                  <a:solidFill>
                    <a:srgbClr val="000000"/>
                  </a:solidFill>
                  <a:bevel/>
                </a14:hiddenLine>
              </a:ext>
            </a:extLst>
          </p:spPr>
          <p:txBody>
            <a:bodyPr lIns="91417" tIns="45708" rIns="91417" bIns="45708" anchor="ct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chemeClr val="bg1"/>
                </a:solidFill>
                <a:sym typeface="方正兰亭黑_GBK" pitchFamily="2" charset="-122"/>
              </a:endParaRPr>
            </a:p>
          </p:txBody>
        </p:sp>
        <p:sp>
          <p:nvSpPr>
            <p:cNvPr id="16" name="矩形 56"/>
            <p:cNvSpPr>
              <a:spLocks noChangeArrowheads="1"/>
            </p:cNvSpPr>
            <p:nvPr/>
          </p:nvSpPr>
          <p:spPr bwMode="auto">
            <a:xfrm>
              <a:off x="846059" y="1209676"/>
              <a:ext cx="1614488" cy="337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17" tIns="45708" rIns="91417" bIns="45708">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r" eaLnBrk="1" hangingPunct="1">
                <a:lnSpc>
                  <a:spcPct val="100000"/>
                </a:lnSpc>
                <a:spcBef>
                  <a:spcPct val="0"/>
                </a:spcBef>
                <a:buFont typeface="Arial" panose="020B0604020202020204" pitchFamily="34" charset="0"/>
                <a:buNone/>
              </a:pPr>
              <a:r>
                <a:rPr lang="zh-CN" altLang="en-US" sz="2400" dirty="0">
                  <a:solidFill>
                    <a:schemeClr val="bg1">
                      <a:lumMod val="50000"/>
                    </a:schemeClr>
                  </a:solidFill>
                  <a:sym typeface="方正兰亭黑_GBK" pitchFamily="2" charset="-122"/>
                </a:rPr>
                <a:t>添加主题</a:t>
              </a:r>
              <a:endParaRPr lang="zh-CN" altLang="en-US" sz="24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矩形 57"/>
            <p:cNvSpPr>
              <a:spLocks noChangeArrowheads="1"/>
            </p:cNvSpPr>
            <p:nvPr/>
          </p:nvSpPr>
          <p:spPr bwMode="auto">
            <a:xfrm>
              <a:off x="1271587" y="1632377"/>
              <a:ext cx="1381125" cy="8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17" tIns="45708" rIns="91417" bIns="45708">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ts val="1595"/>
                </a:lnSpc>
                <a:spcBef>
                  <a:spcPct val="0"/>
                </a:spcBef>
                <a:buNone/>
              </a:pPr>
              <a:r>
                <a:rPr lang="zh-CN" altLang="en-US" sz="1600" dirty="0">
                  <a:solidFill>
                    <a:schemeClr val="bg1">
                      <a:lumMod val="50000"/>
                    </a:schemeClr>
                  </a:solidFill>
                  <a:sym typeface="方正兰亭黑_GBK" pitchFamily="2" charset="-122"/>
                </a:rPr>
                <a:t>文字描述，总结括，内容大纲。文字述，总结概括，内容大纲。</a:t>
              </a:r>
              <a:r>
                <a:rPr lang="en-US" altLang="zh-CN" sz="1600" dirty="0">
                  <a:solidFill>
                    <a:schemeClr val="bg1">
                      <a:lumMod val="50000"/>
                    </a:schemeClr>
                  </a:solidFill>
                  <a:sym typeface="方正兰亭黑_GBK" pitchFamily="2" charset="-122"/>
                </a:rPr>
                <a:t> </a:t>
              </a:r>
              <a:endParaRPr lang="zh-CN" altLang="en-US" sz="1600" dirty="0">
                <a:solidFill>
                  <a:schemeClr val="bg1">
                    <a:lumMod val="50000"/>
                  </a:schemeClr>
                </a:solidFill>
                <a:sym typeface="方正兰亭黑_GBK" pitchFamily="2" charset="-122"/>
              </a:endParaRPr>
            </a:p>
            <a:p>
              <a:pPr eaLnBrk="1" hangingPunct="1">
                <a:lnSpc>
                  <a:spcPts val="1595"/>
                </a:lnSpc>
                <a:spcBef>
                  <a:spcPct val="0"/>
                </a:spcBef>
                <a:buNone/>
              </a:pPr>
              <a:endParaRPr lang="zh-CN" altLang="en-US" sz="1600" dirty="0">
                <a:solidFill>
                  <a:schemeClr val="bg1">
                    <a:lumMod val="50000"/>
                  </a:schemeClr>
                </a:solidFill>
                <a:sym typeface="方正兰亭黑_GBK" pitchFamily="2" charset="-122"/>
              </a:endParaRPr>
            </a:p>
          </p:txBody>
        </p:sp>
        <p:sp>
          <p:nvSpPr>
            <p:cNvPr id="18" name="矩形 44"/>
            <p:cNvSpPr>
              <a:spLocks noChangeArrowheads="1"/>
            </p:cNvSpPr>
            <p:nvPr/>
          </p:nvSpPr>
          <p:spPr bwMode="auto">
            <a:xfrm>
              <a:off x="5419726" y="3097832"/>
              <a:ext cx="2324100" cy="337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17" tIns="45708" rIns="91417" bIns="45708">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2400" dirty="0">
                  <a:solidFill>
                    <a:schemeClr val="bg1">
                      <a:lumMod val="50000"/>
                    </a:schemeClr>
                  </a:solidFill>
                  <a:sym typeface="方正兰亭黑_GBK" pitchFamily="2" charset="-122"/>
                </a:rPr>
                <a:t>添加主题</a:t>
              </a:r>
              <a:endParaRPr lang="zh-CN" altLang="en-US" sz="24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45"/>
            <p:cNvSpPr>
              <a:spLocks noChangeArrowheads="1"/>
            </p:cNvSpPr>
            <p:nvPr/>
          </p:nvSpPr>
          <p:spPr bwMode="auto">
            <a:xfrm>
              <a:off x="3844529" y="3493799"/>
              <a:ext cx="4082850" cy="540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17" tIns="45708" rIns="91417" bIns="45708">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zh-CN" altLang="en-US" sz="1400" dirty="0">
                  <a:solidFill>
                    <a:schemeClr val="bg1">
                      <a:lumMod val="50000"/>
                    </a:schemeClr>
                  </a:solidFill>
                  <a:sym typeface="方正兰亭黑_GBK" pitchFamily="2" charset="-122"/>
                </a:rPr>
                <a:t>右键点击图片选择设置图片格式可直接替换图片，在此录入上述图表的综合描述说明，在此录入上述图表的综合分析说明，在此录入上述图表的综合分析说明，在此录入上述图表的综合分析说明。 </a:t>
              </a:r>
              <a:endParaRPr lang="zh-CN" altLang="en-US" sz="1800" dirty="0">
                <a:solidFill>
                  <a:schemeClr val="bg1">
                    <a:lumMod val="50000"/>
                  </a:schemeClr>
                </a:solidFill>
                <a:latin typeface="Arial" panose="020B0604020202020204" pitchFamily="34" charset="0"/>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05" y="156845"/>
            <a:ext cx="12188190" cy="835660"/>
            <a:chOff x="0" y="298740"/>
            <a:chExt cx="12190413" cy="835572"/>
          </a:xfrm>
          <a:solidFill>
            <a:srgbClr val="2F5597"/>
          </a:solidFill>
        </p:grpSpPr>
        <p:sp>
          <p:nvSpPr>
            <p:cNvPr id="2" name="矩形 1"/>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sp>
        <p:nvSpPr>
          <p:cNvPr id="7" name="椭圆 6"/>
          <p:cNvSpPr/>
          <p:nvPr/>
        </p:nvSpPr>
        <p:spPr>
          <a:xfrm>
            <a:off x="1391605" y="2366243"/>
            <a:ext cx="2164576" cy="2164576"/>
          </a:xfrm>
          <a:prstGeom prst="ellipse">
            <a:avLst/>
          </a:prstGeom>
          <a:no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9" name="椭圆 8"/>
          <p:cNvSpPr/>
          <p:nvPr/>
        </p:nvSpPr>
        <p:spPr>
          <a:xfrm>
            <a:off x="3802664" y="2366242"/>
            <a:ext cx="2164576" cy="2164576"/>
          </a:xfrm>
          <a:prstGeom prst="ellipse">
            <a:avLst/>
          </a:prstGeom>
          <a:noFill/>
          <a:ln>
            <a:solidFill>
              <a:srgbClr val="1F47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0" name="椭圆 9"/>
          <p:cNvSpPr/>
          <p:nvPr/>
        </p:nvSpPr>
        <p:spPr>
          <a:xfrm>
            <a:off x="6213724" y="2366243"/>
            <a:ext cx="2164576" cy="2164576"/>
          </a:xfrm>
          <a:prstGeom prst="ellipse">
            <a:avLst/>
          </a:prstGeom>
          <a:no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1" name="椭圆 10"/>
          <p:cNvSpPr/>
          <p:nvPr/>
        </p:nvSpPr>
        <p:spPr>
          <a:xfrm>
            <a:off x="8624783" y="2366242"/>
            <a:ext cx="2164576" cy="2164576"/>
          </a:xfrm>
          <a:prstGeom prst="ellipse">
            <a:avLst/>
          </a:prstGeom>
          <a:noFill/>
          <a:ln>
            <a:solidFill>
              <a:srgbClr val="1F47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2" name="文本框 30"/>
          <p:cNvSpPr txBox="1"/>
          <p:nvPr/>
        </p:nvSpPr>
        <p:spPr>
          <a:xfrm>
            <a:off x="1781057" y="2875511"/>
            <a:ext cx="1210310" cy="645160"/>
          </a:xfrm>
          <a:prstGeom prst="rect">
            <a:avLst/>
          </a:prstGeom>
          <a:noFill/>
          <a:effectLst/>
        </p:spPr>
        <p:txBody>
          <a:bodyPr wrap="none" rtlCol="0">
            <a:spAutoFit/>
          </a:bodyPr>
          <a:lstStyle/>
          <a:p>
            <a:r>
              <a:rPr lang="en-US" altLang="zh-CN" sz="3200" b="1" dirty="0">
                <a:solidFill>
                  <a:schemeClr val="bg1">
                    <a:lumMod val="50000"/>
                  </a:schemeClr>
                </a:solidFill>
              </a:rPr>
              <a:t>  </a:t>
            </a:r>
            <a:r>
              <a:rPr lang="en-US" altLang="zh-CN" sz="3600" b="1" dirty="0">
                <a:solidFill>
                  <a:schemeClr val="bg1">
                    <a:lumMod val="50000"/>
                  </a:schemeClr>
                </a:solidFill>
                <a:latin typeface="方正姚体" panose="02010601030101010101" pitchFamily="2" charset="-122"/>
              </a:rPr>
              <a:t>68%</a:t>
            </a:r>
          </a:p>
        </p:txBody>
      </p:sp>
      <p:sp>
        <p:nvSpPr>
          <p:cNvPr id="14" name="文本框 31"/>
          <p:cNvSpPr txBox="1"/>
          <p:nvPr/>
        </p:nvSpPr>
        <p:spPr>
          <a:xfrm>
            <a:off x="4209683" y="2885978"/>
            <a:ext cx="1210310" cy="645160"/>
          </a:xfrm>
          <a:prstGeom prst="rect">
            <a:avLst/>
          </a:prstGeom>
          <a:noFill/>
          <a:effectLst/>
        </p:spPr>
        <p:txBody>
          <a:bodyPr wrap="none" rtlCol="0">
            <a:spAutoFit/>
          </a:bodyPr>
          <a:lstStyle/>
          <a:p>
            <a:r>
              <a:rPr lang="en-US" altLang="zh-CN" sz="3200" b="1" dirty="0">
                <a:solidFill>
                  <a:schemeClr val="bg1">
                    <a:lumMod val="50000"/>
                  </a:schemeClr>
                </a:solidFill>
              </a:rPr>
              <a:t>  </a:t>
            </a:r>
            <a:r>
              <a:rPr lang="en-US" altLang="zh-CN" sz="3600" b="1" dirty="0">
                <a:solidFill>
                  <a:schemeClr val="bg1">
                    <a:lumMod val="50000"/>
                  </a:schemeClr>
                </a:solidFill>
                <a:latin typeface="方正姚体" panose="02010601030101010101" pitchFamily="2" charset="-122"/>
              </a:rPr>
              <a:t>45%</a:t>
            </a:r>
          </a:p>
        </p:txBody>
      </p:sp>
      <p:sp>
        <p:nvSpPr>
          <p:cNvPr id="15" name="文本框 32"/>
          <p:cNvSpPr txBox="1"/>
          <p:nvPr/>
        </p:nvSpPr>
        <p:spPr>
          <a:xfrm>
            <a:off x="6640417" y="2882276"/>
            <a:ext cx="1210310" cy="645160"/>
          </a:xfrm>
          <a:prstGeom prst="rect">
            <a:avLst/>
          </a:prstGeom>
          <a:noFill/>
          <a:effectLst/>
        </p:spPr>
        <p:txBody>
          <a:bodyPr wrap="none" rtlCol="0">
            <a:spAutoFit/>
          </a:bodyPr>
          <a:lstStyle/>
          <a:p>
            <a:r>
              <a:rPr lang="en-US" altLang="zh-CN" sz="3200" b="1" dirty="0">
                <a:solidFill>
                  <a:schemeClr val="bg1">
                    <a:lumMod val="50000"/>
                  </a:schemeClr>
                </a:solidFill>
              </a:rPr>
              <a:t>  </a:t>
            </a:r>
            <a:r>
              <a:rPr lang="en-US" altLang="zh-CN" sz="3600" b="1" dirty="0">
                <a:solidFill>
                  <a:schemeClr val="bg1">
                    <a:lumMod val="50000"/>
                  </a:schemeClr>
                </a:solidFill>
                <a:latin typeface="方正姚体" panose="02010601030101010101" pitchFamily="2" charset="-122"/>
              </a:rPr>
              <a:t>77%</a:t>
            </a:r>
          </a:p>
        </p:txBody>
      </p:sp>
      <p:sp>
        <p:nvSpPr>
          <p:cNvPr id="16" name="文本框 33"/>
          <p:cNvSpPr txBox="1"/>
          <p:nvPr/>
        </p:nvSpPr>
        <p:spPr>
          <a:xfrm>
            <a:off x="9096279" y="2882276"/>
            <a:ext cx="1210310" cy="645160"/>
          </a:xfrm>
          <a:prstGeom prst="rect">
            <a:avLst/>
          </a:prstGeom>
          <a:noFill/>
          <a:effectLst/>
        </p:spPr>
        <p:txBody>
          <a:bodyPr wrap="none" rtlCol="0">
            <a:spAutoFit/>
          </a:bodyPr>
          <a:lstStyle/>
          <a:p>
            <a:r>
              <a:rPr lang="en-US" altLang="zh-CN" sz="3200" b="1" dirty="0">
                <a:solidFill>
                  <a:schemeClr val="bg1">
                    <a:lumMod val="50000"/>
                  </a:schemeClr>
                </a:solidFill>
              </a:rPr>
              <a:t>  </a:t>
            </a:r>
            <a:r>
              <a:rPr lang="en-US" altLang="zh-CN" sz="3600" b="1" dirty="0">
                <a:solidFill>
                  <a:schemeClr val="bg1">
                    <a:lumMod val="50000"/>
                  </a:schemeClr>
                </a:solidFill>
                <a:latin typeface="方正姚体" panose="02010601030101010101" pitchFamily="2" charset="-122"/>
              </a:rPr>
              <a:t>59%</a:t>
            </a:r>
          </a:p>
        </p:txBody>
      </p:sp>
      <p:sp>
        <p:nvSpPr>
          <p:cNvPr id="17" name="文本框 34"/>
          <p:cNvSpPr txBox="1"/>
          <p:nvPr/>
        </p:nvSpPr>
        <p:spPr>
          <a:xfrm>
            <a:off x="1762027" y="3906655"/>
            <a:ext cx="1397000" cy="368300"/>
          </a:xfrm>
          <a:prstGeom prst="rect">
            <a:avLst/>
          </a:prstGeom>
          <a:noFill/>
          <a:effectLst/>
        </p:spPr>
        <p:txBody>
          <a:bodyPr wrap="none" rtlCol="0">
            <a:spAutoFit/>
          </a:bodyPr>
          <a:lstStyle/>
          <a:p>
            <a:r>
              <a:rPr lang="en-US" altLang="zh-CN" b="1" dirty="0">
                <a:solidFill>
                  <a:schemeClr val="bg1">
                    <a:lumMod val="50000"/>
                  </a:schemeClr>
                </a:solidFill>
                <a:latin typeface="方正姚体" panose="02010601030101010101" pitchFamily="2" charset="-122"/>
              </a:rPr>
              <a:t>TITLE   HERE</a:t>
            </a:r>
            <a:endParaRPr lang="en-US" altLang="zh-CN" sz="1400" b="1" dirty="0">
              <a:solidFill>
                <a:schemeClr val="bg1">
                  <a:lumMod val="50000"/>
                </a:schemeClr>
              </a:solidFill>
              <a:latin typeface="方正姚体" panose="02010601030101010101" pitchFamily="2" charset="-122"/>
            </a:endParaRPr>
          </a:p>
        </p:txBody>
      </p:sp>
      <p:sp>
        <p:nvSpPr>
          <p:cNvPr id="18" name="文本框 35"/>
          <p:cNvSpPr txBox="1"/>
          <p:nvPr/>
        </p:nvSpPr>
        <p:spPr>
          <a:xfrm>
            <a:off x="4214443" y="3906655"/>
            <a:ext cx="1397000" cy="368300"/>
          </a:xfrm>
          <a:prstGeom prst="rect">
            <a:avLst/>
          </a:prstGeom>
          <a:noFill/>
          <a:effectLst/>
        </p:spPr>
        <p:txBody>
          <a:bodyPr wrap="none" rtlCol="0">
            <a:spAutoFit/>
          </a:bodyPr>
          <a:lstStyle/>
          <a:p>
            <a:r>
              <a:rPr lang="en-US" altLang="zh-CN" b="1" dirty="0">
                <a:solidFill>
                  <a:schemeClr val="bg1">
                    <a:lumMod val="50000"/>
                  </a:schemeClr>
                </a:solidFill>
                <a:latin typeface="方正姚体" panose="02010601030101010101" pitchFamily="2" charset="-122"/>
              </a:rPr>
              <a:t>TITLE   HERE</a:t>
            </a:r>
            <a:endParaRPr lang="en-US" altLang="zh-CN" sz="1400" b="1" dirty="0">
              <a:solidFill>
                <a:schemeClr val="bg1">
                  <a:lumMod val="50000"/>
                </a:schemeClr>
              </a:solidFill>
              <a:latin typeface="方正姚体" panose="02010601030101010101" pitchFamily="2" charset="-122"/>
            </a:endParaRPr>
          </a:p>
        </p:txBody>
      </p:sp>
      <p:sp>
        <p:nvSpPr>
          <p:cNvPr id="19" name="文本框 36"/>
          <p:cNvSpPr txBox="1"/>
          <p:nvPr/>
        </p:nvSpPr>
        <p:spPr>
          <a:xfrm>
            <a:off x="6576324" y="3906655"/>
            <a:ext cx="1397000" cy="368300"/>
          </a:xfrm>
          <a:prstGeom prst="rect">
            <a:avLst/>
          </a:prstGeom>
          <a:noFill/>
          <a:effectLst/>
        </p:spPr>
        <p:txBody>
          <a:bodyPr wrap="none" rtlCol="0">
            <a:spAutoFit/>
          </a:bodyPr>
          <a:lstStyle/>
          <a:p>
            <a:r>
              <a:rPr lang="en-US" altLang="zh-CN" b="1" dirty="0">
                <a:solidFill>
                  <a:schemeClr val="bg1">
                    <a:lumMod val="50000"/>
                  </a:schemeClr>
                </a:solidFill>
                <a:latin typeface="方正姚体" panose="02010601030101010101" pitchFamily="2" charset="-122"/>
              </a:rPr>
              <a:t>TITLE   HERE</a:t>
            </a:r>
            <a:endParaRPr lang="en-US" altLang="zh-CN" sz="1400" b="1" dirty="0">
              <a:solidFill>
                <a:schemeClr val="bg1">
                  <a:lumMod val="50000"/>
                </a:schemeClr>
              </a:solidFill>
              <a:latin typeface="方正姚体" panose="02010601030101010101" pitchFamily="2" charset="-122"/>
            </a:endParaRPr>
          </a:p>
        </p:txBody>
      </p:sp>
      <p:sp>
        <p:nvSpPr>
          <p:cNvPr id="20" name="文本框 37"/>
          <p:cNvSpPr txBox="1"/>
          <p:nvPr/>
        </p:nvSpPr>
        <p:spPr>
          <a:xfrm>
            <a:off x="9028720" y="3906655"/>
            <a:ext cx="1397000" cy="368300"/>
          </a:xfrm>
          <a:prstGeom prst="rect">
            <a:avLst/>
          </a:prstGeom>
          <a:noFill/>
          <a:effectLst/>
        </p:spPr>
        <p:txBody>
          <a:bodyPr wrap="none" rtlCol="0">
            <a:spAutoFit/>
          </a:bodyPr>
          <a:lstStyle/>
          <a:p>
            <a:r>
              <a:rPr lang="en-US" altLang="zh-CN" b="1" dirty="0">
                <a:solidFill>
                  <a:schemeClr val="bg1">
                    <a:lumMod val="50000"/>
                  </a:schemeClr>
                </a:solidFill>
                <a:latin typeface="方正姚体" panose="02010601030101010101" pitchFamily="2" charset="-122"/>
              </a:rPr>
              <a:t>TITLE   HERE</a:t>
            </a:r>
            <a:endParaRPr lang="en-US" altLang="zh-CN" sz="1400" b="1" dirty="0">
              <a:solidFill>
                <a:schemeClr val="bg1">
                  <a:lumMod val="50000"/>
                </a:schemeClr>
              </a:solidFill>
              <a:latin typeface="方正姚体" panose="02010601030101010101" pitchFamily="2" charset="-122"/>
            </a:endParaRPr>
          </a:p>
        </p:txBody>
      </p:sp>
      <p:sp>
        <p:nvSpPr>
          <p:cNvPr id="21" name="文本框 38"/>
          <p:cNvSpPr txBox="1"/>
          <p:nvPr/>
        </p:nvSpPr>
        <p:spPr>
          <a:xfrm>
            <a:off x="1614577" y="4857556"/>
            <a:ext cx="1695450" cy="922020"/>
          </a:xfrm>
          <a:prstGeom prst="rect">
            <a:avLst/>
          </a:prstGeom>
          <a:noFill/>
          <a:effectLst/>
        </p:spPr>
        <p:txBody>
          <a:bodyPr wrap="none" rtlCol="0">
            <a:spAutoFit/>
          </a:bodyPr>
          <a:lstStyle/>
          <a:p>
            <a:endParaRPr lang="en-US" altLang="zh-CN" sz="1200" b="1" dirty="0">
              <a:solidFill>
                <a:schemeClr val="bg1">
                  <a:lumMod val="50000"/>
                </a:schemeClr>
              </a:solidFill>
              <a:latin typeface="方正姚体" panose="02010601030101010101" pitchFamily="2" charset="-122"/>
              <a:ea typeface="方正姚体" panose="02010601030101010101" pitchFamily="2" charset="-122"/>
            </a:endParaRPr>
          </a:p>
          <a:p>
            <a:r>
              <a:rPr lang="en-US" altLang="zh-CN" sz="1400" dirty="0">
                <a:solidFill>
                  <a:schemeClr val="bg1">
                    <a:lumMod val="50000"/>
                  </a:schemeClr>
                </a:solidFill>
                <a:latin typeface="方正姚体" panose="02010601030101010101" pitchFamily="2" charset="-122"/>
                <a:ea typeface="方正姚体" panose="02010601030101010101" pitchFamily="2" charset="-122"/>
              </a:rPr>
              <a:t>Click here to add  you</a:t>
            </a:r>
          </a:p>
          <a:p>
            <a:r>
              <a:rPr lang="en-US" altLang="zh-CN" sz="1400" dirty="0">
                <a:solidFill>
                  <a:schemeClr val="bg1">
                    <a:lumMod val="50000"/>
                  </a:schemeClr>
                </a:solidFill>
                <a:latin typeface="方正姚体" panose="02010601030101010101" pitchFamily="2" charset="-122"/>
                <a:ea typeface="方正姚体" panose="02010601030101010101" pitchFamily="2" charset="-122"/>
              </a:rPr>
              <a:t>To the  center of the </a:t>
            </a:r>
          </a:p>
          <a:p>
            <a:r>
              <a:rPr lang="en-US" altLang="zh-CN" sz="1400" dirty="0">
                <a:solidFill>
                  <a:schemeClr val="bg1">
                    <a:lumMod val="50000"/>
                  </a:schemeClr>
                </a:solidFill>
                <a:latin typeface="方正姚体" panose="02010601030101010101" pitchFamily="2" charset="-122"/>
                <a:ea typeface="方正姚体" panose="02010601030101010101" pitchFamily="2" charset="-122"/>
              </a:rPr>
              <a:t>narrative thought</a:t>
            </a:r>
          </a:p>
        </p:txBody>
      </p:sp>
      <p:sp>
        <p:nvSpPr>
          <p:cNvPr id="22" name="文本框 39"/>
          <p:cNvSpPr txBox="1"/>
          <p:nvPr/>
        </p:nvSpPr>
        <p:spPr>
          <a:xfrm>
            <a:off x="4066993" y="4857556"/>
            <a:ext cx="1695450" cy="922020"/>
          </a:xfrm>
          <a:prstGeom prst="rect">
            <a:avLst/>
          </a:prstGeom>
          <a:noFill/>
          <a:effectLst/>
        </p:spPr>
        <p:txBody>
          <a:bodyPr wrap="none" rtlCol="0">
            <a:spAutoFit/>
          </a:bodyPr>
          <a:lstStyle/>
          <a:p>
            <a:endParaRPr lang="en-US" altLang="zh-CN" sz="1200" b="1" dirty="0">
              <a:solidFill>
                <a:schemeClr val="bg1">
                  <a:lumMod val="50000"/>
                </a:schemeClr>
              </a:solidFill>
              <a:latin typeface="方正姚体" panose="02010601030101010101" pitchFamily="2" charset="-122"/>
              <a:ea typeface="方正姚体" panose="02010601030101010101" pitchFamily="2" charset="-122"/>
            </a:endParaRPr>
          </a:p>
          <a:p>
            <a:r>
              <a:rPr lang="en-US" altLang="zh-CN" sz="1400" dirty="0">
                <a:solidFill>
                  <a:schemeClr val="bg1">
                    <a:lumMod val="50000"/>
                  </a:schemeClr>
                </a:solidFill>
                <a:latin typeface="方正姚体" panose="02010601030101010101" pitchFamily="2" charset="-122"/>
                <a:ea typeface="方正姚体" panose="02010601030101010101" pitchFamily="2" charset="-122"/>
              </a:rPr>
              <a:t>Click here to add  you</a:t>
            </a:r>
          </a:p>
          <a:p>
            <a:r>
              <a:rPr lang="en-US" altLang="zh-CN" sz="1400" dirty="0">
                <a:solidFill>
                  <a:schemeClr val="bg1">
                    <a:lumMod val="50000"/>
                  </a:schemeClr>
                </a:solidFill>
                <a:latin typeface="方正姚体" panose="02010601030101010101" pitchFamily="2" charset="-122"/>
                <a:ea typeface="方正姚体" panose="02010601030101010101" pitchFamily="2" charset="-122"/>
              </a:rPr>
              <a:t>To the  center of the </a:t>
            </a:r>
          </a:p>
          <a:p>
            <a:r>
              <a:rPr lang="en-US" altLang="zh-CN" sz="1400" dirty="0">
                <a:solidFill>
                  <a:schemeClr val="bg1">
                    <a:lumMod val="50000"/>
                  </a:schemeClr>
                </a:solidFill>
                <a:latin typeface="方正姚体" panose="02010601030101010101" pitchFamily="2" charset="-122"/>
                <a:ea typeface="方正姚体" panose="02010601030101010101" pitchFamily="2" charset="-122"/>
              </a:rPr>
              <a:t>narrative thought</a:t>
            </a:r>
          </a:p>
        </p:txBody>
      </p:sp>
      <p:sp>
        <p:nvSpPr>
          <p:cNvPr id="23" name="文本框 40"/>
          <p:cNvSpPr txBox="1"/>
          <p:nvPr/>
        </p:nvSpPr>
        <p:spPr>
          <a:xfrm>
            <a:off x="6519409" y="4857556"/>
            <a:ext cx="1695450" cy="922020"/>
          </a:xfrm>
          <a:prstGeom prst="rect">
            <a:avLst/>
          </a:prstGeom>
          <a:noFill/>
          <a:effectLst/>
        </p:spPr>
        <p:txBody>
          <a:bodyPr wrap="none" rtlCol="0">
            <a:spAutoFit/>
          </a:bodyPr>
          <a:lstStyle/>
          <a:p>
            <a:endParaRPr lang="en-US" altLang="zh-CN" sz="1200" b="1" dirty="0">
              <a:solidFill>
                <a:schemeClr val="bg1">
                  <a:lumMod val="50000"/>
                </a:schemeClr>
              </a:solidFill>
              <a:latin typeface="方正姚体" panose="02010601030101010101" pitchFamily="2" charset="-122"/>
              <a:ea typeface="方正姚体" panose="02010601030101010101" pitchFamily="2" charset="-122"/>
            </a:endParaRPr>
          </a:p>
          <a:p>
            <a:r>
              <a:rPr lang="en-US" altLang="zh-CN" sz="1400" dirty="0">
                <a:solidFill>
                  <a:schemeClr val="bg1">
                    <a:lumMod val="50000"/>
                  </a:schemeClr>
                </a:solidFill>
                <a:latin typeface="方正姚体" panose="02010601030101010101" pitchFamily="2" charset="-122"/>
                <a:ea typeface="方正姚体" panose="02010601030101010101" pitchFamily="2" charset="-122"/>
              </a:rPr>
              <a:t>Click here to add  you</a:t>
            </a:r>
          </a:p>
          <a:p>
            <a:r>
              <a:rPr lang="en-US" altLang="zh-CN" sz="1400" dirty="0">
                <a:solidFill>
                  <a:schemeClr val="bg1">
                    <a:lumMod val="50000"/>
                  </a:schemeClr>
                </a:solidFill>
                <a:latin typeface="方正姚体" panose="02010601030101010101" pitchFamily="2" charset="-122"/>
                <a:ea typeface="方正姚体" panose="02010601030101010101" pitchFamily="2" charset="-122"/>
              </a:rPr>
              <a:t>To the  center of the </a:t>
            </a:r>
          </a:p>
          <a:p>
            <a:r>
              <a:rPr lang="en-US" altLang="zh-CN" sz="1400" dirty="0">
                <a:solidFill>
                  <a:schemeClr val="bg1">
                    <a:lumMod val="50000"/>
                  </a:schemeClr>
                </a:solidFill>
                <a:latin typeface="方正姚体" panose="02010601030101010101" pitchFamily="2" charset="-122"/>
                <a:ea typeface="方正姚体" panose="02010601030101010101" pitchFamily="2" charset="-122"/>
              </a:rPr>
              <a:t>narrative thought</a:t>
            </a:r>
          </a:p>
        </p:txBody>
      </p:sp>
      <p:sp>
        <p:nvSpPr>
          <p:cNvPr id="24" name="文本框 41"/>
          <p:cNvSpPr txBox="1"/>
          <p:nvPr/>
        </p:nvSpPr>
        <p:spPr>
          <a:xfrm>
            <a:off x="8917441" y="4857556"/>
            <a:ext cx="1695450" cy="922020"/>
          </a:xfrm>
          <a:prstGeom prst="rect">
            <a:avLst/>
          </a:prstGeom>
          <a:noFill/>
          <a:effectLst/>
        </p:spPr>
        <p:txBody>
          <a:bodyPr wrap="none" rtlCol="0">
            <a:spAutoFit/>
          </a:bodyPr>
          <a:lstStyle/>
          <a:p>
            <a:endParaRPr lang="en-US" altLang="zh-CN" sz="1200" b="1" dirty="0">
              <a:solidFill>
                <a:schemeClr val="bg1">
                  <a:lumMod val="50000"/>
                </a:schemeClr>
              </a:solidFill>
              <a:latin typeface="方正姚体" panose="02010601030101010101" pitchFamily="2" charset="-122"/>
              <a:ea typeface="方正姚体" panose="02010601030101010101" pitchFamily="2" charset="-122"/>
            </a:endParaRPr>
          </a:p>
          <a:p>
            <a:r>
              <a:rPr lang="en-US" altLang="zh-CN" sz="1400" dirty="0">
                <a:solidFill>
                  <a:schemeClr val="bg1">
                    <a:lumMod val="50000"/>
                  </a:schemeClr>
                </a:solidFill>
                <a:latin typeface="方正姚体" panose="02010601030101010101" pitchFamily="2" charset="-122"/>
                <a:ea typeface="方正姚体" panose="02010601030101010101" pitchFamily="2" charset="-122"/>
              </a:rPr>
              <a:t>Click here to add  you</a:t>
            </a:r>
          </a:p>
          <a:p>
            <a:r>
              <a:rPr lang="en-US" altLang="zh-CN" sz="1400" dirty="0">
                <a:solidFill>
                  <a:schemeClr val="bg1">
                    <a:lumMod val="50000"/>
                  </a:schemeClr>
                </a:solidFill>
                <a:latin typeface="方正姚体" panose="02010601030101010101" pitchFamily="2" charset="-122"/>
                <a:ea typeface="方正姚体" panose="02010601030101010101" pitchFamily="2" charset="-122"/>
              </a:rPr>
              <a:t>To the  center of the </a:t>
            </a:r>
          </a:p>
          <a:p>
            <a:r>
              <a:rPr lang="en-US" altLang="zh-CN" sz="1400" dirty="0">
                <a:solidFill>
                  <a:schemeClr val="bg1">
                    <a:lumMod val="50000"/>
                  </a:schemeClr>
                </a:solidFill>
                <a:latin typeface="方正姚体" panose="02010601030101010101" pitchFamily="2" charset="-122"/>
                <a:ea typeface="方正姚体" panose="02010601030101010101" pitchFamily="2" charset="-122"/>
              </a:rPr>
              <a:t>narrative thought</a:t>
            </a:r>
          </a:p>
        </p:txBody>
      </p:sp>
    </p:spTree>
  </p:cSld>
  <p:clrMapOvr>
    <a:masterClrMapping/>
  </p:clrMapOvr>
  <mc:AlternateContent xmlns:mc="http://schemas.openxmlformats.org/markup-compatibility/2006" xmlns:p14="http://schemas.microsoft.com/office/powerpoint/2010/main">
    <mc:Choice Requires="p14">
      <p:transition spd="slow" p14:dur="1600" advTm="1000">
        <p14:prism isInverted="1"/>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50"/>
                                        <p:tgtEl>
                                          <p:spTgt spid="9"/>
                                        </p:tgtEl>
                                      </p:cBhvr>
                                    </p:animEffect>
                                    <p:anim calcmode="lin" valueType="num">
                                      <p:cBhvr>
                                        <p:cTn id="14" dur="250" fill="hold"/>
                                        <p:tgtEl>
                                          <p:spTgt spid="9"/>
                                        </p:tgtEl>
                                        <p:attrNameLst>
                                          <p:attrName>ppt_x</p:attrName>
                                        </p:attrNameLst>
                                      </p:cBhvr>
                                      <p:tavLst>
                                        <p:tav tm="0">
                                          <p:val>
                                            <p:strVal val="#ppt_x"/>
                                          </p:val>
                                        </p:tav>
                                        <p:tav tm="100000">
                                          <p:val>
                                            <p:strVal val="#ppt_x"/>
                                          </p:val>
                                        </p:tav>
                                      </p:tavLst>
                                    </p:anim>
                                    <p:anim calcmode="lin" valueType="num">
                                      <p:cBhvr>
                                        <p:cTn id="15" dur="25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50"/>
                                        <p:tgtEl>
                                          <p:spTgt spid="10"/>
                                        </p:tgtEl>
                                      </p:cBhvr>
                                    </p:animEffect>
                                    <p:anim calcmode="lin" valueType="num">
                                      <p:cBhvr>
                                        <p:cTn id="20" dur="250" fill="hold"/>
                                        <p:tgtEl>
                                          <p:spTgt spid="10"/>
                                        </p:tgtEl>
                                        <p:attrNameLst>
                                          <p:attrName>ppt_x</p:attrName>
                                        </p:attrNameLst>
                                      </p:cBhvr>
                                      <p:tavLst>
                                        <p:tav tm="0">
                                          <p:val>
                                            <p:strVal val="#ppt_x"/>
                                          </p:val>
                                        </p:tav>
                                        <p:tav tm="100000">
                                          <p:val>
                                            <p:strVal val="#ppt_x"/>
                                          </p:val>
                                        </p:tav>
                                      </p:tavLst>
                                    </p:anim>
                                    <p:anim calcmode="lin" valueType="num">
                                      <p:cBhvr>
                                        <p:cTn id="21" dur="250" fill="hold"/>
                                        <p:tgtEl>
                                          <p:spTgt spid="10"/>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250"/>
                                        <p:tgtEl>
                                          <p:spTgt spid="11"/>
                                        </p:tgtEl>
                                      </p:cBhvr>
                                    </p:animEffect>
                                    <p:anim calcmode="lin" valueType="num">
                                      <p:cBhvr>
                                        <p:cTn id="26" dur="250" fill="hold"/>
                                        <p:tgtEl>
                                          <p:spTgt spid="11"/>
                                        </p:tgtEl>
                                        <p:attrNameLst>
                                          <p:attrName>ppt_x</p:attrName>
                                        </p:attrNameLst>
                                      </p:cBhvr>
                                      <p:tavLst>
                                        <p:tav tm="0">
                                          <p:val>
                                            <p:strVal val="#ppt_x"/>
                                          </p:val>
                                        </p:tav>
                                        <p:tav tm="100000">
                                          <p:val>
                                            <p:strVal val="#ppt_x"/>
                                          </p:val>
                                        </p:tav>
                                      </p:tavLst>
                                    </p:anim>
                                    <p:anim calcmode="lin" valueType="num">
                                      <p:cBhvr>
                                        <p:cTn id="27" dur="250" fill="hold"/>
                                        <p:tgtEl>
                                          <p:spTgt spid="11"/>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250"/>
                                        <p:tgtEl>
                                          <p:spTgt spid="12"/>
                                        </p:tgtEl>
                                      </p:cBhvr>
                                    </p:animEffect>
                                    <p:anim calcmode="lin" valueType="num">
                                      <p:cBhvr>
                                        <p:cTn id="32" dur="250" fill="hold"/>
                                        <p:tgtEl>
                                          <p:spTgt spid="12"/>
                                        </p:tgtEl>
                                        <p:attrNameLst>
                                          <p:attrName>ppt_x</p:attrName>
                                        </p:attrNameLst>
                                      </p:cBhvr>
                                      <p:tavLst>
                                        <p:tav tm="0">
                                          <p:val>
                                            <p:strVal val="#ppt_x"/>
                                          </p:val>
                                        </p:tav>
                                        <p:tav tm="100000">
                                          <p:val>
                                            <p:strVal val="#ppt_x"/>
                                          </p:val>
                                        </p:tav>
                                      </p:tavLst>
                                    </p:anim>
                                    <p:anim calcmode="lin" valueType="num">
                                      <p:cBhvr>
                                        <p:cTn id="33" dur="250" fill="hold"/>
                                        <p:tgtEl>
                                          <p:spTgt spid="12"/>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250"/>
                                        <p:tgtEl>
                                          <p:spTgt spid="14"/>
                                        </p:tgtEl>
                                      </p:cBhvr>
                                    </p:animEffect>
                                    <p:anim calcmode="lin" valueType="num">
                                      <p:cBhvr>
                                        <p:cTn id="38" dur="250" fill="hold"/>
                                        <p:tgtEl>
                                          <p:spTgt spid="14"/>
                                        </p:tgtEl>
                                        <p:attrNameLst>
                                          <p:attrName>ppt_x</p:attrName>
                                        </p:attrNameLst>
                                      </p:cBhvr>
                                      <p:tavLst>
                                        <p:tav tm="0">
                                          <p:val>
                                            <p:strVal val="#ppt_x"/>
                                          </p:val>
                                        </p:tav>
                                        <p:tav tm="100000">
                                          <p:val>
                                            <p:strVal val="#ppt_x"/>
                                          </p:val>
                                        </p:tav>
                                      </p:tavLst>
                                    </p:anim>
                                    <p:anim calcmode="lin" valueType="num">
                                      <p:cBhvr>
                                        <p:cTn id="39" dur="250" fill="hold"/>
                                        <p:tgtEl>
                                          <p:spTgt spid="14"/>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250"/>
                                        <p:tgtEl>
                                          <p:spTgt spid="15"/>
                                        </p:tgtEl>
                                      </p:cBhvr>
                                    </p:animEffect>
                                    <p:anim calcmode="lin" valueType="num">
                                      <p:cBhvr>
                                        <p:cTn id="44" dur="250" fill="hold"/>
                                        <p:tgtEl>
                                          <p:spTgt spid="15"/>
                                        </p:tgtEl>
                                        <p:attrNameLst>
                                          <p:attrName>ppt_x</p:attrName>
                                        </p:attrNameLst>
                                      </p:cBhvr>
                                      <p:tavLst>
                                        <p:tav tm="0">
                                          <p:val>
                                            <p:strVal val="#ppt_x"/>
                                          </p:val>
                                        </p:tav>
                                        <p:tav tm="100000">
                                          <p:val>
                                            <p:strVal val="#ppt_x"/>
                                          </p:val>
                                        </p:tav>
                                      </p:tavLst>
                                    </p:anim>
                                    <p:anim calcmode="lin" valueType="num">
                                      <p:cBhvr>
                                        <p:cTn id="45" dur="250" fill="hold"/>
                                        <p:tgtEl>
                                          <p:spTgt spid="15"/>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42" presetClass="entr" presetSubtype="0" fill="hold" grpId="0"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250"/>
                                        <p:tgtEl>
                                          <p:spTgt spid="16"/>
                                        </p:tgtEl>
                                      </p:cBhvr>
                                    </p:animEffect>
                                    <p:anim calcmode="lin" valueType="num">
                                      <p:cBhvr>
                                        <p:cTn id="50" dur="250" fill="hold"/>
                                        <p:tgtEl>
                                          <p:spTgt spid="16"/>
                                        </p:tgtEl>
                                        <p:attrNameLst>
                                          <p:attrName>ppt_x</p:attrName>
                                        </p:attrNameLst>
                                      </p:cBhvr>
                                      <p:tavLst>
                                        <p:tav tm="0">
                                          <p:val>
                                            <p:strVal val="#ppt_x"/>
                                          </p:val>
                                        </p:tav>
                                        <p:tav tm="100000">
                                          <p:val>
                                            <p:strVal val="#ppt_x"/>
                                          </p:val>
                                        </p:tav>
                                      </p:tavLst>
                                    </p:anim>
                                    <p:anim calcmode="lin" valueType="num">
                                      <p:cBhvr>
                                        <p:cTn id="51" dur="250" fill="hold"/>
                                        <p:tgtEl>
                                          <p:spTgt spid="16"/>
                                        </p:tgtEl>
                                        <p:attrNameLst>
                                          <p:attrName>ppt_y</p:attrName>
                                        </p:attrNameLst>
                                      </p:cBhvr>
                                      <p:tavLst>
                                        <p:tav tm="0">
                                          <p:val>
                                            <p:strVal val="#ppt_y+.1"/>
                                          </p:val>
                                        </p:tav>
                                        <p:tav tm="100000">
                                          <p:val>
                                            <p:strVal val="#ppt_y"/>
                                          </p:val>
                                        </p:tav>
                                      </p:tavLst>
                                    </p:anim>
                                  </p:childTnLst>
                                </p:cTn>
                              </p:par>
                            </p:childTnLst>
                          </p:cTn>
                        </p:par>
                        <p:par>
                          <p:cTn id="52" fill="hold">
                            <p:stCondLst>
                              <p:cond delay="4000"/>
                            </p:stCondLst>
                            <p:childTnLst>
                              <p:par>
                                <p:cTn id="53" presetID="42"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250"/>
                                        <p:tgtEl>
                                          <p:spTgt spid="17"/>
                                        </p:tgtEl>
                                      </p:cBhvr>
                                    </p:animEffect>
                                    <p:anim calcmode="lin" valueType="num">
                                      <p:cBhvr>
                                        <p:cTn id="56" dur="250" fill="hold"/>
                                        <p:tgtEl>
                                          <p:spTgt spid="17"/>
                                        </p:tgtEl>
                                        <p:attrNameLst>
                                          <p:attrName>ppt_x</p:attrName>
                                        </p:attrNameLst>
                                      </p:cBhvr>
                                      <p:tavLst>
                                        <p:tav tm="0">
                                          <p:val>
                                            <p:strVal val="#ppt_x"/>
                                          </p:val>
                                        </p:tav>
                                        <p:tav tm="100000">
                                          <p:val>
                                            <p:strVal val="#ppt_x"/>
                                          </p:val>
                                        </p:tav>
                                      </p:tavLst>
                                    </p:anim>
                                    <p:anim calcmode="lin" valueType="num">
                                      <p:cBhvr>
                                        <p:cTn id="57" dur="250" fill="hold"/>
                                        <p:tgtEl>
                                          <p:spTgt spid="17"/>
                                        </p:tgtEl>
                                        <p:attrNameLst>
                                          <p:attrName>ppt_y</p:attrName>
                                        </p:attrNameLst>
                                      </p:cBhvr>
                                      <p:tavLst>
                                        <p:tav tm="0">
                                          <p:val>
                                            <p:strVal val="#ppt_y+.1"/>
                                          </p:val>
                                        </p:tav>
                                        <p:tav tm="100000">
                                          <p:val>
                                            <p:strVal val="#ppt_y"/>
                                          </p:val>
                                        </p:tav>
                                      </p:tavLst>
                                    </p:anim>
                                  </p:childTnLst>
                                </p:cTn>
                              </p:par>
                            </p:childTnLst>
                          </p:cTn>
                        </p:par>
                        <p:par>
                          <p:cTn id="58" fill="hold">
                            <p:stCondLst>
                              <p:cond delay="4500"/>
                            </p:stCondLst>
                            <p:childTnLst>
                              <p:par>
                                <p:cTn id="59" presetID="42" presetClass="entr" presetSubtype="0" fill="hold" grpId="0" nodeType="after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250"/>
                                        <p:tgtEl>
                                          <p:spTgt spid="18"/>
                                        </p:tgtEl>
                                      </p:cBhvr>
                                    </p:animEffect>
                                    <p:anim calcmode="lin" valueType="num">
                                      <p:cBhvr>
                                        <p:cTn id="62" dur="250" fill="hold"/>
                                        <p:tgtEl>
                                          <p:spTgt spid="18"/>
                                        </p:tgtEl>
                                        <p:attrNameLst>
                                          <p:attrName>ppt_x</p:attrName>
                                        </p:attrNameLst>
                                      </p:cBhvr>
                                      <p:tavLst>
                                        <p:tav tm="0">
                                          <p:val>
                                            <p:strVal val="#ppt_x"/>
                                          </p:val>
                                        </p:tav>
                                        <p:tav tm="100000">
                                          <p:val>
                                            <p:strVal val="#ppt_x"/>
                                          </p:val>
                                        </p:tav>
                                      </p:tavLst>
                                    </p:anim>
                                    <p:anim calcmode="lin" valueType="num">
                                      <p:cBhvr>
                                        <p:cTn id="63" dur="250" fill="hold"/>
                                        <p:tgtEl>
                                          <p:spTgt spid="18"/>
                                        </p:tgtEl>
                                        <p:attrNameLst>
                                          <p:attrName>ppt_y</p:attrName>
                                        </p:attrNameLst>
                                      </p:cBhvr>
                                      <p:tavLst>
                                        <p:tav tm="0">
                                          <p:val>
                                            <p:strVal val="#ppt_y+.1"/>
                                          </p:val>
                                        </p:tav>
                                        <p:tav tm="100000">
                                          <p:val>
                                            <p:strVal val="#ppt_y"/>
                                          </p:val>
                                        </p:tav>
                                      </p:tavLst>
                                    </p:anim>
                                  </p:childTnLst>
                                </p:cTn>
                              </p:par>
                            </p:childTnLst>
                          </p:cTn>
                        </p:par>
                        <p:par>
                          <p:cTn id="64" fill="hold">
                            <p:stCondLst>
                              <p:cond delay="5000"/>
                            </p:stCondLst>
                            <p:childTnLst>
                              <p:par>
                                <p:cTn id="65" presetID="42" presetClass="entr" presetSubtype="0" fill="hold" grpId="0" nodeType="after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250"/>
                                        <p:tgtEl>
                                          <p:spTgt spid="19"/>
                                        </p:tgtEl>
                                      </p:cBhvr>
                                    </p:animEffect>
                                    <p:anim calcmode="lin" valueType="num">
                                      <p:cBhvr>
                                        <p:cTn id="68" dur="250" fill="hold"/>
                                        <p:tgtEl>
                                          <p:spTgt spid="19"/>
                                        </p:tgtEl>
                                        <p:attrNameLst>
                                          <p:attrName>ppt_x</p:attrName>
                                        </p:attrNameLst>
                                      </p:cBhvr>
                                      <p:tavLst>
                                        <p:tav tm="0">
                                          <p:val>
                                            <p:strVal val="#ppt_x"/>
                                          </p:val>
                                        </p:tav>
                                        <p:tav tm="100000">
                                          <p:val>
                                            <p:strVal val="#ppt_x"/>
                                          </p:val>
                                        </p:tav>
                                      </p:tavLst>
                                    </p:anim>
                                    <p:anim calcmode="lin" valueType="num">
                                      <p:cBhvr>
                                        <p:cTn id="69" dur="250" fill="hold"/>
                                        <p:tgtEl>
                                          <p:spTgt spid="19"/>
                                        </p:tgtEl>
                                        <p:attrNameLst>
                                          <p:attrName>ppt_y</p:attrName>
                                        </p:attrNameLst>
                                      </p:cBhvr>
                                      <p:tavLst>
                                        <p:tav tm="0">
                                          <p:val>
                                            <p:strVal val="#ppt_y+.1"/>
                                          </p:val>
                                        </p:tav>
                                        <p:tav tm="100000">
                                          <p:val>
                                            <p:strVal val="#ppt_y"/>
                                          </p:val>
                                        </p:tav>
                                      </p:tavLst>
                                    </p:anim>
                                  </p:childTnLst>
                                </p:cTn>
                              </p:par>
                            </p:childTnLst>
                          </p:cTn>
                        </p:par>
                        <p:par>
                          <p:cTn id="70" fill="hold">
                            <p:stCondLst>
                              <p:cond delay="5500"/>
                            </p:stCondLst>
                            <p:childTnLst>
                              <p:par>
                                <p:cTn id="71" presetID="42" presetClass="entr" presetSubtype="0" fill="hold" grpId="0" nodeType="after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250"/>
                                        <p:tgtEl>
                                          <p:spTgt spid="20"/>
                                        </p:tgtEl>
                                      </p:cBhvr>
                                    </p:animEffect>
                                    <p:anim calcmode="lin" valueType="num">
                                      <p:cBhvr>
                                        <p:cTn id="74" dur="250" fill="hold"/>
                                        <p:tgtEl>
                                          <p:spTgt spid="20"/>
                                        </p:tgtEl>
                                        <p:attrNameLst>
                                          <p:attrName>ppt_x</p:attrName>
                                        </p:attrNameLst>
                                      </p:cBhvr>
                                      <p:tavLst>
                                        <p:tav tm="0">
                                          <p:val>
                                            <p:strVal val="#ppt_x"/>
                                          </p:val>
                                        </p:tav>
                                        <p:tav tm="100000">
                                          <p:val>
                                            <p:strVal val="#ppt_x"/>
                                          </p:val>
                                        </p:tav>
                                      </p:tavLst>
                                    </p:anim>
                                    <p:anim calcmode="lin" valueType="num">
                                      <p:cBhvr>
                                        <p:cTn id="75" dur="250" fill="hold"/>
                                        <p:tgtEl>
                                          <p:spTgt spid="20"/>
                                        </p:tgtEl>
                                        <p:attrNameLst>
                                          <p:attrName>ppt_y</p:attrName>
                                        </p:attrNameLst>
                                      </p:cBhvr>
                                      <p:tavLst>
                                        <p:tav tm="0">
                                          <p:val>
                                            <p:strVal val="#ppt_y+.1"/>
                                          </p:val>
                                        </p:tav>
                                        <p:tav tm="100000">
                                          <p:val>
                                            <p:strVal val="#ppt_y"/>
                                          </p:val>
                                        </p:tav>
                                      </p:tavLst>
                                    </p:anim>
                                  </p:childTnLst>
                                </p:cTn>
                              </p:par>
                            </p:childTnLst>
                          </p:cTn>
                        </p:par>
                        <p:par>
                          <p:cTn id="76" fill="hold">
                            <p:stCondLst>
                              <p:cond delay="6000"/>
                            </p:stCondLst>
                            <p:childTnLst>
                              <p:par>
                                <p:cTn id="77" presetID="42" presetClass="entr" presetSubtype="0" fill="hold" grpId="0" nodeType="after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250"/>
                                        <p:tgtEl>
                                          <p:spTgt spid="21"/>
                                        </p:tgtEl>
                                      </p:cBhvr>
                                    </p:animEffect>
                                    <p:anim calcmode="lin" valueType="num">
                                      <p:cBhvr>
                                        <p:cTn id="80" dur="250" fill="hold"/>
                                        <p:tgtEl>
                                          <p:spTgt spid="21"/>
                                        </p:tgtEl>
                                        <p:attrNameLst>
                                          <p:attrName>ppt_x</p:attrName>
                                        </p:attrNameLst>
                                      </p:cBhvr>
                                      <p:tavLst>
                                        <p:tav tm="0">
                                          <p:val>
                                            <p:strVal val="#ppt_x"/>
                                          </p:val>
                                        </p:tav>
                                        <p:tav tm="100000">
                                          <p:val>
                                            <p:strVal val="#ppt_x"/>
                                          </p:val>
                                        </p:tav>
                                      </p:tavLst>
                                    </p:anim>
                                    <p:anim calcmode="lin" valueType="num">
                                      <p:cBhvr>
                                        <p:cTn id="81" dur="250" fill="hold"/>
                                        <p:tgtEl>
                                          <p:spTgt spid="21"/>
                                        </p:tgtEl>
                                        <p:attrNameLst>
                                          <p:attrName>ppt_y</p:attrName>
                                        </p:attrNameLst>
                                      </p:cBhvr>
                                      <p:tavLst>
                                        <p:tav tm="0">
                                          <p:val>
                                            <p:strVal val="#ppt_y+.1"/>
                                          </p:val>
                                        </p:tav>
                                        <p:tav tm="100000">
                                          <p:val>
                                            <p:strVal val="#ppt_y"/>
                                          </p:val>
                                        </p:tav>
                                      </p:tavLst>
                                    </p:anim>
                                  </p:childTnLst>
                                </p:cTn>
                              </p:par>
                            </p:childTnLst>
                          </p:cTn>
                        </p:par>
                        <p:par>
                          <p:cTn id="82" fill="hold">
                            <p:stCondLst>
                              <p:cond delay="6500"/>
                            </p:stCondLst>
                            <p:childTnLst>
                              <p:par>
                                <p:cTn id="83" presetID="42" presetClass="entr" presetSubtype="0" fill="hold" grpId="0" nodeType="after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250"/>
                                        <p:tgtEl>
                                          <p:spTgt spid="22"/>
                                        </p:tgtEl>
                                      </p:cBhvr>
                                    </p:animEffect>
                                    <p:anim calcmode="lin" valueType="num">
                                      <p:cBhvr>
                                        <p:cTn id="86" dur="250" fill="hold"/>
                                        <p:tgtEl>
                                          <p:spTgt spid="22"/>
                                        </p:tgtEl>
                                        <p:attrNameLst>
                                          <p:attrName>ppt_x</p:attrName>
                                        </p:attrNameLst>
                                      </p:cBhvr>
                                      <p:tavLst>
                                        <p:tav tm="0">
                                          <p:val>
                                            <p:strVal val="#ppt_x"/>
                                          </p:val>
                                        </p:tav>
                                        <p:tav tm="100000">
                                          <p:val>
                                            <p:strVal val="#ppt_x"/>
                                          </p:val>
                                        </p:tav>
                                      </p:tavLst>
                                    </p:anim>
                                    <p:anim calcmode="lin" valueType="num">
                                      <p:cBhvr>
                                        <p:cTn id="87" dur="250" fill="hold"/>
                                        <p:tgtEl>
                                          <p:spTgt spid="22"/>
                                        </p:tgtEl>
                                        <p:attrNameLst>
                                          <p:attrName>ppt_y</p:attrName>
                                        </p:attrNameLst>
                                      </p:cBhvr>
                                      <p:tavLst>
                                        <p:tav tm="0">
                                          <p:val>
                                            <p:strVal val="#ppt_y+.1"/>
                                          </p:val>
                                        </p:tav>
                                        <p:tav tm="100000">
                                          <p:val>
                                            <p:strVal val="#ppt_y"/>
                                          </p:val>
                                        </p:tav>
                                      </p:tavLst>
                                    </p:anim>
                                  </p:childTnLst>
                                </p:cTn>
                              </p:par>
                            </p:childTnLst>
                          </p:cTn>
                        </p:par>
                        <p:par>
                          <p:cTn id="88" fill="hold">
                            <p:stCondLst>
                              <p:cond delay="7000"/>
                            </p:stCondLst>
                            <p:childTnLst>
                              <p:par>
                                <p:cTn id="89" presetID="42" presetClass="entr" presetSubtype="0" fill="hold" grpId="0" nodeType="after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250"/>
                                        <p:tgtEl>
                                          <p:spTgt spid="23"/>
                                        </p:tgtEl>
                                      </p:cBhvr>
                                    </p:animEffect>
                                    <p:anim calcmode="lin" valueType="num">
                                      <p:cBhvr>
                                        <p:cTn id="92" dur="250" fill="hold"/>
                                        <p:tgtEl>
                                          <p:spTgt spid="23"/>
                                        </p:tgtEl>
                                        <p:attrNameLst>
                                          <p:attrName>ppt_x</p:attrName>
                                        </p:attrNameLst>
                                      </p:cBhvr>
                                      <p:tavLst>
                                        <p:tav tm="0">
                                          <p:val>
                                            <p:strVal val="#ppt_x"/>
                                          </p:val>
                                        </p:tav>
                                        <p:tav tm="100000">
                                          <p:val>
                                            <p:strVal val="#ppt_x"/>
                                          </p:val>
                                        </p:tav>
                                      </p:tavLst>
                                    </p:anim>
                                    <p:anim calcmode="lin" valueType="num">
                                      <p:cBhvr>
                                        <p:cTn id="93" dur="250" fill="hold"/>
                                        <p:tgtEl>
                                          <p:spTgt spid="23"/>
                                        </p:tgtEl>
                                        <p:attrNameLst>
                                          <p:attrName>ppt_y</p:attrName>
                                        </p:attrNameLst>
                                      </p:cBhvr>
                                      <p:tavLst>
                                        <p:tav tm="0">
                                          <p:val>
                                            <p:strVal val="#ppt_y+.1"/>
                                          </p:val>
                                        </p:tav>
                                        <p:tav tm="100000">
                                          <p:val>
                                            <p:strVal val="#ppt_y"/>
                                          </p:val>
                                        </p:tav>
                                      </p:tavLst>
                                    </p:anim>
                                  </p:childTnLst>
                                </p:cTn>
                              </p:par>
                            </p:childTnLst>
                          </p:cTn>
                        </p:par>
                        <p:par>
                          <p:cTn id="94" fill="hold">
                            <p:stCondLst>
                              <p:cond delay="7500"/>
                            </p:stCondLst>
                            <p:childTnLst>
                              <p:par>
                                <p:cTn id="95" presetID="42" presetClass="entr" presetSubtype="0" fill="hold" grpId="0" nodeType="after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250"/>
                                        <p:tgtEl>
                                          <p:spTgt spid="24"/>
                                        </p:tgtEl>
                                      </p:cBhvr>
                                    </p:animEffect>
                                    <p:anim calcmode="lin" valueType="num">
                                      <p:cBhvr>
                                        <p:cTn id="98" dur="250" fill="hold"/>
                                        <p:tgtEl>
                                          <p:spTgt spid="24"/>
                                        </p:tgtEl>
                                        <p:attrNameLst>
                                          <p:attrName>ppt_x</p:attrName>
                                        </p:attrNameLst>
                                      </p:cBhvr>
                                      <p:tavLst>
                                        <p:tav tm="0">
                                          <p:val>
                                            <p:strVal val="#ppt_x"/>
                                          </p:val>
                                        </p:tav>
                                        <p:tav tm="100000">
                                          <p:val>
                                            <p:strVal val="#ppt_x"/>
                                          </p:val>
                                        </p:tav>
                                      </p:tavLst>
                                    </p:anim>
                                    <p:anim calcmode="lin" valueType="num">
                                      <p:cBhvr>
                                        <p:cTn id="99" dur="25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bldLvl="0" animBg="1"/>
      <p:bldP spid="10" grpId="0" bldLvl="0" animBg="1"/>
      <p:bldP spid="11" grpId="0" bldLvl="0" animBg="1"/>
      <p:bldP spid="12"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MH_SubTitle_1"/>
          <p:cNvSpPr/>
          <p:nvPr>
            <p:custDataLst>
              <p:tags r:id="rId2"/>
            </p:custDataLst>
          </p:nvPr>
        </p:nvSpPr>
        <p:spPr bwMode="auto">
          <a:xfrm>
            <a:off x="874712" y="4571859"/>
            <a:ext cx="10442575" cy="800241"/>
          </a:xfrm>
          <a:prstGeom prst="rect">
            <a:avLst/>
          </a:prstGeom>
          <a:solidFill>
            <a:srgbClr val="2F5597"/>
          </a:solidFill>
          <a:ln>
            <a:noFill/>
          </a:ln>
        </p:spPr>
        <p:txBody>
          <a:bodyPr rtlCol="0" anchor="ctr"/>
          <a:lstStyle/>
          <a:p>
            <a:pPr algn="ctr" eaLnBrk="1" hangingPunct="1">
              <a:spcBef>
                <a:spcPct val="0"/>
              </a:spcBef>
              <a:buFontTx/>
              <a:buNone/>
            </a:pPr>
            <a:endParaRPr lang="zh-CN" altLang="en-US">
              <a:solidFill>
                <a:srgbClr val="FFFFFF"/>
              </a:solidFill>
            </a:endParaRPr>
          </a:p>
        </p:txBody>
      </p:sp>
      <p:sp>
        <p:nvSpPr>
          <p:cNvPr id="11" name="MH_SubTitle_1"/>
          <p:cNvSpPr/>
          <p:nvPr>
            <p:custDataLst>
              <p:tags r:id="rId3"/>
            </p:custDataLst>
          </p:nvPr>
        </p:nvSpPr>
        <p:spPr>
          <a:xfrm>
            <a:off x="5023519" y="4508358"/>
            <a:ext cx="4995194" cy="612476"/>
          </a:xfrm>
          <a:prstGeom prst="rect">
            <a:avLst/>
          </a:prstGeom>
        </p:spPr>
        <p:txBody>
          <a:bodyPr vert="horz" wrap="square" lIns="0" tIns="0" rIns="0" bIns="36000" anchor="ctr" anchorCtr="0">
            <a:normAutofit/>
          </a:bodyPr>
          <a:lstStyle/>
          <a:p>
            <a:pPr algn="ctr">
              <a:lnSpc>
                <a:spcPct val="150000"/>
              </a:lnSpc>
              <a:spcBef>
                <a:spcPts val="600"/>
              </a:spcBef>
              <a:spcAft>
                <a:spcPts val="600"/>
              </a:spcAft>
            </a:pPr>
            <a:endParaRPr lang="zh-CN" altLang="en-US" sz="2400" kern="100" dirty="0">
              <a:solidFill>
                <a:prstClr val="white"/>
              </a:solidFill>
            </a:endParaRPr>
          </a:p>
        </p:txBody>
      </p:sp>
      <p:sp>
        <p:nvSpPr>
          <p:cNvPr id="10" name="文本框 9"/>
          <p:cNvSpPr txBox="1"/>
          <p:nvPr/>
        </p:nvSpPr>
        <p:spPr>
          <a:xfrm>
            <a:off x="5600832" y="4665859"/>
            <a:ext cx="5775241" cy="580352"/>
          </a:xfrm>
          <a:prstGeom prst="rect">
            <a:avLst/>
          </a:prstGeom>
          <a:noFill/>
        </p:spPr>
        <p:txBody>
          <a:bodyPr wrap="square" rtlCol="0">
            <a:spAutoFit/>
            <a:scene3d>
              <a:camera prst="orthographicFront"/>
              <a:lightRig rig="threePt" dir="t"/>
            </a:scene3d>
            <a:sp3d contourW="12700"/>
          </a:bodyPr>
          <a:lstStyle/>
          <a:p>
            <a:pPr algn="just">
              <a:lnSpc>
                <a:spcPct val="125000"/>
              </a:lnSpc>
            </a:pPr>
            <a:r>
              <a:rPr lang="zh-CN" altLang="en-US" sz="2800" b="1" dirty="0" smtClean="0">
                <a:solidFill>
                  <a:schemeClr val="bg1"/>
                </a:solidFill>
                <a:latin typeface="Century Gothic" panose="020B0502020202020204" charset="0"/>
              </a:rPr>
              <a:t>因为有缘我们相聚</a:t>
            </a:r>
            <a:r>
              <a:rPr lang="en-US" altLang="zh-CN" sz="2800" b="1" dirty="0" smtClean="0">
                <a:solidFill>
                  <a:schemeClr val="bg1"/>
                </a:solidFill>
                <a:latin typeface="Century Gothic" panose="020B0502020202020204" charset="0"/>
              </a:rPr>
              <a:t>,</a:t>
            </a:r>
            <a:r>
              <a:rPr lang="zh-CN" altLang="en-US" sz="2800" b="1" dirty="0" smtClean="0">
                <a:solidFill>
                  <a:schemeClr val="bg1"/>
                </a:solidFill>
                <a:latin typeface="Century Gothic" panose="020B0502020202020204" charset="0"/>
              </a:rPr>
              <a:t>成功靠大家努力</a:t>
            </a:r>
          </a:p>
        </p:txBody>
      </p:sp>
      <p:sp>
        <p:nvSpPr>
          <p:cNvPr id="13" name="文本框 12"/>
          <p:cNvSpPr txBox="1"/>
          <p:nvPr/>
        </p:nvSpPr>
        <p:spPr>
          <a:xfrm>
            <a:off x="7682339" y="3134980"/>
            <a:ext cx="3507364" cy="1169551"/>
          </a:xfrm>
          <a:prstGeom prst="rect">
            <a:avLst/>
          </a:prstGeom>
          <a:noFill/>
        </p:spPr>
        <p:txBody>
          <a:bodyPr wrap="square" rtlCol="0">
            <a:spAutoFit/>
            <a:scene3d>
              <a:camera prst="orthographicFront"/>
              <a:lightRig rig="threePt" dir="t"/>
            </a:scene3d>
            <a:sp3d contourW="12700"/>
          </a:bodyPr>
          <a:lstStyle/>
          <a:p>
            <a:pPr algn="r">
              <a:lnSpc>
                <a:spcPct val="125000"/>
              </a:lnSpc>
            </a:pPr>
            <a:r>
              <a:rPr lang="zh-CN" altLang="en-US" sz="1400" dirty="0" smtClean="0">
                <a:latin typeface="Century Gothic" panose="020B0502020202020204" charset="0"/>
              </a:rPr>
              <a:t>在这个世界上，任何一个人的力量都是渺小的，只有融入团队，只有与团队一起奋斗，你才能实现个人价值的最大化，你才能成就自己的卓越！</a:t>
            </a:r>
          </a:p>
        </p:txBody>
      </p:sp>
      <p:pic>
        <p:nvPicPr>
          <p:cNvPr id="4" name="图片占位符 3"/>
          <p:cNvPicPr>
            <a:picLocks noGrp="1" noChangeAspect="1"/>
          </p:cNvPicPr>
          <p:nvPr>
            <p:ph type="pic" sz="quarter" idx="11"/>
          </p:nvPr>
        </p:nvPicPr>
        <p:blipFill>
          <a:blip r:embed="rId6" cstate="print">
            <a:extLst>
              <a:ext uri="{28A0092B-C50C-407E-A947-70E740481C1C}">
                <a14:useLocalDpi xmlns:a14="http://schemas.microsoft.com/office/drawing/2010/main" val="0"/>
              </a:ext>
            </a:extLst>
          </a:blip>
          <a:srcRect l="3261" r="3261"/>
          <a:stretch>
            <a:fillRect/>
          </a:stretch>
        </p:blipFill>
        <p:spPr/>
      </p:pic>
      <p:grpSp>
        <p:nvGrpSpPr>
          <p:cNvPr id="2" name="组合 1"/>
          <p:cNvGrpSpPr/>
          <p:nvPr/>
        </p:nvGrpSpPr>
        <p:grpSpPr>
          <a:xfrm>
            <a:off x="1905" y="156845"/>
            <a:ext cx="12188190" cy="835660"/>
            <a:chOff x="0" y="298740"/>
            <a:chExt cx="12190413" cy="835572"/>
          </a:xfrm>
          <a:solidFill>
            <a:srgbClr val="2F5597"/>
          </a:solidFill>
        </p:grpSpPr>
        <p:sp>
          <p:nvSpPr>
            <p:cNvPr id="3" name="矩形 2"/>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500"/>
                                        <p:tgtEl>
                                          <p:spTgt spid="17"/>
                                        </p:tgtEl>
                                      </p:cBhvr>
                                    </p:animEffect>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2000"/>
                            </p:stCondLst>
                            <p:childTnLst>
                              <p:par>
                                <p:cTn id="19" presetID="2" presetClass="entr" presetSubtype="2"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1+#ppt_w/2"/>
                                          </p:val>
                                        </p:tav>
                                        <p:tav tm="100000">
                                          <p:val>
                                            <p:strVal val="#ppt_x"/>
                                          </p:val>
                                        </p:tav>
                                      </p:tavLst>
                                    </p:anim>
                                    <p:anim calcmode="lin" valueType="num">
                                      <p:cBhvr additive="base">
                                        <p:cTn id="22"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0"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p:nvGrpSpPr>
        <p:grpSpPr>
          <a:xfrm>
            <a:off x="8700877" y="1465951"/>
            <a:ext cx="2616412" cy="2323412"/>
            <a:chOff x="8700877" y="1465951"/>
            <a:chExt cx="2616412" cy="2323412"/>
          </a:xfrm>
          <a:solidFill>
            <a:srgbClr val="2F5597"/>
          </a:solidFill>
        </p:grpSpPr>
        <p:sp>
          <p:nvSpPr>
            <p:cNvPr id="32" name="MH_SubTitle_2"/>
            <p:cNvSpPr/>
            <p:nvPr>
              <p:custDataLst>
                <p:tags r:id="rId4"/>
              </p:custDataLst>
            </p:nvPr>
          </p:nvSpPr>
          <p:spPr>
            <a:xfrm>
              <a:off x="8700877" y="1465951"/>
              <a:ext cx="2616412" cy="2323412"/>
            </a:xfrm>
            <a:prstGeom prst="rect">
              <a:avLst/>
            </a:prstGeom>
            <a:grpFill/>
            <a:ln w="12700" cap="flat" cmpd="sng" algn="ctr">
              <a:noFill/>
              <a:prstDash val="solid"/>
              <a:miter lim="800000"/>
            </a:ln>
            <a:effectLst/>
          </p:spPr>
          <p:txBody>
            <a:bodyPr anchor="ctr">
              <a:normAutofit/>
            </a:bodyPr>
            <a:lstStyle/>
            <a:p>
              <a:pPr algn="ctr">
                <a:lnSpc>
                  <a:spcPct val="130000"/>
                </a:lnSpc>
                <a:defRPr/>
              </a:pPr>
              <a:endParaRPr lang="zh-CN" altLang="en-US" sz="1400" kern="0" dirty="0">
                <a:solidFill>
                  <a:srgbClr val="FFFFFF"/>
                </a:solidFill>
              </a:endParaRPr>
            </a:p>
          </p:txBody>
        </p:sp>
        <p:grpSp>
          <p:nvGrpSpPr>
            <p:cNvPr id="20" name="组合 19"/>
            <p:cNvGrpSpPr/>
            <p:nvPr/>
          </p:nvGrpSpPr>
          <p:grpSpPr>
            <a:xfrm>
              <a:off x="8894289" y="2121575"/>
              <a:ext cx="2236510" cy="1012163"/>
              <a:chOff x="7511585" y="840073"/>
              <a:chExt cx="2236510" cy="1012163"/>
            </a:xfrm>
            <a:grpFill/>
          </p:grpSpPr>
          <p:sp>
            <p:nvSpPr>
              <p:cNvPr id="21" name="文本框 20"/>
              <p:cNvSpPr txBox="1"/>
              <p:nvPr/>
            </p:nvSpPr>
            <p:spPr>
              <a:xfrm>
                <a:off x="7511585" y="840073"/>
                <a:ext cx="2236510" cy="707886"/>
              </a:xfrm>
              <a:prstGeom prst="rect">
                <a:avLst/>
              </a:prstGeom>
              <a:grpFill/>
            </p:spPr>
            <p:txBody>
              <a:bodyPr wrap="none" rtlCol="0">
                <a:spAutoFit/>
                <a:scene3d>
                  <a:camera prst="orthographicFront"/>
                  <a:lightRig rig="threePt" dir="t"/>
                </a:scene3d>
                <a:sp3d contourW="12700"/>
              </a:bodyPr>
              <a:lstStyle/>
              <a:p>
                <a:pPr algn="ctr"/>
                <a:r>
                  <a:rPr lang="zh-CN" altLang="en-US" sz="4000" b="1" dirty="0" smtClean="0">
                    <a:solidFill>
                      <a:schemeClr val="bg1"/>
                    </a:solidFill>
                  </a:rPr>
                  <a:t>自我提升</a:t>
                </a:r>
              </a:p>
            </p:txBody>
          </p:sp>
          <p:sp>
            <p:nvSpPr>
              <p:cNvPr id="23" name="文本框 22"/>
              <p:cNvSpPr txBox="1"/>
              <p:nvPr/>
            </p:nvSpPr>
            <p:spPr>
              <a:xfrm>
                <a:off x="7560476" y="1482904"/>
                <a:ext cx="2138726" cy="369332"/>
              </a:xfrm>
              <a:prstGeom prst="rect">
                <a:avLst/>
              </a:prstGeom>
              <a:grpFill/>
            </p:spPr>
            <p:txBody>
              <a:bodyPr wrap="none" rtlCol="0">
                <a:spAutoFit/>
                <a:scene3d>
                  <a:camera prst="orthographicFront"/>
                  <a:lightRig rig="threePt" dir="t"/>
                </a:scene3d>
                <a:sp3d contourW="12700"/>
              </a:bodyPr>
              <a:lstStyle/>
              <a:p>
                <a:pPr algn="ctr"/>
                <a:r>
                  <a:rPr lang="en-US" altLang="zh-CN" dirty="0" smtClean="0">
                    <a:solidFill>
                      <a:schemeClr val="bg1"/>
                    </a:solidFill>
                    <a:latin typeface="Century Gothic" panose="020B0502020202020204" charset="0"/>
                  </a:rPr>
                  <a:t>Self improvement</a:t>
                </a:r>
              </a:p>
            </p:txBody>
          </p:sp>
        </p:grpSp>
      </p:grpSp>
      <p:pic>
        <p:nvPicPr>
          <p:cNvPr id="12" name="图片占位符 11"/>
          <p:cNvPicPr>
            <a:picLocks noGrp="1" noChangeAspect="1"/>
          </p:cNvPicPr>
          <p:nvPr>
            <p:ph type="pic" sz="quarter" idx="12"/>
          </p:nvPr>
        </p:nvPicPr>
        <p:blipFill>
          <a:blip r:embed="rId7" cstate="print">
            <a:extLst>
              <a:ext uri="{28A0092B-C50C-407E-A947-70E740481C1C}">
                <a14:useLocalDpi xmlns:a14="http://schemas.microsoft.com/office/drawing/2010/main" val="0"/>
              </a:ext>
            </a:extLst>
          </a:blip>
          <a:srcRect l="12477" r="12477"/>
          <a:stretch>
            <a:fillRect/>
          </a:stretch>
        </p:blipFill>
        <p:spPr/>
      </p:pic>
      <p:pic>
        <p:nvPicPr>
          <p:cNvPr id="7" name="图片占位符 6"/>
          <p:cNvPicPr>
            <a:picLocks noGrp="1" noChangeAspect="1"/>
          </p:cNvPicPr>
          <p:nvPr>
            <p:ph type="pic" sz="quarter" idx="14"/>
          </p:nvPr>
        </p:nvPicPr>
        <p:blipFill>
          <a:blip r:embed="rId8" cstate="print">
            <a:extLst>
              <a:ext uri="{28A0092B-C50C-407E-A947-70E740481C1C}">
                <a14:useLocalDpi xmlns:a14="http://schemas.microsoft.com/office/drawing/2010/main" val="0"/>
              </a:ext>
            </a:extLst>
          </a:blip>
          <a:srcRect t="30352" b="30352"/>
          <a:stretch>
            <a:fillRect/>
          </a:stretch>
        </p:blipFill>
        <p:spPr>
          <a:xfrm>
            <a:off x="875030" y="3789680"/>
            <a:ext cx="5216525" cy="2389505"/>
          </a:xfrm>
          <a:custGeom>
            <a:avLst/>
            <a:gdLst>
              <a:gd name="connsiteX0" fmla="*/ 0 w 8237962"/>
              <a:gd name="connsiteY0" fmla="*/ 0 h 2245829"/>
              <a:gd name="connsiteX1" fmla="*/ 8237962 w 8237962"/>
              <a:gd name="connsiteY1" fmla="*/ 0 h 2245829"/>
              <a:gd name="connsiteX2" fmla="*/ 8237962 w 8237962"/>
              <a:gd name="connsiteY2" fmla="*/ 2245829 h 2245829"/>
              <a:gd name="connsiteX3" fmla="*/ 0 w 8237962"/>
              <a:gd name="connsiteY3" fmla="*/ 2245829 h 2245829"/>
            </a:gdLst>
            <a:ahLst/>
            <a:cxnLst>
              <a:cxn ang="0">
                <a:pos x="connsiteX0" y="connsiteY0"/>
              </a:cxn>
              <a:cxn ang="0">
                <a:pos x="connsiteX1" y="connsiteY1"/>
              </a:cxn>
              <a:cxn ang="0">
                <a:pos x="connsiteX2" y="connsiteY2"/>
              </a:cxn>
              <a:cxn ang="0">
                <a:pos x="connsiteX3" y="connsiteY3"/>
              </a:cxn>
            </a:cxnLst>
            <a:rect l="l" t="t" r="r" b="b"/>
            <a:pathLst>
              <a:path w="8237962" h="2245829">
                <a:moveTo>
                  <a:pt x="0" y="0"/>
                </a:moveTo>
                <a:lnTo>
                  <a:pt x="8237962" y="0"/>
                </a:lnTo>
                <a:lnTo>
                  <a:pt x="8237962" y="2245829"/>
                </a:lnTo>
                <a:lnTo>
                  <a:pt x="0" y="2245829"/>
                </a:lnTo>
                <a:close/>
              </a:path>
            </a:pathLst>
          </a:custGeom>
        </p:spPr>
      </p:pic>
      <p:pic>
        <p:nvPicPr>
          <p:cNvPr id="28" name="图片占位符 27"/>
          <p:cNvPicPr>
            <a:picLocks noGrp="1" noChangeAspect="1"/>
          </p:cNvPicPr>
          <p:nvPr>
            <p:ph type="pic" sz="quarter" idx="11"/>
          </p:nvPr>
        </p:nvPicPr>
        <p:blipFill>
          <a:blip r:embed="rId9" cstate="print">
            <a:extLst>
              <a:ext uri="{28A0092B-C50C-407E-A947-70E740481C1C}">
                <a14:useLocalDpi xmlns:a14="http://schemas.microsoft.com/office/drawing/2010/main" val="0"/>
              </a:ext>
            </a:extLst>
          </a:blip>
          <a:srcRect l="639" r="639"/>
          <a:stretch>
            <a:fillRect/>
          </a:stretch>
        </p:blipFill>
        <p:spPr>
          <a:xfrm>
            <a:off x="2171065" y="1466215"/>
            <a:ext cx="3734435" cy="2324100"/>
          </a:xfrm>
          <a:custGeom>
            <a:avLst/>
            <a:gdLst>
              <a:gd name="connsiteX0" fmla="*/ 97624 w 1701451"/>
              <a:gd name="connsiteY0" fmla="*/ 0 h 1148784"/>
              <a:gd name="connsiteX1" fmla="*/ 1603827 w 1701451"/>
              <a:gd name="connsiteY1" fmla="*/ 0 h 1148784"/>
              <a:gd name="connsiteX2" fmla="*/ 1701451 w 1701451"/>
              <a:gd name="connsiteY2" fmla="*/ 97624 h 1148784"/>
              <a:gd name="connsiteX3" fmla="*/ 1701451 w 1701451"/>
              <a:gd name="connsiteY3" fmla="*/ 1051160 h 1148784"/>
              <a:gd name="connsiteX4" fmla="*/ 1603827 w 1701451"/>
              <a:gd name="connsiteY4" fmla="*/ 1148784 h 1148784"/>
              <a:gd name="connsiteX5" fmla="*/ 97624 w 1701451"/>
              <a:gd name="connsiteY5" fmla="*/ 1148784 h 1148784"/>
              <a:gd name="connsiteX6" fmla="*/ 0 w 1701451"/>
              <a:gd name="connsiteY6" fmla="*/ 1051160 h 1148784"/>
              <a:gd name="connsiteX7" fmla="*/ 0 w 1701451"/>
              <a:gd name="connsiteY7" fmla="*/ 97624 h 1148784"/>
              <a:gd name="connsiteX8" fmla="*/ 97624 w 1701451"/>
              <a:gd name="connsiteY8" fmla="*/ 0 h 114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1451" h="1148784">
                <a:moveTo>
                  <a:pt x="97624" y="0"/>
                </a:moveTo>
                <a:lnTo>
                  <a:pt x="1603827" y="0"/>
                </a:lnTo>
                <a:cubicBezTo>
                  <a:pt x="1657743" y="0"/>
                  <a:pt x="1701451" y="43708"/>
                  <a:pt x="1701451" y="97624"/>
                </a:cubicBezTo>
                <a:lnTo>
                  <a:pt x="1701451" y="1051160"/>
                </a:lnTo>
                <a:cubicBezTo>
                  <a:pt x="1701451" y="1105076"/>
                  <a:pt x="1657743" y="1148784"/>
                  <a:pt x="1603827" y="1148784"/>
                </a:cubicBezTo>
                <a:lnTo>
                  <a:pt x="97624" y="1148784"/>
                </a:lnTo>
                <a:cubicBezTo>
                  <a:pt x="43708" y="1148784"/>
                  <a:pt x="0" y="1105076"/>
                  <a:pt x="0" y="1051160"/>
                </a:cubicBezTo>
                <a:lnTo>
                  <a:pt x="0" y="97624"/>
                </a:lnTo>
                <a:cubicBezTo>
                  <a:pt x="0" y="43708"/>
                  <a:pt x="43708" y="0"/>
                  <a:pt x="97624" y="0"/>
                </a:cubicBezTo>
                <a:close/>
              </a:path>
            </a:pathLst>
          </a:custGeom>
        </p:spPr>
      </p:pic>
      <p:grpSp>
        <p:nvGrpSpPr>
          <p:cNvPr id="2" name="组合 1"/>
          <p:cNvGrpSpPr/>
          <p:nvPr/>
        </p:nvGrpSpPr>
        <p:grpSpPr>
          <a:xfrm>
            <a:off x="874715" y="1465951"/>
            <a:ext cx="2616412" cy="2323412"/>
            <a:chOff x="874715" y="1465951"/>
            <a:chExt cx="2616412" cy="2323412"/>
          </a:xfrm>
          <a:solidFill>
            <a:srgbClr val="2F5597"/>
          </a:solidFill>
        </p:grpSpPr>
        <p:sp>
          <p:nvSpPr>
            <p:cNvPr id="24" name="MH_SubTitle_1"/>
            <p:cNvSpPr/>
            <p:nvPr>
              <p:custDataLst>
                <p:tags r:id="rId3"/>
              </p:custDataLst>
            </p:nvPr>
          </p:nvSpPr>
          <p:spPr>
            <a:xfrm>
              <a:off x="874715" y="1465951"/>
              <a:ext cx="2616412" cy="2323412"/>
            </a:xfrm>
            <a:prstGeom prst="rect">
              <a:avLst/>
            </a:prstGeom>
            <a:grpFill/>
            <a:ln w="12700" cap="flat" cmpd="sng" algn="ctr">
              <a:noFill/>
              <a:prstDash val="solid"/>
              <a:miter lim="800000"/>
            </a:ln>
            <a:effectLst/>
          </p:spPr>
          <p:txBody>
            <a:bodyPr anchor="ctr">
              <a:normAutofit/>
            </a:bodyPr>
            <a:lstStyle/>
            <a:p>
              <a:pPr algn="ctr">
                <a:lnSpc>
                  <a:spcPct val="130000"/>
                </a:lnSpc>
                <a:defRPr/>
              </a:pPr>
              <a:endParaRPr lang="zh-CN" altLang="en-US" sz="1400" kern="0" dirty="0">
                <a:solidFill>
                  <a:srgbClr val="FFFFFF"/>
                </a:solidFill>
              </a:endParaRPr>
            </a:p>
          </p:txBody>
        </p:sp>
        <p:grpSp>
          <p:nvGrpSpPr>
            <p:cNvPr id="14" name="组合 13"/>
            <p:cNvGrpSpPr/>
            <p:nvPr/>
          </p:nvGrpSpPr>
          <p:grpSpPr>
            <a:xfrm>
              <a:off x="940433" y="2121575"/>
              <a:ext cx="2484975" cy="1012163"/>
              <a:chOff x="1254205" y="840073"/>
              <a:chExt cx="2484975" cy="1012163"/>
            </a:xfrm>
            <a:grpFill/>
          </p:grpSpPr>
          <p:sp>
            <p:nvSpPr>
              <p:cNvPr id="15" name="文本框 14"/>
              <p:cNvSpPr txBox="1"/>
              <p:nvPr/>
            </p:nvSpPr>
            <p:spPr>
              <a:xfrm>
                <a:off x="1378438" y="840073"/>
                <a:ext cx="2236510" cy="707886"/>
              </a:xfrm>
              <a:prstGeom prst="rect">
                <a:avLst/>
              </a:prstGeom>
              <a:grpFill/>
            </p:spPr>
            <p:txBody>
              <a:bodyPr wrap="none" rtlCol="0">
                <a:spAutoFit/>
                <a:scene3d>
                  <a:camera prst="orthographicFront"/>
                  <a:lightRig rig="threePt" dir="t"/>
                </a:scene3d>
                <a:sp3d contourW="12700"/>
              </a:bodyPr>
              <a:lstStyle/>
              <a:p>
                <a:pPr algn="ctr"/>
                <a:r>
                  <a:rPr lang="zh-CN" altLang="en-US" sz="4000" b="1" dirty="0" smtClean="0">
                    <a:solidFill>
                      <a:schemeClr val="bg1"/>
                    </a:solidFill>
                  </a:rPr>
                  <a:t>相互欣赏</a:t>
                </a:r>
              </a:p>
            </p:txBody>
          </p:sp>
          <p:sp>
            <p:nvSpPr>
              <p:cNvPr id="16" name="文本框 15"/>
              <p:cNvSpPr txBox="1"/>
              <p:nvPr/>
            </p:nvSpPr>
            <p:spPr>
              <a:xfrm>
                <a:off x="1254205" y="1482904"/>
                <a:ext cx="2484975" cy="369332"/>
              </a:xfrm>
              <a:prstGeom prst="rect">
                <a:avLst/>
              </a:prstGeom>
              <a:grpFill/>
            </p:spPr>
            <p:txBody>
              <a:bodyPr wrap="none" rtlCol="0">
                <a:spAutoFit/>
                <a:scene3d>
                  <a:camera prst="orthographicFront"/>
                  <a:lightRig rig="threePt" dir="t"/>
                </a:scene3d>
                <a:sp3d contourW="12700"/>
              </a:bodyPr>
              <a:lstStyle/>
              <a:p>
                <a:pPr algn="ctr"/>
                <a:r>
                  <a:rPr lang="en-US" altLang="zh-CN" dirty="0" smtClean="0">
                    <a:solidFill>
                      <a:schemeClr val="bg1"/>
                    </a:solidFill>
                    <a:latin typeface="Century Gothic" panose="020B0502020202020204" charset="0"/>
                  </a:rPr>
                  <a:t>Mutual appreciation</a:t>
                </a:r>
              </a:p>
            </p:txBody>
          </p:sp>
        </p:grpSp>
      </p:grpSp>
      <p:pic>
        <p:nvPicPr>
          <p:cNvPr id="25" name="图片占位符 9"/>
          <p:cNvPicPr>
            <a:picLocks noGrp="1" noChangeAspect="1"/>
          </p:cNvPicPr>
          <p:nvPr>
            <p:ph type="pic" sz="quarter" idx="13"/>
          </p:nvPr>
        </p:nvPicPr>
        <p:blipFill>
          <a:blip r:embed="rId10" cstate="print">
            <a:extLst>
              <a:ext uri="{28A0092B-C50C-407E-A947-70E740481C1C}">
                <a14:useLocalDpi xmlns:a14="http://schemas.microsoft.com/office/drawing/2010/main" val="0"/>
              </a:ext>
            </a:extLst>
          </a:blip>
          <a:srcRect l="11425" r="11425"/>
          <a:stretch>
            <a:fillRect/>
          </a:stretch>
        </p:blipFill>
        <p:spPr>
          <a:xfrm>
            <a:off x="7675245" y="3790315"/>
            <a:ext cx="3641725" cy="2322195"/>
          </a:xfrm>
          <a:custGeom>
            <a:avLst/>
            <a:gdLst>
              <a:gd name="connsiteX0" fmla="*/ 0 w 3679643"/>
              <a:gd name="connsiteY0" fmla="*/ 0 h 3180093"/>
              <a:gd name="connsiteX1" fmla="*/ 3679643 w 3679643"/>
              <a:gd name="connsiteY1" fmla="*/ 0 h 3180093"/>
              <a:gd name="connsiteX2" fmla="*/ 3679643 w 3679643"/>
              <a:gd name="connsiteY2" fmla="*/ 3180093 h 3180093"/>
              <a:gd name="connsiteX3" fmla="*/ 0 w 3679643"/>
              <a:gd name="connsiteY3" fmla="*/ 3180093 h 3180093"/>
            </a:gdLst>
            <a:ahLst/>
            <a:cxnLst>
              <a:cxn ang="0">
                <a:pos x="connsiteX0" y="connsiteY0"/>
              </a:cxn>
              <a:cxn ang="0">
                <a:pos x="connsiteX1" y="connsiteY1"/>
              </a:cxn>
              <a:cxn ang="0">
                <a:pos x="connsiteX2" y="connsiteY2"/>
              </a:cxn>
              <a:cxn ang="0">
                <a:pos x="connsiteX3" y="connsiteY3"/>
              </a:cxn>
            </a:cxnLst>
            <a:rect l="l" t="t" r="r" b="b"/>
            <a:pathLst>
              <a:path w="3679643" h="3180093">
                <a:moveTo>
                  <a:pt x="0" y="0"/>
                </a:moveTo>
                <a:lnTo>
                  <a:pt x="3679643" y="0"/>
                </a:lnTo>
                <a:lnTo>
                  <a:pt x="3679643" y="3180093"/>
                </a:lnTo>
                <a:lnTo>
                  <a:pt x="0" y="3180093"/>
                </a:lnTo>
                <a:close/>
              </a:path>
            </a:pathLst>
          </a:custGeom>
        </p:spPr>
      </p:pic>
      <p:grpSp>
        <p:nvGrpSpPr>
          <p:cNvPr id="3" name="组合 2"/>
          <p:cNvGrpSpPr/>
          <p:nvPr/>
        </p:nvGrpSpPr>
        <p:grpSpPr>
          <a:xfrm>
            <a:off x="6091387" y="3789363"/>
            <a:ext cx="2616412" cy="2323412"/>
            <a:chOff x="6091387" y="3789363"/>
            <a:chExt cx="2616412" cy="2323412"/>
          </a:xfrm>
          <a:solidFill>
            <a:srgbClr val="2F5597"/>
          </a:solidFill>
        </p:grpSpPr>
        <p:sp>
          <p:nvSpPr>
            <p:cNvPr id="33" name="MH_SubTitle_3"/>
            <p:cNvSpPr/>
            <p:nvPr>
              <p:custDataLst>
                <p:tags r:id="rId2"/>
              </p:custDataLst>
            </p:nvPr>
          </p:nvSpPr>
          <p:spPr>
            <a:xfrm>
              <a:off x="6091387" y="3789363"/>
              <a:ext cx="2616412" cy="2323412"/>
            </a:xfrm>
            <a:prstGeom prst="rect">
              <a:avLst/>
            </a:prstGeom>
            <a:grpFill/>
            <a:ln w="12700" cap="flat" cmpd="sng" algn="ctr">
              <a:noFill/>
              <a:prstDash val="solid"/>
              <a:miter lim="800000"/>
            </a:ln>
            <a:effectLst/>
          </p:spPr>
          <p:txBody>
            <a:bodyPr anchor="ctr">
              <a:normAutofit/>
            </a:bodyPr>
            <a:lstStyle/>
            <a:p>
              <a:pPr algn="ctr">
                <a:lnSpc>
                  <a:spcPct val="130000"/>
                </a:lnSpc>
                <a:defRPr/>
              </a:pPr>
              <a:endParaRPr lang="zh-CN" altLang="en-US" sz="1400" kern="0" dirty="0">
                <a:solidFill>
                  <a:srgbClr val="FFFFFF"/>
                </a:solidFill>
              </a:endParaRPr>
            </a:p>
          </p:txBody>
        </p:sp>
        <p:grpSp>
          <p:nvGrpSpPr>
            <p:cNvPr id="17" name="组合 16"/>
            <p:cNvGrpSpPr/>
            <p:nvPr/>
          </p:nvGrpSpPr>
          <p:grpSpPr>
            <a:xfrm>
              <a:off x="6281338" y="4444987"/>
              <a:ext cx="2236510" cy="1012163"/>
              <a:chOff x="4382895" y="840073"/>
              <a:chExt cx="2236510" cy="1012163"/>
            </a:xfrm>
            <a:grpFill/>
          </p:grpSpPr>
          <p:sp>
            <p:nvSpPr>
              <p:cNvPr id="18" name="文本框 17"/>
              <p:cNvSpPr txBox="1"/>
              <p:nvPr/>
            </p:nvSpPr>
            <p:spPr>
              <a:xfrm>
                <a:off x="4382895" y="840073"/>
                <a:ext cx="2236510" cy="707886"/>
              </a:xfrm>
              <a:prstGeom prst="rect">
                <a:avLst/>
              </a:prstGeom>
              <a:grpFill/>
            </p:spPr>
            <p:txBody>
              <a:bodyPr wrap="none" rtlCol="0">
                <a:spAutoFit/>
                <a:scene3d>
                  <a:camera prst="orthographicFront"/>
                  <a:lightRig rig="threePt" dir="t"/>
                </a:scene3d>
                <a:sp3d contourW="12700"/>
              </a:bodyPr>
              <a:lstStyle/>
              <a:p>
                <a:pPr algn="ctr"/>
                <a:r>
                  <a:rPr lang="zh-CN" altLang="en-US" sz="4000" b="1" dirty="0" smtClean="0">
                    <a:solidFill>
                      <a:schemeClr val="bg1"/>
                    </a:solidFill>
                  </a:rPr>
                  <a:t>相互扶持</a:t>
                </a:r>
              </a:p>
            </p:txBody>
          </p:sp>
          <p:sp>
            <p:nvSpPr>
              <p:cNvPr id="19" name="文本框 18"/>
              <p:cNvSpPr txBox="1"/>
              <p:nvPr/>
            </p:nvSpPr>
            <p:spPr>
              <a:xfrm>
                <a:off x="4567240" y="1482904"/>
                <a:ext cx="1867819" cy="369332"/>
              </a:xfrm>
              <a:prstGeom prst="rect">
                <a:avLst/>
              </a:prstGeom>
              <a:grpFill/>
            </p:spPr>
            <p:txBody>
              <a:bodyPr wrap="none" rtlCol="0">
                <a:spAutoFit/>
                <a:scene3d>
                  <a:camera prst="orthographicFront"/>
                  <a:lightRig rig="threePt" dir="t"/>
                </a:scene3d>
                <a:sp3d contourW="12700"/>
              </a:bodyPr>
              <a:lstStyle/>
              <a:p>
                <a:pPr algn="ctr"/>
                <a:r>
                  <a:rPr lang="en-US" altLang="zh-CN" dirty="0" smtClean="0">
                    <a:solidFill>
                      <a:schemeClr val="bg1"/>
                    </a:solidFill>
                    <a:latin typeface="Century Gothic" panose="020B0502020202020204" charset="0"/>
                  </a:rPr>
                  <a:t>Mutual support</a:t>
                </a:r>
              </a:p>
            </p:txBody>
          </p:sp>
        </p:grpSp>
      </p:grpSp>
      <p:grpSp>
        <p:nvGrpSpPr>
          <p:cNvPr id="26" name="组合 25"/>
          <p:cNvGrpSpPr/>
          <p:nvPr/>
        </p:nvGrpSpPr>
        <p:grpSpPr>
          <a:xfrm>
            <a:off x="1905" y="156845"/>
            <a:ext cx="12188190" cy="835660"/>
            <a:chOff x="0" y="298740"/>
            <a:chExt cx="12190413" cy="835572"/>
          </a:xfrm>
          <a:solidFill>
            <a:srgbClr val="2F5597"/>
          </a:solidFill>
        </p:grpSpPr>
        <p:sp>
          <p:nvSpPr>
            <p:cNvPr id="27" name="矩形 26"/>
            <p:cNvSpPr/>
            <p:nvPr/>
          </p:nvSpPr>
          <p:spPr>
            <a:xfrm>
              <a:off x="0" y="298740"/>
              <a:ext cx="12190413" cy="83557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2"/>
            <p:cNvSpPr txBox="1"/>
            <p:nvPr/>
          </p:nvSpPr>
          <p:spPr>
            <a:xfrm>
              <a:off x="2126625" y="454161"/>
              <a:ext cx="3231478" cy="460460"/>
            </a:xfrm>
            <a:prstGeom prst="rect">
              <a:avLst/>
            </a:prstGeom>
            <a:grpFill/>
          </p:spPr>
          <p:txBody>
            <a:bodyPr wrap="non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点击输入相关文字标题</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ppt_w</p:attrName>
                                        </p:attrNameLst>
                                      </p:cBhvr>
                                      <p:tavLst>
                                        <p:tav tm="0">
                                          <p:val>
                                            <p:fltVal val="0"/>
                                          </p:val>
                                        </p:tav>
                                        <p:tav tm="100000">
                                          <p:val>
                                            <p:strVal val="#ppt_w"/>
                                          </p:val>
                                        </p:tav>
                                      </p:tavLst>
                                    </p:anim>
                                    <p:anim calcmode="lin" valueType="num">
                                      <p:cBhvr>
                                        <p:cTn id="10" dur="500" fill="hold"/>
                                        <p:tgtEl>
                                          <p:spTgt spid="2"/>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8"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ppt_x</p:attrName>
                                        </p:attrNameLst>
                                      </p:cBhvr>
                                      <p:tavLst>
                                        <p:tav tm="0">
                                          <p:val>
                                            <p:strVal val="#ppt_x-#ppt_w/2"/>
                                          </p:val>
                                        </p:tav>
                                        <p:tav tm="100000">
                                          <p:val>
                                            <p:strVal val="#ppt_x"/>
                                          </p:val>
                                        </p:tav>
                                      </p:tavLst>
                                    </p:anim>
                                    <p:anim calcmode="lin" valueType="num">
                                      <p:cBhvr>
                                        <p:cTn id="15" dur="500" fill="hold"/>
                                        <p:tgtEl>
                                          <p:spTgt spid="12"/>
                                        </p:tgtEl>
                                        <p:attrNameLst>
                                          <p:attrName>ppt_y</p:attrName>
                                        </p:attrNameLst>
                                      </p:cBhvr>
                                      <p:tavLst>
                                        <p:tav tm="0">
                                          <p:val>
                                            <p:strVal val="#ppt_y"/>
                                          </p:val>
                                        </p:tav>
                                        <p:tav tm="100000">
                                          <p:val>
                                            <p:strVal val="#ppt_y"/>
                                          </p:val>
                                        </p:tav>
                                      </p:tavLst>
                                    </p:anim>
                                    <p:anim calcmode="lin" valueType="num">
                                      <p:cBhvr>
                                        <p:cTn id="16" dur="500" fill="hold"/>
                                        <p:tgtEl>
                                          <p:spTgt spid="12"/>
                                        </p:tgtEl>
                                        <p:attrNameLst>
                                          <p:attrName>ppt_w</p:attrName>
                                        </p:attrNameLst>
                                      </p:cBhvr>
                                      <p:tavLst>
                                        <p:tav tm="0">
                                          <p:val>
                                            <p:fltVal val="0"/>
                                          </p:val>
                                        </p:tav>
                                        <p:tav tm="100000">
                                          <p:val>
                                            <p:strVal val="#ppt_w"/>
                                          </p:val>
                                        </p:tav>
                                      </p:tavLst>
                                    </p:anim>
                                    <p:anim calcmode="lin" valueType="num">
                                      <p:cBhvr>
                                        <p:cTn id="17" dur="500" fill="hold"/>
                                        <p:tgtEl>
                                          <p:spTgt spid="12"/>
                                        </p:tgtEl>
                                        <p:attrNameLst>
                                          <p:attrName>ppt_h</p:attrName>
                                        </p:attrNameLst>
                                      </p:cBhvr>
                                      <p:tavLst>
                                        <p:tav tm="0">
                                          <p:val>
                                            <p:strVal val="#ppt_h"/>
                                          </p:val>
                                        </p:tav>
                                        <p:tav tm="100000">
                                          <p:val>
                                            <p:strVal val="#ppt_h"/>
                                          </p:val>
                                        </p:tav>
                                      </p:tavLst>
                                    </p:anim>
                                  </p:childTnLst>
                                </p:cTn>
                              </p:par>
                            </p:childTnLst>
                          </p:cTn>
                        </p:par>
                        <p:par>
                          <p:cTn id="18" fill="hold">
                            <p:stCondLst>
                              <p:cond delay="1000"/>
                            </p:stCondLst>
                            <p:childTnLst>
                              <p:par>
                                <p:cTn id="19" presetID="17" presetClass="entr" presetSubtype="8"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ppt_x</p:attrName>
                                        </p:attrNameLst>
                                      </p:cBhvr>
                                      <p:tavLst>
                                        <p:tav tm="0">
                                          <p:val>
                                            <p:strVal val="#ppt_x-#ppt_w/2"/>
                                          </p:val>
                                        </p:tav>
                                        <p:tav tm="100000">
                                          <p:val>
                                            <p:strVal val="#ppt_x"/>
                                          </p:val>
                                        </p:tav>
                                      </p:tavLst>
                                    </p:anim>
                                    <p:anim calcmode="lin" valueType="num">
                                      <p:cBhvr>
                                        <p:cTn id="22" dur="500" fill="hold"/>
                                        <p:tgtEl>
                                          <p:spTgt spid="4"/>
                                        </p:tgtEl>
                                        <p:attrNameLst>
                                          <p:attrName>ppt_y</p:attrName>
                                        </p:attrNameLst>
                                      </p:cBhvr>
                                      <p:tavLst>
                                        <p:tav tm="0">
                                          <p:val>
                                            <p:strVal val="#ppt_y"/>
                                          </p:val>
                                        </p:tav>
                                        <p:tav tm="100000">
                                          <p:val>
                                            <p:strVal val="#ppt_y"/>
                                          </p:val>
                                        </p:tav>
                                      </p:tavLst>
                                    </p:anim>
                                    <p:anim calcmode="lin" valueType="num">
                                      <p:cBhvr>
                                        <p:cTn id="23" dur="500" fill="hold"/>
                                        <p:tgtEl>
                                          <p:spTgt spid="4"/>
                                        </p:tgtEl>
                                        <p:attrNameLst>
                                          <p:attrName>ppt_w</p:attrName>
                                        </p:attrNameLst>
                                      </p:cBhvr>
                                      <p:tavLst>
                                        <p:tav tm="0">
                                          <p:val>
                                            <p:fltVal val="0"/>
                                          </p:val>
                                        </p:tav>
                                        <p:tav tm="100000">
                                          <p:val>
                                            <p:strVal val="#ppt_w"/>
                                          </p:val>
                                        </p:tav>
                                      </p:tavLst>
                                    </p:anim>
                                    <p:anim calcmode="lin" valueType="num">
                                      <p:cBhvr>
                                        <p:cTn id="24" dur="500" fill="hold"/>
                                        <p:tgtEl>
                                          <p:spTgt spid="4"/>
                                        </p:tgtEl>
                                        <p:attrNameLst>
                                          <p:attrName>ppt_h</p:attrName>
                                        </p:attrNameLst>
                                      </p:cBhvr>
                                      <p:tavLst>
                                        <p:tav tm="0">
                                          <p:val>
                                            <p:strVal val="#ppt_h"/>
                                          </p:val>
                                        </p:tav>
                                        <p:tav tm="100000">
                                          <p:val>
                                            <p:strVal val="#ppt_h"/>
                                          </p:val>
                                        </p:tav>
                                      </p:tavLst>
                                    </p:anim>
                                  </p:childTnLst>
                                </p:cTn>
                              </p:par>
                            </p:childTnLst>
                          </p:cTn>
                        </p:par>
                        <p:par>
                          <p:cTn id="25" fill="hold">
                            <p:stCondLst>
                              <p:cond delay="1500"/>
                            </p:stCondLst>
                            <p:childTnLst>
                              <p:par>
                                <p:cTn id="26" presetID="17" presetClass="entr" presetSubtype="2"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ppt_x</p:attrName>
                                        </p:attrNameLst>
                                      </p:cBhvr>
                                      <p:tavLst>
                                        <p:tav tm="0">
                                          <p:val>
                                            <p:strVal val="#ppt_x+#ppt_w/2"/>
                                          </p:val>
                                        </p:tav>
                                        <p:tav tm="100000">
                                          <p:val>
                                            <p:strVal val="#ppt_x"/>
                                          </p:val>
                                        </p:tav>
                                      </p:tavLst>
                                    </p:anim>
                                    <p:anim calcmode="lin" valueType="num">
                                      <p:cBhvr>
                                        <p:cTn id="29" dur="500" fill="hold"/>
                                        <p:tgtEl>
                                          <p:spTgt spid="3"/>
                                        </p:tgtEl>
                                        <p:attrNameLst>
                                          <p:attrName>ppt_y</p:attrName>
                                        </p:attrNameLst>
                                      </p:cBhvr>
                                      <p:tavLst>
                                        <p:tav tm="0">
                                          <p:val>
                                            <p:strVal val="#ppt_y"/>
                                          </p:val>
                                        </p:tav>
                                        <p:tav tm="100000">
                                          <p:val>
                                            <p:strVal val="#ppt_y"/>
                                          </p:val>
                                        </p:tav>
                                      </p:tavLst>
                                    </p:anim>
                                    <p:anim calcmode="lin" valueType="num">
                                      <p:cBhvr>
                                        <p:cTn id="30" dur="500" fill="hold"/>
                                        <p:tgtEl>
                                          <p:spTgt spid="3"/>
                                        </p:tgtEl>
                                        <p:attrNameLst>
                                          <p:attrName>ppt_w</p:attrName>
                                        </p:attrNameLst>
                                      </p:cBhvr>
                                      <p:tavLst>
                                        <p:tav tm="0">
                                          <p:val>
                                            <p:fltVal val="0"/>
                                          </p:val>
                                        </p:tav>
                                        <p:tav tm="100000">
                                          <p:val>
                                            <p:strVal val="#ppt_w"/>
                                          </p:val>
                                        </p:tav>
                                      </p:tavLst>
                                    </p:anim>
                                    <p:anim calcmode="lin" valueType="num">
                                      <p:cBhvr>
                                        <p:cTn id="31" dur="500" fill="hold"/>
                                        <p:tgtEl>
                                          <p:spTgt spid="3"/>
                                        </p:tgtEl>
                                        <p:attrNameLst>
                                          <p:attrName>ppt_h</p:attrName>
                                        </p:attrNameLst>
                                      </p:cBhvr>
                                      <p:tavLst>
                                        <p:tav tm="0">
                                          <p:val>
                                            <p:strVal val="#ppt_h"/>
                                          </p:val>
                                        </p:tav>
                                        <p:tav tm="100000">
                                          <p:val>
                                            <p:strVal val="#ppt_h"/>
                                          </p:val>
                                        </p:tav>
                                      </p:tavLst>
                                    </p:anim>
                                  </p:childTnLst>
                                </p:cTn>
                              </p:par>
                            </p:childTnLst>
                          </p:cTn>
                        </p:par>
                        <p:par>
                          <p:cTn id="32" fill="hold">
                            <p:stCondLst>
                              <p:cond delay="2000"/>
                            </p:stCondLst>
                            <p:childTnLst>
                              <p:par>
                                <p:cTn id="33" presetID="14" presetClass="entr" presetSubtype="10" fill="hold"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randombar(horizontal)">
                                      <p:cBhvr>
                                        <p:cTn id="35" dur="1000"/>
                                        <p:tgtEl>
                                          <p:spTgt spid="7"/>
                                        </p:tgtEl>
                                      </p:cBhvr>
                                    </p:animEffect>
                                  </p:childTnLst>
                                </p:cTn>
                              </p:par>
                              <p:par>
                                <p:cTn id="36" presetID="10" presetClass="entr" presetSubtype="0" fill="hold" nodeType="withEffect">
                                  <p:stCondLst>
                                    <p:cond delay="100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1000"/>
                                        <p:tgtEl>
                                          <p:spTgt spid="28"/>
                                        </p:tgtEl>
                                      </p:cBhvr>
                                    </p:animEffect>
                                  </p:childTnLst>
                                </p:cTn>
                              </p:par>
                              <p:par>
                                <p:cTn id="39" presetID="2" presetClass="entr" presetSubtype="2"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500" fill="hold"/>
                                        <p:tgtEl>
                                          <p:spTgt spid="25"/>
                                        </p:tgtEl>
                                        <p:attrNameLst>
                                          <p:attrName>ppt_x</p:attrName>
                                        </p:attrNameLst>
                                      </p:cBhvr>
                                      <p:tavLst>
                                        <p:tav tm="0">
                                          <p:val>
                                            <p:strVal val="1+#ppt_w/2"/>
                                          </p:val>
                                        </p:tav>
                                        <p:tav tm="100000">
                                          <p:val>
                                            <p:strVal val="#ppt_x"/>
                                          </p:val>
                                        </p:tav>
                                      </p:tavLst>
                                    </p:anim>
                                    <p:anim calcmode="lin" valueType="num">
                                      <p:cBhvr additive="base">
                                        <p:cTn id="42"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t="-2000" b="-2000"/>
          </a:stretch>
        </a:blipFill>
        <a:effectLst/>
      </p:bgPr>
    </p:bg>
    <p:spTree>
      <p:nvGrpSpPr>
        <p:cNvPr id="1" name=""/>
        <p:cNvGrpSpPr/>
        <p:nvPr/>
      </p:nvGrpSpPr>
      <p:grpSpPr>
        <a:xfrm>
          <a:off x="0" y="0"/>
          <a:ext cx="0" cy="0"/>
          <a:chOff x="0" y="0"/>
          <a:chExt cx="0" cy="0"/>
        </a:xfrm>
      </p:grpSpPr>
      <p:pic>
        <p:nvPicPr>
          <p:cNvPr id="6" name="图片 5" descr="船"/>
          <p:cNvPicPr>
            <a:picLocks noChangeAspect="1"/>
          </p:cNvPicPr>
          <p:nvPr/>
        </p:nvPicPr>
        <p:blipFill>
          <a:blip r:embed="rId5"/>
          <a:stretch>
            <a:fillRect/>
          </a:stretch>
        </p:blipFill>
        <p:spPr>
          <a:xfrm>
            <a:off x="-1903807" y="3341649"/>
            <a:ext cx="4268470" cy="3948430"/>
          </a:xfrm>
          <a:prstGeom prst="rect">
            <a:avLst/>
          </a:prstGeom>
        </p:spPr>
      </p:pic>
      <p:sp>
        <p:nvSpPr>
          <p:cNvPr id="9" name="文本框 8"/>
          <p:cNvSpPr txBox="1"/>
          <p:nvPr/>
        </p:nvSpPr>
        <p:spPr>
          <a:xfrm>
            <a:off x="3672204" y="2548890"/>
            <a:ext cx="7440295" cy="1107996"/>
          </a:xfrm>
          <a:prstGeom prst="rect">
            <a:avLst/>
          </a:prstGeom>
          <a:noFill/>
        </p:spPr>
        <p:txBody>
          <a:bodyPr wrap="square" rtlCol="0">
            <a:spAutoFit/>
          </a:bodyPr>
          <a:lstStyle/>
          <a:p>
            <a:r>
              <a:rPr lang="en-US" altLang="zh-CN" sz="6600" dirty="0"/>
              <a:t>  </a:t>
            </a:r>
            <a:r>
              <a:rPr lang="zh-CN" altLang="en-US" sz="6600" dirty="0" smtClean="0">
                <a:solidFill>
                  <a:schemeClr val="bg1"/>
                </a:solidFill>
              </a:rPr>
              <a:t>浙江大学</a:t>
            </a:r>
            <a:r>
              <a:rPr lang="en-US" altLang="zh-CN" sz="6600" dirty="0" smtClean="0">
                <a:solidFill>
                  <a:schemeClr val="bg1"/>
                </a:solidFill>
              </a:rPr>
              <a:t>PPT</a:t>
            </a:r>
            <a:r>
              <a:rPr lang="zh-CN" altLang="en-US" sz="6600" dirty="0" smtClean="0">
                <a:solidFill>
                  <a:schemeClr val="bg1"/>
                </a:solidFill>
              </a:rPr>
              <a:t>模板</a:t>
            </a:r>
            <a:endParaRPr lang="en-US" altLang="zh-CN" sz="4000" dirty="0">
              <a:solidFill>
                <a:schemeClr val="bg1"/>
              </a:solidFill>
            </a:endParaRPr>
          </a:p>
        </p:txBody>
      </p:sp>
      <p:sp>
        <p:nvSpPr>
          <p:cNvPr id="12" name="文本框 11"/>
          <p:cNvSpPr txBox="1"/>
          <p:nvPr/>
        </p:nvSpPr>
        <p:spPr>
          <a:xfrm>
            <a:off x="8345805" y="4038599"/>
            <a:ext cx="3084196" cy="1107996"/>
          </a:xfrm>
          <a:prstGeom prst="rect">
            <a:avLst/>
          </a:prstGeom>
          <a:noFill/>
        </p:spPr>
        <p:txBody>
          <a:bodyPr wrap="square" rtlCol="0">
            <a:spAutoFit/>
          </a:bodyPr>
          <a:lstStyle/>
          <a:p>
            <a:r>
              <a:rPr lang="en-US" altLang="zh-CN" sz="6600" dirty="0"/>
              <a:t>  </a:t>
            </a:r>
            <a:r>
              <a:rPr lang="zh-CN" altLang="en-US" dirty="0" smtClean="0">
                <a:solidFill>
                  <a:schemeClr val="bg1"/>
                </a:solidFill>
              </a:rPr>
              <a:t>汇报人</a:t>
            </a:r>
            <a:r>
              <a:rPr lang="en-US" altLang="zh-CN" dirty="0" smtClean="0">
                <a:solidFill>
                  <a:schemeClr val="bg1"/>
                </a:solidFill>
              </a:rPr>
              <a:t>/</a:t>
            </a:r>
            <a:r>
              <a:rPr lang="zh-CN" altLang="en-US" dirty="0" smtClean="0">
                <a:solidFill>
                  <a:schemeClr val="bg1"/>
                </a:solidFill>
              </a:rPr>
              <a:t>海湾同学社</a:t>
            </a:r>
            <a:endParaRPr lang="en-US" altLang="zh-CN" sz="1050" dirty="0">
              <a:solidFill>
                <a:schemeClr val="bg1"/>
              </a:solidFill>
            </a:endParaRPr>
          </a:p>
        </p:txBody>
      </p:sp>
      <p:sp>
        <p:nvSpPr>
          <p:cNvPr id="13" name="TextBox 2"/>
          <p:cNvSpPr txBox="1"/>
          <p:nvPr/>
        </p:nvSpPr>
        <p:spPr>
          <a:xfrm>
            <a:off x="5417442" y="3807766"/>
            <a:ext cx="5472139" cy="461665"/>
          </a:xfrm>
          <a:prstGeom prst="rect">
            <a:avLst/>
          </a:prstGeom>
          <a:solidFill>
            <a:srgbClr val="2F5597"/>
          </a:solid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PPT Template of Zhejiang University</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27510152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4553"/>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4553"/>
</p:tagLst>
</file>

<file path=ppt/tags/tag3.xml><?xml version="1.0" encoding="utf-8"?>
<p:tagLst xmlns:a="http://schemas.openxmlformats.org/drawingml/2006/main" xmlns:r="http://schemas.openxmlformats.org/officeDocument/2006/relationships"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
</p:tagLst>
</file>

<file path=ppt/tags/tag4.xml><?xml version="1.0" encoding="utf-8"?>
<p:tagLst xmlns:a="http://schemas.openxmlformats.org/drawingml/2006/main" xmlns:r="http://schemas.openxmlformats.org/officeDocument/2006/relationships" xmlns:p="http://schemas.openxmlformats.org/presentationml/2006/main">
  <p:tag name="KSO_WM_SLIDE_SUBTYPE" val="pureTxt"/>
  <p:tag name="KSO_WM_TEMPLATE_TOPIC_DEFAULT" val="1"/>
  <p:tag name="KSO_WM_TEMPLATE_JOB_ID" val="2"/>
  <p:tag name="KSO_WM_TEMPLATE_SCENE_ID" val="1"/>
  <p:tag name="KSO_WM_TEMPLATE_OUTLINE_ID" val="15"/>
  <p:tag name="KSO_WM_TEMPLATE_TOPIC_ID" val="2869567"/>
  <p:tag name="KSO_WM_SLIDE_SIZE" val="828*343"/>
  <p:tag name="KSO_WM_SLIDE_POSITION" val="66*144"/>
  <p:tag name="KSO_WM_BEAUTIFY_FLAG" val="#wm#"/>
  <p:tag name="KSO_WM_SLIDE_TYPE" val="title"/>
  <p:tag name="KSO_WM_SLIDE_LAYOUT_CNT" val="1_1"/>
  <p:tag name="KSO_WM_SLIDE_LAYOUT" val="a_b"/>
  <p:tag name="KSO_WM_SLIDE_ITEM_CNT" val="2"/>
  <p:tag name="KSO_WM_SLIDE_INDEX" val="1"/>
  <p:tag name="KSO_WM_SLIDE_ID" val="custom20184553_1"/>
  <p:tag name="KSO_WM_TAG_VERSION" val="1.0"/>
  <p:tag name="KSO_WM_TEMPLATE_INDEX" val="20184553"/>
  <p:tag name="KSO_WM_TEMPLATE_CATEGORY" val="custom"/>
  <p:tag name="KSO_WM_TEMPLATE_THUMBS_INDEX" val="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PA" val="v3.0.1"/>
</p:tagLst>
</file>

<file path=ppt/tags/tag9.xml><?xml version="1.0" encoding="utf-8"?>
<p:tagLst xmlns:a="http://schemas.openxmlformats.org/drawingml/2006/main" xmlns:r="http://schemas.openxmlformats.org/officeDocument/2006/relationships" xmlns:p="http://schemas.openxmlformats.org/presentationml/2006/main">
  <p:tag name="PA" val="v3.0.1"/>
</p:tagLst>
</file>

<file path=ppt/tags/tag10.xml><?xml version="1.0" encoding="utf-8"?>
<p:tagLst xmlns:a="http://schemas.openxmlformats.org/drawingml/2006/main" xmlns:r="http://schemas.openxmlformats.org/officeDocument/2006/relationships" xmlns:p="http://schemas.openxmlformats.org/presentationml/2006/main">
  <p:tag name="MH_TYPE" val="#NeiR#"/>
  <p:tag name="MH_NUMBER" val="4"/>
  <p:tag name="MH_CATEGORY" val="#TuWHP#"/>
  <p:tag name="MH_LAYOUT" val="SubTitleText"/>
  <p:tag name="MH" val="20170830213144"/>
  <p:tag name="MH_LIBRARY" val="GRAPHIC"/>
</p:tagLst>
</file>

<file path=ppt/tags/tag11.xml><?xml version="1.0" encoding="utf-8"?>
<p:tagLst xmlns:a="http://schemas.openxmlformats.org/drawingml/2006/main" xmlns:r="http://schemas.openxmlformats.org/officeDocument/2006/relationships" xmlns:p="http://schemas.openxmlformats.org/presentationml/2006/main">
  <p:tag name="MH" val="20170830213144"/>
  <p:tag name="MH_LIBRARY" val="GRAPHIC"/>
  <p:tag name="MH_TYPE" val="Other"/>
  <p:tag name="MH_ORDER" val="1"/>
</p:tagLst>
</file>

<file path=ppt/tags/tag12.xml><?xml version="1.0" encoding="utf-8"?>
<p:tagLst xmlns:a="http://schemas.openxmlformats.org/drawingml/2006/main" xmlns:r="http://schemas.openxmlformats.org/officeDocument/2006/relationships" xmlns:p="http://schemas.openxmlformats.org/presentationml/2006/main">
  <p:tag name="MH" val="20170830213144"/>
  <p:tag name="MH_LIBRARY" val="GRAPHIC"/>
  <p:tag name="MH_TYPE" val="Other"/>
  <p:tag name="MH_ORDER" val="3"/>
</p:tagLst>
</file>

<file path=ppt/tags/tag13.xml><?xml version="1.0" encoding="utf-8"?>
<p:tagLst xmlns:a="http://schemas.openxmlformats.org/drawingml/2006/main" xmlns:r="http://schemas.openxmlformats.org/officeDocument/2006/relationships" xmlns:p="http://schemas.openxmlformats.org/presentationml/2006/main">
  <p:tag name="MH" val="20170830213144"/>
  <p:tag name="MH_LIBRARY" val="GRAPHIC"/>
  <p:tag name="MH_TYPE" val="Other"/>
  <p:tag name="MH_ORDER" val="4"/>
</p:tagLst>
</file>

<file path=ppt/tags/tag14.xml><?xml version="1.0" encoding="utf-8"?>
<p:tagLst xmlns:a="http://schemas.openxmlformats.org/drawingml/2006/main" xmlns:r="http://schemas.openxmlformats.org/officeDocument/2006/relationships" xmlns:p="http://schemas.openxmlformats.org/presentationml/2006/main">
  <p:tag name="MH" val="20170830213144"/>
  <p:tag name="MH_LIBRARY" val="GRAPHIC"/>
  <p:tag name="MH_TYPE" val="Other"/>
  <p:tag name="MH_ORDER" val="2"/>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16.xml><?xml version="1.0" encoding="utf-8"?>
<p:tagLst xmlns:a="http://schemas.openxmlformats.org/drawingml/2006/main" xmlns:r="http://schemas.openxmlformats.org/officeDocument/2006/relationships" xmlns:p="http://schemas.openxmlformats.org/presentationml/2006/main">
  <p:tag name="PA" val="v3.0.1"/>
</p:tagLst>
</file>

<file path=ppt/tags/tag17.xml><?xml version="1.0" encoding="utf-8"?>
<p:tagLst xmlns:a="http://schemas.openxmlformats.org/drawingml/2006/main" xmlns:r="http://schemas.openxmlformats.org/officeDocument/2006/relationships" xmlns:p="http://schemas.openxmlformats.org/presentationml/2006/main">
  <p:tag name="PA" val="v3.0.1"/>
</p:tagLst>
</file>

<file path=ppt/tags/tag18.xml><?xml version="1.0" encoding="utf-8"?>
<p:tagLst xmlns:a="http://schemas.openxmlformats.org/drawingml/2006/main" xmlns:r="http://schemas.openxmlformats.org/officeDocument/2006/relationships" xmlns:p="http://schemas.openxmlformats.org/presentationml/2006/main">
  <p:tag name="PA" val="v3.0.1"/>
</p:tagLst>
</file>

<file path=ppt/tags/tag19.xml><?xml version="1.0" encoding="utf-8"?>
<p:tagLst xmlns:a="http://schemas.openxmlformats.org/drawingml/2006/main" xmlns:r="http://schemas.openxmlformats.org/officeDocument/2006/relationships" xmlns:p="http://schemas.openxmlformats.org/presentationml/2006/main">
  <p:tag name="MH_TYPE" val="#NeiR#"/>
  <p:tag name="MH_NUMBER" val="2"/>
  <p:tag name="MH_CATEGORY" val="#TuWHP#"/>
  <p:tag name="MH_LAYOUT" val="SubTitleText"/>
  <p:tag name="MH" val="20170830213255"/>
  <p:tag name="MH_LIBRARY" val="GRAPHIC"/>
</p:tagLst>
</file>

<file path=ppt/tags/tag20.xml><?xml version="1.0" encoding="utf-8"?>
<p:tagLst xmlns:a="http://schemas.openxmlformats.org/drawingml/2006/main" xmlns:r="http://schemas.openxmlformats.org/officeDocument/2006/relationships" xmlns:p="http://schemas.openxmlformats.org/presentationml/2006/main">
  <p:tag name="MH" val="20170830213255"/>
  <p:tag name="MH_LIBRARY" val="GRAPHIC"/>
  <p:tag name="MH_TYPE" val="Other"/>
  <p:tag name="MH_ORDER" val="1"/>
</p:tagLst>
</file>

<file path=ppt/tags/tag21.xml><?xml version="1.0" encoding="utf-8"?>
<p:tagLst xmlns:a="http://schemas.openxmlformats.org/drawingml/2006/main" xmlns:r="http://schemas.openxmlformats.org/officeDocument/2006/relationships" xmlns:p="http://schemas.openxmlformats.org/presentationml/2006/main">
  <p:tag name="MH" val="20170830213255"/>
  <p:tag name="MH_LIBRARY" val="GRAPHIC"/>
  <p:tag name="MH_TYPE" val="Other"/>
  <p:tag name="MH_ORDER" val="2"/>
</p:tagLst>
</file>

<file path=ppt/tags/tag22.xml><?xml version="1.0" encoding="utf-8"?>
<p:tagLst xmlns:a="http://schemas.openxmlformats.org/drawingml/2006/main" xmlns:r="http://schemas.openxmlformats.org/officeDocument/2006/relationships" xmlns:p="http://schemas.openxmlformats.org/presentationml/2006/main">
  <p:tag name="MH_TYPE" val="#NeiR#"/>
  <p:tag name="MH_NUMBER" val="4"/>
  <p:tag name="MH_CATEGORY" val="#TuWHP#"/>
  <p:tag name="MH_LAYOUT" val="SubTitleText"/>
  <p:tag name="MH" val="20170830213225"/>
  <p:tag name="MH_LIBRARY" val="GRAPHIC"/>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24.xml><?xml version="1.0" encoding="utf-8"?>
<p:tagLst xmlns:a="http://schemas.openxmlformats.org/drawingml/2006/main" xmlns:r="http://schemas.openxmlformats.org/officeDocument/2006/relationships" xmlns:p="http://schemas.openxmlformats.org/presentationml/2006/main">
  <p:tag name="PA" val="v3.0.1"/>
</p:tagLst>
</file>

<file path=ppt/tags/tag25.xml><?xml version="1.0" encoding="utf-8"?>
<p:tagLst xmlns:a="http://schemas.openxmlformats.org/drawingml/2006/main" xmlns:r="http://schemas.openxmlformats.org/officeDocument/2006/relationships" xmlns:p="http://schemas.openxmlformats.org/presentationml/2006/main">
  <p:tag name="PA" val="v3.0.1"/>
</p:tagLst>
</file>

<file path=ppt/tags/tag26.xml><?xml version="1.0" encoding="utf-8"?>
<p:tagLst xmlns:a="http://schemas.openxmlformats.org/drawingml/2006/main" xmlns:r="http://schemas.openxmlformats.org/officeDocument/2006/relationships" xmlns:p="http://schemas.openxmlformats.org/presentationml/2006/main">
  <p:tag name="PA" val="v3.0.1"/>
</p:tagLst>
</file>

<file path=ppt/tags/tag27.xml><?xml version="1.0" encoding="utf-8"?>
<p:tagLst xmlns:a="http://schemas.openxmlformats.org/drawingml/2006/main" xmlns:r="http://schemas.openxmlformats.org/officeDocument/2006/relationships" xmlns:p="http://schemas.openxmlformats.org/presentationml/2006/main">
  <p:tag name="MH_TYPE" val="#NeiR#"/>
  <p:tag name="MH_NUMBER" val="2"/>
  <p:tag name="MH_CATEGORY" val="#TuWHP#"/>
  <p:tag name="MH_LAYOUT" val="Text"/>
  <p:tag name="MH" val="20170829230258"/>
  <p:tag name="MH_LIBRARY" val="GRAPHIC"/>
</p:tagLst>
</file>

<file path=ppt/tags/tag28.xml><?xml version="1.0" encoding="utf-8"?>
<p:tagLst xmlns:a="http://schemas.openxmlformats.org/drawingml/2006/main" xmlns:r="http://schemas.openxmlformats.org/officeDocument/2006/relationships" xmlns:p="http://schemas.openxmlformats.org/presentationml/2006/main">
  <p:tag name="MH" val="20170829230258"/>
  <p:tag name="MH_LIBRARY" val="GRAPHIC"/>
  <p:tag name="MH_TYPE" val="Text"/>
  <p:tag name="MH_ORDER" val="1"/>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ags/tag30.xml><?xml version="1.0" encoding="utf-8"?>
<p:tagLst xmlns:a="http://schemas.openxmlformats.org/drawingml/2006/main" xmlns:r="http://schemas.openxmlformats.org/officeDocument/2006/relationships" xmlns:p="http://schemas.openxmlformats.org/presentationml/2006/main">
  <p:tag name="PA" val="v3.0.1"/>
</p:tagLst>
</file>

<file path=ppt/tags/tag31.xml><?xml version="1.0" encoding="utf-8"?>
<p:tagLst xmlns:a="http://schemas.openxmlformats.org/drawingml/2006/main" xmlns:r="http://schemas.openxmlformats.org/officeDocument/2006/relationships" xmlns:p="http://schemas.openxmlformats.org/presentationml/2006/main">
  <p:tag name="PA" val="v3.0.1"/>
</p:tagLst>
</file>

<file path=ppt/tags/tag32.xml><?xml version="1.0" encoding="utf-8"?>
<p:tagLst xmlns:a="http://schemas.openxmlformats.org/drawingml/2006/main" xmlns:r="http://schemas.openxmlformats.org/officeDocument/2006/relationships" xmlns:p="http://schemas.openxmlformats.org/presentationml/2006/main">
  <p:tag name="PA" val="v3.0.1"/>
</p:tagLst>
</file>

<file path=ppt/tags/tag33.xml><?xml version="1.0" encoding="utf-8"?>
<p:tagLst xmlns:a="http://schemas.openxmlformats.org/drawingml/2006/main" xmlns:r="http://schemas.openxmlformats.org/officeDocument/2006/relationships" xmlns:p="http://schemas.openxmlformats.org/presentationml/2006/main">
  <p:tag name="MH_TYPE" val="#NeiR#"/>
  <p:tag name="MH_NUMBER" val="4"/>
  <p:tag name="MH_CATEGORY" val="#TuWHP#"/>
  <p:tag name="MH_LAYOUT" val="SubTitleText"/>
  <p:tag name="MH" val="20170829230337"/>
  <p:tag name="MH_LIBRARY" val="GRAPHIC"/>
</p:tagLst>
</file>

<file path=ppt/tags/tag34.xml><?xml version="1.0" encoding="utf-8"?>
<p:tagLst xmlns:a="http://schemas.openxmlformats.org/drawingml/2006/main" xmlns:r="http://schemas.openxmlformats.org/officeDocument/2006/relationships" xmlns:p="http://schemas.openxmlformats.org/presentationml/2006/main">
  <p:tag name="MH" val="20170829230337"/>
  <p:tag name="MH_LIBRARY" val="GRAPHIC"/>
  <p:tag name="MH_TYPE" val="SubTitle"/>
  <p:tag name="MH_ORDER" val="1"/>
</p:tagLst>
</file>

<file path=ppt/tags/tag35.xml><?xml version="1.0" encoding="utf-8"?>
<p:tagLst xmlns:a="http://schemas.openxmlformats.org/drawingml/2006/main" xmlns:r="http://schemas.openxmlformats.org/officeDocument/2006/relationships" xmlns:p="http://schemas.openxmlformats.org/presentationml/2006/main">
  <p:tag name="MH" val="20170829230337"/>
  <p:tag name="MH_LIBRARY" val="GRAPHIC"/>
  <p:tag name="MH_TYPE" val="SubTitle"/>
  <p:tag name="MH_ORDER" val="1"/>
</p:tagLst>
</file>

<file path=ppt/tags/tag36.xml><?xml version="1.0" encoding="utf-8"?>
<p:tagLst xmlns:a="http://schemas.openxmlformats.org/drawingml/2006/main" xmlns:r="http://schemas.openxmlformats.org/officeDocument/2006/relationships" xmlns:p="http://schemas.openxmlformats.org/presentationml/2006/main">
  <p:tag name="MH_TYPE" val="#NeiR#"/>
  <p:tag name="MH_NUMBER" val="5"/>
  <p:tag name="MH_CATEGORY" val="#TuWHP#"/>
  <p:tag name="MH_LAYOUT" val="SubTitleDesc"/>
  <p:tag name="MH" val="20170829230432"/>
  <p:tag name="MH_LIBRARY" val="GRAPHIC"/>
</p:tagLst>
</file>

<file path=ppt/tags/tag37.xml><?xml version="1.0" encoding="utf-8"?>
<p:tagLst xmlns:a="http://schemas.openxmlformats.org/drawingml/2006/main" xmlns:r="http://schemas.openxmlformats.org/officeDocument/2006/relationships" xmlns:p="http://schemas.openxmlformats.org/presentationml/2006/main">
  <p:tag name="MH" val="20170829230432"/>
  <p:tag name="MH_LIBRARY" val="GRAPHIC"/>
  <p:tag name="MH_TYPE" val="SubTitle"/>
  <p:tag name="MH_ORDER" val="3"/>
</p:tagLst>
</file>

<file path=ppt/tags/tag38.xml><?xml version="1.0" encoding="utf-8"?>
<p:tagLst xmlns:a="http://schemas.openxmlformats.org/drawingml/2006/main" xmlns:r="http://schemas.openxmlformats.org/officeDocument/2006/relationships" xmlns:p="http://schemas.openxmlformats.org/presentationml/2006/main">
  <p:tag name="MH" val="20170829230432"/>
  <p:tag name="MH_LIBRARY" val="GRAPHIC"/>
  <p:tag name="MH_TYPE" val="SubTitle"/>
  <p:tag name="MH_ORDER" val="1"/>
</p:tagLst>
</file>

<file path=ppt/tags/tag39.xml><?xml version="1.0" encoding="utf-8"?>
<p:tagLst xmlns:a="http://schemas.openxmlformats.org/drawingml/2006/main" xmlns:r="http://schemas.openxmlformats.org/officeDocument/2006/relationships" xmlns:p="http://schemas.openxmlformats.org/presentationml/2006/main">
  <p:tag name="MH" val="20170829230432"/>
  <p:tag name="MH_LIBRARY" val="GRAPHIC"/>
  <p:tag name="MH_TYPE" val="SubTitle"/>
  <p:tag name="MH_ORDER" val="2"/>
</p:tagLst>
</file>

<file path=ppt/tags/tag40.xml><?xml version="1.0" encoding="utf-8"?>
<p:tagLst xmlns:a="http://schemas.openxmlformats.org/drawingml/2006/main" xmlns:r="http://schemas.openxmlformats.org/officeDocument/2006/relationships" xmlns:p="http://schemas.openxmlformats.org/presentationml/2006/main">
  <p:tag name="KSO_WM_SLIDE_SUBTYPE" val="pureTxt"/>
  <p:tag name="KSO_WM_TEMPLATE_TOPIC_DEFAULT" val="1"/>
  <p:tag name="KSO_WM_TEMPLATE_JOB_ID" val="2"/>
  <p:tag name="KSO_WM_TEMPLATE_SCENE_ID" val="1"/>
  <p:tag name="KSO_WM_TEMPLATE_OUTLINE_ID" val="15"/>
  <p:tag name="KSO_WM_TEMPLATE_TOPIC_ID" val="2869567"/>
  <p:tag name="KSO_WM_SLIDE_SIZE" val="828*343"/>
  <p:tag name="KSO_WM_SLIDE_POSITION" val="66*144"/>
  <p:tag name="KSO_WM_BEAUTIFY_FLAG" val="#wm#"/>
  <p:tag name="KSO_WM_SLIDE_TYPE" val="title"/>
  <p:tag name="KSO_WM_SLIDE_LAYOUT_CNT" val="1_1"/>
  <p:tag name="KSO_WM_SLIDE_LAYOUT" val="a_b"/>
  <p:tag name="KSO_WM_SLIDE_ITEM_CNT" val="2"/>
  <p:tag name="KSO_WM_SLIDE_INDEX" val="1"/>
  <p:tag name="KSO_WM_SLIDE_ID" val="custom20184553_1"/>
  <p:tag name="KSO_WM_TAG_VERSION" val="1.0"/>
  <p:tag name="KSO_WM_TEMPLATE_INDEX" val="20184553"/>
  <p:tag name="KSO_WM_TEMPLATE_CATEGORY" val="custom"/>
  <p:tag name="KSO_WM_TEMPLATE_THUMBS_INDEX" val="1"/>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炫彩扁平2">
      <a:dk1>
        <a:srgbClr val="000000"/>
      </a:dk1>
      <a:lt1>
        <a:srgbClr val="FFFFFF"/>
      </a:lt1>
      <a:dk2>
        <a:srgbClr val="44546A"/>
      </a:dk2>
      <a:lt2>
        <a:srgbClr val="E7E6E6"/>
      </a:lt2>
      <a:accent1>
        <a:srgbClr val="FFBF53"/>
      </a:accent1>
      <a:accent2>
        <a:srgbClr val="F17475"/>
      </a:accent2>
      <a:accent3>
        <a:srgbClr val="01B3C5"/>
      </a:accent3>
      <a:accent4>
        <a:srgbClr val="77448C"/>
      </a:accent4>
      <a:accent5>
        <a:srgbClr val="00AF92"/>
      </a:accent5>
      <a:accent6>
        <a:srgbClr val="C65885"/>
      </a:accent6>
      <a:hlink>
        <a:srgbClr val="FCC79F"/>
      </a:hlink>
      <a:folHlink>
        <a:srgbClr val="869FB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包图主题2">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1375</Words>
  <Application>Microsoft Office PowerPoint</Application>
  <PresentationFormat>宽屏</PresentationFormat>
  <Paragraphs>161</Paragraphs>
  <Slides>24</Slides>
  <Notes>18</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24</vt:i4>
      </vt:variant>
    </vt:vector>
  </HeadingPairs>
  <TitlesOfParts>
    <vt:vector size="41" baseType="lpstr">
      <vt:lpstr>FontAwesome</vt:lpstr>
      <vt:lpstr>Helvetica Neue</vt:lpstr>
      <vt:lpstr>ITC Avant Garde Std Bk</vt:lpstr>
      <vt:lpstr>Open Sans</vt:lpstr>
      <vt:lpstr>方正兰亭黑_GBK</vt:lpstr>
      <vt:lpstr>方正姚体</vt:lpstr>
      <vt:lpstr>黑体</vt:lpstr>
      <vt:lpstr>华文黑体</vt:lpstr>
      <vt:lpstr>宋体</vt:lpstr>
      <vt:lpstr>微软雅黑</vt:lpstr>
      <vt:lpstr>Arial</vt:lpstr>
      <vt:lpstr>Arial Narrow</vt:lpstr>
      <vt:lpstr>Calibri</vt:lpstr>
      <vt:lpstr>Century Gothic</vt:lpstr>
      <vt:lpstr>Office 主题</vt:lpstr>
      <vt:lpstr>Office Theme</vt:lpstr>
      <vt:lpstr>包图主题2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cp:revision>
  <dcterms:created xsi:type="dcterms:W3CDTF">2018-03-01T02:03:00Z</dcterms:created>
  <dcterms:modified xsi:type="dcterms:W3CDTF">2022-09-22T08:47:13Z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2052-10.1.0.7346</vt:lpwstr>
  </property>
</Properties>
</file>