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handoutMasterIdLst>
    <p:handoutMasterId r:id="rId33"/>
  </p:handoutMasterIdLst>
  <p:sldIdLst>
    <p:sldId id="266" r:id="rId3"/>
    <p:sldId id="290" r:id="rId4"/>
    <p:sldId id="268" r:id="rId5"/>
    <p:sldId id="269" r:id="rId6"/>
    <p:sldId id="279" r:id="rId7"/>
    <p:sldId id="258" r:id="rId8"/>
    <p:sldId id="273" r:id="rId9"/>
    <p:sldId id="274" r:id="rId10"/>
    <p:sldId id="280" r:id="rId11"/>
    <p:sldId id="270" r:id="rId12"/>
    <p:sldId id="259" r:id="rId13"/>
    <p:sldId id="275" r:id="rId14"/>
    <p:sldId id="281" r:id="rId15"/>
    <p:sldId id="282" r:id="rId16"/>
    <p:sldId id="283" r:id="rId17"/>
    <p:sldId id="271" r:id="rId18"/>
    <p:sldId id="276" r:id="rId19"/>
    <p:sldId id="277" r:id="rId20"/>
    <p:sldId id="284" r:id="rId21"/>
    <p:sldId id="285" r:id="rId22"/>
    <p:sldId id="272" r:id="rId23"/>
    <p:sldId id="260" r:id="rId24"/>
    <p:sldId id="262" r:id="rId25"/>
    <p:sldId id="278" r:id="rId26"/>
    <p:sldId id="288" r:id="rId27"/>
    <p:sldId id="286" r:id="rId28"/>
    <p:sldId id="287" r:id="rId29"/>
    <p:sldId id="267" r:id="rId30"/>
    <p:sldId id="289"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3" d="100"/>
          <a:sy n="63" d="100"/>
        </p:scale>
        <p:origin x="76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2022/12/12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399828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FandolFang R" panose="00000500000000000000" pitchFamily="50" charset="-122"/>
                <a:ea typeface="FandolFang R" panose="00000500000000000000" pitchFamily="50"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FandolFang R" panose="00000500000000000000" pitchFamily="50" charset="-122"/>
                <a:ea typeface="FandolFang R" panose="00000500000000000000" pitchFamily="50" charset="-122"/>
              </a:defRPr>
            </a:lvl1pPr>
          </a:lstStyle>
          <a:p>
            <a:fld id="{96AFF81B-E1A1-459E-9266-775DEBF24464}" type="datetimeFigureOut">
              <a:rPr lang="zh-CN" altLang="en-US" smtClean="0"/>
              <a:t>2022/12/12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FandolFang R" panose="00000500000000000000" pitchFamily="50" charset="-122"/>
                <a:ea typeface="FandolFang R" panose="00000500000000000000" pitchFamily="50"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FandolFang R" panose="00000500000000000000" pitchFamily="50" charset="-122"/>
                <a:ea typeface="FandolFang R" panose="00000500000000000000" pitchFamily="50" charset="-122"/>
              </a:defRPr>
            </a:lvl1pPr>
          </a:lstStyle>
          <a:p>
            <a:fld id="{5C4615AD-7AB0-4BD9-95A7-427A4E416CB2}" type="slidenum">
              <a:rPr lang="zh-CN" altLang="en-US" smtClean="0"/>
              <a:t>‹#›</a:t>
            </a:fld>
            <a:endParaRPr lang="zh-CN" altLang="en-US" dirty="0"/>
          </a:p>
        </p:txBody>
      </p:sp>
    </p:spTree>
    <p:extLst>
      <p:ext uri="{BB962C8B-B14F-4D97-AF65-F5344CB8AC3E}">
        <p14:creationId xmlns:p14="http://schemas.microsoft.com/office/powerpoint/2010/main" val="1246035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1pPr>
    <a:lvl2pPr marL="4572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2pPr>
    <a:lvl3pPr marL="9144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3pPr>
    <a:lvl4pPr marL="13716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4pPr>
    <a:lvl5pPr marL="1828800" algn="l" defTabSz="914400" rtl="0" eaLnBrk="1" latinLnBrk="0" hangingPunct="1">
      <a:defRPr sz="1200" kern="1200">
        <a:solidFill>
          <a:schemeClr val="tx1"/>
        </a:solidFill>
        <a:latin typeface="FandolFang R" panose="00000500000000000000" pitchFamily="50" charset="-122"/>
        <a:ea typeface="FandolFang R" panose="00000500000000000000" pitchFamily="5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pic>
        <p:nvPicPr>
          <p:cNvPr id="7" name="图片 6" descr="手机屏幕截图&#10;&#10;描述已自动生成">
            <a:extLst>
              <a:ext uri="{FF2B5EF4-FFF2-40B4-BE49-F238E27FC236}">
                <a16:creationId xmlns:a16="http://schemas.microsoft.com/office/drawing/2014/main" id="{E181648D-0B0A-6F5E-056C-DBF1823AE891}"/>
              </a:ext>
            </a:extLst>
          </p:cNvPr>
          <p:cNvPicPr>
            <a:picLocks noChangeAspect="1"/>
          </p:cNvPicPr>
          <p:nvPr userDrawn="1"/>
        </p:nvPicPr>
        <p:blipFill>
          <a:blip r:embed="rId2">
            <a:duotone>
              <a:prstClr val="black"/>
              <a:srgbClr val="C00000">
                <a:tint val="45000"/>
                <a:satMod val="400000"/>
              </a:srgbClr>
            </a:duotone>
            <a:extLst>
              <a:ext uri="{28A0092B-C50C-407E-A947-70E740481C1C}">
                <a14:useLocalDpi xmlns:a14="http://schemas.microsoft.com/office/drawing/2010/main"/>
              </a:ext>
            </a:extLst>
          </a:blip>
          <a:stretch>
            <a:fillRect/>
          </a:stretch>
        </p:blipFill>
        <p:spPr>
          <a:xfrm>
            <a:off x="8023196" y="192660"/>
            <a:ext cx="3639711" cy="1053193"/>
          </a:xfrm>
          <a:prstGeom prst="rect">
            <a:avLst/>
          </a:prstGeom>
          <a:effectLst>
            <a:outerShdw blurRad="787400" sx="138000" sy="138000" algn="ctr" rotWithShape="0">
              <a:schemeClr val="bg1">
                <a:alpha val="40000"/>
              </a:schemeClr>
            </a:outerShdw>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
        <p:nvSpPr>
          <p:cNvPr id="19" name="TextBox 18"/>
          <p:cNvSpPr txBox="1"/>
          <p:nvPr userDrawn="1"/>
        </p:nvSpPr>
        <p:spPr>
          <a:xfrm>
            <a:off x="1907704" y="6531589"/>
            <a:ext cx="1224136"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下载</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http://www.1ppt.com/xiazai/</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3DB10624-A472-487E-B87C-64EDA5FF0F52}" type="datetimeFigureOut">
              <a:rPr lang="zh-CN" altLang="en-US" smtClean="0"/>
              <a:t>2022/12/12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E6A3DB47-102D-4CB3-B3ED-472A648CA6C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2022/12/12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873089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2022/12/12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885691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491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FandolFang R" panose="00000500000000000000" pitchFamily="50" charset="-122"/>
          <a:ea typeface="FandolFang R" panose="00000500000000000000" pitchFamily="50"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andolFang R" panose="00000500000000000000" pitchFamily="50" charset="-122"/>
          <a:ea typeface="FandolFang R" panose="00000500000000000000"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andolFang R" panose="00000500000000000000" pitchFamily="50" charset="-122"/>
          <a:ea typeface="FandolFang R" panose="00000500000000000000" pitchFamily="50"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andolFang R" panose="00000500000000000000" pitchFamily="50" charset="-122"/>
          <a:ea typeface="FandolFang R" panose="00000500000000000000" pitchFamily="50"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andolFang R" panose="00000500000000000000" pitchFamily="50" charset="-122"/>
          <a:ea typeface="FandolFang R" panose="00000500000000000000" pitchFamily="50"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andolFang R" panose="00000500000000000000" pitchFamily="50" charset="-122"/>
          <a:ea typeface="FandolFang R" panose="00000500000000000000" pitchFamily="5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184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2.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矩形 18"/>
          <p:cNvSpPr/>
          <p:nvPr/>
        </p:nvSpPr>
        <p:spPr>
          <a:xfrm>
            <a:off x="-29032" y="-46131"/>
            <a:ext cx="12192000" cy="6857999"/>
          </a:xfrm>
          <a:prstGeom prst="rect">
            <a:avLst/>
          </a:prstGeom>
          <a:gradFill flip="none" rotWithShape="1">
            <a:gsLst>
              <a:gs pos="100000">
                <a:srgbClr val="C00000">
                  <a:alpha val="49000"/>
                </a:srgbClr>
              </a:gs>
              <a:gs pos="0">
                <a:srgbClr val="C00000">
                  <a:alpha val="7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矩形 11"/>
          <p:cNvSpPr/>
          <p:nvPr/>
        </p:nvSpPr>
        <p:spPr>
          <a:xfrm>
            <a:off x="-14516" y="1393370"/>
            <a:ext cx="12221031" cy="5464629"/>
          </a:xfrm>
          <a:custGeom>
            <a:avLst/>
            <a:gdLst>
              <a:gd name="connsiteX0" fmla="*/ 0 w 12192000"/>
              <a:gd name="connsiteY0" fmla="*/ 0 h 3868057"/>
              <a:gd name="connsiteX1" fmla="*/ 12192000 w 12192000"/>
              <a:gd name="connsiteY1" fmla="*/ 0 h 3868057"/>
              <a:gd name="connsiteX2" fmla="*/ 12192000 w 12192000"/>
              <a:gd name="connsiteY2" fmla="*/ 3868057 h 3868057"/>
              <a:gd name="connsiteX3" fmla="*/ 0 w 12192000"/>
              <a:gd name="connsiteY3" fmla="*/ 3868057 h 3868057"/>
              <a:gd name="connsiteX4" fmla="*/ 0 w 12192000"/>
              <a:gd name="connsiteY4" fmla="*/ 0 h 3868057"/>
              <a:gd name="connsiteX0-1" fmla="*/ 0 w 12192000"/>
              <a:gd name="connsiteY0-2" fmla="*/ 957943 h 3868057"/>
              <a:gd name="connsiteX1-3" fmla="*/ 12192000 w 12192000"/>
              <a:gd name="connsiteY1-4" fmla="*/ 0 h 3868057"/>
              <a:gd name="connsiteX2-5" fmla="*/ 12192000 w 12192000"/>
              <a:gd name="connsiteY2-6" fmla="*/ 3868057 h 3868057"/>
              <a:gd name="connsiteX3-7" fmla="*/ 0 w 12192000"/>
              <a:gd name="connsiteY3-8" fmla="*/ 3868057 h 3868057"/>
              <a:gd name="connsiteX4-9" fmla="*/ 0 w 12192000"/>
              <a:gd name="connsiteY4-10" fmla="*/ 957943 h 3868057"/>
              <a:gd name="connsiteX0-11" fmla="*/ 0 w 12192000"/>
              <a:gd name="connsiteY0-12" fmla="*/ 957943 h 3868057"/>
              <a:gd name="connsiteX1-13" fmla="*/ 12192000 w 12192000"/>
              <a:gd name="connsiteY1-14" fmla="*/ 0 h 3868057"/>
              <a:gd name="connsiteX2-15" fmla="*/ 12192000 w 12192000"/>
              <a:gd name="connsiteY2-16" fmla="*/ 3868057 h 3868057"/>
              <a:gd name="connsiteX3-17" fmla="*/ 0 w 12192000"/>
              <a:gd name="connsiteY3-18" fmla="*/ 3868057 h 3868057"/>
              <a:gd name="connsiteX4-19" fmla="*/ 0 w 12192000"/>
              <a:gd name="connsiteY4-20" fmla="*/ 957943 h 3868057"/>
              <a:gd name="connsiteX0-21" fmla="*/ 0 w 12192000"/>
              <a:gd name="connsiteY0-22" fmla="*/ 957943 h 3868057"/>
              <a:gd name="connsiteX1-23" fmla="*/ 12192000 w 12192000"/>
              <a:gd name="connsiteY1-24" fmla="*/ 0 h 3868057"/>
              <a:gd name="connsiteX2-25" fmla="*/ 12192000 w 12192000"/>
              <a:gd name="connsiteY2-26" fmla="*/ 3868057 h 3868057"/>
              <a:gd name="connsiteX3-27" fmla="*/ 0 w 12192000"/>
              <a:gd name="connsiteY3-28" fmla="*/ 3868057 h 3868057"/>
              <a:gd name="connsiteX4-29" fmla="*/ 0 w 12192000"/>
              <a:gd name="connsiteY4-30" fmla="*/ 957943 h 3868057"/>
              <a:gd name="connsiteX0-31" fmla="*/ 0 w 12206515"/>
              <a:gd name="connsiteY0-32" fmla="*/ 1579759 h 3868057"/>
              <a:gd name="connsiteX1-33" fmla="*/ 12206515 w 12206515"/>
              <a:gd name="connsiteY1-34" fmla="*/ 0 h 3868057"/>
              <a:gd name="connsiteX2-35" fmla="*/ 12206515 w 12206515"/>
              <a:gd name="connsiteY2-36" fmla="*/ 3868057 h 3868057"/>
              <a:gd name="connsiteX3-37" fmla="*/ 14515 w 12206515"/>
              <a:gd name="connsiteY3-38" fmla="*/ 3868057 h 3868057"/>
              <a:gd name="connsiteX4-39" fmla="*/ 0 w 12206515"/>
              <a:gd name="connsiteY4-40" fmla="*/ 1579759 h 3868057"/>
              <a:gd name="connsiteX0-41" fmla="*/ 15157 w 12192644"/>
              <a:gd name="connsiteY0-42" fmla="*/ 1270315 h 3868057"/>
              <a:gd name="connsiteX1-43" fmla="*/ 12192644 w 12192644"/>
              <a:gd name="connsiteY1-44" fmla="*/ 0 h 3868057"/>
              <a:gd name="connsiteX2-45" fmla="*/ 12192644 w 12192644"/>
              <a:gd name="connsiteY2-46" fmla="*/ 3868057 h 3868057"/>
              <a:gd name="connsiteX3-47" fmla="*/ 644 w 12192644"/>
              <a:gd name="connsiteY3-48" fmla="*/ 3868057 h 3868057"/>
              <a:gd name="connsiteX4-49" fmla="*/ 15157 w 12192644"/>
              <a:gd name="connsiteY4-50" fmla="*/ 1270315 h 3868057"/>
              <a:gd name="connsiteX0-51" fmla="*/ 0 w 12206516"/>
              <a:gd name="connsiteY0-52" fmla="*/ 1270315 h 3868057"/>
              <a:gd name="connsiteX1-53" fmla="*/ 12206516 w 12206516"/>
              <a:gd name="connsiteY1-54" fmla="*/ 0 h 3868057"/>
              <a:gd name="connsiteX2-55" fmla="*/ 12206516 w 12206516"/>
              <a:gd name="connsiteY2-56" fmla="*/ 3868057 h 3868057"/>
              <a:gd name="connsiteX3-57" fmla="*/ 14516 w 12206516"/>
              <a:gd name="connsiteY3-58" fmla="*/ 3868057 h 3868057"/>
              <a:gd name="connsiteX4-59" fmla="*/ 0 w 12206516"/>
              <a:gd name="connsiteY4-60" fmla="*/ 1270315 h 3868057"/>
              <a:gd name="connsiteX0-61" fmla="*/ 0 w 12206516"/>
              <a:gd name="connsiteY0-62" fmla="*/ 1270315 h 3868057"/>
              <a:gd name="connsiteX1-63" fmla="*/ 12206516 w 12206516"/>
              <a:gd name="connsiteY1-64" fmla="*/ 0 h 3868057"/>
              <a:gd name="connsiteX2-65" fmla="*/ 12206516 w 12206516"/>
              <a:gd name="connsiteY2-66" fmla="*/ 3868057 h 3868057"/>
              <a:gd name="connsiteX3-67" fmla="*/ 14516 w 12206516"/>
              <a:gd name="connsiteY3-68" fmla="*/ 3868057 h 3868057"/>
              <a:gd name="connsiteX4-69" fmla="*/ 0 w 12206516"/>
              <a:gd name="connsiteY4-70" fmla="*/ 1270315 h 3868057"/>
              <a:gd name="connsiteX0-71" fmla="*/ 0 w 12206516"/>
              <a:gd name="connsiteY0-72" fmla="*/ 1248975 h 3868057"/>
              <a:gd name="connsiteX1-73" fmla="*/ 12206516 w 12206516"/>
              <a:gd name="connsiteY1-74" fmla="*/ 0 h 3868057"/>
              <a:gd name="connsiteX2-75" fmla="*/ 12206516 w 12206516"/>
              <a:gd name="connsiteY2-76" fmla="*/ 3868057 h 3868057"/>
              <a:gd name="connsiteX3-77" fmla="*/ 14516 w 12206516"/>
              <a:gd name="connsiteY3-78" fmla="*/ 3868057 h 3868057"/>
              <a:gd name="connsiteX4-79" fmla="*/ 0 w 12206516"/>
              <a:gd name="connsiteY4-80" fmla="*/ 1248975 h 3868057"/>
              <a:gd name="connsiteX0-81" fmla="*/ 0 w 12206516"/>
              <a:gd name="connsiteY0-82" fmla="*/ 1248975 h 3868057"/>
              <a:gd name="connsiteX1-83" fmla="*/ 12206516 w 12206516"/>
              <a:gd name="connsiteY1-84" fmla="*/ 0 h 3868057"/>
              <a:gd name="connsiteX2-85" fmla="*/ 12206516 w 12206516"/>
              <a:gd name="connsiteY2-86" fmla="*/ 3868057 h 3868057"/>
              <a:gd name="connsiteX3-87" fmla="*/ 14516 w 12206516"/>
              <a:gd name="connsiteY3-88" fmla="*/ 3868057 h 3868057"/>
              <a:gd name="connsiteX4-89" fmla="*/ 0 w 12206516"/>
              <a:gd name="connsiteY4-90" fmla="*/ 1248975 h 3868057"/>
              <a:gd name="connsiteX0-91" fmla="*/ 0 w 12221031"/>
              <a:gd name="connsiteY0-92" fmla="*/ 1379911 h 3998993"/>
              <a:gd name="connsiteX1-93" fmla="*/ 12221031 w 12221031"/>
              <a:gd name="connsiteY1-94" fmla="*/ 0 h 3998993"/>
              <a:gd name="connsiteX2-95" fmla="*/ 12206516 w 12221031"/>
              <a:gd name="connsiteY2-96" fmla="*/ 3998993 h 3998993"/>
              <a:gd name="connsiteX3-97" fmla="*/ 14516 w 12221031"/>
              <a:gd name="connsiteY3-98" fmla="*/ 3998993 h 3998993"/>
              <a:gd name="connsiteX4-99" fmla="*/ 0 w 12221031"/>
              <a:gd name="connsiteY4-100" fmla="*/ 1379911 h 3998993"/>
              <a:gd name="connsiteX0-101" fmla="*/ 0 w 12221031"/>
              <a:gd name="connsiteY0-102" fmla="*/ 1379911 h 3998993"/>
              <a:gd name="connsiteX1-103" fmla="*/ 12221031 w 12221031"/>
              <a:gd name="connsiteY1-104" fmla="*/ 0 h 3998993"/>
              <a:gd name="connsiteX2-105" fmla="*/ 12206516 w 12221031"/>
              <a:gd name="connsiteY2-106" fmla="*/ 3998993 h 3998993"/>
              <a:gd name="connsiteX3-107" fmla="*/ 14516 w 12221031"/>
              <a:gd name="connsiteY3-108" fmla="*/ 3998993 h 3998993"/>
              <a:gd name="connsiteX4-109" fmla="*/ 0 w 12221031"/>
              <a:gd name="connsiteY4-110" fmla="*/ 1379911 h 3998993"/>
              <a:gd name="connsiteX0-111" fmla="*/ 0 w 12221031"/>
              <a:gd name="connsiteY0-112" fmla="*/ 1379911 h 3998993"/>
              <a:gd name="connsiteX1-113" fmla="*/ 12221031 w 12221031"/>
              <a:gd name="connsiteY1-114" fmla="*/ 0 h 3998993"/>
              <a:gd name="connsiteX2-115" fmla="*/ 12206516 w 12221031"/>
              <a:gd name="connsiteY2-116" fmla="*/ 3998993 h 3998993"/>
              <a:gd name="connsiteX3-117" fmla="*/ 14516 w 12221031"/>
              <a:gd name="connsiteY3-118" fmla="*/ 3998993 h 3998993"/>
              <a:gd name="connsiteX4-119" fmla="*/ 0 w 12221031"/>
              <a:gd name="connsiteY4-120" fmla="*/ 1379911 h 3998993"/>
              <a:gd name="connsiteX0-121" fmla="*/ 0 w 12221031"/>
              <a:gd name="connsiteY0-122" fmla="*/ 1489024 h 4108106"/>
              <a:gd name="connsiteX1-123" fmla="*/ 12221031 w 12221031"/>
              <a:gd name="connsiteY1-124" fmla="*/ 0 h 4108106"/>
              <a:gd name="connsiteX2-125" fmla="*/ 12206516 w 12221031"/>
              <a:gd name="connsiteY2-126" fmla="*/ 4108106 h 4108106"/>
              <a:gd name="connsiteX3-127" fmla="*/ 14516 w 12221031"/>
              <a:gd name="connsiteY3-128" fmla="*/ 4108106 h 4108106"/>
              <a:gd name="connsiteX4-129" fmla="*/ 0 w 12221031"/>
              <a:gd name="connsiteY4-130" fmla="*/ 1489024 h 4108106"/>
              <a:gd name="connsiteX0-131" fmla="*/ 0 w 12221031"/>
              <a:gd name="connsiteY0-132" fmla="*/ 1489024 h 4108106"/>
              <a:gd name="connsiteX1-133" fmla="*/ 12221031 w 12221031"/>
              <a:gd name="connsiteY1-134" fmla="*/ 0 h 4108106"/>
              <a:gd name="connsiteX2-135" fmla="*/ 12206516 w 12221031"/>
              <a:gd name="connsiteY2-136" fmla="*/ 4108106 h 4108106"/>
              <a:gd name="connsiteX3-137" fmla="*/ 14516 w 12221031"/>
              <a:gd name="connsiteY3-138" fmla="*/ 4108106 h 4108106"/>
              <a:gd name="connsiteX4-139" fmla="*/ 0 w 12221031"/>
              <a:gd name="connsiteY4-140" fmla="*/ 1489024 h 41081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21031" h="4108106">
                <a:moveTo>
                  <a:pt x="0" y="1489024"/>
                </a:moveTo>
                <a:cubicBezTo>
                  <a:pt x="4484914" y="2325688"/>
                  <a:pt x="9173030" y="1581208"/>
                  <a:pt x="12221031" y="0"/>
                </a:cubicBezTo>
                <a:cubicBezTo>
                  <a:pt x="12216193" y="1332998"/>
                  <a:pt x="12211354" y="2775108"/>
                  <a:pt x="12206516" y="4108106"/>
                </a:cubicBezTo>
                <a:lnTo>
                  <a:pt x="14516" y="4108106"/>
                </a:lnTo>
                <a:cubicBezTo>
                  <a:pt x="9678" y="3345340"/>
                  <a:pt x="4838" y="2251790"/>
                  <a:pt x="0" y="1489024"/>
                </a:cubicBezTo>
                <a:close/>
              </a:path>
            </a:pathLst>
          </a:custGeom>
          <a:solidFill>
            <a:srgbClr val="E567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任意多边形: 形状 17"/>
          <p:cNvSpPr/>
          <p:nvPr/>
        </p:nvSpPr>
        <p:spPr>
          <a:xfrm>
            <a:off x="-29029" y="3193143"/>
            <a:ext cx="12250058" cy="3686628"/>
          </a:xfrm>
          <a:custGeom>
            <a:avLst/>
            <a:gdLst>
              <a:gd name="connsiteX0" fmla="*/ 0 w 12250058"/>
              <a:gd name="connsiteY0" fmla="*/ 174171 h 3686628"/>
              <a:gd name="connsiteX1" fmla="*/ 12250058 w 12250058"/>
              <a:gd name="connsiteY1" fmla="*/ 0 h 3686628"/>
              <a:gd name="connsiteX2" fmla="*/ 12235543 w 12250058"/>
              <a:gd name="connsiteY2" fmla="*/ 3672114 h 3686628"/>
              <a:gd name="connsiteX3" fmla="*/ 14515 w 12250058"/>
              <a:gd name="connsiteY3" fmla="*/ 3686628 h 3686628"/>
              <a:gd name="connsiteX4" fmla="*/ 0 w 12250058"/>
              <a:gd name="connsiteY4" fmla="*/ 174171 h 3686628"/>
              <a:gd name="connsiteX0-1" fmla="*/ 0 w 12250058"/>
              <a:gd name="connsiteY0-2" fmla="*/ 174171 h 3686628"/>
              <a:gd name="connsiteX1-3" fmla="*/ 12250058 w 12250058"/>
              <a:gd name="connsiteY1-4" fmla="*/ 0 h 3686628"/>
              <a:gd name="connsiteX2-5" fmla="*/ 12235543 w 12250058"/>
              <a:gd name="connsiteY2-6" fmla="*/ 3672114 h 3686628"/>
              <a:gd name="connsiteX3-7" fmla="*/ 14515 w 12250058"/>
              <a:gd name="connsiteY3-8" fmla="*/ 3686628 h 3686628"/>
              <a:gd name="connsiteX4-9" fmla="*/ 0 w 12250058"/>
              <a:gd name="connsiteY4-10" fmla="*/ 174171 h 3686628"/>
              <a:gd name="connsiteX0-11" fmla="*/ 0 w 12250058"/>
              <a:gd name="connsiteY0-12" fmla="*/ 174171 h 3686628"/>
              <a:gd name="connsiteX1-13" fmla="*/ 12250058 w 12250058"/>
              <a:gd name="connsiteY1-14" fmla="*/ 0 h 3686628"/>
              <a:gd name="connsiteX2-15" fmla="*/ 12235543 w 12250058"/>
              <a:gd name="connsiteY2-16" fmla="*/ 3672114 h 3686628"/>
              <a:gd name="connsiteX3-17" fmla="*/ 14515 w 12250058"/>
              <a:gd name="connsiteY3-18" fmla="*/ 3686628 h 3686628"/>
              <a:gd name="connsiteX4-19" fmla="*/ 0 w 12250058"/>
              <a:gd name="connsiteY4-20" fmla="*/ 174171 h 3686628"/>
              <a:gd name="connsiteX0-21" fmla="*/ 0 w 12250058"/>
              <a:gd name="connsiteY0-22" fmla="*/ 174171 h 3686628"/>
              <a:gd name="connsiteX1-23" fmla="*/ 12250058 w 12250058"/>
              <a:gd name="connsiteY1-24" fmla="*/ 0 h 3686628"/>
              <a:gd name="connsiteX2-25" fmla="*/ 12235543 w 12250058"/>
              <a:gd name="connsiteY2-26" fmla="*/ 3672114 h 3686628"/>
              <a:gd name="connsiteX3-27" fmla="*/ 14515 w 12250058"/>
              <a:gd name="connsiteY3-28" fmla="*/ 3686628 h 3686628"/>
              <a:gd name="connsiteX4-29" fmla="*/ 0 w 12250058"/>
              <a:gd name="connsiteY4-30" fmla="*/ 174171 h 3686628"/>
              <a:gd name="connsiteX0-31" fmla="*/ 0 w 12250058"/>
              <a:gd name="connsiteY0-32" fmla="*/ 174171 h 3686628"/>
              <a:gd name="connsiteX1-33" fmla="*/ 12250058 w 12250058"/>
              <a:gd name="connsiteY1-34" fmla="*/ 0 h 3686628"/>
              <a:gd name="connsiteX2-35" fmla="*/ 12235543 w 12250058"/>
              <a:gd name="connsiteY2-36" fmla="*/ 3672114 h 3686628"/>
              <a:gd name="connsiteX3-37" fmla="*/ 14515 w 12250058"/>
              <a:gd name="connsiteY3-38" fmla="*/ 3686628 h 3686628"/>
              <a:gd name="connsiteX4-39" fmla="*/ 0 w 12250058"/>
              <a:gd name="connsiteY4-40" fmla="*/ 174171 h 3686628"/>
              <a:gd name="connsiteX0-41" fmla="*/ 0 w 12250058"/>
              <a:gd name="connsiteY0-42" fmla="*/ 174171 h 3686628"/>
              <a:gd name="connsiteX1-43" fmla="*/ 12250058 w 12250058"/>
              <a:gd name="connsiteY1-44" fmla="*/ 0 h 3686628"/>
              <a:gd name="connsiteX2-45" fmla="*/ 12235543 w 12250058"/>
              <a:gd name="connsiteY2-46" fmla="*/ 3672114 h 3686628"/>
              <a:gd name="connsiteX3-47" fmla="*/ 14515 w 12250058"/>
              <a:gd name="connsiteY3-48" fmla="*/ 3686628 h 3686628"/>
              <a:gd name="connsiteX4-49" fmla="*/ 0 w 12250058"/>
              <a:gd name="connsiteY4-50" fmla="*/ 174171 h 3686628"/>
              <a:gd name="connsiteX0-51" fmla="*/ 0 w 12250058"/>
              <a:gd name="connsiteY0-52" fmla="*/ 174171 h 3686628"/>
              <a:gd name="connsiteX1-53" fmla="*/ 12250058 w 12250058"/>
              <a:gd name="connsiteY1-54" fmla="*/ 0 h 3686628"/>
              <a:gd name="connsiteX2-55" fmla="*/ 12235543 w 12250058"/>
              <a:gd name="connsiteY2-56" fmla="*/ 3672114 h 3686628"/>
              <a:gd name="connsiteX3-57" fmla="*/ 14515 w 12250058"/>
              <a:gd name="connsiteY3-58" fmla="*/ 3686628 h 3686628"/>
              <a:gd name="connsiteX4-59" fmla="*/ 0 w 12250058"/>
              <a:gd name="connsiteY4-60" fmla="*/ 174171 h 3686628"/>
              <a:gd name="connsiteX0-61" fmla="*/ 0 w 12250058"/>
              <a:gd name="connsiteY0-62" fmla="*/ 174171 h 3686628"/>
              <a:gd name="connsiteX1-63" fmla="*/ 12250058 w 12250058"/>
              <a:gd name="connsiteY1-64" fmla="*/ 0 h 3686628"/>
              <a:gd name="connsiteX2-65" fmla="*/ 12235543 w 12250058"/>
              <a:gd name="connsiteY2-66" fmla="*/ 3672114 h 3686628"/>
              <a:gd name="connsiteX3-67" fmla="*/ 14515 w 12250058"/>
              <a:gd name="connsiteY3-68" fmla="*/ 3686628 h 3686628"/>
              <a:gd name="connsiteX4-69" fmla="*/ 0 w 12250058"/>
              <a:gd name="connsiteY4-70" fmla="*/ 174171 h 36866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50058" h="3686628">
                <a:moveTo>
                  <a:pt x="0" y="174171"/>
                </a:moveTo>
                <a:cubicBezTo>
                  <a:pt x="3241524" y="1030514"/>
                  <a:pt x="8181220" y="1857827"/>
                  <a:pt x="12250058" y="0"/>
                </a:cubicBezTo>
                <a:cubicBezTo>
                  <a:pt x="12245220" y="1224038"/>
                  <a:pt x="12240381" y="2448076"/>
                  <a:pt x="12235543" y="3672114"/>
                </a:cubicBezTo>
                <a:lnTo>
                  <a:pt x="14515" y="3686628"/>
                </a:lnTo>
                <a:cubicBezTo>
                  <a:pt x="9677" y="2515809"/>
                  <a:pt x="4838" y="1344990"/>
                  <a:pt x="0" y="1741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7" name="组合 16"/>
          <p:cNvGrpSpPr/>
          <p:nvPr/>
        </p:nvGrpSpPr>
        <p:grpSpPr>
          <a:xfrm>
            <a:off x="-188686" y="1654628"/>
            <a:ext cx="12409717" cy="2668439"/>
            <a:chOff x="116115" y="2525485"/>
            <a:chExt cx="12017830" cy="2668439"/>
          </a:xfrm>
        </p:grpSpPr>
        <p:sp>
          <p:nvSpPr>
            <p:cNvPr id="15" name="任意多边形: 形状 14"/>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pic>
        <p:nvPicPr>
          <p:cNvPr id="5" name="图片 4" descr="手机屏幕截图&#10;&#10;描述已自动生成"/>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276145" y="1669143"/>
            <a:ext cx="3639711" cy="1053193"/>
          </a:xfrm>
          <a:prstGeom prst="rect">
            <a:avLst/>
          </a:prstGeom>
          <a:effectLst>
            <a:outerShdw blurRad="787400" sx="138000" sy="138000" algn="ctr" rotWithShape="0">
              <a:schemeClr val="bg1">
                <a:alpha val="40000"/>
              </a:schemeClr>
            </a:outerShdw>
          </a:effectLst>
        </p:spPr>
      </p:pic>
      <p:grpSp>
        <p:nvGrpSpPr>
          <p:cNvPr id="24" name="组合 23"/>
          <p:cNvGrpSpPr/>
          <p:nvPr/>
        </p:nvGrpSpPr>
        <p:grpSpPr>
          <a:xfrm>
            <a:off x="786376" y="4947497"/>
            <a:ext cx="10619249" cy="1014730"/>
            <a:chOff x="818008" y="4947497"/>
            <a:chExt cx="10619249" cy="1014730"/>
          </a:xfrm>
        </p:grpSpPr>
        <p:sp>
          <p:nvSpPr>
            <p:cNvPr id="21" name="文本框 20"/>
            <p:cNvSpPr txBox="1"/>
            <p:nvPr/>
          </p:nvSpPr>
          <p:spPr>
            <a:xfrm>
              <a:off x="818008" y="4947497"/>
              <a:ext cx="6331070" cy="101473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6000" b="1" dirty="0">
                  <a:solidFill>
                    <a:srgbClr val="E7E6E6">
                      <a:lumMod val="25000"/>
                    </a:srgbClr>
                  </a:solidFill>
                  <a:cs typeface="+mn-ea"/>
                  <a:sym typeface="+mn-lt"/>
                </a:rPr>
                <a:t>毕业论文</a:t>
              </a:r>
              <a:r>
                <a:rPr kumimoji="0" lang="zh-CN" altLang="en-US" sz="6000" b="1" i="0" u="none" strike="noStrike" kern="1200" cap="none" spc="0" normalizeH="0" baseline="0" noProof="0" dirty="0">
                  <a:ln>
                    <a:noFill/>
                  </a:ln>
                  <a:solidFill>
                    <a:srgbClr val="E7E6E6">
                      <a:lumMod val="25000"/>
                    </a:srgbClr>
                  </a:solidFill>
                  <a:effectLst/>
                  <a:uLnTx/>
                  <a:uFillTx/>
                  <a:cs typeface="+mn-ea"/>
                  <a:sym typeface="+mn-lt"/>
                </a:rPr>
                <a:t>答辩</a:t>
              </a:r>
              <a:r>
                <a:rPr kumimoji="0" lang="en-US" altLang="zh-CN" sz="6000" b="1" i="0" u="none" strike="noStrike" kern="1200" cap="none" spc="0" normalizeH="0" baseline="0" noProof="0" dirty="0">
                  <a:ln>
                    <a:noFill/>
                  </a:ln>
                  <a:solidFill>
                    <a:srgbClr val="E7E6E6">
                      <a:lumMod val="25000"/>
                    </a:srgbClr>
                  </a:solidFill>
                  <a:effectLst/>
                  <a:uLnTx/>
                  <a:uFillTx/>
                  <a:cs typeface="+mn-ea"/>
                  <a:sym typeface="+mn-lt"/>
                </a:rPr>
                <a:t>PPT</a:t>
              </a:r>
            </a:p>
          </p:txBody>
        </p:sp>
        <p:cxnSp>
          <p:nvCxnSpPr>
            <p:cNvPr id="22" name="直接连接符 21"/>
            <p:cNvCxnSpPr/>
            <p:nvPr/>
          </p:nvCxnSpPr>
          <p:spPr>
            <a:xfrm>
              <a:off x="7837714" y="5123543"/>
              <a:ext cx="0" cy="82731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935452" y="5151606"/>
              <a:ext cx="2378515" cy="338554"/>
            </a:xfrm>
            <a:prstGeom prst="rect">
              <a:avLst/>
            </a:prstGeom>
            <a:noFill/>
          </p:spPr>
          <p:txBody>
            <a:bodyPr wrap="square" rtlCol="0">
              <a:spAutoFit/>
            </a:bodyPr>
            <a:lstStyle/>
            <a:p>
              <a:pPr lvl="0" algn="dist">
                <a:defRPr/>
              </a:pPr>
              <a:r>
                <a:rPr kumimoji="0" lang="zh-CN" altLang="en-US" sz="1600" b="0" i="0" u="none" strike="noStrike" kern="1200" cap="none" spc="0" normalizeH="0" baseline="0" noProof="0" dirty="0">
                  <a:ln>
                    <a:noFill/>
                  </a:ln>
                  <a:solidFill>
                    <a:prstClr val="black"/>
                  </a:solidFill>
                  <a:effectLst/>
                  <a:uLnTx/>
                  <a:uFillTx/>
                  <a:cs typeface="+mn-ea"/>
                  <a:sym typeface="+mn-lt"/>
                </a:rPr>
                <a:t>答辩人：</a:t>
              </a:r>
              <a:r>
                <a:rPr lang="zh-CN" altLang="en-US" sz="1600" dirty="0"/>
                <a:t>求是情报站</a:t>
              </a: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sp>
          <p:nvSpPr>
            <p:cNvPr id="26" name="文本框 25"/>
            <p:cNvSpPr txBox="1"/>
            <p:nvPr/>
          </p:nvSpPr>
          <p:spPr>
            <a:xfrm>
              <a:off x="7935452" y="5558006"/>
              <a:ext cx="3501805"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2658"/>
            <a:ext cx="10515600" cy="3837271"/>
          </a:xfrm>
        </p:spPr>
      </p:pic>
    </p:spTree>
    <p:extLst>
      <p:ext uri="{BB962C8B-B14F-4D97-AF65-F5344CB8AC3E}">
        <p14:creationId xmlns:p14="http://schemas.microsoft.com/office/powerpoint/2010/main" val="290887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188686" y="0"/>
            <a:ext cx="12409717" cy="2668439"/>
            <a:chOff x="116115" y="2525485"/>
            <a:chExt cx="12017830" cy="2668439"/>
          </a:xfrm>
        </p:grpSpPr>
        <p:sp>
          <p:nvSpPr>
            <p:cNvPr id="38"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39"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40" name="PA-文本框 49"/>
          <p:cNvSpPr txBox="1"/>
          <p:nvPr>
            <p:custDataLst>
              <p:tags r:id="rId1"/>
            </p:custDataLst>
          </p:nvPr>
        </p:nvSpPr>
        <p:spPr>
          <a:xfrm>
            <a:off x="5440680" y="305435"/>
            <a:ext cx="1584325" cy="922020"/>
          </a:xfrm>
          <a:prstGeom prst="rect">
            <a:avLst/>
          </a:prstGeom>
          <a:noFill/>
        </p:spPr>
        <p:txBody>
          <a:bodyPr wrap="square" rtlCol="0">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zh-CN" altLang="en-US" sz="5400" dirty="0">
                <a:solidFill>
                  <a:srgbClr val="FF0000"/>
                </a:solidFill>
                <a:cs typeface="+mn-ea"/>
                <a:sym typeface="+mn-lt"/>
              </a:rPr>
              <a:t>目录</a:t>
            </a:r>
          </a:p>
        </p:txBody>
      </p:sp>
      <p:sp>
        <p:nvSpPr>
          <p:cNvPr id="41" name="PA-矩形 11"/>
          <p:cNvSpPr/>
          <p:nvPr>
            <p:custDataLst>
              <p:tags r:id="rId2"/>
            </p:custDataLst>
          </p:nvPr>
        </p:nvSpPr>
        <p:spPr>
          <a:xfrm>
            <a:off x="2228850" y="1149656"/>
            <a:ext cx="7791450" cy="336695"/>
          </a:xfrm>
          <a:prstGeom prst="rect">
            <a:avLst/>
          </a:prstGeom>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algn="ctr" defTabSz="914400">
              <a:lnSpc>
                <a:spcPct val="150000"/>
              </a:lnSpc>
              <a:defRPr/>
            </a:pPr>
            <a:r>
              <a:rPr lang="en-US" altLang="zh-CN" sz="1200" kern="0" dirty="0">
                <a:solidFill>
                  <a:schemeClr val="tx1">
                    <a:lumMod val="50000"/>
                    <a:lumOff val="50000"/>
                  </a:schemeClr>
                </a:solidFill>
                <a:cs typeface="+mn-ea"/>
                <a:sym typeface="+mn-lt"/>
              </a:rPr>
              <a:t>PLEASE ENTER YOUR DETAILED TEXT HERE, THE CONTENT SHOULD BE CONCISE AND CLEAR</a:t>
            </a:r>
            <a:endParaRPr lang="zh-CN" altLang="en-US" sz="1200" kern="0" dirty="0">
              <a:solidFill>
                <a:schemeClr val="tx1">
                  <a:lumMod val="50000"/>
                  <a:lumOff val="50000"/>
                </a:schemeClr>
              </a:solidFill>
              <a:cs typeface="+mn-ea"/>
              <a:sym typeface="+mn-lt"/>
            </a:endParaRPr>
          </a:p>
        </p:txBody>
      </p:sp>
      <p:sp>
        <p:nvSpPr>
          <p:cNvPr id="42" name="PA-文本框 61"/>
          <p:cNvSpPr txBox="1"/>
          <p:nvPr>
            <p:custDataLst>
              <p:tags r:id="rId3"/>
            </p:custDataLst>
          </p:nvPr>
        </p:nvSpPr>
        <p:spPr>
          <a:xfrm>
            <a:off x="762000" y="4726241"/>
            <a:ext cx="266179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p>
        </p:txBody>
      </p:sp>
      <p:sp>
        <p:nvSpPr>
          <p:cNvPr id="43" name="PA-文本框 61"/>
          <p:cNvSpPr txBox="1"/>
          <p:nvPr>
            <p:custDataLst>
              <p:tags r:id="rId4"/>
            </p:custDataLst>
          </p:nvPr>
        </p:nvSpPr>
        <p:spPr>
          <a:xfrm>
            <a:off x="1053894"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dirty="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44" name="PA-椭圆 18"/>
          <p:cNvSpPr/>
          <p:nvPr>
            <p:custDataLst>
              <p:tags r:id="rId5"/>
            </p:custDataLst>
          </p:nvPr>
        </p:nvSpPr>
        <p:spPr>
          <a:xfrm>
            <a:off x="1726754"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壹</a:t>
            </a:r>
          </a:p>
        </p:txBody>
      </p:sp>
      <p:sp>
        <p:nvSpPr>
          <p:cNvPr id="45" name="PA-椭圆 19"/>
          <p:cNvSpPr/>
          <p:nvPr>
            <p:custDataLst>
              <p:tags r:id="rId6"/>
            </p:custDataLst>
          </p:nvPr>
        </p:nvSpPr>
        <p:spPr>
          <a:xfrm>
            <a:off x="4420501"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贰</a:t>
            </a:r>
          </a:p>
        </p:txBody>
      </p:sp>
      <p:sp>
        <p:nvSpPr>
          <p:cNvPr id="46" name="PA-文本框 61"/>
          <p:cNvSpPr txBox="1"/>
          <p:nvPr>
            <p:custDataLst>
              <p:tags r:id="rId7"/>
            </p:custDataLst>
          </p:nvPr>
        </p:nvSpPr>
        <p:spPr>
          <a:xfrm>
            <a:off x="3413932" y="4726241"/>
            <a:ext cx="274542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p>
        </p:txBody>
      </p:sp>
      <p:sp>
        <p:nvSpPr>
          <p:cNvPr id="47" name="PA-文本框 61"/>
          <p:cNvSpPr txBox="1"/>
          <p:nvPr>
            <p:custDataLst>
              <p:tags r:id="rId8"/>
            </p:custDataLst>
          </p:nvPr>
        </p:nvSpPr>
        <p:spPr>
          <a:xfrm>
            <a:off x="3747641"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48" name="PA-椭圆 20"/>
          <p:cNvSpPr/>
          <p:nvPr>
            <p:custDataLst>
              <p:tags r:id="rId9"/>
            </p:custDataLst>
          </p:nvPr>
        </p:nvSpPr>
        <p:spPr>
          <a:xfrm>
            <a:off x="7158719"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叁</a:t>
            </a:r>
          </a:p>
        </p:txBody>
      </p:sp>
      <p:sp>
        <p:nvSpPr>
          <p:cNvPr id="49" name="PA-文本框 61"/>
          <p:cNvSpPr txBox="1"/>
          <p:nvPr>
            <p:custDataLst>
              <p:tags r:id="rId10"/>
            </p:custDataLst>
          </p:nvPr>
        </p:nvSpPr>
        <p:spPr>
          <a:xfrm>
            <a:off x="6159353" y="4726241"/>
            <a:ext cx="2731015"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p>
        </p:txBody>
      </p:sp>
      <p:sp>
        <p:nvSpPr>
          <p:cNvPr id="50" name="PA-文本框 61"/>
          <p:cNvSpPr txBox="1"/>
          <p:nvPr>
            <p:custDataLst>
              <p:tags r:id="rId11"/>
            </p:custDataLst>
          </p:nvPr>
        </p:nvSpPr>
        <p:spPr>
          <a:xfrm>
            <a:off x="6485859"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
        <p:nvSpPr>
          <p:cNvPr id="51" name="PA-椭圆 21"/>
          <p:cNvSpPr/>
          <p:nvPr>
            <p:custDataLst>
              <p:tags r:id="rId12"/>
            </p:custDataLst>
          </p:nvPr>
        </p:nvSpPr>
        <p:spPr>
          <a:xfrm>
            <a:off x="9796316" y="3855100"/>
            <a:ext cx="732283" cy="7322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685800" rtl="0" eaLnBrk="1" latinLnBrk="0" hangingPunct="1">
              <a:defRPr sz="1350" kern="1200">
                <a:solidFill>
                  <a:schemeClr val="lt1"/>
                </a:solidFill>
                <a:latin typeface="+mn-lt"/>
                <a:ea typeface="+mn-ea"/>
                <a:cs typeface="+mn-cs"/>
              </a:defRPr>
            </a:lvl1pPr>
            <a:lvl2pPr marL="342900" algn="l" defTabSz="685800" rtl="0" eaLnBrk="1" latinLnBrk="0" hangingPunct="1">
              <a:defRPr sz="1350" kern="1200">
                <a:solidFill>
                  <a:schemeClr val="lt1"/>
                </a:solidFill>
                <a:latin typeface="+mn-lt"/>
                <a:ea typeface="+mn-ea"/>
                <a:cs typeface="+mn-cs"/>
              </a:defRPr>
            </a:lvl2pPr>
            <a:lvl3pPr marL="685800" algn="l" defTabSz="685800" rtl="0" eaLnBrk="1" latinLnBrk="0" hangingPunct="1">
              <a:defRPr sz="1350" kern="1200">
                <a:solidFill>
                  <a:schemeClr val="lt1"/>
                </a:solidFill>
                <a:latin typeface="+mn-lt"/>
                <a:ea typeface="+mn-ea"/>
                <a:cs typeface="+mn-cs"/>
              </a:defRPr>
            </a:lvl3pPr>
            <a:lvl4pPr marL="1028700" algn="l" defTabSz="685800" rtl="0" eaLnBrk="1" latinLnBrk="0" hangingPunct="1">
              <a:defRPr sz="1350" kern="1200">
                <a:solidFill>
                  <a:schemeClr val="lt1"/>
                </a:solidFill>
                <a:latin typeface="+mn-lt"/>
                <a:ea typeface="+mn-ea"/>
                <a:cs typeface="+mn-cs"/>
              </a:defRPr>
            </a:lvl4pPr>
            <a:lvl5pPr marL="1371600" algn="l" defTabSz="685800" rtl="0" eaLnBrk="1" latinLnBrk="0" hangingPunct="1">
              <a:defRPr sz="1350" kern="1200">
                <a:solidFill>
                  <a:schemeClr val="lt1"/>
                </a:solidFill>
                <a:latin typeface="+mn-lt"/>
                <a:ea typeface="+mn-ea"/>
                <a:cs typeface="+mn-cs"/>
              </a:defRPr>
            </a:lvl5pPr>
            <a:lvl6pPr marL="1714500" algn="l" defTabSz="685800" rtl="0" eaLnBrk="1" latinLnBrk="0" hangingPunct="1">
              <a:defRPr sz="1350" kern="1200">
                <a:solidFill>
                  <a:schemeClr val="lt1"/>
                </a:solidFill>
                <a:latin typeface="+mn-lt"/>
                <a:ea typeface="+mn-ea"/>
                <a:cs typeface="+mn-cs"/>
              </a:defRPr>
            </a:lvl6pPr>
            <a:lvl7pPr marL="2057400" algn="l" defTabSz="685800" rtl="0" eaLnBrk="1" latinLnBrk="0" hangingPunct="1">
              <a:defRPr sz="1350" kern="1200">
                <a:solidFill>
                  <a:schemeClr val="lt1"/>
                </a:solidFill>
                <a:latin typeface="+mn-lt"/>
                <a:ea typeface="+mn-ea"/>
                <a:cs typeface="+mn-cs"/>
              </a:defRPr>
            </a:lvl7pPr>
            <a:lvl8pPr marL="2400300" algn="l" defTabSz="685800" rtl="0" eaLnBrk="1" latinLnBrk="0" hangingPunct="1">
              <a:defRPr sz="1350" kern="1200">
                <a:solidFill>
                  <a:schemeClr val="lt1"/>
                </a:solidFill>
                <a:latin typeface="+mn-lt"/>
                <a:ea typeface="+mn-ea"/>
                <a:cs typeface="+mn-cs"/>
              </a:defRPr>
            </a:lvl8pPr>
            <a:lvl9pPr marL="2743200" algn="l" defTabSz="685800" rtl="0" eaLnBrk="1" latinLnBrk="0" hangingPunct="1">
              <a:defRPr sz="1350" kern="1200">
                <a:solidFill>
                  <a:schemeClr val="lt1"/>
                </a:solidFill>
                <a:latin typeface="+mn-lt"/>
                <a:ea typeface="+mn-ea"/>
                <a:cs typeface="+mn-cs"/>
              </a:defRPr>
            </a:lvl9pPr>
          </a:lstStyle>
          <a:p>
            <a:pPr algn="ctr"/>
            <a:r>
              <a:rPr lang="zh-CN" altLang="en-US" sz="2800">
                <a:solidFill>
                  <a:srgbClr val="FF0000"/>
                </a:solidFill>
                <a:cs typeface="+mn-ea"/>
                <a:sym typeface="+mn-lt"/>
              </a:rPr>
              <a:t>肆</a:t>
            </a:r>
          </a:p>
        </p:txBody>
      </p:sp>
      <p:sp>
        <p:nvSpPr>
          <p:cNvPr id="52" name="PA-文本框 61"/>
          <p:cNvSpPr txBox="1"/>
          <p:nvPr>
            <p:custDataLst>
              <p:tags r:id="rId13"/>
            </p:custDataLst>
          </p:nvPr>
        </p:nvSpPr>
        <p:spPr>
          <a:xfrm>
            <a:off x="8825967" y="4726241"/>
            <a:ext cx="2672981" cy="584775"/>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zh-CN" altLang="en-US" dirty="0">
                <a:solidFill>
                  <a:schemeClr val="tx1"/>
                </a:solidFill>
                <a:latin typeface="+mn-lt"/>
                <a:cs typeface="+mn-ea"/>
                <a:sym typeface="+mn-lt"/>
              </a:rPr>
              <a:t>添加标题</a:t>
            </a:r>
          </a:p>
        </p:txBody>
      </p:sp>
      <p:sp>
        <p:nvSpPr>
          <p:cNvPr id="53" name="PA-文本框 61"/>
          <p:cNvSpPr txBox="1"/>
          <p:nvPr>
            <p:custDataLst>
              <p:tags r:id="rId14"/>
            </p:custDataLst>
          </p:nvPr>
        </p:nvSpPr>
        <p:spPr>
          <a:xfrm>
            <a:off x="9123456" y="5427368"/>
            <a:ext cx="2078002" cy="261610"/>
          </a:xfrm>
          <a:prstGeom prst="rect">
            <a:avLst/>
          </a:prstGeom>
          <a:noFill/>
        </p:spPr>
        <p:txBody>
          <a:bodyPr wrap="square" rtlCol="0">
            <a:spAutoFit/>
          </a:bodyPr>
          <a:lstStyle>
            <a:defPPr>
              <a:defRPr lang="zh-CN"/>
            </a:defPPr>
            <a:lvl1pPr>
              <a:defRPr sz="3200" b="1">
                <a:solidFill>
                  <a:schemeClr val="tx2"/>
                </a:solidFill>
                <a:latin typeface="+mn-ea"/>
                <a:ea typeface="+mn-ea"/>
              </a:defRPr>
            </a:lvl1pPr>
          </a:lstStyle>
          <a:p>
            <a:pPr algn="ctr"/>
            <a:r>
              <a:rPr lang="en-US" altLang="zh-CN" sz="1100" b="0">
                <a:solidFill>
                  <a:schemeClr val="bg1">
                    <a:lumMod val="50000"/>
                  </a:schemeClr>
                </a:solidFill>
                <a:latin typeface="+mn-lt"/>
                <a:cs typeface="+mn-ea"/>
                <a:sym typeface="+mn-lt"/>
              </a:rPr>
              <a:t>ADD TITLE CONTENT</a:t>
            </a:r>
            <a:endParaRPr lang="zh-CN" altLang="en-US" sz="1100" b="0" dirty="0">
              <a:solidFill>
                <a:schemeClr val="bg1">
                  <a:lumMod val="50000"/>
                </a:schemeClr>
              </a:soli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14:presetBounceEnd="38000">
                                      <p:stCondLst>
                                        <p:cond delay="0"/>
                                      </p:stCondLst>
                                      <p:childTnLst>
                                        <p:set>
                                          <p:cBhvr>
                                            <p:cTn id="6" dur="1" fill="hold">
                                              <p:stCondLst>
                                                <p:cond delay="0"/>
                                              </p:stCondLst>
                                            </p:cTn>
                                            <p:tgtEl>
                                              <p:spTgt spid="40"/>
                                            </p:tgtEl>
                                            <p:attrNameLst>
                                              <p:attrName>style.visibility</p:attrName>
                                            </p:attrNameLst>
                                          </p:cBhvr>
                                          <p:to>
                                            <p:strVal val="visible"/>
                                          </p:to>
                                        </p:set>
                                        <p:anim to="" calcmode="lin" valueType="num" p14:bounceEnd="38000">
                                          <p:cBhvr>
                                            <p:cTn id="7" dur="2000" fill="hold">
                                              <p:stCondLst>
                                                <p:cond delay="0"/>
                                              </p:stCondLst>
                                            </p:cTn>
                                            <p:tgtEl>
                                              <p:spTgt spid="4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8" dur="2000" fill="hold">
                                              <p:stCondLst>
                                                <p:cond delay="0"/>
                                              </p:stCondLst>
                                            </p:cTn>
                                            <p:tgtEl>
                                              <p:spTgt spid="4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9" presetID="0" presetClass="entr" presetSubtype="0" fill="hold" grpId="0" nodeType="withEffect" p14:presetBounceEnd="38000">
                                      <p:stCondLst>
                                        <p:cond delay="0"/>
                                      </p:stCondLst>
                                      <p:childTnLst>
                                        <p:set>
                                          <p:cBhvr>
                                            <p:cTn id="10" dur="1" fill="hold">
                                              <p:stCondLst>
                                                <p:cond delay="0"/>
                                              </p:stCondLst>
                                            </p:cTn>
                                            <p:tgtEl>
                                              <p:spTgt spid="41"/>
                                            </p:tgtEl>
                                            <p:attrNameLst>
                                              <p:attrName>style.visibility</p:attrName>
                                            </p:attrNameLst>
                                          </p:cBhvr>
                                          <p:to>
                                            <p:strVal val="visible"/>
                                          </p:to>
                                        </p:set>
                                        <p:anim to="" calcmode="lin" valueType="num" p14:bounceEnd="38000">
                                          <p:cBhvr>
                                            <p:cTn id="11" dur="2000" fill="hold">
                                              <p:stCondLst>
                                                <p:cond delay="0"/>
                                              </p:stCondLst>
                                            </p:cTn>
                                            <p:tgtEl>
                                              <p:spTgt spid="4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12" dur="2000" fill="hold">
                                              <p:stCondLst>
                                                <p:cond delay="0"/>
                                              </p:stCondLst>
                                            </p:cTn>
                                            <p:tgtEl>
                                              <p:spTgt spid="4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3" presetID="0" presetClass="entr" presetSubtype="0" fill="hold" grpId="0" nodeType="withEffect" p14:presetBounceEnd="38000">
                                      <p:stCondLst>
                                        <p:cond delay="0"/>
                                      </p:stCondLst>
                                      <p:childTnLst>
                                        <p:set>
                                          <p:cBhvr>
                                            <p:cTn id="14" dur="1" fill="hold">
                                              <p:stCondLst>
                                                <p:cond delay="0"/>
                                              </p:stCondLst>
                                            </p:cTn>
                                            <p:tgtEl>
                                              <p:spTgt spid="42"/>
                                            </p:tgtEl>
                                            <p:attrNameLst>
                                              <p:attrName>style.visibility</p:attrName>
                                            </p:attrNameLst>
                                          </p:cBhvr>
                                          <p:to>
                                            <p:strVal val="visible"/>
                                          </p:to>
                                        </p:set>
                                        <p:anim to="" calcmode="lin" valueType="num" p14:bounceEnd="38000">
                                          <p:cBhvr>
                                            <p:cTn id="15" dur="2000" fill="hold">
                                              <p:stCondLst>
                                                <p:cond delay="0"/>
                                              </p:stCondLst>
                                            </p:cTn>
                                            <p:tgtEl>
                                              <p:spTgt spid="4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16" dur="2000" fill="hold">
                                              <p:stCondLst>
                                                <p:cond delay="0"/>
                                              </p:stCondLst>
                                            </p:cTn>
                                            <p:tgtEl>
                                              <p:spTgt spid="4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7" presetID="0" presetClass="entr" presetSubtype="0" fill="hold" grpId="0" nodeType="withEffect" p14:presetBounceEnd="38000">
                                      <p:stCondLst>
                                        <p:cond delay="0"/>
                                      </p:stCondLst>
                                      <p:childTnLst>
                                        <p:set>
                                          <p:cBhvr>
                                            <p:cTn id="18" dur="1" fill="hold">
                                              <p:stCondLst>
                                                <p:cond delay="0"/>
                                              </p:stCondLst>
                                            </p:cTn>
                                            <p:tgtEl>
                                              <p:spTgt spid="43"/>
                                            </p:tgtEl>
                                            <p:attrNameLst>
                                              <p:attrName>style.visibility</p:attrName>
                                            </p:attrNameLst>
                                          </p:cBhvr>
                                          <p:to>
                                            <p:strVal val="visible"/>
                                          </p:to>
                                        </p:set>
                                        <p:anim to="" calcmode="lin" valueType="num" p14:bounceEnd="38000">
                                          <p:cBhvr>
                                            <p:cTn id="19" dur="2000" fill="hold">
                                              <p:stCondLst>
                                                <p:cond delay="0"/>
                                              </p:stCondLst>
                                            </p:cTn>
                                            <p:tgtEl>
                                              <p:spTgt spid="4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0" dur="2000" fill="hold">
                                              <p:stCondLst>
                                                <p:cond delay="0"/>
                                              </p:stCondLst>
                                            </p:cTn>
                                            <p:tgtEl>
                                              <p:spTgt spid="4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1" presetID="0" presetClass="entr" presetSubtype="0" fill="hold" grpId="0" nodeType="withEffect" p14:presetBounceEnd="38000">
                                      <p:stCondLst>
                                        <p:cond delay="0"/>
                                      </p:stCondLst>
                                      <p:childTnLst>
                                        <p:set>
                                          <p:cBhvr>
                                            <p:cTn id="22" dur="1" fill="hold">
                                              <p:stCondLst>
                                                <p:cond delay="0"/>
                                              </p:stCondLst>
                                            </p:cTn>
                                            <p:tgtEl>
                                              <p:spTgt spid="44"/>
                                            </p:tgtEl>
                                            <p:attrNameLst>
                                              <p:attrName>style.visibility</p:attrName>
                                            </p:attrNameLst>
                                          </p:cBhvr>
                                          <p:to>
                                            <p:strVal val="visible"/>
                                          </p:to>
                                        </p:set>
                                        <p:anim to="" calcmode="lin" valueType="num" p14:bounceEnd="38000">
                                          <p:cBhvr>
                                            <p:cTn id="23" dur="2000" fill="hold">
                                              <p:stCondLst>
                                                <p:cond delay="0"/>
                                              </p:stCondLst>
                                            </p:cTn>
                                            <p:tgtEl>
                                              <p:spTgt spid="44"/>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4" dur="2000" fill="hold">
                                              <p:stCondLst>
                                                <p:cond delay="0"/>
                                              </p:stCondLst>
                                            </p:cTn>
                                            <p:tgtEl>
                                              <p:spTgt spid="44"/>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5" presetID="0" presetClass="entr" presetSubtype="0" fill="hold" grpId="0" nodeType="withEffect" p14:presetBounceEnd="38000">
                                      <p:stCondLst>
                                        <p:cond delay="0"/>
                                      </p:stCondLst>
                                      <p:childTnLst>
                                        <p:set>
                                          <p:cBhvr>
                                            <p:cTn id="26" dur="1" fill="hold">
                                              <p:stCondLst>
                                                <p:cond delay="0"/>
                                              </p:stCondLst>
                                            </p:cTn>
                                            <p:tgtEl>
                                              <p:spTgt spid="45"/>
                                            </p:tgtEl>
                                            <p:attrNameLst>
                                              <p:attrName>style.visibility</p:attrName>
                                            </p:attrNameLst>
                                          </p:cBhvr>
                                          <p:to>
                                            <p:strVal val="visible"/>
                                          </p:to>
                                        </p:set>
                                        <p:anim to="" calcmode="lin" valueType="num" p14:bounceEnd="38000">
                                          <p:cBhvr>
                                            <p:cTn id="27" dur="2000" fill="hold">
                                              <p:stCondLst>
                                                <p:cond delay="0"/>
                                              </p:stCondLst>
                                            </p:cTn>
                                            <p:tgtEl>
                                              <p:spTgt spid="45"/>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28" dur="2000" fill="hold">
                                              <p:stCondLst>
                                                <p:cond delay="0"/>
                                              </p:stCondLst>
                                            </p:cTn>
                                            <p:tgtEl>
                                              <p:spTgt spid="45"/>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9" presetID="0" presetClass="entr" presetSubtype="0" fill="hold" grpId="0" nodeType="withEffect" p14:presetBounceEnd="38000">
                                      <p:stCondLst>
                                        <p:cond delay="0"/>
                                      </p:stCondLst>
                                      <p:childTnLst>
                                        <p:set>
                                          <p:cBhvr>
                                            <p:cTn id="30" dur="1" fill="hold">
                                              <p:stCondLst>
                                                <p:cond delay="0"/>
                                              </p:stCondLst>
                                            </p:cTn>
                                            <p:tgtEl>
                                              <p:spTgt spid="46"/>
                                            </p:tgtEl>
                                            <p:attrNameLst>
                                              <p:attrName>style.visibility</p:attrName>
                                            </p:attrNameLst>
                                          </p:cBhvr>
                                          <p:to>
                                            <p:strVal val="visible"/>
                                          </p:to>
                                        </p:set>
                                        <p:anim to="" calcmode="lin" valueType="num" p14:bounceEnd="38000">
                                          <p:cBhvr>
                                            <p:cTn id="31" dur="2000" fill="hold">
                                              <p:stCondLst>
                                                <p:cond delay="0"/>
                                              </p:stCondLst>
                                            </p:cTn>
                                            <p:tgtEl>
                                              <p:spTgt spid="46"/>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32" dur="2000" fill="hold">
                                              <p:stCondLst>
                                                <p:cond delay="0"/>
                                              </p:stCondLst>
                                            </p:cTn>
                                            <p:tgtEl>
                                              <p:spTgt spid="46"/>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3" presetID="0" presetClass="entr" presetSubtype="0" fill="hold" grpId="0" nodeType="withEffect" p14:presetBounceEnd="38000">
                                      <p:stCondLst>
                                        <p:cond delay="0"/>
                                      </p:stCondLst>
                                      <p:childTnLst>
                                        <p:set>
                                          <p:cBhvr>
                                            <p:cTn id="34" dur="1" fill="hold">
                                              <p:stCondLst>
                                                <p:cond delay="0"/>
                                              </p:stCondLst>
                                            </p:cTn>
                                            <p:tgtEl>
                                              <p:spTgt spid="47"/>
                                            </p:tgtEl>
                                            <p:attrNameLst>
                                              <p:attrName>style.visibility</p:attrName>
                                            </p:attrNameLst>
                                          </p:cBhvr>
                                          <p:to>
                                            <p:strVal val="visible"/>
                                          </p:to>
                                        </p:set>
                                        <p:anim to="" calcmode="lin" valueType="num" p14:bounceEnd="38000">
                                          <p:cBhvr>
                                            <p:cTn id="35" dur="2000" fill="hold">
                                              <p:stCondLst>
                                                <p:cond delay="0"/>
                                              </p:stCondLst>
                                            </p:cTn>
                                            <p:tgtEl>
                                              <p:spTgt spid="47"/>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36" dur="2000" fill="hold">
                                              <p:stCondLst>
                                                <p:cond delay="0"/>
                                              </p:stCondLst>
                                            </p:cTn>
                                            <p:tgtEl>
                                              <p:spTgt spid="47"/>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7" presetID="0" presetClass="entr" presetSubtype="0" fill="hold" grpId="0" nodeType="withEffect" p14:presetBounceEnd="38000">
                                      <p:stCondLst>
                                        <p:cond delay="0"/>
                                      </p:stCondLst>
                                      <p:childTnLst>
                                        <p:set>
                                          <p:cBhvr>
                                            <p:cTn id="38" dur="1" fill="hold">
                                              <p:stCondLst>
                                                <p:cond delay="0"/>
                                              </p:stCondLst>
                                            </p:cTn>
                                            <p:tgtEl>
                                              <p:spTgt spid="48"/>
                                            </p:tgtEl>
                                            <p:attrNameLst>
                                              <p:attrName>style.visibility</p:attrName>
                                            </p:attrNameLst>
                                          </p:cBhvr>
                                          <p:to>
                                            <p:strVal val="visible"/>
                                          </p:to>
                                        </p:set>
                                        <p:anim to="" calcmode="lin" valueType="num" p14:bounceEnd="38000">
                                          <p:cBhvr>
                                            <p:cTn id="39" dur="2000" fill="hold">
                                              <p:stCondLst>
                                                <p:cond delay="0"/>
                                              </p:stCondLst>
                                            </p:cTn>
                                            <p:tgtEl>
                                              <p:spTgt spid="48"/>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0" dur="2000" fill="hold">
                                              <p:stCondLst>
                                                <p:cond delay="0"/>
                                              </p:stCondLst>
                                            </p:cTn>
                                            <p:tgtEl>
                                              <p:spTgt spid="48"/>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1" presetID="0" presetClass="entr" presetSubtype="0" fill="hold" grpId="0" nodeType="withEffect" p14:presetBounceEnd="38000">
                                      <p:stCondLst>
                                        <p:cond delay="0"/>
                                      </p:stCondLst>
                                      <p:childTnLst>
                                        <p:set>
                                          <p:cBhvr>
                                            <p:cTn id="42" dur="1" fill="hold">
                                              <p:stCondLst>
                                                <p:cond delay="0"/>
                                              </p:stCondLst>
                                            </p:cTn>
                                            <p:tgtEl>
                                              <p:spTgt spid="49"/>
                                            </p:tgtEl>
                                            <p:attrNameLst>
                                              <p:attrName>style.visibility</p:attrName>
                                            </p:attrNameLst>
                                          </p:cBhvr>
                                          <p:to>
                                            <p:strVal val="visible"/>
                                          </p:to>
                                        </p:set>
                                        <p:anim to="" calcmode="lin" valueType="num" p14:bounceEnd="38000">
                                          <p:cBhvr>
                                            <p:cTn id="43" dur="2000" fill="hold">
                                              <p:stCondLst>
                                                <p:cond delay="0"/>
                                              </p:stCondLst>
                                            </p:cTn>
                                            <p:tgtEl>
                                              <p:spTgt spid="49"/>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4" dur="2000" fill="hold">
                                              <p:stCondLst>
                                                <p:cond delay="0"/>
                                              </p:stCondLst>
                                            </p:cTn>
                                            <p:tgtEl>
                                              <p:spTgt spid="49"/>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5" presetID="0" presetClass="entr" presetSubtype="0" fill="hold" grpId="0" nodeType="withEffect" p14:presetBounceEnd="38000">
                                      <p:stCondLst>
                                        <p:cond delay="0"/>
                                      </p:stCondLst>
                                      <p:childTnLst>
                                        <p:set>
                                          <p:cBhvr>
                                            <p:cTn id="46" dur="1" fill="hold">
                                              <p:stCondLst>
                                                <p:cond delay="0"/>
                                              </p:stCondLst>
                                            </p:cTn>
                                            <p:tgtEl>
                                              <p:spTgt spid="50"/>
                                            </p:tgtEl>
                                            <p:attrNameLst>
                                              <p:attrName>style.visibility</p:attrName>
                                            </p:attrNameLst>
                                          </p:cBhvr>
                                          <p:to>
                                            <p:strVal val="visible"/>
                                          </p:to>
                                        </p:set>
                                        <p:anim to="" calcmode="lin" valueType="num" p14:bounceEnd="38000">
                                          <p:cBhvr>
                                            <p:cTn id="47" dur="2000" fill="hold">
                                              <p:stCondLst>
                                                <p:cond delay="0"/>
                                              </p:stCondLst>
                                            </p:cTn>
                                            <p:tgtEl>
                                              <p:spTgt spid="5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48" dur="2000" fill="hold">
                                              <p:stCondLst>
                                                <p:cond delay="0"/>
                                              </p:stCondLst>
                                            </p:cTn>
                                            <p:tgtEl>
                                              <p:spTgt spid="5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9" presetID="0" presetClass="entr" presetSubtype="0" fill="hold" grpId="0" nodeType="withEffect" p14:presetBounceEnd="38000">
                                      <p:stCondLst>
                                        <p:cond delay="0"/>
                                      </p:stCondLst>
                                      <p:childTnLst>
                                        <p:set>
                                          <p:cBhvr>
                                            <p:cTn id="50" dur="1" fill="hold">
                                              <p:stCondLst>
                                                <p:cond delay="0"/>
                                              </p:stCondLst>
                                            </p:cTn>
                                            <p:tgtEl>
                                              <p:spTgt spid="51"/>
                                            </p:tgtEl>
                                            <p:attrNameLst>
                                              <p:attrName>style.visibility</p:attrName>
                                            </p:attrNameLst>
                                          </p:cBhvr>
                                          <p:to>
                                            <p:strVal val="visible"/>
                                          </p:to>
                                        </p:set>
                                        <p:anim to="" calcmode="lin" valueType="num" p14:bounceEnd="38000">
                                          <p:cBhvr>
                                            <p:cTn id="51" dur="2000" fill="hold">
                                              <p:stCondLst>
                                                <p:cond delay="0"/>
                                              </p:stCondLst>
                                            </p:cTn>
                                            <p:tgtEl>
                                              <p:spTgt spid="5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52" dur="2000" fill="hold">
                                              <p:stCondLst>
                                                <p:cond delay="0"/>
                                              </p:stCondLst>
                                            </p:cTn>
                                            <p:tgtEl>
                                              <p:spTgt spid="5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3" presetID="0" presetClass="entr" presetSubtype="0" fill="hold" grpId="0" nodeType="withEffect" p14:presetBounceEnd="38000">
                                      <p:stCondLst>
                                        <p:cond delay="0"/>
                                      </p:stCondLst>
                                      <p:childTnLst>
                                        <p:set>
                                          <p:cBhvr>
                                            <p:cTn id="54" dur="1" fill="hold">
                                              <p:stCondLst>
                                                <p:cond delay="0"/>
                                              </p:stCondLst>
                                            </p:cTn>
                                            <p:tgtEl>
                                              <p:spTgt spid="52"/>
                                            </p:tgtEl>
                                            <p:attrNameLst>
                                              <p:attrName>style.visibility</p:attrName>
                                            </p:attrNameLst>
                                          </p:cBhvr>
                                          <p:to>
                                            <p:strVal val="visible"/>
                                          </p:to>
                                        </p:set>
                                        <p:anim to="" calcmode="lin" valueType="num" p14:bounceEnd="38000">
                                          <p:cBhvr>
                                            <p:cTn id="55" dur="2000" fill="hold">
                                              <p:stCondLst>
                                                <p:cond delay="0"/>
                                              </p:stCondLst>
                                            </p:cTn>
                                            <p:tgtEl>
                                              <p:spTgt spid="5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56" dur="2000" fill="hold">
                                              <p:stCondLst>
                                                <p:cond delay="0"/>
                                              </p:stCondLst>
                                            </p:cTn>
                                            <p:tgtEl>
                                              <p:spTgt spid="5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7" presetID="0" presetClass="entr" presetSubtype="0" fill="hold" grpId="0" nodeType="withEffect" p14:presetBounceEnd="38000">
                                      <p:stCondLst>
                                        <p:cond delay="0"/>
                                      </p:stCondLst>
                                      <p:childTnLst>
                                        <p:set>
                                          <p:cBhvr>
                                            <p:cTn id="58" dur="1" fill="hold">
                                              <p:stCondLst>
                                                <p:cond delay="0"/>
                                              </p:stCondLst>
                                            </p:cTn>
                                            <p:tgtEl>
                                              <p:spTgt spid="53"/>
                                            </p:tgtEl>
                                            <p:attrNameLst>
                                              <p:attrName>style.visibility</p:attrName>
                                            </p:attrNameLst>
                                          </p:cBhvr>
                                          <p:to>
                                            <p:strVal val="visible"/>
                                          </p:to>
                                        </p:set>
                                        <p:anim to="" calcmode="lin" valueType="num" p14:bounceEnd="38000">
                                          <p:cBhvr>
                                            <p:cTn id="59" dur="2000" fill="hold">
                                              <p:stCondLst>
                                                <p:cond delay="0"/>
                                              </p:stCondLst>
                                            </p:cTn>
                                            <p:tgtEl>
                                              <p:spTgt spid="5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14:bounceEnd="38000">
                                          <p:cBhvr>
                                            <p:cTn id="60" dur="2000" fill="hold">
                                              <p:stCondLst>
                                                <p:cond delay="0"/>
                                              </p:stCondLst>
                                            </p:cTn>
                                            <p:tgtEl>
                                              <p:spTgt spid="5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animBg="1"/>
          <p:bldP spid="45" grpId="0" animBg="1"/>
          <p:bldP spid="46" grpId="0"/>
          <p:bldP spid="47" grpId="0"/>
          <p:bldP spid="48" grpId="0" animBg="1"/>
          <p:bldP spid="49" grpId="0"/>
          <p:bldP spid="50" grpId="0"/>
          <p:bldP spid="51" grpId="0" animBg="1"/>
          <p:bldP spid="52" grpId="0"/>
          <p:bldP spid="5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to="" calcmode="lin" valueType="num">
                                          <p:cBhvr>
                                            <p:cTn id="7" dur="2000" fill="hold">
                                              <p:stCondLst>
                                                <p:cond delay="0"/>
                                              </p:stCondLst>
                                            </p:cTn>
                                            <p:tgtEl>
                                              <p:spTgt spid="4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8" dur="2000" fill="hold">
                                              <p:stCondLst>
                                                <p:cond delay="0"/>
                                              </p:stCondLst>
                                            </p:cTn>
                                            <p:tgtEl>
                                              <p:spTgt spid="4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9" presetID="0"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to="" calcmode="lin" valueType="num">
                                          <p:cBhvr>
                                            <p:cTn id="11" dur="2000" fill="hold">
                                              <p:stCondLst>
                                                <p:cond delay="0"/>
                                              </p:stCondLst>
                                            </p:cTn>
                                            <p:tgtEl>
                                              <p:spTgt spid="4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12" dur="2000" fill="hold">
                                              <p:stCondLst>
                                                <p:cond delay="0"/>
                                              </p:stCondLst>
                                            </p:cTn>
                                            <p:tgtEl>
                                              <p:spTgt spid="4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3" presetID="0"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anim to="" calcmode="lin" valueType="num">
                                          <p:cBhvr>
                                            <p:cTn id="15" dur="2000" fill="hold">
                                              <p:stCondLst>
                                                <p:cond delay="0"/>
                                              </p:stCondLst>
                                            </p:cTn>
                                            <p:tgtEl>
                                              <p:spTgt spid="4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16" dur="2000" fill="hold">
                                              <p:stCondLst>
                                                <p:cond delay="0"/>
                                              </p:stCondLst>
                                            </p:cTn>
                                            <p:tgtEl>
                                              <p:spTgt spid="4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17" presetID="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 to="" calcmode="lin" valueType="num">
                                          <p:cBhvr>
                                            <p:cTn id="19" dur="2000" fill="hold">
                                              <p:stCondLst>
                                                <p:cond delay="0"/>
                                              </p:stCondLst>
                                            </p:cTn>
                                            <p:tgtEl>
                                              <p:spTgt spid="4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0" dur="2000" fill="hold">
                                              <p:stCondLst>
                                                <p:cond delay="0"/>
                                              </p:stCondLst>
                                            </p:cTn>
                                            <p:tgtEl>
                                              <p:spTgt spid="4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1" presetID="0"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anim to="" calcmode="lin" valueType="num">
                                          <p:cBhvr>
                                            <p:cTn id="23" dur="2000" fill="hold">
                                              <p:stCondLst>
                                                <p:cond delay="0"/>
                                              </p:stCondLst>
                                            </p:cTn>
                                            <p:tgtEl>
                                              <p:spTgt spid="44"/>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4" dur="2000" fill="hold">
                                              <p:stCondLst>
                                                <p:cond delay="0"/>
                                              </p:stCondLst>
                                            </p:cTn>
                                            <p:tgtEl>
                                              <p:spTgt spid="44"/>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5" presetID="0"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anim to="" calcmode="lin" valueType="num">
                                          <p:cBhvr>
                                            <p:cTn id="27" dur="2000" fill="hold">
                                              <p:stCondLst>
                                                <p:cond delay="0"/>
                                              </p:stCondLst>
                                            </p:cTn>
                                            <p:tgtEl>
                                              <p:spTgt spid="45"/>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28" dur="2000" fill="hold">
                                              <p:stCondLst>
                                                <p:cond delay="0"/>
                                              </p:stCondLst>
                                            </p:cTn>
                                            <p:tgtEl>
                                              <p:spTgt spid="45"/>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29" presetID="0"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anim to="" calcmode="lin" valueType="num">
                                          <p:cBhvr>
                                            <p:cTn id="31" dur="2000" fill="hold">
                                              <p:stCondLst>
                                                <p:cond delay="0"/>
                                              </p:stCondLst>
                                            </p:cTn>
                                            <p:tgtEl>
                                              <p:spTgt spid="46"/>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32" dur="2000" fill="hold">
                                              <p:stCondLst>
                                                <p:cond delay="0"/>
                                              </p:stCondLst>
                                            </p:cTn>
                                            <p:tgtEl>
                                              <p:spTgt spid="46"/>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3" presetID="0"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anim to="" calcmode="lin" valueType="num">
                                          <p:cBhvr>
                                            <p:cTn id="35" dur="2000" fill="hold">
                                              <p:stCondLst>
                                                <p:cond delay="0"/>
                                              </p:stCondLst>
                                            </p:cTn>
                                            <p:tgtEl>
                                              <p:spTgt spid="47"/>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36" dur="2000" fill="hold">
                                              <p:stCondLst>
                                                <p:cond delay="0"/>
                                              </p:stCondLst>
                                            </p:cTn>
                                            <p:tgtEl>
                                              <p:spTgt spid="47"/>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37" presetID="0"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anim to="" calcmode="lin" valueType="num">
                                          <p:cBhvr>
                                            <p:cTn id="39" dur="2000" fill="hold">
                                              <p:stCondLst>
                                                <p:cond delay="0"/>
                                              </p:stCondLst>
                                            </p:cTn>
                                            <p:tgtEl>
                                              <p:spTgt spid="48"/>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0" dur="2000" fill="hold">
                                              <p:stCondLst>
                                                <p:cond delay="0"/>
                                              </p:stCondLst>
                                            </p:cTn>
                                            <p:tgtEl>
                                              <p:spTgt spid="48"/>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1" presetID="0" presetClass="entr" presetSubtype="0" fill="hold" grpId="0" nodeType="withEffect">
                                      <p:stCondLst>
                                        <p:cond delay="0"/>
                                      </p:stCondLst>
                                      <p:childTnLst>
                                        <p:set>
                                          <p:cBhvr>
                                            <p:cTn id="42" dur="1" fill="hold">
                                              <p:stCondLst>
                                                <p:cond delay="0"/>
                                              </p:stCondLst>
                                            </p:cTn>
                                            <p:tgtEl>
                                              <p:spTgt spid="49"/>
                                            </p:tgtEl>
                                            <p:attrNameLst>
                                              <p:attrName>style.visibility</p:attrName>
                                            </p:attrNameLst>
                                          </p:cBhvr>
                                          <p:to>
                                            <p:strVal val="visible"/>
                                          </p:to>
                                        </p:set>
                                        <p:anim to="" calcmode="lin" valueType="num">
                                          <p:cBhvr>
                                            <p:cTn id="43" dur="2000" fill="hold">
                                              <p:stCondLst>
                                                <p:cond delay="0"/>
                                              </p:stCondLst>
                                            </p:cTn>
                                            <p:tgtEl>
                                              <p:spTgt spid="49"/>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4" dur="2000" fill="hold">
                                              <p:stCondLst>
                                                <p:cond delay="0"/>
                                              </p:stCondLst>
                                            </p:cTn>
                                            <p:tgtEl>
                                              <p:spTgt spid="49"/>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5" presetID="0"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 to="" calcmode="lin" valueType="num">
                                          <p:cBhvr>
                                            <p:cTn id="47" dur="2000" fill="hold">
                                              <p:stCondLst>
                                                <p:cond delay="0"/>
                                              </p:stCondLst>
                                            </p:cTn>
                                            <p:tgtEl>
                                              <p:spTgt spid="50"/>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48" dur="2000" fill="hold">
                                              <p:stCondLst>
                                                <p:cond delay="0"/>
                                              </p:stCondLst>
                                            </p:cTn>
                                            <p:tgtEl>
                                              <p:spTgt spid="50"/>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49" presetID="0"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anim to="" calcmode="lin" valueType="num">
                                          <p:cBhvr>
                                            <p:cTn id="51" dur="2000" fill="hold">
                                              <p:stCondLst>
                                                <p:cond delay="0"/>
                                              </p:stCondLst>
                                            </p:cTn>
                                            <p:tgtEl>
                                              <p:spTgt spid="51"/>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52" dur="2000" fill="hold">
                                              <p:stCondLst>
                                                <p:cond delay="0"/>
                                              </p:stCondLst>
                                            </p:cTn>
                                            <p:tgtEl>
                                              <p:spTgt spid="51"/>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3" presetID="0"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anim to="" calcmode="lin" valueType="num">
                                          <p:cBhvr>
                                            <p:cTn id="55" dur="2000" fill="hold">
                                              <p:stCondLst>
                                                <p:cond delay="0"/>
                                              </p:stCondLst>
                                            </p:cTn>
                                            <p:tgtEl>
                                              <p:spTgt spid="52"/>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56" dur="2000" fill="hold">
                                              <p:stCondLst>
                                                <p:cond delay="0"/>
                                              </p:stCondLst>
                                            </p:cTn>
                                            <p:tgtEl>
                                              <p:spTgt spid="52"/>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par>
                                    <p:cTn id="57" presetID="0"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anim to="" calcmode="lin" valueType="num">
                                          <p:cBhvr>
                                            <p:cTn id="59" dur="2000" fill="hold">
                                              <p:stCondLst>
                                                <p:cond delay="0"/>
                                              </p:stCondLst>
                                            </p:cTn>
                                            <p:tgtEl>
                                              <p:spTgt spid="53"/>
                                            </p:tgtEl>
                                            <p:attrNameLst>
                                              <p:attrName>ppt_x</p:attrName>
                                            </p:attrNameLst>
                                          </p:cBhvr>
                                          <p:tavLst>
                                            <p:tav tm="0">
                                              <p:val>
                                                <p:strVal val="0.5+(((0.0001*(ABS((FLOOR(#ppt_x-0.5))+(CEIL(#ppt_x-0.5)))-1))+#ppt_x-0.5)*(1.42+SQRT((#ppt_w)^2+(#ppt_h)^2)))/SQRT(((0.0001*(ABS((FLOOR(#ppt_x-0.5))+(CEIL(#ppt_x-0.5)))-1))+#ppt_x-0.5)^2+((0.0001*(ABS((FLOOR(#ppt_x-0.5))+(CEIL(#ppt_x-0.5)))-1))+#ppt_y-0.5)^2)&#10;"/>
                                              </p:val>
                                            </p:tav>
                                            <p:tav tm="100000">
                                              <p:val>
                                                <p:strVal val="#ppt_x"/>
                                              </p:val>
                                            </p:tav>
                                          </p:tavLst>
                                        </p:anim>
                                        <p:anim to="" calcmode="lin" valueType="num">
                                          <p:cBhvr>
                                            <p:cTn id="60" dur="2000" fill="hold">
                                              <p:stCondLst>
                                                <p:cond delay="0"/>
                                              </p:stCondLst>
                                            </p:cTn>
                                            <p:tgtEl>
                                              <p:spTgt spid="53"/>
                                            </p:tgtEl>
                                            <p:attrNameLst>
                                              <p:attrName>ppt_y</p:attrName>
                                            </p:attrNameLst>
                                          </p:cBhvr>
                                          <p:tavLst>
                                            <p:tav tm="0">
                                              <p:val>
                                                <p:strVal val="0.5+(((0.0001*(ABS((FLOOR(#ppt_y-0.5))+(CEIL(#ppt_y-0.5)))-1))+#ppt_y-0.5)*(1.42+SQRT((#ppt_w)^2+(#ppt_h)^2)))/SQRT(((0.0001*(ABS((FLOOR(#ppt_y-0.5))+(CEIL(#ppt_y-0.5)))-1))+#ppt_x-0.5)^2+((0.0001*(ABS((FLOOR(#ppt_y-0.5))+(CEIL(#ppt_y-0.5)))-1))+#ppt_y-0.5)^2)&#1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animBg="1"/>
          <p:bldP spid="45" grpId="0" animBg="1"/>
          <p:bldP spid="46" grpId="0"/>
          <p:bldP spid="47" grpId="0"/>
          <p:bldP spid="48" grpId="0" animBg="1"/>
          <p:bldP spid="49" grpId="0"/>
          <p:bldP spid="50" grpId="0"/>
          <p:bldP spid="51" grpId="0" animBg="1"/>
          <p:bldP spid="52" grpId="0"/>
          <p:bldP spid="53"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01</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
        <p:nvSpPr>
          <p:cNvPr id="31" name="Title 1"/>
          <p:cNvSpPr txBox="1">
            <a:spLocks/>
          </p:cNvSpPr>
          <p:nvPr/>
        </p:nvSpPr>
        <p:spPr>
          <a:xfrm>
            <a:off x="483121" y="3244671"/>
            <a:ext cx="3661301"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base">
              <a:lnSpc>
                <a:spcPts val="3333"/>
              </a:lnSpc>
              <a:spcAft>
                <a:spcPct val="0"/>
              </a:spcAft>
            </a:pPr>
            <a:r>
              <a:rPr lang="en-US" sz="2800" dirty="0">
                <a:solidFill>
                  <a:prstClr val="white">
                    <a:lumMod val="50000"/>
                  </a:prstClr>
                </a:solidFill>
                <a:latin typeface="+mn-lt"/>
                <a:ea typeface="+mn-ea"/>
                <a:cs typeface="+mn-ea"/>
                <a:sym typeface="+mn-lt"/>
              </a:rPr>
              <a:t>Business</a:t>
            </a:r>
          </a:p>
          <a:p>
            <a:pPr algn="l" fontAlgn="base">
              <a:lnSpc>
                <a:spcPts val="3333"/>
              </a:lnSpc>
              <a:spcAft>
                <a:spcPct val="0"/>
              </a:spcAft>
            </a:pPr>
            <a:r>
              <a:rPr lang="en-US" sz="2800" dirty="0">
                <a:solidFill>
                  <a:srgbClr val="FF0000"/>
                </a:solidFill>
                <a:latin typeface="+mn-lt"/>
                <a:ea typeface="+mn-ea"/>
                <a:cs typeface="+mn-ea"/>
                <a:sym typeface="+mn-lt"/>
              </a:rPr>
              <a:t>Presentations</a:t>
            </a:r>
          </a:p>
          <a:p>
            <a:pPr algn="l" fontAlgn="base">
              <a:lnSpc>
                <a:spcPts val="3333"/>
              </a:lnSpc>
              <a:spcAft>
                <a:spcPct val="0"/>
              </a:spcAft>
            </a:pPr>
            <a:r>
              <a:rPr lang="en-US" sz="2800" dirty="0">
                <a:solidFill>
                  <a:prstClr val="black"/>
                </a:solidFill>
                <a:latin typeface="+mn-lt"/>
                <a:ea typeface="+mn-ea"/>
                <a:cs typeface="+mn-ea"/>
                <a:sym typeface="+mn-lt"/>
              </a:rPr>
              <a:t>All ready</a:t>
            </a:r>
          </a:p>
        </p:txBody>
      </p:sp>
      <p:sp>
        <p:nvSpPr>
          <p:cNvPr id="32" name="TextBox 31"/>
          <p:cNvSpPr txBox="1"/>
          <p:nvPr/>
        </p:nvSpPr>
        <p:spPr>
          <a:xfrm>
            <a:off x="483122" y="4472563"/>
            <a:ext cx="3251200" cy="923330"/>
          </a:xfrm>
          <a:prstGeom prst="rect">
            <a:avLst/>
          </a:prstGeom>
          <a:noFill/>
        </p:spPr>
        <p:txBody>
          <a:bodyPr wrap="square" rtlCol="0">
            <a:spAutoFit/>
          </a:bodyPr>
          <a:lstStyle/>
          <a:p>
            <a:pPr fontAlgn="base">
              <a:spcBef>
                <a:spcPct val="0"/>
              </a:spcBef>
              <a:spcAft>
                <a:spcPct val="0"/>
              </a:spcAft>
            </a:pPr>
            <a:r>
              <a:rPr lang="en-US" sz="9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a:t>
            </a:r>
            <a:endParaRPr lang="en-US" sz="1400" dirty="0">
              <a:solidFill>
                <a:prstClr val="black"/>
              </a:solidFill>
              <a:cs typeface="+mn-ea"/>
              <a:sym typeface="+mn-lt"/>
            </a:endParaRPr>
          </a:p>
        </p:txBody>
      </p:sp>
      <p:grpSp>
        <p:nvGrpSpPr>
          <p:cNvPr id="33" name="Group 8"/>
          <p:cNvGrpSpPr/>
          <p:nvPr/>
        </p:nvGrpSpPr>
        <p:grpSpPr>
          <a:xfrm>
            <a:off x="3880373" y="1406488"/>
            <a:ext cx="4486131" cy="5298933"/>
            <a:chOff x="3121855" y="1347857"/>
            <a:chExt cx="2900290" cy="2900293"/>
          </a:xfrm>
          <a:effectLst>
            <a:outerShdw blurRad="355600" dir="10020000" sy="23000" kx="1200000" algn="br" rotWithShape="0">
              <a:prstClr val="black">
                <a:alpha val="30000"/>
              </a:prstClr>
            </a:outerShdw>
          </a:effectLst>
          <a:scene3d>
            <a:camera prst="isometricOffAxis1Top"/>
            <a:lightRig rig="threePt" dir="t"/>
          </a:scene3d>
        </p:grpSpPr>
        <p:sp>
          <p:nvSpPr>
            <p:cNvPr id="34" name="Freeform 6"/>
            <p:cNvSpPr>
              <a:spLocks/>
            </p:cNvSpPr>
            <p:nvPr/>
          </p:nvSpPr>
          <p:spPr bwMode="auto">
            <a:xfrm>
              <a:off x="3121855" y="2708098"/>
              <a:ext cx="1540052" cy="1540052"/>
            </a:xfrm>
            <a:custGeom>
              <a:avLst/>
              <a:gdLst>
                <a:gd name="T0" fmla="*/ 0 w 1850"/>
                <a:gd name="T1" fmla="*/ 0 h 1850"/>
                <a:gd name="T2" fmla="*/ 1850 w 1850"/>
                <a:gd name="T3" fmla="*/ 0 h 1850"/>
                <a:gd name="T4" fmla="*/ 1850 w 1850"/>
                <a:gd name="T5" fmla="*/ 1850 h 1850"/>
                <a:gd name="T6" fmla="*/ 1738 w 1850"/>
                <a:gd name="T7" fmla="*/ 1847 h 1850"/>
                <a:gd name="T8" fmla="*/ 1627 w 1850"/>
                <a:gd name="T9" fmla="*/ 1836 h 1850"/>
                <a:gd name="T10" fmla="*/ 1518 w 1850"/>
                <a:gd name="T11" fmla="*/ 1820 h 1850"/>
                <a:gd name="T12" fmla="*/ 1411 w 1850"/>
                <a:gd name="T13" fmla="*/ 1797 h 1850"/>
                <a:gd name="T14" fmla="*/ 1307 w 1850"/>
                <a:gd name="T15" fmla="*/ 1768 h 1850"/>
                <a:gd name="T16" fmla="*/ 1205 w 1850"/>
                <a:gd name="T17" fmla="*/ 1735 h 1850"/>
                <a:gd name="T18" fmla="*/ 1106 w 1850"/>
                <a:gd name="T19" fmla="*/ 1694 h 1850"/>
                <a:gd name="T20" fmla="*/ 1010 w 1850"/>
                <a:gd name="T21" fmla="*/ 1648 h 1850"/>
                <a:gd name="T22" fmla="*/ 917 w 1850"/>
                <a:gd name="T23" fmla="*/ 1597 h 1850"/>
                <a:gd name="T24" fmla="*/ 827 w 1850"/>
                <a:gd name="T25" fmla="*/ 1541 h 1850"/>
                <a:gd name="T26" fmla="*/ 741 w 1850"/>
                <a:gd name="T27" fmla="*/ 1481 h 1850"/>
                <a:gd name="T28" fmla="*/ 658 w 1850"/>
                <a:gd name="T29" fmla="*/ 1415 h 1850"/>
                <a:gd name="T30" fmla="*/ 580 w 1850"/>
                <a:gd name="T31" fmla="*/ 1345 h 1850"/>
                <a:gd name="T32" fmla="*/ 505 w 1850"/>
                <a:gd name="T33" fmla="*/ 1270 h 1850"/>
                <a:gd name="T34" fmla="*/ 435 w 1850"/>
                <a:gd name="T35" fmla="*/ 1192 h 1850"/>
                <a:gd name="T36" fmla="*/ 369 w 1850"/>
                <a:gd name="T37" fmla="*/ 1109 h 1850"/>
                <a:gd name="T38" fmla="*/ 309 w 1850"/>
                <a:gd name="T39" fmla="*/ 1023 h 1850"/>
                <a:gd name="T40" fmla="*/ 253 w 1850"/>
                <a:gd name="T41" fmla="*/ 933 h 1850"/>
                <a:gd name="T42" fmla="*/ 202 w 1850"/>
                <a:gd name="T43" fmla="*/ 840 h 1850"/>
                <a:gd name="T44" fmla="*/ 156 w 1850"/>
                <a:gd name="T45" fmla="*/ 744 h 1850"/>
                <a:gd name="T46" fmla="*/ 115 w 1850"/>
                <a:gd name="T47" fmla="*/ 645 h 1850"/>
                <a:gd name="T48" fmla="*/ 82 w 1850"/>
                <a:gd name="T49" fmla="*/ 543 h 1850"/>
                <a:gd name="T50" fmla="*/ 53 w 1850"/>
                <a:gd name="T51" fmla="*/ 439 h 1850"/>
                <a:gd name="T52" fmla="*/ 30 w 1850"/>
                <a:gd name="T53" fmla="*/ 332 h 1850"/>
                <a:gd name="T54" fmla="*/ 14 w 1850"/>
                <a:gd name="T55" fmla="*/ 223 h 1850"/>
                <a:gd name="T56" fmla="*/ 3 w 1850"/>
                <a:gd name="T57" fmla="*/ 112 h 1850"/>
                <a:gd name="T58" fmla="*/ 0 w 1850"/>
                <a:gd name="T59" fmla="*/ 0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850" h="1850">
                  <a:moveTo>
                    <a:pt x="0" y="0"/>
                  </a:moveTo>
                  <a:lnTo>
                    <a:pt x="1850" y="0"/>
                  </a:lnTo>
                  <a:lnTo>
                    <a:pt x="1850" y="1850"/>
                  </a:lnTo>
                  <a:lnTo>
                    <a:pt x="1738" y="1847"/>
                  </a:lnTo>
                  <a:lnTo>
                    <a:pt x="1627" y="1836"/>
                  </a:lnTo>
                  <a:lnTo>
                    <a:pt x="1518" y="1820"/>
                  </a:lnTo>
                  <a:lnTo>
                    <a:pt x="1411" y="1797"/>
                  </a:lnTo>
                  <a:lnTo>
                    <a:pt x="1307" y="1768"/>
                  </a:lnTo>
                  <a:lnTo>
                    <a:pt x="1205" y="1735"/>
                  </a:lnTo>
                  <a:lnTo>
                    <a:pt x="1106" y="1694"/>
                  </a:lnTo>
                  <a:lnTo>
                    <a:pt x="1010" y="1648"/>
                  </a:lnTo>
                  <a:lnTo>
                    <a:pt x="917" y="1597"/>
                  </a:lnTo>
                  <a:lnTo>
                    <a:pt x="827" y="1541"/>
                  </a:lnTo>
                  <a:lnTo>
                    <a:pt x="741" y="1481"/>
                  </a:lnTo>
                  <a:lnTo>
                    <a:pt x="658" y="1415"/>
                  </a:lnTo>
                  <a:lnTo>
                    <a:pt x="580" y="1345"/>
                  </a:lnTo>
                  <a:lnTo>
                    <a:pt x="505" y="1270"/>
                  </a:lnTo>
                  <a:lnTo>
                    <a:pt x="435" y="1192"/>
                  </a:lnTo>
                  <a:lnTo>
                    <a:pt x="369" y="1109"/>
                  </a:lnTo>
                  <a:lnTo>
                    <a:pt x="309" y="1023"/>
                  </a:lnTo>
                  <a:lnTo>
                    <a:pt x="253" y="933"/>
                  </a:lnTo>
                  <a:lnTo>
                    <a:pt x="202" y="840"/>
                  </a:lnTo>
                  <a:lnTo>
                    <a:pt x="156" y="744"/>
                  </a:lnTo>
                  <a:lnTo>
                    <a:pt x="115" y="645"/>
                  </a:lnTo>
                  <a:lnTo>
                    <a:pt x="82" y="543"/>
                  </a:lnTo>
                  <a:lnTo>
                    <a:pt x="53" y="439"/>
                  </a:lnTo>
                  <a:lnTo>
                    <a:pt x="30" y="332"/>
                  </a:lnTo>
                  <a:lnTo>
                    <a:pt x="14" y="223"/>
                  </a:lnTo>
                  <a:lnTo>
                    <a:pt x="3" y="112"/>
                  </a:lnTo>
                  <a:lnTo>
                    <a:pt x="0" y="0"/>
                  </a:lnTo>
                  <a:close/>
                </a:path>
              </a:pathLst>
            </a:custGeom>
            <a:solidFill>
              <a:srgbClr val="FF0000"/>
            </a:solidFill>
            <a:ln w="9525">
              <a:noFill/>
              <a:prstDash val="solid"/>
              <a:round/>
              <a:headEnd/>
              <a:tailEnd/>
            </a:ln>
            <a:sp3d>
              <a:bevelT prst="angle"/>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5" name="Freeform 8"/>
            <p:cNvSpPr>
              <a:spLocks/>
            </p:cNvSpPr>
            <p:nvPr/>
          </p:nvSpPr>
          <p:spPr bwMode="auto">
            <a:xfrm>
              <a:off x="4661905" y="1347857"/>
              <a:ext cx="1360240" cy="1360241"/>
            </a:xfrm>
            <a:custGeom>
              <a:avLst/>
              <a:gdLst>
                <a:gd name="T0" fmla="*/ 0 w 1635"/>
                <a:gd name="T1" fmla="*/ 0 h 1635"/>
                <a:gd name="T2" fmla="*/ 104 w 1635"/>
                <a:gd name="T3" fmla="*/ 4 h 1635"/>
                <a:gd name="T4" fmla="*/ 206 w 1635"/>
                <a:gd name="T5" fmla="*/ 13 h 1635"/>
                <a:gd name="T6" fmla="*/ 305 w 1635"/>
                <a:gd name="T7" fmla="*/ 28 h 1635"/>
                <a:gd name="T8" fmla="*/ 404 w 1635"/>
                <a:gd name="T9" fmla="*/ 50 h 1635"/>
                <a:gd name="T10" fmla="*/ 499 w 1635"/>
                <a:gd name="T11" fmla="*/ 77 h 1635"/>
                <a:gd name="T12" fmla="*/ 591 w 1635"/>
                <a:gd name="T13" fmla="*/ 109 h 1635"/>
                <a:gd name="T14" fmla="*/ 682 w 1635"/>
                <a:gd name="T15" fmla="*/ 149 h 1635"/>
                <a:gd name="T16" fmla="*/ 769 w 1635"/>
                <a:gd name="T17" fmla="*/ 191 h 1635"/>
                <a:gd name="T18" fmla="*/ 853 w 1635"/>
                <a:gd name="T19" fmla="*/ 240 h 1635"/>
                <a:gd name="T20" fmla="*/ 935 w 1635"/>
                <a:gd name="T21" fmla="*/ 293 h 1635"/>
                <a:gd name="T22" fmla="*/ 1012 w 1635"/>
                <a:gd name="T23" fmla="*/ 351 h 1635"/>
                <a:gd name="T24" fmla="*/ 1086 w 1635"/>
                <a:gd name="T25" fmla="*/ 412 h 1635"/>
                <a:gd name="T26" fmla="*/ 1156 w 1635"/>
                <a:gd name="T27" fmla="*/ 479 h 1635"/>
                <a:gd name="T28" fmla="*/ 1223 w 1635"/>
                <a:gd name="T29" fmla="*/ 549 h 1635"/>
                <a:gd name="T30" fmla="*/ 1284 w 1635"/>
                <a:gd name="T31" fmla="*/ 623 h 1635"/>
                <a:gd name="T32" fmla="*/ 1342 w 1635"/>
                <a:gd name="T33" fmla="*/ 700 h 1635"/>
                <a:gd name="T34" fmla="*/ 1395 w 1635"/>
                <a:gd name="T35" fmla="*/ 782 h 1635"/>
                <a:gd name="T36" fmla="*/ 1444 w 1635"/>
                <a:gd name="T37" fmla="*/ 866 h 1635"/>
                <a:gd name="T38" fmla="*/ 1486 w 1635"/>
                <a:gd name="T39" fmla="*/ 953 h 1635"/>
                <a:gd name="T40" fmla="*/ 1525 w 1635"/>
                <a:gd name="T41" fmla="*/ 1044 h 1635"/>
                <a:gd name="T42" fmla="*/ 1558 w 1635"/>
                <a:gd name="T43" fmla="*/ 1136 h 1635"/>
                <a:gd name="T44" fmla="*/ 1585 w 1635"/>
                <a:gd name="T45" fmla="*/ 1231 h 1635"/>
                <a:gd name="T46" fmla="*/ 1607 w 1635"/>
                <a:gd name="T47" fmla="*/ 1330 h 1635"/>
                <a:gd name="T48" fmla="*/ 1622 w 1635"/>
                <a:gd name="T49" fmla="*/ 1429 h 1635"/>
                <a:gd name="T50" fmla="*/ 1631 w 1635"/>
                <a:gd name="T51" fmla="*/ 1531 h 1635"/>
                <a:gd name="T52" fmla="*/ 1635 w 1635"/>
                <a:gd name="T53" fmla="*/ 1635 h 1635"/>
                <a:gd name="T54" fmla="*/ 0 w 1635"/>
                <a:gd name="T55" fmla="*/ 1635 h 1635"/>
                <a:gd name="T56" fmla="*/ 0 w 1635"/>
                <a:gd name="T57" fmla="*/ 0 h 1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35" h="1635">
                  <a:moveTo>
                    <a:pt x="0" y="0"/>
                  </a:moveTo>
                  <a:lnTo>
                    <a:pt x="104" y="4"/>
                  </a:lnTo>
                  <a:lnTo>
                    <a:pt x="206" y="13"/>
                  </a:lnTo>
                  <a:lnTo>
                    <a:pt x="305" y="28"/>
                  </a:lnTo>
                  <a:lnTo>
                    <a:pt x="404" y="50"/>
                  </a:lnTo>
                  <a:lnTo>
                    <a:pt x="499" y="77"/>
                  </a:lnTo>
                  <a:lnTo>
                    <a:pt x="591" y="109"/>
                  </a:lnTo>
                  <a:lnTo>
                    <a:pt x="682" y="149"/>
                  </a:lnTo>
                  <a:lnTo>
                    <a:pt x="769" y="191"/>
                  </a:lnTo>
                  <a:lnTo>
                    <a:pt x="853" y="240"/>
                  </a:lnTo>
                  <a:lnTo>
                    <a:pt x="935" y="293"/>
                  </a:lnTo>
                  <a:lnTo>
                    <a:pt x="1012" y="351"/>
                  </a:lnTo>
                  <a:lnTo>
                    <a:pt x="1086" y="412"/>
                  </a:lnTo>
                  <a:lnTo>
                    <a:pt x="1156" y="479"/>
                  </a:lnTo>
                  <a:lnTo>
                    <a:pt x="1223" y="549"/>
                  </a:lnTo>
                  <a:lnTo>
                    <a:pt x="1284" y="623"/>
                  </a:lnTo>
                  <a:lnTo>
                    <a:pt x="1342" y="700"/>
                  </a:lnTo>
                  <a:lnTo>
                    <a:pt x="1395" y="782"/>
                  </a:lnTo>
                  <a:lnTo>
                    <a:pt x="1444" y="866"/>
                  </a:lnTo>
                  <a:lnTo>
                    <a:pt x="1486" y="953"/>
                  </a:lnTo>
                  <a:lnTo>
                    <a:pt x="1525" y="1044"/>
                  </a:lnTo>
                  <a:lnTo>
                    <a:pt x="1558" y="1136"/>
                  </a:lnTo>
                  <a:lnTo>
                    <a:pt x="1585" y="1231"/>
                  </a:lnTo>
                  <a:lnTo>
                    <a:pt x="1607" y="1330"/>
                  </a:lnTo>
                  <a:lnTo>
                    <a:pt x="1622" y="1429"/>
                  </a:lnTo>
                  <a:lnTo>
                    <a:pt x="1631" y="1531"/>
                  </a:lnTo>
                  <a:lnTo>
                    <a:pt x="1635" y="1635"/>
                  </a:lnTo>
                  <a:lnTo>
                    <a:pt x="0" y="1635"/>
                  </a:lnTo>
                  <a:lnTo>
                    <a:pt x="0" y="0"/>
                  </a:lnTo>
                  <a:close/>
                </a:path>
              </a:pathLst>
            </a:custGeom>
            <a:solidFill>
              <a:srgbClr val="780000"/>
            </a:solidFill>
            <a:ln w="9525">
              <a:noFill/>
              <a:prstDash val="solid"/>
              <a:round/>
              <a:headEnd/>
              <a:tailEnd/>
            </a:ln>
            <a:sp3d>
              <a:bevelT prst="angle"/>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6" name="Freeform 7"/>
            <p:cNvSpPr>
              <a:spLocks/>
            </p:cNvSpPr>
            <p:nvPr/>
          </p:nvSpPr>
          <p:spPr bwMode="auto">
            <a:xfrm>
              <a:off x="3554732" y="1600925"/>
              <a:ext cx="1107173" cy="1107173"/>
            </a:xfrm>
            <a:custGeom>
              <a:avLst/>
              <a:gdLst>
                <a:gd name="T0" fmla="*/ 1329 w 1329"/>
                <a:gd name="T1" fmla="*/ 0 h 1331"/>
                <a:gd name="T2" fmla="*/ 1329 w 1329"/>
                <a:gd name="T3" fmla="*/ 1331 h 1331"/>
                <a:gd name="T4" fmla="*/ 0 w 1329"/>
                <a:gd name="T5" fmla="*/ 1331 h 1331"/>
                <a:gd name="T6" fmla="*/ 3 w 1329"/>
                <a:gd name="T7" fmla="*/ 1235 h 1331"/>
                <a:gd name="T8" fmla="*/ 12 w 1329"/>
                <a:gd name="T9" fmla="*/ 1142 h 1331"/>
                <a:gd name="T10" fmla="*/ 29 w 1329"/>
                <a:gd name="T11" fmla="*/ 1051 h 1331"/>
                <a:gd name="T12" fmla="*/ 52 w 1329"/>
                <a:gd name="T13" fmla="*/ 962 h 1331"/>
                <a:gd name="T14" fmla="*/ 79 w 1329"/>
                <a:gd name="T15" fmla="*/ 876 h 1331"/>
                <a:gd name="T16" fmla="*/ 113 w 1329"/>
                <a:gd name="T17" fmla="*/ 792 h 1331"/>
                <a:gd name="T18" fmla="*/ 152 w 1329"/>
                <a:gd name="T19" fmla="*/ 712 h 1331"/>
                <a:gd name="T20" fmla="*/ 197 w 1329"/>
                <a:gd name="T21" fmla="*/ 633 h 1331"/>
                <a:gd name="T22" fmla="*/ 246 w 1329"/>
                <a:gd name="T23" fmla="*/ 559 h 1331"/>
                <a:gd name="T24" fmla="*/ 300 w 1329"/>
                <a:gd name="T25" fmla="*/ 488 h 1331"/>
                <a:gd name="T26" fmla="*/ 359 w 1329"/>
                <a:gd name="T27" fmla="*/ 421 h 1331"/>
                <a:gd name="T28" fmla="*/ 421 w 1329"/>
                <a:gd name="T29" fmla="*/ 359 h 1331"/>
                <a:gd name="T30" fmla="*/ 488 w 1329"/>
                <a:gd name="T31" fmla="*/ 301 h 1331"/>
                <a:gd name="T32" fmla="*/ 559 w 1329"/>
                <a:gd name="T33" fmla="*/ 247 h 1331"/>
                <a:gd name="T34" fmla="*/ 633 w 1329"/>
                <a:gd name="T35" fmla="*/ 197 h 1331"/>
                <a:gd name="T36" fmla="*/ 710 w 1329"/>
                <a:gd name="T37" fmla="*/ 153 h 1331"/>
                <a:gd name="T38" fmla="*/ 792 w 1329"/>
                <a:gd name="T39" fmla="*/ 113 h 1331"/>
                <a:gd name="T40" fmla="*/ 875 w 1329"/>
                <a:gd name="T41" fmla="*/ 81 h 1331"/>
                <a:gd name="T42" fmla="*/ 962 w 1329"/>
                <a:gd name="T43" fmla="*/ 52 h 1331"/>
                <a:gd name="T44" fmla="*/ 1051 w 1329"/>
                <a:gd name="T45" fmla="*/ 30 h 1331"/>
                <a:gd name="T46" fmla="*/ 1142 w 1329"/>
                <a:gd name="T47" fmla="*/ 14 h 1331"/>
                <a:gd name="T48" fmla="*/ 1235 w 1329"/>
                <a:gd name="T49" fmla="*/ 3 h 1331"/>
                <a:gd name="T50" fmla="*/ 1329 w 1329"/>
                <a:gd name="T51" fmla="*/ 0 h 1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29" h="1331">
                  <a:moveTo>
                    <a:pt x="1329" y="0"/>
                  </a:moveTo>
                  <a:lnTo>
                    <a:pt x="1329" y="1331"/>
                  </a:lnTo>
                  <a:lnTo>
                    <a:pt x="0" y="1331"/>
                  </a:lnTo>
                  <a:lnTo>
                    <a:pt x="3" y="1235"/>
                  </a:lnTo>
                  <a:lnTo>
                    <a:pt x="12" y="1142"/>
                  </a:lnTo>
                  <a:lnTo>
                    <a:pt x="29" y="1051"/>
                  </a:lnTo>
                  <a:lnTo>
                    <a:pt x="52" y="962"/>
                  </a:lnTo>
                  <a:lnTo>
                    <a:pt x="79" y="876"/>
                  </a:lnTo>
                  <a:lnTo>
                    <a:pt x="113" y="792"/>
                  </a:lnTo>
                  <a:lnTo>
                    <a:pt x="152" y="712"/>
                  </a:lnTo>
                  <a:lnTo>
                    <a:pt x="197" y="633"/>
                  </a:lnTo>
                  <a:lnTo>
                    <a:pt x="246" y="559"/>
                  </a:lnTo>
                  <a:lnTo>
                    <a:pt x="300" y="488"/>
                  </a:lnTo>
                  <a:lnTo>
                    <a:pt x="359" y="421"/>
                  </a:lnTo>
                  <a:lnTo>
                    <a:pt x="421" y="359"/>
                  </a:lnTo>
                  <a:lnTo>
                    <a:pt x="488" y="301"/>
                  </a:lnTo>
                  <a:lnTo>
                    <a:pt x="559" y="247"/>
                  </a:lnTo>
                  <a:lnTo>
                    <a:pt x="633" y="197"/>
                  </a:lnTo>
                  <a:lnTo>
                    <a:pt x="710" y="153"/>
                  </a:lnTo>
                  <a:lnTo>
                    <a:pt x="792" y="113"/>
                  </a:lnTo>
                  <a:lnTo>
                    <a:pt x="875" y="81"/>
                  </a:lnTo>
                  <a:lnTo>
                    <a:pt x="962" y="52"/>
                  </a:lnTo>
                  <a:lnTo>
                    <a:pt x="1051" y="30"/>
                  </a:lnTo>
                  <a:lnTo>
                    <a:pt x="1142" y="14"/>
                  </a:lnTo>
                  <a:lnTo>
                    <a:pt x="1235" y="3"/>
                  </a:lnTo>
                  <a:lnTo>
                    <a:pt x="1329" y="0"/>
                  </a:lnTo>
                  <a:close/>
                </a:path>
              </a:pathLst>
            </a:custGeom>
            <a:solidFill>
              <a:sysClr val="window" lastClr="FFFFFF">
                <a:lumMod val="65000"/>
              </a:sysClr>
            </a:solidFill>
            <a:ln w="9525">
              <a:noFill/>
              <a:prstDash val="solid"/>
              <a:round/>
              <a:headEnd/>
              <a:tailEnd/>
            </a:ln>
            <a:sp3d>
              <a:bevelT prst="angle"/>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prstClr val="black"/>
                </a:solidFill>
                <a:effectLst/>
                <a:uLnTx/>
                <a:uFillTx/>
                <a:cs typeface="+mn-ea"/>
                <a:sym typeface="+mn-lt"/>
              </a:endParaRPr>
            </a:p>
          </p:txBody>
        </p:sp>
        <p:sp>
          <p:nvSpPr>
            <p:cNvPr id="37" name="Freeform 9"/>
            <p:cNvSpPr>
              <a:spLocks/>
            </p:cNvSpPr>
            <p:nvPr/>
          </p:nvSpPr>
          <p:spPr bwMode="auto">
            <a:xfrm>
              <a:off x="4661906" y="2708098"/>
              <a:ext cx="1107173" cy="1107173"/>
            </a:xfrm>
            <a:custGeom>
              <a:avLst/>
              <a:gdLst>
                <a:gd name="T0" fmla="*/ 0 w 1331"/>
                <a:gd name="T1" fmla="*/ 0 h 1329"/>
                <a:gd name="T2" fmla="*/ 1331 w 1331"/>
                <a:gd name="T3" fmla="*/ 0 h 1329"/>
                <a:gd name="T4" fmla="*/ 1328 w 1331"/>
                <a:gd name="T5" fmla="*/ 94 h 1329"/>
                <a:gd name="T6" fmla="*/ 1317 w 1331"/>
                <a:gd name="T7" fmla="*/ 187 h 1329"/>
                <a:gd name="T8" fmla="*/ 1301 w 1331"/>
                <a:gd name="T9" fmla="*/ 278 h 1329"/>
                <a:gd name="T10" fmla="*/ 1279 w 1331"/>
                <a:gd name="T11" fmla="*/ 367 h 1329"/>
                <a:gd name="T12" fmla="*/ 1250 w 1331"/>
                <a:gd name="T13" fmla="*/ 454 h 1329"/>
                <a:gd name="T14" fmla="*/ 1218 w 1331"/>
                <a:gd name="T15" fmla="*/ 537 h 1329"/>
                <a:gd name="T16" fmla="*/ 1178 w 1331"/>
                <a:gd name="T17" fmla="*/ 619 h 1329"/>
                <a:gd name="T18" fmla="*/ 1134 w 1331"/>
                <a:gd name="T19" fmla="*/ 696 h 1329"/>
                <a:gd name="T20" fmla="*/ 1084 w 1331"/>
                <a:gd name="T21" fmla="*/ 770 h 1329"/>
                <a:gd name="T22" fmla="*/ 1030 w 1331"/>
                <a:gd name="T23" fmla="*/ 841 h 1329"/>
                <a:gd name="T24" fmla="*/ 972 w 1331"/>
                <a:gd name="T25" fmla="*/ 908 h 1329"/>
                <a:gd name="T26" fmla="*/ 910 w 1331"/>
                <a:gd name="T27" fmla="*/ 970 h 1329"/>
                <a:gd name="T28" fmla="*/ 843 w 1331"/>
                <a:gd name="T29" fmla="*/ 1029 h 1329"/>
                <a:gd name="T30" fmla="*/ 772 w 1331"/>
                <a:gd name="T31" fmla="*/ 1083 h 1329"/>
                <a:gd name="T32" fmla="*/ 698 w 1331"/>
                <a:gd name="T33" fmla="*/ 1132 h 1329"/>
                <a:gd name="T34" fmla="*/ 619 w 1331"/>
                <a:gd name="T35" fmla="*/ 1177 h 1329"/>
                <a:gd name="T36" fmla="*/ 539 w 1331"/>
                <a:gd name="T37" fmla="*/ 1216 h 1329"/>
                <a:gd name="T38" fmla="*/ 455 w 1331"/>
                <a:gd name="T39" fmla="*/ 1250 h 1329"/>
                <a:gd name="T40" fmla="*/ 369 w 1331"/>
                <a:gd name="T41" fmla="*/ 1277 h 1329"/>
                <a:gd name="T42" fmla="*/ 280 w 1331"/>
                <a:gd name="T43" fmla="*/ 1300 h 1329"/>
                <a:gd name="T44" fmla="*/ 189 w 1331"/>
                <a:gd name="T45" fmla="*/ 1317 h 1329"/>
                <a:gd name="T46" fmla="*/ 96 w 1331"/>
                <a:gd name="T47" fmla="*/ 1326 h 1329"/>
                <a:gd name="T48" fmla="*/ 0 w 1331"/>
                <a:gd name="T49" fmla="*/ 1329 h 1329"/>
                <a:gd name="T50" fmla="*/ 0 w 1331"/>
                <a:gd name="T51" fmla="*/ 0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1" h="1329">
                  <a:moveTo>
                    <a:pt x="0" y="0"/>
                  </a:moveTo>
                  <a:lnTo>
                    <a:pt x="1331" y="0"/>
                  </a:lnTo>
                  <a:lnTo>
                    <a:pt x="1328" y="94"/>
                  </a:lnTo>
                  <a:lnTo>
                    <a:pt x="1317" y="187"/>
                  </a:lnTo>
                  <a:lnTo>
                    <a:pt x="1301" y="278"/>
                  </a:lnTo>
                  <a:lnTo>
                    <a:pt x="1279" y="367"/>
                  </a:lnTo>
                  <a:lnTo>
                    <a:pt x="1250" y="454"/>
                  </a:lnTo>
                  <a:lnTo>
                    <a:pt x="1218" y="537"/>
                  </a:lnTo>
                  <a:lnTo>
                    <a:pt x="1178" y="619"/>
                  </a:lnTo>
                  <a:lnTo>
                    <a:pt x="1134" y="696"/>
                  </a:lnTo>
                  <a:lnTo>
                    <a:pt x="1084" y="770"/>
                  </a:lnTo>
                  <a:lnTo>
                    <a:pt x="1030" y="841"/>
                  </a:lnTo>
                  <a:lnTo>
                    <a:pt x="972" y="908"/>
                  </a:lnTo>
                  <a:lnTo>
                    <a:pt x="910" y="970"/>
                  </a:lnTo>
                  <a:lnTo>
                    <a:pt x="843" y="1029"/>
                  </a:lnTo>
                  <a:lnTo>
                    <a:pt x="772" y="1083"/>
                  </a:lnTo>
                  <a:lnTo>
                    <a:pt x="698" y="1132"/>
                  </a:lnTo>
                  <a:lnTo>
                    <a:pt x="619" y="1177"/>
                  </a:lnTo>
                  <a:lnTo>
                    <a:pt x="539" y="1216"/>
                  </a:lnTo>
                  <a:lnTo>
                    <a:pt x="455" y="1250"/>
                  </a:lnTo>
                  <a:lnTo>
                    <a:pt x="369" y="1277"/>
                  </a:lnTo>
                  <a:lnTo>
                    <a:pt x="280" y="1300"/>
                  </a:lnTo>
                  <a:lnTo>
                    <a:pt x="189" y="1317"/>
                  </a:lnTo>
                  <a:lnTo>
                    <a:pt x="96" y="1326"/>
                  </a:lnTo>
                  <a:lnTo>
                    <a:pt x="0" y="1329"/>
                  </a:lnTo>
                  <a:lnTo>
                    <a:pt x="0" y="0"/>
                  </a:lnTo>
                  <a:close/>
                </a:path>
              </a:pathLst>
            </a:custGeom>
            <a:solidFill>
              <a:sysClr val="windowText" lastClr="000000">
                <a:lumMod val="75000"/>
                <a:lumOff val="25000"/>
              </a:sysClr>
            </a:solidFill>
            <a:ln w="9525">
              <a:noFill/>
              <a:prstDash val="solid"/>
              <a:round/>
              <a:headEnd/>
              <a:tailEnd/>
            </a:ln>
            <a:sp3d>
              <a:bevelT prst="angle"/>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prstClr val="black"/>
                </a:solidFill>
                <a:effectLst/>
                <a:uLnTx/>
                <a:uFillTx/>
                <a:cs typeface="+mn-ea"/>
                <a:sym typeface="+mn-lt"/>
              </a:endParaRPr>
            </a:p>
          </p:txBody>
        </p:sp>
      </p:grpSp>
      <p:sp>
        <p:nvSpPr>
          <p:cNvPr id="38" name="TextBox 37"/>
          <p:cNvSpPr txBox="1"/>
          <p:nvPr/>
        </p:nvSpPr>
        <p:spPr>
          <a:xfrm>
            <a:off x="6013972" y="3371391"/>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97%</a:t>
            </a:r>
          </a:p>
        </p:txBody>
      </p:sp>
      <p:sp>
        <p:nvSpPr>
          <p:cNvPr id="39" name="TextBox 38"/>
          <p:cNvSpPr txBox="1"/>
          <p:nvPr/>
        </p:nvSpPr>
        <p:spPr>
          <a:xfrm>
            <a:off x="6725172" y="3976504"/>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53%</a:t>
            </a:r>
          </a:p>
        </p:txBody>
      </p:sp>
      <p:sp>
        <p:nvSpPr>
          <p:cNvPr id="40" name="TextBox 39"/>
          <p:cNvSpPr txBox="1"/>
          <p:nvPr/>
        </p:nvSpPr>
        <p:spPr>
          <a:xfrm>
            <a:off x="4693172" y="3664240"/>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45%</a:t>
            </a:r>
          </a:p>
        </p:txBody>
      </p:sp>
      <p:sp>
        <p:nvSpPr>
          <p:cNvPr id="41" name="TextBox 40"/>
          <p:cNvSpPr txBox="1"/>
          <p:nvPr/>
        </p:nvSpPr>
        <p:spPr>
          <a:xfrm>
            <a:off x="5406224" y="4279794"/>
            <a:ext cx="904240" cy="369332"/>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dirty="0">
                <a:solidFill>
                  <a:prstClr val="white"/>
                </a:solidFill>
                <a:cs typeface="+mn-ea"/>
                <a:sym typeface="+mn-lt"/>
              </a:rPr>
              <a:t>81%</a:t>
            </a:r>
          </a:p>
        </p:txBody>
      </p:sp>
      <p:sp>
        <p:nvSpPr>
          <p:cNvPr id="42" name="TextBox 41"/>
          <p:cNvSpPr txBox="1"/>
          <p:nvPr/>
        </p:nvSpPr>
        <p:spPr>
          <a:xfrm>
            <a:off x="8685335" y="2594923"/>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43" name="TextBox 42"/>
          <p:cNvSpPr txBox="1"/>
          <p:nvPr/>
        </p:nvSpPr>
        <p:spPr>
          <a:xfrm>
            <a:off x="8685334" y="2307426"/>
            <a:ext cx="3313680" cy="400110"/>
          </a:xfrm>
          <a:prstGeom prst="rect">
            <a:avLst/>
          </a:prstGeom>
          <a:noFill/>
        </p:spPr>
        <p:txBody>
          <a:bodyPr wrap="square" rtlCol="0">
            <a:spAutoFit/>
          </a:bodyPr>
          <a:lstStyle/>
          <a:p>
            <a:pPr fontAlgn="base">
              <a:spcBef>
                <a:spcPct val="0"/>
              </a:spcBef>
              <a:spcAft>
                <a:spcPct val="0"/>
              </a:spcAft>
            </a:pPr>
            <a:r>
              <a:rPr lang="en-US" sz="2000" dirty="0">
                <a:solidFill>
                  <a:srgbClr val="780000"/>
                </a:solidFill>
                <a:cs typeface="+mn-ea"/>
                <a:sym typeface="+mn-lt"/>
              </a:rPr>
              <a:t>01. Main Heading</a:t>
            </a:r>
          </a:p>
        </p:txBody>
      </p:sp>
      <p:sp>
        <p:nvSpPr>
          <p:cNvPr id="44" name="TextBox 43"/>
          <p:cNvSpPr txBox="1"/>
          <p:nvPr/>
        </p:nvSpPr>
        <p:spPr>
          <a:xfrm>
            <a:off x="8685335" y="3496830"/>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45" name="TextBox 44"/>
          <p:cNvSpPr txBox="1"/>
          <p:nvPr/>
        </p:nvSpPr>
        <p:spPr>
          <a:xfrm>
            <a:off x="8685334" y="3209333"/>
            <a:ext cx="3313679" cy="400110"/>
          </a:xfrm>
          <a:prstGeom prst="rect">
            <a:avLst/>
          </a:prstGeom>
          <a:noFill/>
        </p:spPr>
        <p:txBody>
          <a:bodyPr wrap="square" rtlCol="0">
            <a:spAutoFit/>
          </a:bodyPr>
          <a:lstStyle/>
          <a:p>
            <a:pPr fontAlgn="base">
              <a:spcBef>
                <a:spcPct val="0"/>
              </a:spcBef>
              <a:spcAft>
                <a:spcPct val="0"/>
              </a:spcAft>
            </a:pPr>
            <a:r>
              <a:rPr lang="en-US" sz="2000" dirty="0">
                <a:solidFill>
                  <a:prstClr val="black">
                    <a:lumMod val="75000"/>
                    <a:lumOff val="25000"/>
                  </a:prstClr>
                </a:solidFill>
                <a:cs typeface="+mn-ea"/>
                <a:sym typeface="+mn-lt"/>
              </a:rPr>
              <a:t>02. Main Heading</a:t>
            </a:r>
          </a:p>
        </p:txBody>
      </p:sp>
      <p:sp>
        <p:nvSpPr>
          <p:cNvPr id="46" name="TextBox 45"/>
          <p:cNvSpPr txBox="1"/>
          <p:nvPr/>
        </p:nvSpPr>
        <p:spPr>
          <a:xfrm>
            <a:off x="8685335" y="4398736"/>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47" name="TextBox 46"/>
          <p:cNvSpPr txBox="1"/>
          <p:nvPr/>
        </p:nvSpPr>
        <p:spPr>
          <a:xfrm>
            <a:off x="8685335" y="4111240"/>
            <a:ext cx="3458058" cy="400110"/>
          </a:xfrm>
          <a:prstGeom prst="rect">
            <a:avLst/>
          </a:prstGeom>
          <a:noFill/>
        </p:spPr>
        <p:txBody>
          <a:bodyPr wrap="square" rtlCol="0">
            <a:spAutoFit/>
          </a:bodyPr>
          <a:lstStyle/>
          <a:p>
            <a:pPr fontAlgn="base">
              <a:spcBef>
                <a:spcPct val="0"/>
              </a:spcBef>
              <a:spcAft>
                <a:spcPct val="0"/>
              </a:spcAft>
            </a:pPr>
            <a:r>
              <a:rPr lang="en-US" sz="2000" dirty="0">
                <a:solidFill>
                  <a:srgbClr val="FF0000"/>
                </a:solidFill>
                <a:cs typeface="+mn-ea"/>
                <a:sym typeface="+mn-lt"/>
              </a:rPr>
              <a:t>03. Main Heading</a:t>
            </a:r>
          </a:p>
        </p:txBody>
      </p:sp>
      <p:sp>
        <p:nvSpPr>
          <p:cNvPr id="48" name="TextBox 47"/>
          <p:cNvSpPr txBox="1"/>
          <p:nvPr/>
        </p:nvSpPr>
        <p:spPr>
          <a:xfrm>
            <a:off x="8685335" y="5300643"/>
            <a:ext cx="2422920" cy="461665"/>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49" name="TextBox 48"/>
          <p:cNvSpPr txBox="1"/>
          <p:nvPr/>
        </p:nvSpPr>
        <p:spPr>
          <a:xfrm>
            <a:off x="8685335" y="5013146"/>
            <a:ext cx="3458058" cy="400110"/>
          </a:xfrm>
          <a:prstGeom prst="rect">
            <a:avLst/>
          </a:prstGeom>
          <a:noFill/>
        </p:spPr>
        <p:txBody>
          <a:bodyPr wrap="square" rtlCol="0">
            <a:spAutoFit/>
          </a:bodyPr>
          <a:lstStyle/>
          <a:p>
            <a:pPr fontAlgn="base">
              <a:spcBef>
                <a:spcPct val="0"/>
              </a:spcBef>
              <a:spcAft>
                <a:spcPct val="0"/>
              </a:spcAft>
            </a:pPr>
            <a:r>
              <a:rPr lang="en-US" sz="2000" dirty="0">
                <a:solidFill>
                  <a:prstClr val="white">
                    <a:lumMod val="50000"/>
                  </a:prstClr>
                </a:solidFill>
                <a:cs typeface="+mn-ea"/>
                <a:sym typeface="+mn-lt"/>
              </a:rPr>
              <a:t>04. Main Heading</a:t>
            </a:r>
          </a:p>
        </p:txBody>
      </p:sp>
    </p:spTree>
    <p:extLst>
      <p:ext uri="{BB962C8B-B14F-4D97-AF65-F5344CB8AC3E}">
        <p14:creationId xmlns:p14="http://schemas.microsoft.com/office/powerpoint/2010/main" val="2893871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1000" fill="hold"/>
                                        <p:tgtEl>
                                          <p:spTgt spid="38"/>
                                        </p:tgtEl>
                                        <p:attrNameLst>
                                          <p:attrName>ppt_w</p:attrName>
                                        </p:attrNameLst>
                                      </p:cBhvr>
                                      <p:tavLst>
                                        <p:tav tm="0">
                                          <p:val>
                                            <p:fltVal val="0"/>
                                          </p:val>
                                        </p:tav>
                                        <p:tav tm="100000">
                                          <p:val>
                                            <p:strVal val="#ppt_w"/>
                                          </p:val>
                                        </p:tav>
                                      </p:tavLst>
                                    </p:anim>
                                    <p:anim calcmode="lin" valueType="num">
                                      <p:cBhvr>
                                        <p:cTn id="8" dur="1000" fill="hold"/>
                                        <p:tgtEl>
                                          <p:spTgt spid="38"/>
                                        </p:tgtEl>
                                        <p:attrNameLst>
                                          <p:attrName>ppt_h</p:attrName>
                                        </p:attrNameLst>
                                      </p:cBhvr>
                                      <p:tavLst>
                                        <p:tav tm="0">
                                          <p:val>
                                            <p:fltVal val="0"/>
                                          </p:val>
                                        </p:tav>
                                        <p:tav tm="100000">
                                          <p:val>
                                            <p:strVal val="#ppt_h"/>
                                          </p:val>
                                        </p:tav>
                                      </p:tavLst>
                                    </p:anim>
                                    <p:animEffect transition="in" filter="fade">
                                      <p:cBhvr>
                                        <p:cTn id="9" dur="1000"/>
                                        <p:tgtEl>
                                          <p:spTgt spid="3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wipe(left)">
                                      <p:cBhvr>
                                        <p:cTn id="14" dur="1000"/>
                                        <p:tgtEl>
                                          <p:spTgt spid="43"/>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wipe(left)">
                                      <p:cBhvr>
                                        <p:cTn id="17" dur="10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p:cTn id="22" dur="1000" fill="hold"/>
                                        <p:tgtEl>
                                          <p:spTgt spid="39"/>
                                        </p:tgtEl>
                                        <p:attrNameLst>
                                          <p:attrName>ppt_w</p:attrName>
                                        </p:attrNameLst>
                                      </p:cBhvr>
                                      <p:tavLst>
                                        <p:tav tm="0">
                                          <p:val>
                                            <p:fltVal val="0"/>
                                          </p:val>
                                        </p:tav>
                                        <p:tav tm="100000">
                                          <p:val>
                                            <p:strVal val="#ppt_w"/>
                                          </p:val>
                                        </p:tav>
                                      </p:tavLst>
                                    </p:anim>
                                    <p:anim calcmode="lin" valueType="num">
                                      <p:cBhvr>
                                        <p:cTn id="23" dur="1000" fill="hold"/>
                                        <p:tgtEl>
                                          <p:spTgt spid="39"/>
                                        </p:tgtEl>
                                        <p:attrNameLst>
                                          <p:attrName>ppt_h</p:attrName>
                                        </p:attrNameLst>
                                      </p:cBhvr>
                                      <p:tavLst>
                                        <p:tav tm="0">
                                          <p:val>
                                            <p:fltVal val="0"/>
                                          </p:val>
                                        </p:tav>
                                        <p:tav tm="100000">
                                          <p:val>
                                            <p:strVal val="#ppt_h"/>
                                          </p:val>
                                        </p:tav>
                                      </p:tavLst>
                                    </p:anim>
                                    <p:animEffect transition="in" filter="fade">
                                      <p:cBhvr>
                                        <p:cTn id="24" dur="10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wipe(left)">
                                      <p:cBhvr>
                                        <p:cTn id="29" dur="1000"/>
                                        <p:tgtEl>
                                          <p:spTgt spid="4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10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p:cTn id="37" dur="1000" fill="hold"/>
                                        <p:tgtEl>
                                          <p:spTgt spid="41"/>
                                        </p:tgtEl>
                                        <p:attrNameLst>
                                          <p:attrName>ppt_w</p:attrName>
                                        </p:attrNameLst>
                                      </p:cBhvr>
                                      <p:tavLst>
                                        <p:tav tm="0">
                                          <p:val>
                                            <p:fltVal val="0"/>
                                          </p:val>
                                        </p:tav>
                                        <p:tav tm="100000">
                                          <p:val>
                                            <p:strVal val="#ppt_w"/>
                                          </p:val>
                                        </p:tav>
                                      </p:tavLst>
                                    </p:anim>
                                    <p:anim calcmode="lin" valueType="num">
                                      <p:cBhvr>
                                        <p:cTn id="38" dur="1000" fill="hold"/>
                                        <p:tgtEl>
                                          <p:spTgt spid="41"/>
                                        </p:tgtEl>
                                        <p:attrNameLst>
                                          <p:attrName>ppt_h</p:attrName>
                                        </p:attrNameLst>
                                      </p:cBhvr>
                                      <p:tavLst>
                                        <p:tav tm="0">
                                          <p:val>
                                            <p:fltVal val="0"/>
                                          </p:val>
                                        </p:tav>
                                        <p:tav tm="100000">
                                          <p:val>
                                            <p:strVal val="#ppt_h"/>
                                          </p:val>
                                        </p:tav>
                                      </p:tavLst>
                                    </p:anim>
                                    <p:animEffect transition="in" filter="fade">
                                      <p:cBhvr>
                                        <p:cTn id="39" dur="1000"/>
                                        <p:tgtEl>
                                          <p:spTgt spid="4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wipe(left)">
                                      <p:cBhvr>
                                        <p:cTn id="44" dur="1000"/>
                                        <p:tgtEl>
                                          <p:spTgt spid="4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left)">
                                      <p:cBhvr>
                                        <p:cTn id="47" dur="10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40"/>
                                        </p:tgtEl>
                                        <p:attrNameLst>
                                          <p:attrName>style.visibility</p:attrName>
                                        </p:attrNameLst>
                                      </p:cBhvr>
                                      <p:to>
                                        <p:strVal val="visible"/>
                                      </p:to>
                                    </p:set>
                                    <p:anim calcmode="lin" valueType="num">
                                      <p:cBhvr>
                                        <p:cTn id="52" dur="1000" fill="hold"/>
                                        <p:tgtEl>
                                          <p:spTgt spid="40"/>
                                        </p:tgtEl>
                                        <p:attrNameLst>
                                          <p:attrName>ppt_w</p:attrName>
                                        </p:attrNameLst>
                                      </p:cBhvr>
                                      <p:tavLst>
                                        <p:tav tm="0">
                                          <p:val>
                                            <p:fltVal val="0"/>
                                          </p:val>
                                        </p:tav>
                                        <p:tav tm="100000">
                                          <p:val>
                                            <p:strVal val="#ppt_w"/>
                                          </p:val>
                                        </p:tav>
                                      </p:tavLst>
                                    </p:anim>
                                    <p:anim calcmode="lin" valueType="num">
                                      <p:cBhvr>
                                        <p:cTn id="53" dur="1000" fill="hold"/>
                                        <p:tgtEl>
                                          <p:spTgt spid="40"/>
                                        </p:tgtEl>
                                        <p:attrNameLst>
                                          <p:attrName>ppt_h</p:attrName>
                                        </p:attrNameLst>
                                      </p:cBhvr>
                                      <p:tavLst>
                                        <p:tav tm="0">
                                          <p:val>
                                            <p:fltVal val="0"/>
                                          </p:val>
                                        </p:tav>
                                        <p:tav tm="100000">
                                          <p:val>
                                            <p:strVal val="#ppt_h"/>
                                          </p:val>
                                        </p:tav>
                                      </p:tavLst>
                                    </p:anim>
                                    <p:animEffect transition="in" filter="fade">
                                      <p:cBhvr>
                                        <p:cTn id="54" dur="1000"/>
                                        <p:tgtEl>
                                          <p:spTgt spid="4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animEffect transition="in" filter="wipe(left)">
                                      <p:cBhvr>
                                        <p:cTn id="59" dur="1000"/>
                                        <p:tgtEl>
                                          <p:spTgt spid="49"/>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wipe(left)">
                                      <p:cBhvr>
                                        <p:cTn id="62"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P spid="42" grpId="0"/>
      <p:bldP spid="43" grpId="0"/>
      <p:bldP spid="44" grpId="0"/>
      <p:bldP spid="45" grpId="0"/>
      <p:bldP spid="46" grpId="0"/>
      <p:bldP spid="47" grpId="0"/>
      <p:bldP spid="48" grpId="0"/>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r="31744"/>
          <a:stretch/>
        </p:blipFill>
        <p:spPr>
          <a:xfrm>
            <a:off x="680572" y="1051894"/>
            <a:ext cx="4332194" cy="4231341"/>
          </a:xfrm>
          <a:prstGeom prst="rect">
            <a:avLst/>
          </a:prstGeom>
        </p:spPr>
      </p:pic>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
        <p:nvSpPr>
          <p:cNvPr id="10" name="矩形 9"/>
          <p:cNvSpPr/>
          <p:nvPr/>
        </p:nvSpPr>
        <p:spPr>
          <a:xfrm>
            <a:off x="9104624" y="4364318"/>
            <a:ext cx="1426068" cy="1422520"/>
          </a:xfrm>
          <a:prstGeom prst="rect">
            <a:avLst/>
          </a:pr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1" name="矩形 10"/>
          <p:cNvSpPr/>
          <p:nvPr/>
        </p:nvSpPr>
        <p:spPr>
          <a:xfrm>
            <a:off x="1941057" y="3721905"/>
            <a:ext cx="7464526" cy="2563022"/>
          </a:xfrm>
          <a:prstGeom prst="rect">
            <a:avLst/>
          </a:prstGeom>
          <a:solidFill>
            <a:schemeClr val="bg1"/>
          </a:solidFill>
          <a:ln>
            <a:noFill/>
          </a:ln>
          <a:effectLst>
            <a:outerShdw blurRad="165100" dist="381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2" name="组合 1"/>
          <p:cNvGrpSpPr/>
          <p:nvPr/>
        </p:nvGrpSpPr>
        <p:grpSpPr>
          <a:xfrm>
            <a:off x="2326503" y="4244923"/>
            <a:ext cx="3009112" cy="1587373"/>
            <a:chOff x="2298384" y="4314497"/>
            <a:chExt cx="3009112" cy="1587373"/>
          </a:xfrm>
        </p:grpSpPr>
        <p:sp>
          <p:nvSpPr>
            <p:cNvPr id="13" name="Oval 6"/>
            <p:cNvSpPr/>
            <p:nvPr/>
          </p:nvSpPr>
          <p:spPr>
            <a:xfrm>
              <a:off x="2411095" y="4314497"/>
              <a:ext cx="502920" cy="502147"/>
            </a:xfrm>
            <a:custGeom>
              <a:avLst/>
              <a:gdLst>
                <a:gd name="connsiteX0" fmla="*/ 25829 w 578320"/>
                <a:gd name="connsiteY0" fmla="*/ 524911 h 577432"/>
                <a:gd name="connsiteX1" fmla="*/ 220466 w 578320"/>
                <a:gd name="connsiteY1" fmla="*/ 524911 h 577432"/>
                <a:gd name="connsiteX2" fmla="*/ 247217 w 578320"/>
                <a:gd name="connsiteY2" fmla="*/ 550711 h 577432"/>
                <a:gd name="connsiteX3" fmla="*/ 220466 w 578320"/>
                <a:gd name="connsiteY3" fmla="*/ 577432 h 577432"/>
                <a:gd name="connsiteX4" fmla="*/ 25829 w 578320"/>
                <a:gd name="connsiteY4" fmla="*/ 577432 h 577432"/>
                <a:gd name="connsiteX5" fmla="*/ 0 w 578320"/>
                <a:gd name="connsiteY5" fmla="*/ 550711 h 577432"/>
                <a:gd name="connsiteX6" fmla="*/ 25829 w 578320"/>
                <a:gd name="connsiteY6" fmla="*/ 524911 h 577432"/>
                <a:gd name="connsiteX7" fmla="*/ 25820 w 578320"/>
                <a:gd name="connsiteY7" fmla="*/ 458632 h 577432"/>
                <a:gd name="connsiteX8" fmla="*/ 165988 w 578320"/>
                <a:gd name="connsiteY8" fmla="*/ 458632 h 577432"/>
                <a:gd name="connsiteX9" fmla="*/ 245294 w 578320"/>
                <a:gd name="connsiteY9" fmla="*/ 493646 h 577432"/>
                <a:gd name="connsiteX10" fmla="*/ 220396 w 578320"/>
                <a:gd name="connsiteY10" fmla="*/ 511153 h 577432"/>
                <a:gd name="connsiteX11" fmla="*/ 25820 w 578320"/>
                <a:gd name="connsiteY11" fmla="*/ 511153 h 577432"/>
                <a:gd name="connsiteX12" fmla="*/ 0 w 578320"/>
                <a:gd name="connsiteY12" fmla="*/ 484432 h 577432"/>
                <a:gd name="connsiteX13" fmla="*/ 25820 w 578320"/>
                <a:gd name="connsiteY13" fmla="*/ 458632 h 577432"/>
                <a:gd name="connsiteX14" fmla="*/ 468575 w 578320"/>
                <a:gd name="connsiteY14" fmla="*/ 396938 h 577432"/>
                <a:gd name="connsiteX15" fmla="*/ 551576 w 578320"/>
                <a:gd name="connsiteY15" fmla="*/ 396938 h 577432"/>
                <a:gd name="connsiteX16" fmla="*/ 578320 w 578320"/>
                <a:gd name="connsiteY16" fmla="*/ 422738 h 577432"/>
                <a:gd name="connsiteX17" fmla="*/ 551576 w 578320"/>
                <a:gd name="connsiteY17" fmla="*/ 449459 h 577432"/>
                <a:gd name="connsiteX18" fmla="*/ 424308 w 578320"/>
                <a:gd name="connsiteY18" fmla="*/ 449459 h 577432"/>
                <a:gd name="connsiteX19" fmla="*/ 468575 w 578320"/>
                <a:gd name="connsiteY19" fmla="*/ 396938 h 577432"/>
                <a:gd name="connsiteX20" fmla="*/ 25826 w 578320"/>
                <a:gd name="connsiteY20" fmla="*/ 392352 h 577432"/>
                <a:gd name="connsiteX21" fmla="*/ 106996 w 578320"/>
                <a:gd name="connsiteY21" fmla="*/ 392352 h 577432"/>
                <a:gd name="connsiteX22" fmla="*/ 149425 w 578320"/>
                <a:gd name="connsiteY22" fmla="*/ 444725 h 577432"/>
                <a:gd name="connsiteX23" fmla="*/ 25826 w 578320"/>
                <a:gd name="connsiteY23" fmla="*/ 444725 h 577432"/>
                <a:gd name="connsiteX24" fmla="*/ 0 w 578320"/>
                <a:gd name="connsiteY24" fmla="*/ 418998 h 577432"/>
                <a:gd name="connsiteX25" fmla="*/ 25826 w 578320"/>
                <a:gd name="connsiteY25" fmla="*/ 392352 h 577432"/>
                <a:gd name="connsiteX26" fmla="*/ 495311 w 578320"/>
                <a:gd name="connsiteY26" fmla="*/ 330659 h 577432"/>
                <a:gd name="connsiteX27" fmla="*/ 551573 w 578320"/>
                <a:gd name="connsiteY27" fmla="*/ 330659 h 577432"/>
                <a:gd name="connsiteX28" fmla="*/ 578320 w 578320"/>
                <a:gd name="connsiteY28" fmla="*/ 357305 h 577432"/>
                <a:gd name="connsiteX29" fmla="*/ 551573 w 578320"/>
                <a:gd name="connsiteY29" fmla="*/ 383032 h 577432"/>
                <a:gd name="connsiteX30" fmla="*/ 475942 w 578320"/>
                <a:gd name="connsiteY30" fmla="*/ 383032 h 577432"/>
                <a:gd name="connsiteX31" fmla="*/ 495311 w 578320"/>
                <a:gd name="connsiteY31" fmla="*/ 330659 h 577432"/>
                <a:gd name="connsiteX32" fmla="*/ 25814 w 578320"/>
                <a:gd name="connsiteY32" fmla="*/ 325924 h 577432"/>
                <a:gd name="connsiteX33" fmla="*/ 82051 w 578320"/>
                <a:gd name="connsiteY33" fmla="*/ 325924 h 577432"/>
                <a:gd name="connsiteX34" fmla="*/ 99568 w 578320"/>
                <a:gd name="connsiteY34" fmla="*/ 378445 h 577432"/>
                <a:gd name="connsiteX35" fmla="*/ 25814 w 578320"/>
                <a:gd name="connsiteY35" fmla="*/ 378445 h 577432"/>
                <a:gd name="connsiteX36" fmla="*/ 0 w 578320"/>
                <a:gd name="connsiteY36" fmla="*/ 352645 h 577432"/>
                <a:gd name="connsiteX37" fmla="*/ 25814 w 578320"/>
                <a:gd name="connsiteY37" fmla="*/ 325924 h 577432"/>
                <a:gd name="connsiteX38" fmla="*/ 297074 w 578320"/>
                <a:gd name="connsiteY38" fmla="*/ 302072 h 577432"/>
                <a:gd name="connsiteX39" fmla="*/ 297074 w 578320"/>
                <a:gd name="connsiteY39" fmla="*/ 349966 h 577432"/>
                <a:gd name="connsiteX40" fmla="*/ 326589 w 578320"/>
                <a:gd name="connsiteY40" fmla="*/ 326019 h 577432"/>
                <a:gd name="connsiteX41" fmla="*/ 297074 w 578320"/>
                <a:gd name="connsiteY41" fmla="*/ 302072 h 577432"/>
                <a:gd name="connsiteX42" fmla="*/ 498167 w 578320"/>
                <a:gd name="connsiteY42" fmla="*/ 264231 h 577432"/>
                <a:gd name="connsiteX43" fmla="*/ 551603 w 578320"/>
                <a:gd name="connsiteY43" fmla="*/ 264231 h 577432"/>
                <a:gd name="connsiteX44" fmla="*/ 578320 w 578320"/>
                <a:gd name="connsiteY44" fmla="*/ 290952 h 577432"/>
                <a:gd name="connsiteX45" fmla="*/ 551603 w 578320"/>
                <a:gd name="connsiteY45" fmla="*/ 316752 h 577432"/>
                <a:gd name="connsiteX46" fmla="*/ 497246 w 578320"/>
                <a:gd name="connsiteY46" fmla="*/ 316752 h 577432"/>
                <a:gd name="connsiteX47" fmla="*/ 499089 w 578320"/>
                <a:gd name="connsiteY47" fmla="*/ 288188 h 577432"/>
                <a:gd name="connsiteX48" fmla="*/ 498167 w 578320"/>
                <a:gd name="connsiteY48" fmla="*/ 264231 h 577432"/>
                <a:gd name="connsiteX49" fmla="*/ 25843 w 578320"/>
                <a:gd name="connsiteY49" fmla="*/ 259645 h 577432"/>
                <a:gd name="connsiteX50" fmla="*/ 81222 w 578320"/>
                <a:gd name="connsiteY50" fmla="*/ 259645 h 577432"/>
                <a:gd name="connsiteX51" fmla="*/ 78453 w 578320"/>
                <a:gd name="connsiteY51" fmla="*/ 288209 h 577432"/>
                <a:gd name="connsiteX52" fmla="*/ 80299 w 578320"/>
                <a:gd name="connsiteY52" fmla="*/ 312166 h 577432"/>
                <a:gd name="connsiteX53" fmla="*/ 25843 w 578320"/>
                <a:gd name="connsiteY53" fmla="*/ 312166 h 577432"/>
                <a:gd name="connsiteX54" fmla="*/ 0 w 578320"/>
                <a:gd name="connsiteY54" fmla="*/ 286366 h 577432"/>
                <a:gd name="connsiteX55" fmla="*/ 25843 w 578320"/>
                <a:gd name="connsiteY55" fmla="*/ 259645 h 577432"/>
                <a:gd name="connsiteX56" fmla="*/ 282316 w 578320"/>
                <a:gd name="connsiteY56" fmla="*/ 225625 h 577432"/>
                <a:gd name="connsiteX57" fmla="*/ 255567 w 578320"/>
                <a:gd name="connsiteY57" fmla="*/ 245888 h 577432"/>
                <a:gd name="connsiteX58" fmla="*/ 282316 w 578320"/>
                <a:gd name="connsiteY58" fmla="*/ 267993 h 577432"/>
                <a:gd name="connsiteX59" fmla="*/ 478752 w 578320"/>
                <a:gd name="connsiteY59" fmla="*/ 197951 h 577432"/>
                <a:gd name="connsiteX60" fmla="*/ 551584 w 578320"/>
                <a:gd name="connsiteY60" fmla="*/ 197951 h 577432"/>
                <a:gd name="connsiteX61" fmla="*/ 578320 w 578320"/>
                <a:gd name="connsiteY61" fmla="*/ 224672 h 577432"/>
                <a:gd name="connsiteX62" fmla="*/ 551584 w 578320"/>
                <a:gd name="connsiteY62" fmla="*/ 250472 h 577432"/>
                <a:gd name="connsiteX63" fmla="*/ 495347 w 578320"/>
                <a:gd name="connsiteY63" fmla="*/ 250472 h 577432"/>
                <a:gd name="connsiteX64" fmla="*/ 478752 w 578320"/>
                <a:gd name="connsiteY64" fmla="*/ 197951 h 577432"/>
                <a:gd name="connsiteX65" fmla="*/ 25834 w 578320"/>
                <a:gd name="connsiteY65" fmla="*/ 194253 h 577432"/>
                <a:gd name="connsiteX66" fmla="*/ 101491 w 578320"/>
                <a:gd name="connsiteY66" fmla="*/ 194253 h 577432"/>
                <a:gd name="connsiteX67" fmla="*/ 83038 w 578320"/>
                <a:gd name="connsiteY67" fmla="*/ 246774 h 577432"/>
                <a:gd name="connsiteX68" fmla="*/ 25834 w 578320"/>
                <a:gd name="connsiteY68" fmla="*/ 246774 h 577432"/>
                <a:gd name="connsiteX69" fmla="*/ 0 w 578320"/>
                <a:gd name="connsiteY69" fmla="*/ 220053 h 577432"/>
                <a:gd name="connsiteX70" fmla="*/ 25834 w 578320"/>
                <a:gd name="connsiteY70" fmla="*/ 194253 h 577432"/>
                <a:gd name="connsiteX71" fmla="*/ 289695 w 578320"/>
                <a:gd name="connsiteY71" fmla="*/ 180494 h 577432"/>
                <a:gd name="connsiteX72" fmla="*/ 297074 w 578320"/>
                <a:gd name="connsiteY72" fmla="*/ 188784 h 577432"/>
                <a:gd name="connsiteX73" fmla="*/ 297074 w 578320"/>
                <a:gd name="connsiteY73" fmla="*/ 200757 h 577432"/>
                <a:gd name="connsiteX74" fmla="*/ 353338 w 578320"/>
                <a:gd name="connsiteY74" fmla="*/ 236678 h 577432"/>
                <a:gd name="connsiteX75" fmla="*/ 338580 w 578320"/>
                <a:gd name="connsiteY75" fmla="*/ 251415 h 577432"/>
                <a:gd name="connsiteX76" fmla="*/ 297074 w 578320"/>
                <a:gd name="connsiteY76" fmla="*/ 225625 h 577432"/>
                <a:gd name="connsiteX77" fmla="*/ 297074 w 578320"/>
                <a:gd name="connsiteY77" fmla="*/ 270756 h 577432"/>
                <a:gd name="connsiteX78" fmla="*/ 356105 w 578320"/>
                <a:gd name="connsiteY78" fmla="*/ 323256 h 577432"/>
                <a:gd name="connsiteX79" fmla="*/ 297074 w 578320"/>
                <a:gd name="connsiteY79" fmla="*/ 373913 h 577432"/>
                <a:gd name="connsiteX80" fmla="*/ 297074 w 578320"/>
                <a:gd name="connsiteY80" fmla="*/ 388650 h 577432"/>
                <a:gd name="connsiteX81" fmla="*/ 289695 w 578320"/>
                <a:gd name="connsiteY81" fmla="*/ 396939 h 577432"/>
                <a:gd name="connsiteX82" fmla="*/ 282316 w 578320"/>
                <a:gd name="connsiteY82" fmla="*/ 388650 h 577432"/>
                <a:gd name="connsiteX83" fmla="*/ 282316 w 578320"/>
                <a:gd name="connsiteY83" fmla="*/ 373913 h 577432"/>
                <a:gd name="connsiteX84" fmla="*/ 222362 w 578320"/>
                <a:gd name="connsiteY84" fmla="*/ 329703 h 577432"/>
                <a:gd name="connsiteX85" fmla="*/ 237120 w 578320"/>
                <a:gd name="connsiteY85" fmla="*/ 314966 h 577432"/>
                <a:gd name="connsiteX86" fmla="*/ 282316 w 578320"/>
                <a:gd name="connsiteY86" fmla="*/ 349966 h 577432"/>
                <a:gd name="connsiteX87" fmla="*/ 282316 w 578320"/>
                <a:gd name="connsiteY87" fmla="*/ 299309 h 577432"/>
                <a:gd name="connsiteX88" fmla="*/ 225129 w 578320"/>
                <a:gd name="connsiteY88" fmla="*/ 251415 h 577432"/>
                <a:gd name="connsiteX89" fmla="*/ 282316 w 578320"/>
                <a:gd name="connsiteY89" fmla="*/ 200757 h 577432"/>
                <a:gd name="connsiteX90" fmla="*/ 282316 w 578320"/>
                <a:gd name="connsiteY90" fmla="*/ 188784 h 577432"/>
                <a:gd name="connsiteX91" fmla="*/ 289695 w 578320"/>
                <a:gd name="connsiteY91" fmla="*/ 180494 h 577432"/>
                <a:gd name="connsiteX92" fmla="*/ 288699 w 578320"/>
                <a:gd name="connsiteY92" fmla="*/ 157519 h 577432"/>
                <a:gd name="connsiteX93" fmla="*/ 157752 w 578320"/>
                <a:gd name="connsiteY93" fmla="*/ 288255 h 577432"/>
                <a:gd name="connsiteX94" fmla="*/ 288699 w 578320"/>
                <a:gd name="connsiteY94" fmla="*/ 419912 h 577432"/>
                <a:gd name="connsiteX95" fmla="*/ 420567 w 578320"/>
                <a:gd name="connsiteY95" fmla="*/ 288255 h 577432"/>
                <a:gd name="connsiteX96" fmla="*/ 288699 w 578320"/>
                <a:gd name="connsiteY96" fmla="*/ 157519 h 577432"/>
                <a:gd name="connsiteX97" fmla="*/ 428895 w 578320"/>
                <a:gd name="connsiteY97" fmla="*/ 132559 h 577432"/>
                <a:gd name="connsiteX98" fmla="*/ 551571 w 578320"/>
                <a:gd name="connsiteY98" fmla="*/ 132559 h 577432"/>
                <a:gd name="connsiteX99" fmla="*/ 578320 w 578320"/>
                <a:gd name="connsiteY99" fmla="*/ 158359 h 577432"/>
                <a:gd name="connsiteX100" fmla="*/ 551571 w 578320"/>
                <a:gd name="connsiteY100" fmla="*/ 185080 h 577432"/>
                <a:gd name="connsiteX101" fmla="*/ 471324 w 578320"/>
                <a:gd name="connsiteY101" fmla="*/ 185080 h 577432"/>
                <a:gd name="connsiteX102" fmla="*/ 428895 w 578320"/>
                <a:gd name="connsiteY102" fmla="*/ 132559 h 577432"/>
                <a:gd name="connsiteX103" fmla="*/ 25822 w 578320"/>
                <a:gd name="connsiteY103" fmla="*/ 127973 h 577432"/>
                <a:gd name="connsiteX104" fmla="*/ 154012 w 578320"/>
                <a:gd name="connsiteY104" fmla="*/ 127973 h 577432"/>
                <a:gd name="connsiteX105" fmla="*/ 108823 w 578320"/>
                <a:gd name="connsiteY105" fmla="*/ 180494 h 577432"/>
                <a:gd name="connsiteX106" fmla="*/ 25822 w 578320"/>
                <a:gd name="connsiteY106" fmla="*/ 180494 h 577432"/>
                <a:gd name="connsiteX107" fmla="*/ 0 w 578320"/>
                <a:gd name="connsiteY107" fmla="*/ 153773 h 577432"/>
                <a:gd name="connsiteX108" fmla="*/ 25822 w 578320"/>
                <a:gd name="connsiteY108" fmla="*/ 127973 h 577432"/>
                <a:gd name="connsiteX109" fmla="*/ 288699 w 578320"/>
                <a:gd name="connsiteY109" fmla="*/ 105041 h 577432"/>
                <a:gd name="connsiteX110" fmla="*/ 473130 w 578320"/>
                <a:gd name="connsiteY110" fmla="*/ 288255 h 577432"/>
                <a:gd name="connsiteX111" fmla="*/ 288699 w 578320"/>
                <a:gd name="connsiteY111" fmla="*/ 472390 h 577432"/>
                <a:gd name="connsiteX112" fmla="*/ 105189 w 578320"/>
                <a:gd name="connsiteY112" fmla="*/ 288255 h 577432"/>
                <a:gd name="connsiteX113" fmla="*/ 288699 w 578320"/>
                <a:gd name="connsiteY113" fmla="*/ 105041 h 577432"/>
                <a:gd name="connsiteX114" fmla="*/ 357002 w 578320"/>
                <a:gd name="connsiteY114" fmla="*/ 66280 h 577432"/>
                <a:gd name="connsiteX115" fmla="*/ 551578 w 578320"/>
                <a:gd name="connsiteY115" fmla="*/ 66280 h 577432"/>
                <a:gd name="connsiteX116" fmla="*/ 578320 w 578320"/>
                <a:gd name="connsiteY116" fmla="*/ 92080 h 577432"/>
                <a:gd name="connsiteX117" fmla="*/ 551578 w 578320"/>
                <a:gd name="connsiteY117" fmla="*/ 118801 h 577432"/>
                <a:gd name="connsiteX118" fmla="*/ 411410 w 578320"/>
                <a:gd name="connsiteY118" fmla="*/ 118801 h 577432"/>
                <a:gd name="connsiteX119" fmla="*/ 333026 w 578320"/>
                <a:gd name="connsiteY119" fmla="*/ 82865 h 577432"/>
                <a:gd name="connsiteX120" fmla="*/ 357002 w 578320"/>
                <a:gd name="connsiteY120" fmla="*/ 66280 h 577432"/>
                <a:gd name="connsiteX121" fmla="*/ 356932 w 578320"/>
                <a:gd name="connsiteY121" fmla="*/ 0 h 577432"/>
                <a:gd name="connsiteX122" fmla="*/ 551569 w 578320"/>
                <a:gd name="connsiteY122" fmla="*/ 0 h 577432"/>
                <a:gd name="connsiteX123" fmla="*/ 578320 w 578320"/>
                <a:gd name="connsiteY123" fmla="*/ 25800 h 577432"/>
                <a:gd name="connsiteX124" fmla="*/ 551569 w 578320"/>
                <a:gd name="connsiteY124" fmla="*/ 52521 h 577432"/>
                <a:gd name="connsiteX125" fmla="*/ 356932 w 578320"/>
                <a:gd name="connsiteY125" fmla="*/ 52521 h 577432"/>
                <a:gd name="connsiteX126" fmla="*/ 331103 w 578320"/>
                <a:gd name="connsiteY126" fmla="*/ 25800 h 577432"/>
                <a:gd name="connsiteX127" fmla="*/ 356932 w 578320"/>
                <a:gd name="connsiteY12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78320" h="577432">
                  <a:moveTo>
                    <a:pt x="25829" y="524911"/>
                  </a:moveTo>
                  <a:lnTo>
                    <a:pt x="220466" y="524911"/>
                  </a:lnTo>
                  <a:cubicBezTo>
                    <a:pt x="235225" y="524911"/>
                    <a:pt x="247217" y="535968"/>
                    <a:pt x="247217" y="550711"/>
                  </a:cubicBezTo>
                  <a:cubicBezTo>
                    <a:pt x="247217" y="565454"/>
                    <a:pt x="235225" y="577432"/>
                    <a:pt x="220466" y="577432"/>
                  </a:cubicBezTo>
                  <a:lnTo>
                    <a:pt x="25829" y="577432"/>
                  </a:lnTo>
                  <a:cubicBezTo>
                    <a:pt x="11992" y="577432"/>
                    <a:pt x="0" y="565454"/>
                    <a:pt x="0" y="550711"/>
                  </a:cubicBezTo>
                  <a:cubicBezTo>
                    <a:pt x="0" y="535968"/>
                    <a:pt x="11992" y="524911"/>
                    <a:pt x="25829" y="524911"/>
                  </a:cubicBezTo>
                  <a:close/>
                  <a:moveTo>
                    <a:pt x="25820" y="458632"/>
                  </a:moveTo>
                  <a:lnTo>
                    <a:pt x="165988" y="458632"/>
                  </a:lnTo>
                  <a:cubicBezTo>
                    <a:pt x="189042" y="475218"/>
                    <a:pt x="215785" y="488118"/>
                    <a:pt x="245294" y="493646"/>
                  </a:cubicBezTo>
                  <a:cubicBezTo>
                    <a:pt x="241606" y="503782"/>
                    <a:pt x="232384" y="511153"/>
                    <a:pt x="220396" y="511153"/>
                  </a:cubicBezTo>
                  <a:lnTo>
                    <a:pt x="25820" y="511153"/>
                  </a:lnTo>
                  <a:cubicBezTo>
                    <a:pt x="11988" y="511153"/>
                    <a:pt x="0" y="499175"/>
                    <a:pt x="0" y="484432"/>
                  </a:cubicBezTo>
                  <a:cubicBezTo>
                    <a:pt x="0" y="470611"/>
                    <a:pt x="11988" y="458632"/>
                    <a:pt x="25820" y="458632"/>
                  </a:cubicBezTo>
                  <a:close/>
                  <a:moveTo>
                    <a:pt x="468575" y="396938"/>
                  </a:moveTo>
                  <a:lnTo>
                    <a:pt x="551576" y="396938"/>
                  </a:lnTo>
                  <a:cubicBezTo>
                    <a:pt x="566331" y="396938"/>
                    <a:pt x="578320" y="408917"/>
                    <a:pt x="578320" y="422738"/>
                  </a:cubicBezTo>
                  <a:cubicBezTo>
                    <a:pt x="578320" y="437481"/>
                    <a:pt x="566331" y="449459"/>
                    <a:pt x="551576" y="449459"/>
                  </a:cubicBezTo>
                  <a:lnTo>
                    <a:pt x="424308" y="449459"/>
                  </a:lnTo>
                  <a:cubicBezTo>
                    <a:pt x="441830" y="434717"/>
                    <a:pt x="456586" y="416288"/>
                    <a:pt x="468575" y="396938"/>
                  </a:cubicBezTo>
                  <a:close/>
                  <a:moveTo>
                    <a:pt x="25826" y="392352"/>
                  </a:moveTo>
                  <a:lnTo>
                    <a:pt x="106996" y="392352"/>
                  </a:lnTo>
                  <a:cubicBezTo>
                    <a:pt x="118064" y="412566"/>
                    <a:pt x="131900" y="430024"/>
                    <a:pt x="149425" y="444725"/>
                  </a:cubicBezTo>
                  <a:lnTo>
                    <a:pt x="25826" y="444725"/>
                  </a:lnTo>
                  <a:cubicBezTo>
                    <a:pt x="11991" y="444725"/>
                    <a:pt x="0" y="432781"/>
                    <a:pt x="0" y="418998"/>
                  </a:cubicBezTo>
                  <a:cubicBezTo>
                    <a:pt x="0" y="404297"/>
                    <a:pt x="11991" y="392352"/>
                    <a:pt x="25826" y="392352"/>
                  </a:cubicBezTo>
                  <a:close/>
                  <a:moveTo>
                    <a:pt x="495311" y="330659"/>
                  </a:moveTo>
                  <a:lnTo>
                    <a:pt x="551573" y="330659"/>
                  </a:lnTo>
                  <a:cubicBezTo>
                    <a:pt x="566330" y="330659"/>
                    <a:pt x="578320" y="342604"/>
                    <a:pt x="578320" y="357305"/>
                  </a:cubicBezTo>
                  <a:cubicBezTo>
                    <a:pt x="578320" y="371088"/>
                    <a:pt x="566330" y="383032"/>
                    <a:pt x="551573" y="383032"/>
                  </a:cubicBezTo>
                  <a:lnTo>
                    <a:pt x="475942" y="383032"/>
                  </a:lnTo>
                  <a:cubicBezTo>
                    <a:pt x="485165" y="366493"/>
                    <a:pt x="490699" y="349036"/>
                    <a:pt x="495311" y="330659"/>
                  </a:cubicBezTo>
                  <a:close/>
                  <a:moveTo>
                    <a:pt x="25814" y="325924"/>
                  </a:moveTo>
                  <a:lnTo>
                    <a:pt x="82051" y="325924"/>
                  </a:lnTo>
                  <a:cubicBezTo>
                    <a:pt x="85739" y="344353"/>
                    <a:pt x="91271" y="361860"/>
                    <a:pt x="99568" y="378445"/>
                  </a:cubicBezTo>
                  <a:lnTo>
                    <a:pt x="25814" y="378445"/>
                  </a:lnTo>
                  <a:cubicBezTo>
                    <a:pt x="11985" y="378445"/>
                    <a:pt x="0" y="367388"/>
                    <a:pt x="0" y="352645"/>
                  </a:cubicBezTo>
                  <a:cubicBezTo>
                    <a:pt x="0" y="337903"/>
                    <a:pt x="11985" y="325924"/>
                    <a:pt x="25814" y="325924"/>
                  </a:cubicBezTo>
                  <a:close/>
                  <a:moveTo>
                    <a:pt x="297074" y="302072"/>
                  </a:moveTo>
                  <a:lnTo>
                    <a:pt x="297074" y="349966"/>
                  </a:lnTo>
                  <a:cubicBezTo>
                    <a:pt x="310909" y="349045"/>
                    <a:pt x="326589" y="341677"/>
                    <a:pt x="326589" y="326019"/>
                  </a:cubicBezTo>
                  <a:cubicBezTo>
                    <a:pt x="326589" y="310361"/>
                    <a:pt x="309987" y="304835"/>
                    <a:pt x="297074" y="302072"/>
                  </a:cubicBezTo>
                  <a:close/>
                  <a:moveTo>
                    <a:pt x="498167" y="264231"/>
                  </a:moveTo>
                  <a:lnTo>
                    <a:pt x="551603" y="264231"/>
                  </a:lnTo>
                  <a:cubicBezTo>
                    <a:pt x="566343" y="264231"/>
                    <a:pt x="578320" y="276210"/>
                    <a:pt x="578320" y="290952"/>
                  </a:cubicBezTo>
                  <a:cubicBezTo>
                    <a:pt x="578320" y="304774"/>
                    <a:pt x="566343" y="316752"/>
                    <a:pt x="551603" y="316752"/>
                  </a:cubicBezTo>
                  <a:lnTo>
                    <a:pt x="497246" y="316752"/>
                  </a:lnTo>
                  <a:cubicBezTo>
                    <a:pt x="498167" y="307538"/>
                    <a:pt x="499089" y="298324"/>
                    <a:pt x="499089" y="288188"/>
                  </a:cubicBezTo>
                  <a:cubicBezTo>
                    <a:pt x="499089" y="279895"/>
                    <a:pt x="499089" y="272524"/>
                    <a:pt x="498167" y="264231"/>
                  </a:cubicBezTo>
                  <a:close/>
                  <a:moveTo>
                    <a:pt x="25843" y="259645"/>
                  </a:moveTo>
                  <a:lnTo>
                    <a:pt x="81222" y="259645"/>
                  </a:lnTo>
                  <a:cubicBezTo>
                    <a:pt x="79376" y="269781"/>
                    <a:pt x="78453" y="278995"/>
                    <a:pt x="78453" y="288209"/>
                  </a:cubicBezTo>
                  <a:cubicBezTo>
                    <a:pt x="78453" y="296502"/>
                    <a:pt x="79376" y="304795"/>
                    <a:pt x="80299" y="312166"/>
                  </a:cubicBezTo>
                  <a:lnTo>
                    <a:pt x="25843" y="312166"/>
                  </a:lnTo>
                  <a:cubicBezTo>
                    <a:pt x="11999" y="312166"/>
                    <a:pt x="0" y="301109"/>
                    <a:pt x="0" y="286366"/>
                  </a:cubicBezTo>
                  <a:cubicBezTo>
                    <a:pt x="0" y="271624"/>
                    <a:pt x="11999" y="259645"/>
                    <a:pt x="25843" y="259645"/>
                  </a:cubicBezTo>
                  <a:close/>
                  <a:moveTo>
                    <a:pt x="282316" y="225625"/>
                  </a:moveTo>
                  <a:cubicBezTo>
                    <a:pt x="265713" y="225625"/>
                    <a:pt x="255567" y="235757"/>
                    <a:pt x="255567" y="245888"/>
                  </a:cubicBezTo>
                  <a:cubicBezTo>
                    <a:pt x="255567" y="257862"/>
                    <a:pt x="264791" y="264309"/>
                    <a:pt x="282316" y="267993"/>
                  </a:cubicBezTo>
                  <a:close/>
                  <a:moveTo>
                    <a:pt x="478752" y="197951"/>
                  </a:moveTo>
                  <a:lnTo>
                    <a:pt x="551584" y="197951"/>
                  </a:lnTo>
                  <a:cubicBezTo>
                    <a:pt x="566335" y="197951"/>
                    <a:pt x="578320" y="209930"/>
                    <a:pt x="578320" y="224672"/>
                  </a:cubicBezTo>
                  <a:cubicBezTo>
                    <a:pt x="578320" y="239415"/>
                    <a:pt x="566335" y="250472"/>
                    <a:pt x="551584" y="250472"/>
                  </a:cubicBezTo>
                  <a:lnTo>
                    <a:pt x="495347" y="250472"/>
                  </a:lnTo>
                  <a:cubicBezTo>
                    <a:pt x="492581" y="232044"/>
                    <a:pt x="486128" y="214537"/>
                    <a:pt x="478752" y="197951"/>
                  </a:cubicBezTo>
                  <a:close/>
                  <a:moveTo>
                    <a:pt x="25834" y="194253"/>
                  </a:moveTo>
                  <a:lnTo>
                    <a:pt x="101491" y="194253"/>
                  </a:lnTo>
                  <a:cubicBezTo>
                    <a:pt x="93187" y="209917"/>
                    <a:pt x="86729" y="228346"/>
                    <a:pt x="83038" y="246774"/>
                  </a:cubicBezTo>
                  <a:lnTo>
                    <a:pt x="25834" y="246774"/>
                  </a:lnTo>
                  <a:cubicBezTo>
                    <a:pt x="11994" y="246774"/>
                    <a:pt x="0" y="234796"/>
                    <a:pt x="0" y="220053"/>
                  </a:cubicBezTo>
                  <a:cubicBezTo>
                    <a:pt x="0" y="205310"/>
                    <a:pt x="11994" y="194253"/>
                    <a:pt x="25834" y="194253"/>
                  </a:cubicBezTo>
                  <a:close/>
                  <a:moveTo>
                    <a:pt x="289695" y="180494"/>
                  </a:moveTo>
                  <a:cubicBezTo>
                    <a:pt x="293384" y="180494"/>
                    <a:pt x="297074" y="184178"/>
                    <a:pt x="297074" y="188784"/>
                  </a:cubicBezTo>
                  <a:lnTo>
                    <a:pt x="297074" y="200757"/>
                  </a:lnTo>
                  <a:cubicBezTo>
                    <a:pt x="315521" y="201678"/>
                    <a:pt x="353338" y="213652"/>
                    <a:pt x="353338" y="236678"/>
                  </a:cubicBezTo>
                  <a:cubicBezTo>
                    <a:pt x="353338" y="245888"/>
                    <a:pt x="346881" y="251415"/>
                    <a:pt x="338580" y="251415"/>
                  </a:cubicBezTo>
                  <a:cubicBezTo>
                    <a:pt x="322900" y="251415"/>
                    <a:pt x="322900" y="225625"/>
                    <a:pt x="297074" y="225625"/>
                  </a:cubicBezTo>
                  <a:lnTo>
                    <a:pt x="297074" y="270756"/>
                  </a:lnTo>
                  <a:cubicBezTo>
                    <a:pt x="328434" y="277204"/>
                    <a:pt x="356105" y="286414"/>
                    <a:pt x="356105" y="323256"/>
                  </a:cubicBezTo>
                  <a:cubicBezTo>
                    <a:pt x="356105" y="355492"/>
                    <a:pt x="332124" y="372071"/>
                    <a:pt x="297074" y="373913"/>
                  </a:cubicBezTo>
                  <a:lnTo>
                    <a:pt x="297074" y="388650"/>
                  </a:lnTo>
                  <a:cubicBezTo>
                    <a:pt x="297074" y="392334"/>
                    <a:pt x="293384" y="396939"/>
                    <a:pt x="289695" y="396939"/>
                  </a:cubicBezTo>
                  <a:cubicBezTo>
                    <a:pt x="285083" y="396939"/>
                    <a:pt x="282316" y="392334"/>
                    <a:pt x="282316" y="388650"/>
                  </a:cubicBezTo>
                  <a:lnTo>
                    <a:pt x="282316" y="373913"/>
                  </a:lnTo>
                  <a:cubicBezTo>
                    <a:pt x="241732" y="372992"/>
                    <a:pt x="222362" y="349045"/>
                    <a:pt x="222362" y="329703"/>
                  </a:cubicBezTo>
                  <a:cubicBezTo>
                    <a:pt x="222362" y="320493"/>
                    <a:pt x="227896" y="314966"/>
                    <a:pt x="237120" y="314966"/>
                  </a:cubicBezTo>
                  <a:cubicBezTo>
                    <a:pt x="263869" y="314966"/>
                    <a:pt x="242654" y="348124"/>
                    <a:pt x="282316" y="349966"/>
                  </a:cubicBezTo>
                  <a:lnTo>
                    <a:pt x="282316" y="299309"/>
                  </a:lnTo>
                  <a:cubicBezTo>
                    <a:pt x="247266" y="292861"/>
                    <a:pt x="225129" y="278125"/>
                    <a:pt x="225129" y="251415"/>
                  </a:cubicBezTo>
                  <a:cubicBezTo>
                    <a:pt x="225129" y="219178"/>
                    <a:pt x="252800" y="201678"/>
                    <a:pt x="282316" y="200757"/>
                  </a:cubicBezTo>
                  <a:lnTo>
                    <a:pt x="282316" y="188784"/>
                  </a:lnTo>
                  <a:cubicBezTo>
                    <a:pt x="282316" y="184178"/>
                    <a:pt x="285083" y="180494"/>
                    <a:pt x="289695" y="180494"/>
                  </a:cubicBezTo>
                  <a:close/>
                  <a:moveTo>
                    <a:pt x="288699" y="157519"/>
                  </a:moveTo>
                  <a:cubicBezTo>
                    <a:pt x="216770" y="157519"/>
                    <a:pt x="157752" y="216443"/>
                    <a:pt x="157752" y="288255"/>
                  </a:cubicBezTo>
                  <a:cubicBezTo>
                    <a:pt x="157752" y="360989"/>
                    <a:pt x="216770" y="419912"/>
                    <a:pt x="288699" y="419912"/>
                  </a:cubicBezTo>
                  <a:cubicBezTo>
                    <a:pt x="361549" y="419912"/>
                    <a:pt x="420567" y="360989"/>
                    <a:pt x="420567" y="288255"/>
                  </a:cubicBezTo>
                  <a:cubicBezTo>
                    <a:pt x="420567" y="216443"/>
                    <a:pt x="361549" y="157519"/>
                    <a:pt x="288699" y="157519"/>
                  </a:cubicBezTo>
                  <a:close/>
                  <a:moveTo>
                    <a:pt x="428895" y="132559"/>
                  </a:moveTo>
                  <a:lnTo>
                    <a:pt x="551571" y="132559"/>
                  </a:lnTo>
                  <a:cubicBezTo>
                    <a:pt x="566329" y="132559"/>
                    <a:pt x="578320" y="143616"/>
                    <a:pt x="578320" y="158359"/>
                  </a:cubicBezTo>
                  <a:cubicBezTo>
                    <a:pt x="578320" y="173101"/>
                    <a:pt x="566329" y="185080"/>
                    <a:pt x="551571" y="185080"/>
                  </a:cubicBezTo>
                  <a:lnTo>
                    <a:pt x="471324" y="185080"/>
                  </a:lnTo>
                  <a:cubicBezTo>
                    <a:pt x="460256" y="164808"/>
                    <a:pt x="445498" y="147301"/>
                    <a:pt x="428895" y="132559"/>
                  </a:cubicBezTo>
                  <a:close/>
                  <a:moveTo>
                    <a:pt x="25822" y="127973"/>
                  </a:moveTo>
                  <a:lnTo>
                    <a:pt x="154012" y="127973"/>
                  </a:lnTo>
                  <a:cubicBezTo>
                    <a:pt x="136490" y="142715"/>
                    <a:pt x="121734" y="160222"/>
                    <a:pt x="108823" y="180494"/>
                  </a:cubicBezTo>
                  <a:lnTo>
                    <a:pt x="25822" y="180494"/>
                  </a:lnTo>
                  <a:cubicBezTo>
                    <a:pt x="11989" y="180494"/>
                    <a:pt x="0" y="168515"/>
                    <a:pt x="0" y="153773"/>
                  </a:cubicBezTo>
                  <a:cubicBezTo>
                    <a:pt x="0" y="139951"/>
                    <a:pt x="11989" y="127973"/>
                    <a:pt x="25822" y="127973"/>
                  </a:cubicBezTo>
                  <a:close/>
                  <a:moveTo>
                    <a:pt x="288699" y="105041"/>
                  </a:moveTo>
                  <a:cubicBezTo>
                    <a:pt x="390136" y="105041"/>
                    <a:pt x="473130" y="186981"/>
                    <a:pt x="473130" y="288255"/>
                  </a:cubicBezTo>
                  <a:cubicBezTo>
                    <a:pt x="473130" y="389530"/>
                    <a:pt x="390136" y="472390"/>
                    <a:pt x="288699" y="472390"/>
                  </a:cubicBezTo>
                  <a:cubicBezTo>
                    <a:pt x="187261" y="472390"/>
                    <a:pt x="105189" y="389530"/>
                    <a:pt x="105189" y="288255"/>
                  </a:cubicBezTo>
                  <a:cubicBezTo>
                    <a:pt x="105189" y="186981"/>
                    <a:pt x="187261" y="105041"/>
                    <a:pt x="288699" y="105041"/>
                  </a:cubicBezTo>
                  <a:close/>
                  <a:moveTo>
                    <a:pt x="357002" y="66280"/>
                  </a:moveTo>
                  <a:lnTo>
                    <a:pt x="551578" y="66280"/>
                  </a:lnTo>
                  <a:cubicBezTo>
                    <a:pt x="566332" y="66280"/>
                    <a:pt x="578320" y="78258"/>
                    <a:pt x="578320" y="92080"/>
                  </a:cubicBezTo>
                  <a:cubicBezTo>
                    <a:pt x="578320" y="106822"/>
                    <a:pt x="566332" y="118801"/>
                    <a:pt x="551578" y="118801"/>
                  </a:cubicBezTo>
                  <a:lnTo>
                    <a:pt x="411410" y="118801"/>
                  </a:lnTo>
                  <a:cubicBezTo>
                    <a:pt x="388356" y="102215"/>
                    <a:pt x="361613" y="89315"/>
                    <a:pt x="333026" y="82865"/>
                  </a:cubicBezTo>
                  <a:cubicBezTo>
                    <a:pt x="336715" y="73651"/>
                    <a:pt x="345936" y="66280"/>
                    <a:pt x="357002" y="66280"/>
                  </a:cubicBezTo>
                  <a:close/>
                  <a:moveTo>
                    <a:pt x="356932" y="0"/>
                  </a:moveTo>
                  <a:lnTo>
                    <a:pt x="551569" y="0"/>
                  </a:lnTo>
                  <a:cubicBezTo>
                    <a:pt x="566328" y="0"/>
                    <a:pt x="578320" y="11978"/>
                    <a:pt x="578320" y="25800"/>
                  </a:cubicBezTo>
                  <a:cubicBezTo>
                    <a:pt x="578320" y="40542"/>
                    <a:pt x="566328" y="52521"/>
                    <a:pt x="551569" y="52521"/>
                  </a:cubicBezTo>
                  <a:lnTo>
                    <a:pt x="356932" y="52521"/>
                  </a:lnTo>
                  <a:cubicBezTo>
                    <a:pt x="343095" y="52521"/>
                    <a:pt x="331103" y="40542"/>
                    <a:pt x="331103" y="25800"/>
                  </a:cubicBezTo>
                  <a:cubicBezTo>
                    <a:pt x="331103" y="11978"/>
                    <a:pt x="343095" y="0"/>
                    <a:pt x="356932"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27" name="组合 26"/>
            <p:cNvGrpSpPr/>
            <p:nvPr/>
          </p:nvGrpSpPr>
          <p:grpSpPr>
            <a:xfrm>
              <a:off x="2298384" y="4939976"/>
              <a:ext cx="3009112" cy="961894"/>
              <a:chOff x="7240571" y="1717448"/>
              <a:chExt cx="3009112" cy="961894"/>
            </a:xfrm>
          </p:grpSpPr>
          <p:sp>
            <p:nvSpPr>
              <p:cNvPr id="28" name="文本框 27"/>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29" name="文本框 28"/>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grpSp>
        <p:nvGrpSpPr>
          <p:cNvPr id="36" name="组合 35"/>
          <p:cNvGrpSpPr/>
          <p:nvPr/>
        </p:nvGrpSpPr>
        <p:grpSpPr>
          <a:xfrm>
            <a:off x="6095512" y="4292463"/>
            <a:ext cx="3009112" cy="1539833"/>
            <a:chOff x="6067393" y="4362037"/>
            <a:chExt cx="3009112" cy="1539833"/>
          </a:xfrm>
        </p:grpSpPr>
        <p:sp>
          <p:nvSpPr>
            <p:cNvPr id="17"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33" name="组合 32"/>
            <p:cNvGrpSpPr/>
            <p:nvPr/>
          </p:nvGrpSpPr>
          <p:grpSpPr>
            <a:xfrm>
              <a:off x="6067393" y="4939976"/>
              <a:ext cx="3009112" cy="961894"/>
              <a:chOff x="7240571" y="1717448"/>
              <a:chExt cx="3009112" cy="961894"/>
            </a:xfrm>
          </p:grpSpPr>
          <p:sp>
            <p:nvSpPr>
              <p:cNvPr id="34" name="文本框 33"/>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5" name="文本框 34"/>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grpSp>
        <p:nvGrpSpPr>
          <p:cNvPr id="38" name="组合 37"/>
          <p:cNvGrpSpPr/>
          <p:nvPr/>
        </p:nvGrpSpPr>
        <p:grpSpPr>
          <a:xfrm>
            <a:off x="5634279" y="1688411"/>
            <a:ext cx="3009112" cy="1539833"/>
            <a:chOff x="6067393" y="4362037"/>
            <a:chExt cx="3009112" cy="1539833"/>
          </a:xfrm>
        </p:grpSpPr>
        <p:sp>
          <p:nvSpPr>
            <p:cNvPr id="39"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40" name="组合 39"/>
            <p:cNvGrpSpPr/>
            <p:nvPr/>
          </p:nvGrpSpPr>
          <p:grpSpPr>
            <a:xfrm>
              <a:off x="6067393" y="4939976"/>
              <a:ext cx="3009112" cy="961894"/>
              <a:chOff x="7240571" y="1717448"/>
              <a:chExt cx="3009112" cy="961894"/>
            </a:xfrm>
          </p:grpSpPr>
          <p:sp>
            <p:nvSpPr>
              <p:cNvPr id="41" name="文本框 40"/>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2" name="文本框 41"/>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grpSp>
      </p:grpSp>
      <p:grpSp>
        <p:nvGrpSpPr>
          <p:cNvPr id="43" name="组合 42"/>
          <p:cNvGrpSpPr/>
          <p:nvPr/>
        </p:nvGrpSpPr>
        <p:grpSpPr>
          <a:xfrm>
            <a:off x="8793503" y="1688411"/>
            <a:ext cx="3009112" cy="1539833"/>
            <a:chOff x="6067393" y="4362037"/>
            <a:chExt cx="3009112" cy="1539833"/>
          </a:xfrm>
        </p:grpSpPr>
        <p:sp>
          <p:nvSpPr>
            <p:cNvPr id="44" name="Oval 13"/>
            <p:cNvSpPr/>
            <p:nvPr/>
          </p:nvSpPr>
          <p:spPr>
            <a:xfrm>
              <a:off x="6206395" y="4362037"/>
              <a:ext cx="502920" cy="40706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1" u="none" strike="noStrike" kern="1200" cap="none" spc="0" normalizeH="0" baseline="0" noProof="0" dirty="0">
                <a:ln>
                  <a:noFill/>
                </a:ln>
                <a:solidFill>
                  <a:prstClr val="white"/>
                </a:solidFill>
                <a:effectLst/>
                <a:uLnTx/>
                <a:uFillTx/>
                <a:cs typeface="+mn-ea"/>
                <a:sym typeface="+mn-lt"/>
              </a:endParaRPr>
            </a:p>
          </p:txBody>
        </p:sp>
        <p:grpSp>
          <p:nvGrpSpPr>
            <p:cNvPr id="45" name="组合 44"/>
            <p:cNvGrpSpPr/>
            <p:nvPr/>
          </p:nvGrpSpPr>
          <p:grpSpPr>
            <a:xfrm>
              <a:off x="6067393" y="4939976"/>
              <a:ext cx="3009112" cy="961894"/>
              <a:chOff x="7240571" y="1717448"/>
              <a:chExt cx="3009112" cy="961894"/>
            </a:xfrm>
          </p:grpSpPr>
          <p:sp>
            <p:nvSpPr>
              <p:cNvPr id="46" name="文本框 45"/>
              <p:cNvSpPr txBox="1"/>
              <p:nvPr/>
            </p:nvSpPr>
            <p:spPr>
              <a:xfrm>
                <a:off x="7254486" y="2130281"/>
                <a:ext cx="2995197"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7" name="文本框 46"/>
              <p:cNvSpPr txBox="1"/>
              <p:nvPr/>
            </p:nvSpPr>
            <p:spPr>
              <a:xfrm>
                <a:off x="7240571" y="17174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anim calcmode="lin" valueType="num">
                                      <p:cBhvr>
                                        <p:cTn id="14" dur="500" fill="hold"/>
                                        <p:tgtEl>
                                          <p:spTgt spid="11"/>
                                        </p:tgtEl>
                                        <p:attrNameLst>
                                          <p:attrName>ppt_x</p:attrName>
                                        </p:attrNameLst>
                                      </p:cBhvr>
                                      <p:tavLst>
                                        <p:tav tm="0">
                                          <p:val>
                                            <p:strVal val="#ppt_x"/>
                                          </p:val>
                                        </p:tav>
                                        <p:tav tm="100000">
                                          <p:val>
                                            <p:strVal val="#ppt_x"/>
                                          </p:val>
                                        </p:tav>
                                      </p:tavLst>
                                    </p:anim>
                                    <p:anim calcmode="lin" valueType="num">
                                      <p:cBhvr>
                                        <p:cTn id="15" dur="5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anim calcmode="lin" valueType="num">
                                      <p:cBhvr>
                                        <p:cTn id="20" dur="500" fill="hold"/>
                                        <p:tgtEl>
                                          <p:spTgt spid="2"/>
                                        </p:tgtEl>
                                        <p:attrNameLst>
                                          <p:attrName>ppt_x</p:attrName>
                                        </p:attrNameLst>
                                      </p:cBhvr>
                                      <p:tavLst>
                                        <p:tav tm="0">
                                          <p:val>
                                            <p:strVal val="#ppt_x"/>
                                          </p:val>
                                        </p:tav>
                                        <p:tav tm="100000">
                                          <p:val>
                                            <p:strVal val="#ppt_x"/>
                                          </p:val>
                                        </p:tav>
                                      </p:tavLst>
                                    </p:anim>
                                    <p:anim calcmode="lin" valueType="num">
                                      <p:cBhvr>
                                        <p:cTn id="21" dur="5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anim calcmode="lin" valueType="num">
                                      <p:cBhvr>
                                        <p:cTn id="26" dur="500" fill="hold"/>
                                        <p:tgtEl>
                                          <p:spTgt spid="36"/>
                                        </p:tgtEl>
                                        <p:attrNameLst>
                                          <p:attrName>ppt_x</p:attrName>
                                        </p:attrNameLst>
                                      </p:cBhvr>
                                      <p:tavLst>
                                        <p:tav tm="0">
                                          <p:val>
                                            <p:strVal val="#ppt_x"/>
                                          </p:val>
                                        </p:tav>
                                        <p:tav tm="100000">
                                          <p:val>
                                            <p:strVal val="#ppt_x"/>
                                          </p:val>
                                        </p:tav>
                                      </p:tavLst>
                                    </p:anim>
                                    <p:anim calcmode="lin" valueType="num">
                                      <p:cBhvr>
                                        <p:cTn id="27" dur="500" fill="hold"/>
                                        <p:tgtEl>
                                          <p:spTgt spid="36"/>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anim calcmode="lin" valueType="num">
                                      <p:cBhvr>
                                        <p:cTn id="32" dur="500" fill="hold"/>
                                        <p:tgtEl>
                                          <p:spTgt spid="38"/>
                                        </p:tgtEl>
                                        <p:attrNameLst>
                                          <p:attrName>ppt_x</p:attrName>
                                        </p:attrNameLst>
                                      </p:cBhvr>
                                      <p:tavLst>
                                        <p:tav tm="0">
                                          <p:val>
                                            <p:strVal val="#ppt_x"/>
                                          </p:val>
                                        </p:tav>
                                        <p:tav tm="100000">
                                          <p:val>
                                            <p:strVal val="#ppt_x"/>
                                          </p:val>
                                        </p:tav>
                                      </p:tavLst>
                                    </p:anim>
                                    <p:anim calcmode="lin" valueType="num">
                                      <p:cBhvr>
                                        <p:cTn id="33" dur="500" fill="hold"/>
                                        <p:tgtEl>
                                          <p:spTgt spid="38"/>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anim calcmode="lin" valueType="num">
                                      <p:cBhvr>
                                        <p:cTn id="38" dur="500" fill="hold"/>
                                        <p:tgtEl>
                                          <p:spTgt spid="43"/>
                                        </p:tgtEl>
                                        <p:attrNameLst>
                                          <p:attrName>ppt_x</p:attrName>
                                        </p:attrNameLst>
                                      </p:cBhvr>
                                      <p:tavLst>
                                        <p:tav tm="0">
                                          <p:val>
                                            <p:strVal val="#ppt_x"/>
                                          </p:val>
                                        </p:tav>
                                        <p:tav tm="100000">
                                          <p:val>
                                            <p:strVal val="#ppt_x"/>
                                          </p:val>
                                        </p:tav>
                                      </p:tavLst>
                                    </p:anim>
                                    <p:anim calcmode="lin" valueType="num">
                                      <p:cBhvr>
                                        <p:cTn id="39" dur="5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
        <p:nvSpPr>
          <p:cNvPr id="9" name="矩形 8"/>
          <p:cNvSpPr/>
          <p:nvPr/>
        </p:nvSpPr>
        <p:spPr>
          <a:xfrm>
            <a:off x="0" y="2316500"/>
            <a:ext cx="12192000" cy="15455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36" name="组合 35"/>
          <p:cNvGrpSpPr/>
          <p:nvPr/>
        </p:nvGrpSpPr>
        <p:grpSpPr>
          <a:xfrm>
            <a:off x="1317246" y="1951038"/>
            <a:ext cx="2815606" cy="4073964"/>
            <a:chOff x="1230319" y="2160588"/>
            <a:chExt cx="2815606" cy="4073964"/>
          </a:xfrm>
        </p:grpSpPr>
        <p:grpSp>
          <p:nvGrpSpPr>
            <p:cNvPr id="2" name="组合 1"/>
            <p:cNvGrpSpPr/>
            <p:nvPr/>
          </p:nvGrpSpPr>
          <p:grpSpPr>
            <a:xfrm>
              <a:off x="1376976" y="2160588"/>
              <a:ext cx="2668949" cy="2276474"/>
              <a:chOff x="1376976" y="2160588"/>
              <a:chExt cx="2668949" cy="2276474"/>
            </a:xfrm>
          </p:grpSpPr>
          <p:sp>
            <p:nvSpPr>
              <p:cNvPr id="10" name="任意多边形: 形状 9"/>
              <p:cNvSpPr/>
              <p:nvPr/>
            </p:nvSpPr>
            <p:spPr>
              <a:xfrm>
                <a:off x="1376976"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3" name="Oval 13"/>
              <p:cNvSpPr/>
              <p:nvPr/>
            </p:nvSpPr>
            <p:spPr>
              <a:xfrm>
                <a:off x="2289403" y="2898423"/>
                <a:ext cx="844094" cy="800805"/>
              </a:xfrm>
              <a:custGeom>
                <a:avLst/>
                <a:gdLst>
                  <a:gd name="connsiteX0" fmla="*/ 408423 w 606792"/>
                  <a:gd name="connsiteY0" fmla="*/ 222069 h 575673"/>
                  <a:gd name="connsiteX1" fmla="*/ 455147 w 606792"/>
                  <a:gd name="connsiteY1" fmla="*/ 269992 h 575673"/>
                  <a:gd name="connsiteX2" fmla="*/ 264516 w 606792"/>
                  <a:gd name="connsiteY2" fmla="*/ 454441 h 575673"/>
                  <a:gd name="connsiteX3" fmla="*/ 146212 w 606792"/>
                  <a:gd name="connsiteY3" fmla="*/ 336338 h 575673"/>
                  <a:gd name="connsiteX4" fmla="*/ 186216 w 606792"/>
                  <a:gd name="connsiteY4" fmla="*/ 295977 h 575673"/>
                  <a:gd name="connsiteX5" fmla="*/ 261849 w 606792"/>
                  <a:gd name="connsiteY5" fmla="*/ 371481 h 575673"/>
                  <a:gd name="connsiteX6" fmla="*/ 60690 w 606792"/>
                  <a:gd name="connsiteY6" fmla="*/ 121206 h 575673"/>
                  <a:gd name="connsiteX7" fmla="*/ 60690 w 606792"/>
                  <a:gd name="connsiteY7" fmla="*/ 515070 h 575673"/>
                  <a:gd name="connsiteX8" fmla="*/ 546102 w 606792"/>
                  <a:gd name="connsiteY8" fmla="*/ 515070 h 575673"/>
                  <a:gd name="connsiteX9" fmla="*/ 546102 w 606792"/>
                  <a:gd name="connsiteY9" fmla="*/ 121206 h 575673"/>
                  <a:gd name="connsiteX10" fmla="*/ 515811 w 606792"/>
                  <a:gd name="connsiteY10" fmla="*/ 121206 h 575673"/>
                  <a:gd name="connsiteX11" fmla="*/ 515811 w 606792"/>
                  <a:gd name="connsiteY11" fmla="*/ 151454 h 575673"/>
                  <a:gd name="connsiteX12" fmla="*/ 455121 w 606792"/>
                  <a:gd name="connsiteY12" fmla="*/ 151454 h 575673"/>
                  <a:gd name="connsiteX13" fmla="*/ 455121 w 606792"/>
                  <a:gd name="connsiteY13" fmla="*/ 121206 h 575673"/>
                  <a:gd name="connsiteX14" fmla="*/ 394431 w 606792"/>
                  <a:gd name="connsiteY14" fmla="*/ 121206 h 575673"/>
                  <a:gd name="connsiteX15" fmla="*/ 394431 w 606792"/>
                  <a:gd name="connsiteY15" fmla="*/ 151454 h 575673"/>
                  <a:gd name="connsiteX16" fmla="*/ 333741 w 606792"/>
                  <a:gd name="connsiteY16" fmla="*/ 151454 h 575673"/>
                  <a:gd name="connsiteX17" fmla="*/ 333741 w 606792"/>
                  <a:gd name="connsiteY17" fmla="*/ 121206 h 575673"/>
                  <a:gd name="connsiteX18" fmla="*/ 273051 w 606792"/>
                  <a:gd name="connsiteY18" fmla="*/ 121206 h 575673"/>
                  <a:gd name="connsiteX19" fmla="*/ 273051 w 606792"/>
                  <a:gd name="connsiteY19" fmla="*/ 151454 h 575673"/>
                  <a:gd name="connsiteX20" fmla="*/ 212361 w 606792"/>
                  <a:gd name="connsiteY20" fmla="*/ 151454 h 575673"/>
                  <a:gd name="connsiteX21" fmla="*/ 212361 w 606792"/>
                  <a:gd name="connsiteY21" fmla="*/ 121206 h 575673"/>
                  <a:gd name="connsiteX22" fmla="*/ 151671 w 606792"/>
                  <a:gd name="connsiteY22" fmla="*/ 121206 h 575673"/>
                  <a:gd name="connsiteX23" fmla="*/ 151671 w 606792"/>
                  <a:gd name="connsiteY23" fmla="*/ 151454 h 575673"/>
                  <a:gd name="connsiteX24" fmla="*/ 90981 w 606792"/>
                  <a:gd name="connsiteY24" fmla="*/ 151454 h 575673"/>
                  <a:gd name="connsiteX25" fmla="*/ 90981 w 606792"/>
                  <a:gd name="connsiteY25" fmla="*/ 121206 h 575673"/>
                  <a:gd name="connsiteX26" fmla="*/ 90981 w 606792"/>
                  <a:gd name="connsiteY26" fmla="*/ 0 h 575673"/>
                  <a:gd name="connsiteX27" fmla="*/ 151671 w 606792"/>
                  <a:gd name="connsiteY27" fmla="*/ 0 h 575673"/>
                  <a:gd name="connsiteX28" fmla="*/ 151671 w 606792"/>
                  <a:gd name="connsiteY28" fmla="*/ 60603 h 575673"/>
                  <a:gd name="connsiteX29" fmla="*/ 212361 w 606792"/>
                  <a:gd name="connsiteY29" fmla="*/ 60603 h 575673"/>
                  <a:gd name="connsiteX30" fmla="*/ 212361 w 606792"/>
                  <a:gd name="connsiteY30" fmla="*/ 0 h 575673"/>
                  <a:gd name="connsiteX31" fmla="*/ 273051 w 606792"/>
                  <a:gd name="connsiteY31" fmla="*/ 0 h 575673"/>
                  <a:gd name="connsiteX32" fmla="*/ 273051 w 606792"/>
                  <a:gd name="connsiteY32" fmla="*/ 60603 h 575673"/>
                  <a:gd name="connsiteX33" fmla="*/ 333741 w 606792"/>
                  <a:gd name="connsiteY33" fmla="*/ 60603 h 575673"/>
                  <a:gd name="connsiteX34" fmla="*/ 333741 w 606792"/>
                  <a:gd name="connsiteY34" fmla="*/ 0 h 575673"/>
                  <a:gd name="connsiteX35" fmla="*/ 394431 w 606792"/>
                  <a:gd name="connsiteY35" fmla="*/ 0 h 575673"/>
                  <a:gd name="connsiteX36" fmla="*/ 394431 w 606792"/>
                  <a:gd name="connsiteY36" fmla="*/ 60603 h 575673"/>
                  <a:gd name="connsiteX37" fmla="*/ 455121 w 606792"/>
                  <a:gd name="connsiteY37" fmla="*/ 60603 h 575673"/>
                  <a:gd name="connsiteX38" fmla="*/ 455121 w 606792"/>
                  <a:gd name="connsiteY38" fmla="*/ 0 h 575673"/>
                  <a:gd name="connsiteX39" fmla="*/ 515811 w 606792"/>
                  <a:gd name="connsiteY39" fmla="*/ 0 h 575673"/>
                  <a:gd name="connsiteX40" fmla="*/ 515811 w 606792"/>
                  <a:gd name="connsiteY40" fmla="*/ 60603 h 575673"/>
                  <a:gd name="connsiteX41" fmla="*/ 606792 w 606792"/>
                  <a:gd name="connsiteY41" fmla="*/ 60603 h 575673"/>
                  <a:gd name="connsiteX42" fmla="*/ 606792 w 606792"/>
                  <a:gd name="connsiteY42" fmla="*/ 575673 h 575673"/>
                  <a:gd name="connsiteX43" fmla="*/ 0 w 606792"/>
                  <a:gd name="connsiteY43" fmla="*/ 575673 h 575673"/>
                  <a:gd name="connsiteX44" fmla="*/ 0 w 606792"/>
                  <a:gd name="connsiteY44" fmla="*/ 60603 h 575673"/>
                  <a:gd name="connsiteX45" fmla="*/ 90981 w 606792"/>
                  <a:gd name="connsiteY45" fmla="*/ 60603 h 57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06792" h="575673">
                    <a:moveTo>
                      <a:pt x="408423" y="222069"/>
                    </a:moveTo>
                    <a:lnTo>
                      <a:pt x="455147" y="269992"/>
                    </a:lnTo>
                    <a:lnTo>
                      <a:pt x="264516" y="454441"/>
                    </a:lnTo>
                    <a:lnTo>
                      <a:pt x="146212" y="336338"/>
                    </a:lnTo>
                    <a:lnTo>
                      <a:pt x="186216" y="295977"/>
                    </a:lnTo>
                    <a:lnTo>
                      <a:pt x="261849" y="371481"/>
                    </a:lnTo>
                    <a:close/>
                    <a:moveTo>
                      <a:pt x="60690" y="121206"/>
                    </a:moveTo>
                    <a:lnTo>
                      <a:pt x="60690" y="515070"/>
                    </a:lnTo>
                    <a:lnTo>
                      <a:pt x="546102" y="515070"/>
                    </a:lnTo>
                    <a:lnTo>
                      <a:pt x="546102" y="121206"/>
                    </a:lnTo>
                    <a:lnTo>
                      <a:pt x="515811" y="121206"/>
                    </a:lnTo>
                    <a:lnTo>
                      <a:pt x="515811" y="151454"/>
                    </a:lnTo>
                    <a:lnTo>
                      <a:pt x="455121" y="151454"/>
                    </a:lnTo>
                    <a:lnTo>
                      <a:pt x="455121" y="121206"/>
                    </a:lnTo>
                    <a:lnTo>
                      <a:pt x="394431" y="121206"/>
                    </a:lnTo>
                    <a:lnTo>
                      <a:pt x="394431" y="151454"/>
                    </a:lnTo>
                    <a:lnTo>
                      <a:pt x="333741" y="151454"/>
                    </a:lnTo>
                    <a:lnTo>
                      <a:pt x="333741" y="121206"/>
                    </a:lnTo>
                    <a:lnTo>
                      <a:pt x="273051" y="121206"/>
                    </a:lnTo>
                    <a:lnTo>
                      <a:pt x="273051" y="151454"/>
                    </a:lnTo>
                    <a:lnTo>
                      <a:pt x="212361" y="151454"/>
                    </a:lnTo>
                    <a:lnTo>
                      <a:pt x="212361" y="121206"/>
                    </a:lnTo>
                    <a:lnTo>
                      <a:pt x="151671" y="121206"/>
                    </a:lnTo>
                    <a:lnTo>
                      <a:pt x="151671" y="151454"/>
                    </a:lnTo>
                    <a:lnTo>
                      <a:pt x="90981" y="151454"/>
                    </a:lnTo>
                    <a:lnTo>
                      <a:pt x="90981" y="121206"/>
                    </a:lnTo>
                    <a:close/>
                    <a:moveTo>
                      <a:pt x="90981" y="0"/>
                    </a:moveTo>
                    <a:lnTo>
                      <a:pt x="151671" y="0"/>
                    </a:lnTo>
                    <a:lnTo>
                      <a:pt x="151671" y="60603"/>
                    </a:lnTo>
                    <a:lnTo>
                      <a:pt x="212361" y="60603"/>
                    </a:lnTo>
                    <a:lnTo>
                      <a:pt x="212361" y="0"/>
                    </a:lnTo>
                    <a:lnTo>
                      <a:pt x="273051" y="0"/>
                    </a:lnTo>
                    <a:lnTo>
                      <a:pt x="273051" y="60603"/>
                    </a:lnTo>
                    <a:lnTo>
                      <a:pt x="333741" y="60603"/>
                    </a:lnTo>
                    <a:lnTo>
                      <a:pt x="333741" y="0"/>
                    </a:lnTo>
                    <a:lnTo>
                      <a:pt x="394431" y="0"/>
                    </a:lnTo>
                    <a:lnTo>
                      <a:pt x="394431" y="60603"/>
                    </a:lnTo>
                    <a:lnTo>
                      <a:pt x="455121" y="60603"/>
                    </a:lnTo>
                    <a:lnTo>
                      <a:pt x="455121" y="0"/>
                    </a:lnTo>
                    <a:lnTo>
                      <a:pt x="515811" y="0"/>
                    </a:lnTo>
                    <a:lnTo>
                      <a:pt x="515811" y="60603"/>
                    </a:lnTo>
                    <a:lnTo>
                      <a:pt x="606792" y="60603"/>
                    </a:lnTo>
                    <a:lnTo>
                      <a:pt x="606792" y="575673"/>
                    </a:lnTo>
                    <a:lnTo>
                      <a:pt x="0" y="575673"/>
                    </a:lnTo>
                    <a:lnTo>
                      <a:pt x="0" y="60603"/>
                    </a:lnTo>
                    <a:lnTo>
                      <a:pt x="90981" y="6060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2" name="组合 21"/>
            <p:cNvGrpSpPr/>
            <p:nvPr/>
          </p:nvGrpSpPr>
          <p:grpSpPr>
            <a:xfrm>
              <a:off x="1230319" y="5009189"/>
              <a:ext cx="2245150" cy="1225363"/>
              <a:chOff x="7759610" y="3071059"/>
              <a:chExt cx="2245150" cy="1225363"/>
            </a:xfrm>
          </p:grpSpPr>
          <p:sp>
            <p:nvSpPr>
              <p:cNvPr id="23" name="文本框 22"/>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24" name="文本框 23"/>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grpSp>
        <p:nvGrpSpPr>
          <p:cNvPr id="37" name="组合 36"/>
          <p:cNvGrpSpPr/>
          <p:nvPr/>
        </p:nvGrpSpPr>
        <p:grpSpPr>
          <a:xfrm>
            <a:off x="4684221" y="1951038"/>
            <a:ext cx="2879096" cy="4073964"/>
            <a:chOff x="4551378" y="2160588"/>
            <a:chExt cx="2879096" cy="4073964"/>
          </a:xfrm>
        </p:grpSpPr>
        <p:grpSp>
          <p:nvGrpSpPr>
            <p:cNvPr id="34" name="组合 33"/>
            <p:cNvGrpSpPr/>
            <p:nvPr/>
          </p:nvGrpSpPr>
          <p:grpSpPr>
            <a:xfrm>
              <a:off x="4761525" y="2160588"/>
              <a:ext cx="2668949" cy="2276474"/>
              <a:chOff x="4761525" y="2160588"/>
              <a:chExt cx="2668949" cy="2276474"/>
            </a:xfrm>
          </p:grpSpPr>
          <p:sp>
            <p:nvSpPr>
              <p:cNvPr id="11" name="任意多边形: 形状 10"/>
              <p:cNvSpPr/>
              <p:nvPr/>
            </p:nvSpPr>
            <p:spPr>
              <a:xfrm>
                <a:off x="4761525"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blipFill dpi="0" rotWithShape="1">
                <a:blip r:embed="rId2"/>
                <a:srcRect/>
                <a:stretch>
                  <a:fillRect/>
                </a:stretch>
              </a:blip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4" name="Oval 14"/>
              <p:cNvSpPr/>
              <p:nvPr/>
            </p:nvSpPr>
            <p:spPr>
              <a:xfrm>
                <a:off x="5673953" y="2978230"/>
                <a:ext cx="844094" cy="641191"/>
              </a:xfrm>
              <a:custGeom>
                <a:avLst/>
                <a:gdLst>
                  <a:gd name="T0" fmla="*/ 2664 w 2711"/>
                  <a:gd name="T1" fmla="*/ 1581 h 2062"/>
                  <a:gd name="T2" fmla="*/ 909 w 2711"/>
                  <a:gd name="T3" fmla="*/ 1581 h 2062"/>
                  <a:gd name="T4" fmla="*/ 861 w 2711"/>
                  <a:gd name="T5" fmla="*/ 1534 h 2062"/>
                  <a:gd name="T6" fmla="*/ 861 w 2711"/>
                  <a:gd name="T7" fmla="*/ 434 h 2062"/>
                  <a:gd name="T8" fmla="*/ 909 w 2711"/>
                  <a:gd name="T9" fmla="*/ 386 h 2062"/>
                  <a:gd name="T10" fmla="*/ 2664 w 2711"/>
                  <a:gd name="T11" fmla="*/ 386 h 2062"/>
                  <a:gd name="T12" fmla="*/ 2711 w 2711"/>
                  <a:gd name="T13" fmla="*/ 434 h 2062"/>
                  <a:gd name="T14" fmla="*/ 2711 w 2711"/>
                  <a:gd name="T15" fmla="*/ 1534 h 2062"/>
                  <a:gd name="T16" fmla="*/ 2664 w 2711"/>
                  <a:gd name="T17" fmla="*/ 1581 h 2062"/>
                  <a:gd name="T18" fmla="*/ 2177 w 2711"/>
                  <a:gd name="T19" fmla="*/ 1928 h 2062"/>
                  <a:gd name="T20" fmla="*/ 2000 w 2711"/>
                  <a:gd name="T21" fmla="*/ 1928 h 2062"/>
                  <a:gd name="T22" fmla="*/ 2000 w 2711"/>
                  <a:gd name="T23" fmla="*/ 1715 h 2062"/>
                  <a:gd name="T24" fmla="*/ 1573 w 2711"/>
                  <a:gd name="T25" fmla="*/ 1715 h 2062"/>
                  <a:gd name="T26" fmla="*/ 1573 w 2711"/>
                  <a:gd name="T27" fmla="*/ 1928 h 2062"/>
                  <a:gd name="T28" fmla="*/ 1395 w 2711"/>
                  <a:gd name="T29" fmla="*/ 1928 h 2062"/>
                  <a:gd name="T30" fmla="*/ 1329 w 2711"/>
                  <a:gd name="T31" fmla="*/ 1995 h 2062"/>
                  <a:gd name="T32" fmla="*/ 1395 w 2711"/>
                  <a:gd name="T33" fmla="*/ 2062 h 2062"/>
                  <a:gd name="T34" fmla="*/ 1640 w 2711"/>
                  <a:gd name="T35" fmla="*/ 2062 h 2062"/>
                  <a:gd name="T36" fmla="*/ 1933 w 2711"/>
                  <a:gd name="T37" fmla="*/ 2062 h 2062"/>
                  <a:gd name="T38" fmla="*/ 2177 w 2711"/>
                  <a:gd name="T39" fmla="*/ 2062 h 2062"/>
                  <a:gd name="T40" fmla="*/ 2244 w 2711"/>
                  <a:gd name="T41" fmla="*/ 1995 h 2062"/>
                  <a:gd name="T42" fmla="*/ 2177 w 2711"/>
                  <a:gd name="T43" fmla="*/ 1928 h 2062"/>
                  <a:gd name="T44" fmla="*/ 1065 w 2711"/>
                  <a:gd name="T45" fmla="*/ 253 h 2062"/>
                  <a:gd name="T46" fmla="*/ 909 w 2711"/>
                  <a:gd name="T47" fmla="*/ 253 h 2062"/>
                  <a:gd name="T48" fmla="*/ 880 w 2711"/>
                  <a:gd name="T49" fmla="*/ 255 h 2062"/>
                  <a:gd name="T50" fmla="*/ 863 w 2711"/>
                  <a:gd name="T51" fmla="*/ 253 h 2062"/>
                  <a:gd name="T52" fmla="*/ 201 w 2711"/>
                  <a:gd name="T53" fmla="*/ 253 h 2062"/>
                  <a:gd name="T54" fmla="*/ 135 w 2711"/>
                  <a:gd name="T55" fmla="*/ 320 h 2062"/>
                  <a:gd name="T56" fmla="*/ 201 w 2711"/>
                  <a:gd name="T57" fmla="*/ 386 h 2062"/>
                  <a:gd name="T58" fmla="*/ 735 w 2711"/>
                  <a:gd name="T59" fmla="*/ 386 h 2062"/>
                  <a:gd name="T60" fmla="*/ 728 w 2711"/>
                  <a:gd name="T61" fmla="*/ 434 h 2062"/>
                  <a:gd name="T62" fmla="*/ 728 w 2711"/>
                  <a:gd name="T63" fmla="*/ 558 h 2062"/>
                  <a:gd name="T64" fmla="*/ 201 w 2711"/>
                  <a:gd name="T65" fmla="*/ 558 h 2062"/>
                  <a:gd name="T66" fmla="*/ 135 w 2711"/>
                  <a:gd name="T67" fmla="*/ 624 h 2062"/>
                  <a:gd name="T68" fmla="*/ 201 w 2711"/>
                  <a:gd name="T69" fmla="*/ 691 h 2062"/>
                  <a:gd name="T70" fmla="*/ 728 w 2711"/>
                  <a:gd name="T71" fmla="*/ 691 h 2062"/>
                  <a:gd name="T72" fmla="*/ 728 w 2711"/>
                  <a:gd name="T73" fmla="*/ 863 h 2062"/>
                  <a:gd name="T74" fmla="*/ 201 w 2711"/>
                  <a:gd name="T75" fmla="*/ 863 h 2062"/>
                  <a:gd name="T76" fmla="*/ 135 w 2711"/>
                  <a:gd name="T77" fmla="*/ 929 h 2062"/>
                  <a:gd name="T78" fmla="*/ 201 w 2711"/>
                  <a:gd name="T79" fmla="*/ 996 h 2062"/>
                  <a:gd name="T80" fmla="*/ 728 w 2711"/>
                  <a:gd name="T81" fmla="*/ 996 h 2062"/>
                  <a:gd name="T82" fmla="*/ 728 w 2711"/>
                  <a:gd name="T83" fmla="*/ 1534 h 2062"/>
                  <a:gd name="T84" fmla="*/ 909 w 2711"/>
                  <a:gd name="T85" fmla="*/ 1715 h 2062"/>
                  <a:gd name="T86" fmla="*/ 1065 w 2711"/>
                  <a:gd name="T87" fmla="*/ 1715 h 2062"/>
                  <a:gd name="T88" fmla="*/ 1065 w 2711"/>
                  <a:gd name="T89" fmla="*/ 1995 h 2062"/>
                  <a:gd name="T90" fmla="*/ 998 w 2711"/>
                  <a:gd name="T91" fmla="*/ 2062 h 2062"/>
                  <a:gd name="T92" fmla="*/ 67 w 2711"/>
                  <a:gd name="T93" fmla="*/ 2062 h 2062"/>
                  <a:gd name="T94" fmla="*/ 0 w 2711"/>
                  <a:gd name="T95" fmla="*/ 1995 h 2062"/>
                  <a:gd name="T96" fmla="*/ 0 w 2711"/>
                  <a:gd name="T97" fmla="*/ 66 h 2062"/>
                  <a:gd name="T98" fmla="*/ 67 w 2711"/>
                  <a:gd name="T99" fmla="*/ 0 h 2062"/>
                  <a:gd name="T100" fmla="*/ 998 w 2711"/>
                  <a:gd name="T101" fmla="*/ 0 h 2062"/>
                  <a:gd name="T102" fmla="*/ 1065 w 2711"/>
                  <a:gd name="T103" fmla="*/ 66 h 2062"/>
                  <a:gd name="T104" fmla="*/ 1065 w 2711"/>
                  <a:gd name="T105" fmla="*/ 253 h 2062"/>
                  <a:gd name="T106" fmla="*/ 430 w 2711"/>
                  <a:gd name="T107" fmla="*/ 1569 h 2062"/>
                  <a:gd name="T108" fmla="*/ 532 w 2711"/>
                  <a:gd name="T109" fmla="*/ 1672 h 2062"/>
                  <a:gd name="T110" fmla="*/ 635 w 2711"/>
                  <a:gd name="T111" fmla="*/ 1569 h 2062"/>
                  <a:gd name="T112" fmla="*/ 532 w 2711"/>
                  <a:gd name="T113" fmla="*/ 1466 h 2062"/>
                  <a:gd name="T114" fmla="*/ 430 w 2711"/>
                  <a:gd name="T115" fmla="*/ 1569 h 2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11" h="2062">
                    <a:moveTo>
                      <a:pt x="2664" y="1581"/>
                    </a:moveTo>
                    <a:lnTo>
                      <a:pt x="909" y="1581"/>
                    </a:lnTo>
                    <a:cubicBezTo>
                      <a:pt x="883" y="1581"/>
                      <a:pt x="861" y="1560"/>
                      <a:pt x="861" y="1534"/>
                    </a:cubicBezTo>
                    <a:lnTo>
                      <a:pt x="861" y="434"/>
                    </a:lnTo>
                    <a:cubicBezTo>
                      <a:pt x="861" y="407"/>
                      <a:pt x="883" y="386"/>
                      <a:pt x="909" y="386"/>
                    </a:cubicBezTo>
                    <a:lnTo>
                      <a:pt x="2664" y="386"/>
                    </a:lnTo>
                    <a:cubicBezTo>
                      <a:pt x="2690" y="386"/>
                      <a:pt x="2711" y="408"/>
                      <a:pt x="2711" y="434"/>
                    </a:cubicBezTo>
                    <a:lnTo>
                      <a:pt x="2711" y="1534"/>
                    </a:lnTo>
                    <a:cubicBezTo>
                      <a:pt x="2711" y="1560"/>
                      <a:pt x="2690" y="1581"/>
                      <a:pt x="2664" y="1581"/>
                    </a:cubicBezTo>
                    <a:close/>
                    <a:moveTo>
                      <a:pt x="2177" y="1928"/>
                    </a:moveTo>
                    <a:lnTo>
                      <a:pt x="2000" y="1928"/>
                    </a:lnTo>
                    <a:lnTo>
                      <a:pt x="2000" y="1715"/>
                    </a:lnTo>
                    <a:lnTo>
                      <a:pt x="1573" y="1715"/>
                    </a:lnTo>
                    <a:lnTo>
                      <a:pt x="1573" y="1928"/>
                    </a:lnTo>
                    <a:lnTo>
                      <a:pt x="1395" y="1928"/>
                    </a:lnTo>
                    <a:cubicBezTo>
                      <a:pt x="1358" y="1928"/>
                      <a:pt x="1329" y="1958"/>
                      <a:pt x="1329" y="1995"/>
                    </a:cubicBezTo>
                    <a:cubicBezTo>
                      <a:pt x="1329" y="2032"/>
                      <a:pt x="1358" y="2062"/>
                      <a:pt x="1395" y="2062"/>
                    </a:cubicBezTo>
                    <a:lnTo>
                      <a:pt x="1640" y="2062"/>
                    </a:lnTo>
                    <a:lnTo>
                      <a:pt x="1933" y="2062"/>
                    </a:lnTo>
                    <a:lnTo>
                      <a:pt x="2177" y="2062"/>
                    </a:lnTo>
                    <a:cubicBezTo>
                      <a:pt x="2214" y="2062"/>
                      <a:pt x="2244" y="2032"/>
                      <a:pt x="2244" y="1995"/>
                    </a:cubicBezTo>
                    <a:cubicBezTo>
                      <a:pt x="2244" y="1958"/>
                      <a:pt x="2214" y="1928"/>
                      <a:pt x="2177" y="1928"/>
                    </a:cubicBezTo>
                    <a:close/>
                    <a:moveTo>
                      <a:pt x="1065" y="253"/>
                    </a:moveTo>
                    <a:lnTo>
                      <a:pt x="909" y="253"/>
                    </a:lnTo>
                    <a:cubicBezTo>
                      <a:pt x="899" y="253"/>
                      <a:pt x="890" y="254"/>
                      <a:pt x="880" y="255"/>
                    </a:cubicBezTo>
                    <a:cubicBezTo>
                      <a:pt x="875" y="254"/>
                      <a:pt x="869" y="253"/>
                      <a:pt x="863" y="253"/>
                    </a:cubicBezTo>
                    <a:lnTo>
                      <a:pt x="201" y="253"/>
                    </a:lnTo>
                    <a:cubicBezTo>
                      <a:pt x="164" y="253"/>
                      <a:pt x="135" y="283"/>
                      <a:pt x="135" y="320"/>
                    </a:cubicBezTo>
                    <a:cubicBezTo>
                      <a:pt x="135" y="356"/>
                      <a:pt x="164" y="386"/>
                      <a:pt x="201" y="386"/>
                    </a:cubicBezTo>
                    <a:lnTo>
                      <a:pt x="735" y="386"/>
                    </a:lnTo>
                    <a:cubicBezTo>
                      <a:pt x="730" y="401"/>
                      <a:pt x="728" y="417"/>
                      <a:pt x="728" y="434"/>
                    </a:cubicBezTo>
                    <a:lnTo>
                      <a:pt x="728" y="558"/>
                    </a:lnTo>
                    <a:lnTo>
                      <a:pt x="201" y="558"/>
                    </a:lnTo>
                    <a:cubicBezTo>
                      <a:pt x="164" y="558"/>
                      <a:pt x="135" y="588"/>
                      <a:pt x="135" y="624"/>
                    </a:cubicBezTo>
                    <a:cubicBezTo>
                      <a:pt x="135" y="661"/>
                      <a:pt x="164" y="691"/>
                      <a:pt x="201" y="691"/>
                    </a:cubicBezTo>
                    <a:lnTo>
                      <a:pt x="728" y="691"/>
                    </a:lnTo>
                    <a:lnTo>
                      <a:pt x="728" y="863"/>
                    </a:lnTo>
                    <a:lnTo>
                      <a:pt x="201" y="863"/>
                    </a:lnTo>
                    <a:cubicBezTo>
                      <a:pt x="164" y="863"/>
                      <a:pt x="135" y="893"/>
                      <a:pt x="135" y="929"/>
                    </a:cubicBezTo>
                    <a:cubicBezTo>
                      <a:pt x="135" y="966"/>
                      <a:pt x="164" y="996"/>
                      <a:pt x="201" y="996"/>
                    </a:cubicBezTo>
                    <a:lnTo>
                      <a:pt x="728" y="996"/>
                    </a:lnTo>
                    <a:lnTo>
                      <a:pt x="728" y="1534"/>
                    </a:lnTo>
                    <a:cubicBezTo>
                      <a:pt x="728" y="1633"/>
                      <a:pt x="809" y="1715"/>
                      <a:pt x="909" y="1715"/>
                    </a:cubicBezTo>
                    <a:lnTo>
                      <a:pt x="1065" y="1715"/>
                    </a:lnTo>
                    <a:lnTo>
                      <a:pt x="1065" y="1995"/>
                    </a:lnTo>
                    <a:cubicBezTo>
                      <a:pt x="1065" y="2032"/>
                      <a:pt x="1035" y="2062"/>
                      <a:pt x="998" y="2062"/>
                    </a:cubicBezTo>
                    <a:lnTo>
                      <a:pt x="67" y="2062"/>
                    </a:lnTo>
                    <a:cubicBezTo>
                      <a:pt x="30" y="2062"/>
                      <a:pt x="0" y="2032"/>
                      <a:pt x="0" y="1995"/>
                    </a:cubicBezTo>
                    <a:lnTo>
                      <a:pt x="0" y="66"/>
                    </a:lnTo>
                    <a:cubicBezTo>
                      <a:pt x="0" y="29"/>
                      <a:pt x="30" y="0"/>
                      <a:pt x="67" y="0"/>
                    </a:cubicBezTo>
                    <a:lnTo>
                      <a:pt x="998" y="0"/>
                    </a:lnTo>
                    <a:cubicBezTo>
                      <a:pt x="1035" y="0"/>
                      <a:pt x="1065" y="29"/>
                      <a:pt x="1065" y="66"/>
                    </a:cubicBezTo>
                    <a:lnTo>
                      <a:pt x="1065" y="253"/>
                    </a:lnTo>
                    <a:close/>
                    <a:moveTo>
                      <a:pt x="430" y="1569"/>
                    </a:moveTo>
                    <a:cubicBezTo>
                      <a:pt x="430" y="1626"/>
                      <a:pt x="476" y="1672"/>
                      <a:pt x="532" y="1672"/>
                    </a:cubicBezTo>
                    <a:cubicBezTo>
                      <a:pt x="589" y="1672"/>
                      <a:pt x="635" y="1626"/>
                      <a:pt x="635" y="1569"/>
                    </a:cubicBezTo>
                    <a:cubicBezTo>
                      <a:pt x="635" y="1512"/>
                      <a:pt x="589" y="1466"/>
                      <a:pt x="532" y="1466"/>
                    </a:cubicBezTo>
                    <a:cubicBezTo>
                      <a:pt x="476" y="1466"/>
                      <a:pt x="430" y="1512"/>
                      <a:pt x="430" y="156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28" name="组合 27"/>
            <p:cNvGrpSpPr/>
            <p:nvPr/>
          </p:nvGrpSpPr>
          <p:grpSpPr>
            <a:xfrm>
              <a:off x="4551378" y="5009189"/>
              <a:ext cx="2245150" cy="1225363"/>
              <a:chOff x="7759610" y="3071059"/>
              <a:chExt cx="2245150" cy="1225363"/>
            </a:xfrm>
          </p:grpSpPr>
          <p:sp>
            <p:nvSpPr>
              <p:cNvPr id="29" name="文本框 28"/>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0" name="文本框 29"/>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grpSp>
      </p:grpSp>
      <p:grpSp>
        <p:nvGrpSpPr>
          <p:cNvPr id="38" name="组合 37"/>
          <p:cNvGrpSpPr/>
          <p:nvPr/>
        </p:nvGrpSpPr>
        <p:grpSpPr>
          <a:xfrm>
            <a:off x="8114687" y="1951038"/>
            <a:ext cx="2787265" cy="4073964"/>
            <a:chOff x="8027760" y="2160588"/>
            <a:chExt cx="2787265" cy="4073964"/>
          </a:xfrm>
        </p:grpSpPr>
        <p:grpSp>
          <p:nvGrpSpPr>
            <p:cNvPr id="35" name="组合 34"/>
            <p:cNvGrpSpPr/>
            <p:nvPr/>
          </p:nvGrpSpPr>
          <p:grpSpPr>
            <a:xfrm>
              <a:off x="8146076" y="2160588"/>
              <a:ext cx="2668949" cy="2276474"/>
              <a:chOff x="8146076" y="2160588"/>
              <a:chExt cx="2668949" cy="2276474"/>
            </a:xfrm>
          </p:grpSpPr>
          <p:sp>
            <p:nvSpPr>
              <p:cNvPr id="12" name="任意多边形: 形状 11"/>
              <p:cNvSpPr/>
              <p:nvPr/>
            </p:nvSpPr>
            <p:spPr>
              <a:xfrm>
                <a:off x="8146076" y="2160588"/>
                <a:ext cx="2668949" cy="2276474"/>
              </a:xfrm>
              <a:custGeom>
                <a:avLst/>
                <a:gdLst>
                  <a:gd name="connsiteX0" fmla="*/ 568480 w 2813512"/>
                  <a:gd name="connsiteY0" fmla="*/ 0 h 2399776"/>
                  <a:gd name="connsiteX1" fmla="*/ 845099 w 2813512"/>
                  <a:gd name="connsiteY1" fmla="*/ 0 h 2399776"/>
                  <a:gd name="connsiteX2" fmla="*/ 869156 w 2813512"/>
                  <a:gd name="connsiteY2" fmla="*/ 0 h 2399776"/>
                  <a:gd name="connsiteX3" fmla="*/ 1141367 w 2813512"/>
                  <a:gd name="connsiteY3" fmla="*/ 0 h 2399776"/>
                  <a:gd name="connsiteX4" fmla="*/ 1145775 w 2813512"/>
                  <a:gd name="connsiteY4" fmla="*/ 0 h 2399776"/>
                  <a:gd name="connsiteX5" fmla="*/ 1417986 w 2813512"/>
                  <a:gd name="connsiteY5" fmla="*/ 0 h 2399776"/>
                  <a:gd name="connsiteX6" fmla="*/ 1442043 w 2813512"/>
                  <a:gd name="connsiteY6" fmla="*/ 0 h 2399776"/>
                  <a:gd name="connsiteX7" fmla="*/ 1663330 w 2813512"/>
                  <a:gd name="connsiteY7" fmla="*/ 0 h 2399776"/>
                  <a:gd name="connsiteX8" fmla="*/ 1718662 w 2813512"/>
                  <a:gd name="connsiteY8" fmla="*/ 0 h 2399776"/>
                  <a:gd name="connsiteX9" fmla="*/ 1939949 w 2813512"/>
                  <a:gd name="connsiteY9" fmla="*/ 0 h 2399776"/>
                  <a:gd name="connsiteX10" fmla="*/ 1964006 w 2813512"/>
                  <a:gd name="connsiteY10" fmla="*/ 0 h 2399776"/>
                  <a:gd name="connsiteX11" fmla="*/ 2236217 w 2813512"/>
                  <a:gd name="connsiteY11" fmla="*/ 0 h 2399776"/>
                  <a:gd name="connsiteX12" fmla="*/ 2240625 w 2813512"/>
                  <a:gd name="connsiteY12" fmla="*/ 0 h 2399776"/>
                  <a:gd name="connsiteX13" fmla="*/ 2512836 w 2813512"/>
                  <a:gd name="connsiteY13" fmla="*/ 0 h 2399776"/>
                  <a:gd name="connsiteX14" fmla="*/ 2536893 w 2813512"/>
                  <a:gd name="connsiteY14" fmla="*/ 0 h 2399776"/>
                  <a:gd name="connsiteX15" fmla="*/ 2813512 w 2813512"/>
                  <a:gd name="connsiteY15" fmla="*/ 0 h 2399776"/>
                  <a:gd name="connsiteX16" fmla="*/ 2245032 w 2813512"/>
                  <a:gd name="connsiteY16" fmla="*/ 2399776 h 2399776"/>
                  <a:gd name="connsiteX17" fmla="*/ 1968413 w 2813512"/>
                  <a:gd name="connsiteY17" fmla="*/ 2399776 h 2399776"/>
                  <a:gd name="connsiteX18" fmla="*/ 1944356 w 2813512"/>
                  <a:gd name="connsiteY18" fmla="*/ 2399776 h 2399776"/>
                  <a:gd name="connsiteX19" fmla="*/ 1672145 w 2813512"/>
                  <a:gd name="connsiteY19" fmla="*/ 2399776 h 2399776"/>
                  <a:gd name="connsiteX20" fmla="*/ 1667737 w 2813512"/>
                  <a:gd name="connsiteY20" fmla="*/ 2399776 h 2399776"/>
                  <a:gd name="connsiteX21" fmla="*/ 1395526 w 2813512"/>
                  <a:gd name="connsiteY21" fmla="*/ 2399776 h 2399776"/>
                  <a:gd name="connsiteX22" fmla="*/ 1371469 w 2813512"/>
                  <a:gd name="connsiteY22" fmla="*/ 2399776 h 2399776"/>
                  <a:gd name="connsiteX23" fmla="*/ 1150182 w 2813512"/>
                  <a:gd name="connsiteY23" fmla="*/ 2399776 h 2399776"/>
                  <a:gd name="connsiteX24" fmla="*/ 1094850 w 2813512"/>
                  <a:gd name="connsiteY24" fmla="*/ 2399776 h 2399776"/>
                  <a:gd name="connsiteX25" fmla="*/ 873563 w 2813512"/>
                  <a:gd name="connsiteY25" fmla="*/ 2399776 h 2399776"/>
                  <a:gd name="connsiteX26" fmla="*/ 849506 w 2813512"/>
                  <a:gd name="connsiteY26" fmla="*/ 2399776 h 2399776"/>
                  <a:gd name="connsiteX27" fmla="*/ 577295 w 2813512"/>
                  <a:gd name="connsiteY27" fmla="*/ 2399776 h 2399776"/>
                  <a:gd name="connsiteX28" fmla="*/ 572887 w 2813512"/>
                  <a:gd name="connsiteY28" fmla="*/ 2399776 h 2399776"/>
                  <a:gd name="connsiteX29" fmla="*/ 300676 w 2813512"/>
                  <a:gd name="connsiteY29" fmla="*/ 2399776 h 2399776"/>
                  <a:gd name="connsiteX30" fmla="*/ 276619 w 2813512"/>
                  <a:gd name="connsiteY30" fmla="*/ 2399776 h 2399776"/>
                  <a:gd name="connsiteX31" fmla="*/ 0 w 2813512"/>
                  <a:gd name="connsiteY31" fmla="*/ 2399776 h 2399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813512" h="2399776">
                    <a:moveTo>
                      <a:pt x="568480" y="0"/>
                    </a:moveTo>
                    <a:lnTo>
                      <a:pt x="845099" y="0"/>
                    </a:lnTo>
                    <a:lnTo>
                      <a:pt x="869156" y="0"/>
                    </a:lnTo>
                    <a:lnTo>
                      <a:pt x="1141367" y="0"/>
                    </a:lnTo>
                    <a:lnTo>
                      <a:pt x="1145775" y="0"/>
                    </a:lnTo>
                    <a:lnTo>
                      <a:pt x="1417986" y="0"/>
                    </a:lnTo>
                    <a:lnTo>
                      <a:pt x="1442043" y="0"/>
                    </a:lnTo>
                    <a:lnTo>
                      <a:pt x="1663330" y="0"/>
                    </a:lnTo>
                    <a:lnTo>
                      <a:pt x="1718662" y="0"/>
                    </a:lnTo>
                    <a:lnTo>
                      <a:pt x="1939949" y="0"/>
                    </a:lnTo>
                    <a:lnTo>
                      <a:pt x="1964006" y="0"/>
                    </a:lnTo>
                    <a:lnTo>
                      <a:pt x="2236217" y="0"/>
                    </a:lnTo>
                    <a:lnTo>
                      <a:pt x="2240625" y="0"/>
                    </a:lnTo>
                    <a:lnTo>
                      <a:pt x="2512836" y="0"/>
                    </a:lnTo>
                    <a:lnTo>
                      <a:pt x="2536893" y="0"/>
                    </a:lnTo>
                    <a:lnTo>
                      <a:pt x="2813512" y="0"/>
                    </a:lnTo>
                    <a:lnTo>
                      <a:pt x="2245032" y="2399776"/>
                    </a:lnTo>
                    <a:lnTo>
                      <a:pt x="1968413" y="2399776"/>
                    </a:lnTo>
                    <a:lnTo>
                      <a:pt x="1944356" y="2399776"/>
                    </a:lnTo>
                    <a:lnTo>
                      <a:pt x="1672145" y="2399776"/>
                    </a:lnTo>
                    <a:lnTo>
                      <a:pt x="1667737" y="2399776"/>
                    </a:lnTo>
                    <a:lnTo>
                      <a:pt x="1395526" y="2399776"/>
                    </a:lnTo>
                    <a:lnTo>
                      <a:pt x="1371469" y="2399776"/>
                    </a:lnTo>
                    <a:lnTo>
                      <a:pt x="1150182" y="2399776"/>
                    </a:lnTo>
                    <a:lnTo>
                      <a:pt x="1094850" y="2399776"/>
                    </a:lnTo>
                    <a:lnTo>
                      <a:pt x="873563" y="2399776"/>
                    </a:lnTo>
                    <a:lnTo>
                      <a:pt x="849506" y="2399776"/>
                    </a:lnTo>
                    <a:lnTo>
                      <a:pt x="577295" y="2399776"/>
                    </a:lnTo>
                    <a:lnTo>
                      <a:pt x="572887" y="2399776"/>
                    </a:lnTo>
                    <a:lnTo>
                      <a:pt x="300676" y="2399776"/>
                    </a:lnTo>
                    <a:lnTo>
                      <a:pt x="276619" y="2399776"/>
                    </a:lnTo>
                    <a:lnTo>
                      <a:pt x="0" y="2399776"/>
                    </a:lnTo>
                    <a:close/>
                  </a:path>
                </a:pathLst>
              </a:custGeom>
              <a:solidFill>
                <a:srgbClr val="C00000"/>
              </a:solidFill>
              <a:ln w="9525">
                <a:noFill/>
                <a:round/>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24" tIns="45713" rIns="91424" bIns="45713"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F2F2F2"/>
                  </a:solidFill>
                  <a:effectLst/>
                  <a:uLnTx/>
                  <a:uFillTx/>
                  <a:cs typeface="+mn-ea"/>
                  <a:sym typeface="+mn-lt"/>
                </a:endParaRPr>
              </a:p>
            </p:txBody>
          </p:sp>
          <p:sp>
            <p:nvSpPr>
              <p:cNvPr id="15" name="Oval 15"/>
              <p:cNvSpPr/>
              <p:nvPr/>
            </p:nvSpPr>
            <p:spPr>
              <a:xfrm>
                <a:off x="9064034" y="2876778"/>
                <a:ext cx="833032" cy="844094"/>
              </a:xfrm>
              <a:custGeom>
                <a:avLst/>
                <a:gdLst>
                  <a:gd name="T0" fmla="*/ 3621 w 6468"/>
                  <a:gd name="T1" fmla="*/ 3299 h 6564"/>
                  <a:gd name="T2" fmla="*/ 4214 w 6468"/>
                  <a:gd name="T3" fmla="*/ 4727 h 6564"/>
                  <a:gd name="T4" fmla="*/ 6337 w 6468"/>
                  <a:gd name="T5" fmla="*/ 4571 h 6564"/>
                  <a:gd name="T6" fmla="*/ 5974 w 6468"/>
                  <a:gd name="T7" fmla="*/ 3603 h 6564"/>
                  <a:gd name="T8" fmla="*/ 6429 w 6468"/>
                  <a:gd name="T9" fmla="*/ 3225 h 6564"/>
                  <a:gd name="T10" fmla="*/ 6022 w 6468"/>
                  <a:gd name="T11" fmla="*/ 2697 h 6564"/>
                  <a:gd name="T12" fmla="*/ 5080 w 6468"/>
                  <a:gd name="T13" fmla="*/ 2269 h 6564"/>
                  <a:gd name="T14" fmla="*/ 5136 w 6468"/>
                  <a:gd name="T15" fmla="*/ 1681 h 6564"/>
                  <a:gd name="T16" fmla="*/ 4477 w 6468"/>
                  <a:gd name="T17" fmla="*/ 1593 h 6564"/>
                  <a:gd name="T18" fmla="*/ 3837 w 6468"/>
                  <a:gd name="T19" fmla="*/ 1917 h 6564"/>
                  <a:gd name="T20" fmla="*/ 3357 w 6468"/>
                  <a:gd name="T21" fmla="*/ 2412 h 6564"/>
                  <a:gd name="T22" fmla="*/ 3445 w 6468"/>
                  <a:gd name="T23" fmla="*/ 2889 h 6564"/>
                  <a:gd name="T24" fmla="*/ 5048 w 6468"/>
                  <a:gd name="T25" fmla="*/ 3547 h 6564"/>
                  <a:gd name="T26" fmla="*/ 2792 w 6468"/>
                  <a:gd name="T27" fmla="*/ 4483 h 6564"/>
                  <a:gd name="T28" fmla="*/ 2397 w 6468"/>
                  <a:gd name="T29" fmla="*/ 3364 h 6564"/>
                  <a:gd name="T30" fmla="*/ 1830 w 6468"/>
                  <a:gd name="T31" fmla="*/ 3843 h 6564"/>
                  <a:gd name="T32" fmla="*/ 1502 w 6468"/>
                  <a:gd name="T33" fmla="*/ 4577 h 6564"/>
                  <a:gd name="T34" fmla="*/ 1589 w 6468"/>
                  <a:gd name="T35" fmla="*/ 5239 h 6564"/>
                  <a:gd name="T36" fmla="*/ 2178 w 6468"/>
                  <a:gd name="T37" fmla="*/ 5181 h 6564"/>
                  <a:gd name="T38" fmla="*/ 2609 w 6468"/>
                  <a:gd name="T39" fmla="*/ 6123 h 6564"/>
                  <a:gd name="T40" fmla="*/ 3138 w 6468"/>
                  <a:gd name="T41" fmla="*/ 6528 h 6564"/>
                  <a:gd name="T42" fmla="*/ 3513 w 6468"/>
                  <a:gd name="T43" fmla="*/ 6072 h 6564"/>
                  <a:gd name="T44" fmla="*/ 4484 w 6468"/>
                  <a:gd name="T45" fmla="*/ 6433 h 6564"/>
                  <a:gd name="T46" fmla="*/ 5145 w 6468"/>
                  <a:gd name="T47" fmla="*/ 6347 h 6564"/>
                  <a:gd name="T48" fmla="*/ 5088 w 6468"/>
                  <a:gd name="T49" fmla="*/ 5759 h 6564"/>
                  <a:gd name="T50" fmla="*/ 6029 w 6468"/>
                  <a:gd name="T51" fmla="*/ 5328 h 6564"/>
                  <a:gd name="T52" fmla="*/ 6434 w 6468"/>
                  <a:gd name="T53" fmla="*/ 4799 h 6564"/>
                  <a:gd name="T54" fmla="*/ 370 w 6468"/>
                  <a:gd name="T55" fmla="*/ 1975 h 6564"/>
                  <a:gd name="T56" fmla="*/ 0 w 6468"/>
                  <a:gd name="T57" fmla="*/ 1827 h 6564"/>
                  <a:gd name="T58" fmla="*/ 148 w 6468"/>
                  <a:gd name="T59" fmla="*/ 1436 h 6564"/>
                  <a:gd name="T60" fmla="*/ 580 w 6468"/>
                  <a:gd name="T61" fmla="*/ 947 h 6564"/>
                  <a:gd name="T62" fmla="*/ 424 w 6468"/>
                  <a:gd name="T63" fmla="*/ 583 h 6564"/>
                  <a:gd name="T64" fmla="*/ 802 w 6468"/>
                  <a:gd name="T65" fmla="*/ 412 h 6564"/>
                  <a:gd name="T66" fmla="*/ 1454 w 6468"/>
                  <a:gd name="T67" fmla="*/ 371 h 6564"/>
                  <a:gd name="T68" fmla="*/ 1602 w 6468"/>
                  <a:gd name="T69" fmla="*/ 0 h 6564"/>
                  <a:gd name="T70" fmla="*/ 1993 w 6468"/>
                  <a:gd name="T71" fmla="*/ 148 h 6564"/>
                  <a:gd name="T72" fmla="*/ 2482 w 6468"/>
                  <a:gd name="T73" fmla="*/ 580 h 6564"/>
                  <a:gd name="T74" fmla="*/ 2848 w 6468"/>
                  <a:gd name="T75" fmla="*/ 423 h 6564"/>
                  <a:gd name="T76" fmla="*/ 3018 w 6468"/>
                  <a:gd name="T77" fmla="*/ 801 h 6564"/>
                  <a:gd name="T78" fmla="*/ 3060 w 6468"/>
                  <a:gd name="T79" fmla="*/ 1453 h 6564"/>
                  <a:gd name="T80" fmla="*/ 3430 w 6468"/>
                  <a:gd name="T81" fmla="*/ 1601 h 6564"/>
                  <a:gd name="T82" fmla="*/ 3282 w 6468"/>
                  <a:gd name="T83" fmla="*/ 1992 h 6564"/>
                  <a:gd name="T84" fmla="*/ 2850 w 6468"/>
                  <a:gd name="T85" fmla="*/ 2481 h 6564"/>
                  <a:gd name="T86" fmla="*/ 3008 w 6468"/>
                  <a:gd name="T87" fmla="*/ 2847 h 6564"/>
                  <a:gd name="T88" fmla="*/ 2629 w 6468"/>
                  <a:gd name="T89" fmla="*/ 3017 h 6564"/>
                  <a:gd name="T90" fmla="*/ 1977 w 6468"/>
                  <a:gd name="T91" fmla="*/ 3059 h 6564"/>
                  <a:gd name="T92" fmla="*/ 1829 w 6468"/>
                  <a:gd name="T93" fmla="*/ 3429 h 6564"/>
                  <a:gd name="T94" fmla="*/ 1438 w 6468"/>
                  <a:gd name="T95" fmla="*/ 3281 h 6564"/>
                  <a:gd name="T96" fmla="*/ 949 w 6468"/>
                  <a:gd name="T97" fmla="*/ 2849 h 6564"/>
                  <a:gd name="T98" fmla="*/ 584 w 6468"/>
                  <a:gd name="T99" fmla="*/ 3007 h 6564"/>
                  <a:gd name="T100" fmla="*/ 413 w 6468"/>
                  <a:gd name="T101" fmla="*/ 2628 h 6564"/>
                  <a:gd name="T102" fmla="*/ 370 w 6468"/>
                  <a:gd name="T103" fmla="*/ 1975 h 6564"/>
                  <a:gd name="T104" fmla="*/ 2173 w 6468"/>
                  <a:gd name="T105" fmla="*/ 2177 h 6564"/>
                  <a:gd name="T106" fmla="*/ 1257 w 6468"/>
                  <a:gd name="T107" fmla="*/ 1251 h 6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68" h="6564">
                    <a:moveTo>
                      <a:pt x="3204" y="4309"/>
                    </a:moveTo>
                    <a:cubicBezTo>
                      <a:pt x="3040" y="3916"/>
                      <a:pt x="3228" y="3463"/>
                      <a:pt x="3621" y="3299"/>
                    </a:cubicBezTo>
                    <a:cubicBezTo>
                      <a:pt x="4014" y="3135"/>
                      <a:pt x="4468" y="3323"/>
                      <a:pt x="4632" y="3716"/>
                    </a:cubicBezTo>
                    <a:cubicBezTo>
                      <a:pt x="4796" y="4109"/>
                      <a:pt x="4608" y="4563"/>
                      <a:pt x="4214" y="4727"/>
                    </a:cubicBezTo>
                    <a:cubicBezTo>
                      <a:pt x="3821" y="4891"/>
                      <a:pt x="3368" y="4703"/>
                      <a:pt x="3204" y="4309"/>
                    </a:cubicBezTo>
                    <a:close/>
                    <a:moveTo>
                      <a:pt x="6337" y="4571"/>
                    </a:moveTo>
                    <a:lnTo>
                      <a:pt x="5974" y="4421"/>
                    </a:lnTo>
                    <a:cubicBezTo>
                      <a:pt x="6028" y="4156"/>
                      <a:pt x="6029" y="3877"/>
                      <a:pt x="5974" y="3603"/>
                    </a:cubicBezTo>
                    <a:lnTo>
                      <a:pt x="6336" y="3452"/>
                    </a:lnTo>
                    <a:cubicBezTo>
                      <a:pt x="6424" y="3416"/>
                      <a:pt x="6466" y="3315"/>
                      <a:pt x="6429" y="3225"/>
                    </a:cubicBezTo>
                    <a:lnTo>
                      <a:pt x="6249" y="2791"/>
                    </a:lnTo>
                    <a:cubicBezTo>
                      <a:pt x="6213" y="2703"/>
                      <a:pt x="6112" y="2660"/>
                      <a:pt x="6022" y="2697"/>
                    </a:cubicBezTo>
                    <a:lnTo>
                      <a:pt x="5660" y="2848"/>
                    </a:lnTo>
                    <a:cubicBezTo>
                      <a:pt x="5504" y="2615"/>
                      <a:pt x="5305" y="2419"/>
                      <a:pt x="5080" y="2269"/>
                    </a:cubicBezTo>
                    <a:lnTo>
                      <a:pt x="5229" y="1907"/>
                    </a:lnTo>
                    <a:cubicBezTo>
                      <a:pt x="5265" y="1819"/>
                      <a:pt x="5224" y="1717"/>
                      <a:pt x="5136" y="1681"/>
                    </a:cubicBezTo>
                    <a:lnTo>
                      <a:pt x="4702" y="1500"/>
                    </a:lnTo>
                    <a:cubicBezTo>
                      <a:pt x="4614" y="1464"/>
                      <a:pt x="4513" y="1505"/>
                      <a:pt x="4477" y="1593"/>
                    </a:cubicBezTo>
                    <a:lnTo>
                      <a:pt x="4328" y="1956"/>
                    </a:lnTo>
                    <a:cubicBezTo>
                      <a:pt x="4168" y="1924"/>
                      <a:pt x="4002" y="1911"/>
                      <a:pt x="3837" y="1917"/>
                    </a:cubicBezTo>
                    <a:cubicBezTo>
                      <a:pt x="3804" y="2165"/>
                      <a:pt x="3609" y="2361"/>
                      <a:pt x="3364" y="2397"/>
                    </a:cubicBezTo>
                    <a:cubicBezTo>
                      <a:pt x="3361" y="2403"/>
                      <a:pt x="3360" y="2407"/>
                      <a:pt x="3357" y="2412"/>
                    </a:cubicBezTo>
                    <a:cubicBezTo>
                      <a:pt x="3426" y="2507"/>
                      <a:pt x="3465" y="2621"/>
                      <a:pt x="3465" y="2743"/>
                    </a:cubicBezTo>
                    <a:cubicBezTo>
                      <a:pt x="3465" y="2793"/>
                      <a:pt x="3458" y="2841"/>
                      <a:pt x="3445" y="2889"/>
                    </a:cubicBezTo>
                    <a:cubicBezTo>
                      <a:pt x="3448" y="2888"/>
                      <a:pt x="3449" y="2887"/>
                      <a:pt x="3452" y="2887"/>
                    </a:cubicBezTo>
                    <a:cubicBezTo>
                      <a:pt x="4073" y="2628"/>
                      <a:pt x="4789" y="2924"/>
                      <a:pt x="5048" y="3547"/>
                    </a:cubicBezTo>
                    <a:cubicBezTo>
                      <a:pt x="5306" y="4168"/>
                      <a:pt x="5010" y="4884"/>
                      <a:pt x="4388" y="5143"/>
                    </a:cubicBezTo>
                    <a:cubicBezTo>
                      <a:pt x="3766" y="5401"/>
                      <a:pt x="3050" y="5105"/>
                      <a:pt x="2792" y="4483"/>
                    </a:cubicBezTo>
                    <a:cubicBezTo>
                      <a:pt x="2650" y="4140"/>
                      <a:pt x="2676" y="3771"/>
                      <a:pt x="2832" y="3464"/>
                    </a:cubicBezTo>
                    <a:cubicBezTo>
                      <a:pt x="2682" y="3491"/>
                      <a:pt x="2524" y="3459"/>
                      <a:pt x="2397" y="3364"/>
                    </a:cubicBezTo>
                    <a:cubicBezTo>
                      <a:pt x="2392" y="3367"/>
                      <a:pt x="2388" y="3368"/>
                      <a:pt x="2382" y="3369"/>
                    </a:cubicBezTo>
                    <a:cubicBezTo>
                      <a:pt x="2341" y="3637"/>
                      <a:pt x="2109" y="3843"/>
                      <a:pt x="1830" y="3843"/>
                    </a:cubicBezTo>
                    <a:cubicBezTo>
                      <a:pt x="1814" y="4035"/>
                      <a:pt x="1824" y="4231"/>
                      <a:pt x="1864" y="4427"/>
                    </a:cubicBezTo>
                    <a:lnTo>
                      <a:pt x="1502" y="4577"/>
                    </a:lnTo>
                    <a:cubicBezTo>
                      <a:pt x="1414" y="4613"/>
                      <a:pt x="1372" y="4715"/>
                      <a:pt x="1409" y="4804"/>
                    </a:cubicBezTo>
                    <a:lnTo>
                      <a:pt x="1589" y="5239"/>
                    </a:lnTo>
                    <a:cubicBezTo>
                      <a:pt x="1625" y="5327"/>
                      <a:pt x="1726" y="5369"/>
                      <a:pt x="1816" y="5332"/>
                    </a:cubicBezTo>
                    <a:lnTo>
                      <a:pt x="2178" y="5181"/>
                    </a:lnTo>
                    <a:cubicBezTo>
                      <a:pt x="2334" y="5415"/>
                      <a:pt x="2533" y="5611"/>
                      <a:pt x="2758" y="5760"/>
                    </a:cubicBezTo>
                    <a:lnTo>
                      <a:pt x="2609" y="6123"/>
                    </a:lnTo>
                    <a:cubicBezTo>
                      <a:pt x="2573" y="6211"/>
                      <a:pt x="2614" y="6312"/>
                      <a:pt x="2702" y="6348"/>
                    </a:cubicBezTo>
                    <a:lnTo>
                      <a:pt x="3138" y="6528"/>
                    </a:lnTo>
                    <a:cubicBezTo>
                      <a:pt x="3226" y="6564"/>
                      <a:pt x="3328" y="6523"/>
                      <a:pt x="3364" y="6435"/>
                    </a:cubicBezTo>
                    <a:lnTo>
                      <a:pt x="3513" y="6072"/>
                    </a:lnTo>
                    <a:cubicBezTo>
                      <a:pt x="3778" y="6125"/>
                      <a:pt x="4057" y="6127"/>
                      <a:pt x="4333" y="6072"/>
                    </a:cubicBezTo>
                    <a:lnTo>
                      <a:pt x="4484" y="6433"/>
                    </a:lnTo>
                    <a:cubicBezTo>
                      <a:pt x="4520" y="6521"/>
                      <a:pt x="4621" y="6564"/>
                      <a:pt x="4710" y="6527"/>
                    </a:cubicBezTo>
                    <a:lnTo>
                      <a:pt x="5145" y="6347"/>
                    </a:lnTo>
                    <a:cubicBezTo>
                      <a:pt x="5233" y="6311"/>
                      <a:pt x="5276" y="6209"/>
                      <a:pt x="5238" y="6120"/>
                    </a:cubicBezTo>
                    <a:lnTo>
                      <a:pt x="5088" y="5759"/>
                    </a:lnTo>
                    <a:cubicBezTo>
                      <a:pt x="5321" y="5603"/>
                      <a:pt x="5517" y="5404"/>
                      <a:pt x="5666" y="5179"/>
                    </a:cubicBezTo>
                    <a:lnTo>
                      <a:pt x="6029" y="5328"/>
                    </a:lnTo>
                    <a:cubicBezTo>
                      <a:pt x="6117" y="5364"/>
                      <a:pt x="6218" y="5323"/>
                      <a:pt x="6254" y="5235"/>
                    </a:cubicBezTo>
                    <a:lnTo>
                      <a:pt x="6434" y="4799"/>
                    </a:lnTo>
                    <a:cubicBezTo>
                      <a:pt x="6468" y="4708"/>
                      <a:pt x="6425" y="4608"/>
                      <a:pt x="6337" y="4571"/>
                    </a:cubicBezTo>
                    <a:close/>
                    <a:moveTo>
                      <a:pt x="370" y="1975"/>
                    </a:moveTo>
                    <a:lnTo>
                      <a:pt x="145" y="1973"/>
                    </a:lnTo>
                    <a:cubicBezTo>
                      <a:pt x="65" y="1973"/>
                      <a:pt x="0" y="1908"/>
                      <a:pt x="0" y="1827"/>
                    </a:cubicBezTo>
                    <a:lnTo>
                      <a:pt x="1" y="1581"/>
                    </a:lnTo>
                    <a:cubicBezTo>
                      <a:pt x="1" y="1501"/>
                      <a:pt x="66" y="1436"/>
                      <a:pt x="148" y="1436"/>
                    </a:cubicBezTo>
                    <a:lnTo>
                      <a:pt x="373" y="1437"/>
                    </a:lnTo>
                    <a:cubicBezTo>
                      <a:pt x="408" y="1264"/>
                      <a:pt x="477" y="1097"/>
                      <a:pt x="580" y="947"/>
                    </a:cubicBezTo>
                    <a:lnTo>
                      <a:pt x="422" y="788"/>
                    </a:lnTo>
                    <a:cubicBezTo>
                      <a:pt x="366" y="731"/>
                      <a:pt x="366" y="639"/>
                      <a:pt x="424" y="583"/>
                    </a:cubicBezTo>
                    <a:lnTo>
                      <a:pt x="597" y="411"/>
                    </a:lnTo>
                    <a:cubicBezTo>
                      <a:pt x="654" y="355"/>
                      <a:pt x="746" y="355"/>
                      <a:pt x="802" y="412"/>
                    </a:cubicBezTo>
                    <a:lnTo>
                      <a:pt x="961" y="572"/>
                    </a:lnTo>
                    <a:cubicBezTo>
                      <a:pt x="1113" y="471"/>
                      <a:pt x="1281" y="404"/>
                      <a:pt x="1454" y="371"/>
                    </a:cubicBezTo>
                    <a:lnTo>
                      <a:pt x="1456" y="145"/>
                    </a:lnTo>
                    <a:cubicBezTo>
                      <a:pt x="1456" y="65"/>
                      <a:pt x="1521" y="0"/>
                      <a:pt x="1602" y="0"/>
                    </a:cubicBezTo>
                    <a:lnTo>
                      <a:pt x="1848" y="1"/>
                    </a:lnTo>
                    <a:cubicBezTo>
                      <a:pt x="1928" y="1"/>
                      <a:pt x="1993" y="67"/>
                      <a:pt x="1993" y="148"/>
                    </a:cubicBezTo>
                    <a:lnTo>
                      <a:pt x="1992" y="373"/>
                    </a:lnTo>
                    <a:cubicBezTo>
                      <a:pt x="2165" y="408"/>
                      <a:pt x="2332" y="477"/>
                      <a:pt x="2482" y="580"/>
                    </a:cubicBezTo>
                    <a:lnTo>
                      <a:pt x="2642" y="421"/>
                    </a:lnTo>
                    <a:cubicBezTo>
                      <a:pt x="2700" y="365"/>
                      <a:pt x="2792" y="365"/>
                      <a:pt x="2848" y="423"/>
                    </a:cubicBezTo>
                    <a:lnTo>
                      <a:pt x="3020" y="596"/>
                    </a:lnTo>
                    <a:cubicBezTo>
                      <a:pt x="3076" y="653"/>
                      <a:pt x="3076" y="745"/>
                      <a:pt x="3018" y="801"/>
                    </a:cubicBezTo>
                    <a:lnTo>
                      <a:pt x="2858" y="960"/>
                    </a:lnTo>
                    <a:cubicBezTo>
                      <a:pt x="2960" y="1112"/>
                      <a:pt x="3026" y="1280"/>
                      <a:pt x="3060" y="1453"/>
                    </a:cubicBezTo>
                    <a:lnTo>
                      <a:pt x="3285" y="1455"/>
                    </a:lnTo>
                    <a:cubicBezTo>
                      <a:pt x="3365" y="1455"/>
                      <a:pt x="3430" y="1520"/>
                      <a:pt x="3430" y="1601"/>
                    </a:cubicBezTo>
                    <a:lnTo>
                      <a:pt x="3429" y="1847"/>
                    </a:lnTo>
                    <a:cubicBezTo>
                      <a:pt x="3429" y="1927"/>
                      <a:pt x="3364" y="1992"/>
                      <a:pt x="3282" y="1992"/>
                    </a:cubicBezTo>
                    <a:lnTo>
                      <a:pt x="3057" y="1991"/>
                    </a:lnTo>
                    <a:cubicBezTo>
                      <a:pt x="3022" y="2164"/>
                      <a:pt x="2953" y="2331"/>
                      <a:pt x="2850" y="2481"/>
                    </a:cubicBezTo>
                    <a:lnTo>
                      <a:pt x="3009" y="2641"/>
                    </a:lnTo>
                    <a:cubicBezTo>
                      <a:pt x="3065" y="2699"/>
                      <a:pt x="3065" y="2791"/>
                      <a:pt x="3008" y="2847"/>
                    </a:cubicBezTo>
                    <a:lnTo>
                      <a:pt x="2834" y="3019"/>
                    </a:lnTo>
                    <a:cubicBezTo>
                      <a:pt x="2777" y="3075"/>
                      <a:pt x="2685" y="3075"/>
                      <a:pt x="2629" y="3017"/>
                    </a:cubicBezTo>
                    <a:lnTo>
                      <a:pt x="2470" y="2857"/>
                    </a:lnTo>
                    <a:cubicBezTo>
                      <a:pt x="2318" y="2959"/>
                      <a:pt x="2150" y="3025"/>
                      <a:pt x="1977" y="3059"/>
                    </a:cubicBezTo>
                    <a:lnTo>
                      <a:pt x="1976" y="3284"/>
                    </a:lnTo>
                    <a:cubicBezTo>
                      <a:pt x="1976" y="3364"/>
                      <a:pt x="1910" y="3429"/>
                      <a:pt x="1829" y="3429"/>
                    </a:cubicBezTo>
                    <a:lnTo>
                      <a:pt x="1584" y="3428"/>
                    </a:lnTo>
                    <a:cubicBezTo>
                      <a:pt x="1504" y="3428"/>
                      <a:pt x="1438" y="3363"/>
                      <a:pt x="1438" y="3281"/>
                    </a:cubicBezTo>
                    <a:lnTo>
                      <a:pt x="1440" y="3056"/>
                    </a:lnTo>
                    <a:cubicBezTo>
                      <a:pt x="1266" y="3021"/>
                      <a:pt x="1100" y="2952"/>
                      <a:pt x="949" y="2849"/>
                    </a:cubicBezTo>
                    <a:lnTo>
                      <a:pt x="789" y="3008"/>
                    </a:lnTo>
                    <a:cubicBezTo>
                      <a:pt x="732" y="3064"/>
                      <a:pt x="640" y="3064"/>
                      <a:pt x="584" y="3007"/>
                    </a:cubicBezTo>
                    <a:lnTo>
                      <a:pt x="412" y="2833"/>
                    </a:lnTo>
                    <a:cubicBezTo>
                      <a:pt x="356" y="2776"/>
                      <a:pt x="356" y="2684"/>
                      <a:pt x="413" y="2628"/>
                    </a:cubicBezTo>
                    <a:lnTo>
                      <a:pt x="573" y="2469"/>
                    </a:lnTo>
                    <a:cubicBezTo>
                      <a:pt x="470" y="2316"/>
                      <a:pt x="404" y="2148"/>
                      <a:pt x="370" y="1975"/>
                    </a:cubicBezTo>
                    <a:close/>
                    <a:moveTo>
                      <a:pt x="1252" y="2172"/>
                    </a:moveTo>
                    <a:cubicBezTo>
                      <a:pt x="1505" y="2428"/>
                      <a:pt x="1917" y="2431"/>
                      <a:pt x="2173" y="2177"/>
                    </a:cubicBezTo>
                    <a:cubicBezTo>
                      <a:pt x="2429" y="1924"/>
                      <a:pt x="2432" y="1512"/>
                      <a:pt x="2178" y="1256"/>
                    </a:cubicBezTo>
                    <a:cubicBezTo>
                      <a:pt x="1925" y="1000"/>
                      <a:pt x="1513" y="997"/>
                      <a:pt x="1257" y="1251"/>
                    </a:cubicBezTo>
                    <a:cubicBezTo>
                      <a:pt x="1000" y="1504"/>
                      <a:pt x="998" y="1916"/>
                      <a:pt x="1252" y="217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31" name="组合 30"/>
            <p:cNvGrpSpPr/>
            <p:nvPr/>
          </p:nvGrpSpPr>
          <p:grpSpPr>
            <a:xfrm>
              <a:off x="8027760" y="5009189"/>
              <a:ext cx="2245150" cy="1225363"/>
              <a:chOff x="7759610" y="3071059"/>
              <a:chExt cx="2245150" cy="1225363"/>
            </a:xfrm>
          </p:grpSpPr>
          <p:sp>
            <p:nvSpPr>
              <p:cNvPr id="32" name="文本框 31"/>
              <p:cNvSpPr txBox="1"/>
              <p:nvPr/>
            </p:nvSpPr>
            <p:spPr>
              <a:xfrm>
                <a:off x="7759610" y="3483892"/>
                <a:ext cx="2245150" cy="812530"/>
              </a:xfrm>
              <a:prstGeom prst="rect">
                <a:avLst/>
              </a:prstGeom>
              <a:noFill/>
            </p:spPr>
            <p:txBody>
              <a:bodyPr wrap="square" rtlCol="0">
                <a:spAutoFit/>
              </a:bodyPr>
              <a:lstStyle/>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如关键词、部分简单介绍等</a:t>
                </a:r>
                <a:endParaRPr kumimoji="0" lang="en-US" altLang="zh-CN" sz="1200" b="0" i="0" u="none" strike="noStrike" kern="1200" cap="none" spc="0" normalizeH="0" baseline="0" noProof="0" dirty="0">
                  <a:ln>
                    <a:noFill/>
                  </a:ln>
                  <a:solidFill>
                    <a:srgbClr val="595959"/>
                  </a:solidFill>
                  <a:effectLst/>
                  <a:uLnTx/>
                  <a:uFillTx/>
                  <a:cs typeface="+mn-ea"/>
                  <a:sym typeface="+mn-lt"/>
                </a:endParaRPr>
              </a:p>
              <a:p>
                <a:pPr marL="0" marR="0" lvl="0" indent="0" algn="ct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3" name="文本框 32"/>
              <p:cNvSpPr txBox="1"/>
              <p:nvPr/>
            </p:nvSpPr>
            <p:spPr>
              <a:xfrm>
                <a:off x="7759610" y="3071059"/>
                <a:ext cx="22451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anim calcmode="lin" valueType="num">
                                      <p:cBhvr>
                                        <p:cTn id="14" dur="500" fill="hold"/>
                                        <p:tgtEl>
                                          <p:spTgt spid="36"/>
                                        </p:tgtEl>
                                        <p:attrNameLst>
                                          <p:attrName>ppt_x</p:attrName>
                                        </p:attrNameLst>
                                      </p:cBhvr>
                                      <p:tavLst>
                                        <p:tav tm="0">
                                          <p:val>
                                            <p:strVal val="#ppt_x"/>
                                          </p:val>
                                        </p:tav>
                                        <p:tav tm="100000">
                                          <p:val>
                                            <p:strVal val="#ppt_x"/>
                                          </p:val>
                                        </p:tav>
                                      </p:tavLst>
                                    </p:anim>
                                    <p:anim calcmode="lin" valueType="num">
                                      <p:cBhvr>
                                        <p:cTn id="15" dur="500" fill="hold"/>
                                        <p:tgtEl>
                                          <p:spTgt spid="36"/>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anim calcmode="lin" valueType="num">
                                      <p:cBhvr>
                                        <p:cTn id="20" dur="500" fill="hold"/>
                                        <p:tgtEl>
                                          <p:spTgt spid="37"/>
                                        </p:tgtEl>
                                        <p:attrNameLst>
                                          <p:attrName>ppt_x</p:attrName>
                                        </p:attrNameLst>
                                      </p:cBhvr>
                                      <p:tavLst>
                                        <p:tav tm="0">
                                          <p:val>
                                            <p:strVal val="#ppt_x"/>
                                          </p:val>
                                        </p:tav>
                                        <p:tav tm="100000">
                                          <p:val>
                                            <p:strVal val="#ppt_x"/>
                                          </p:val>
                                        </p:tav>
                                      </p:tavLst>
                                    </p:anim>
                                    <p:anim calcmode="lin" valueType="num">
                                      <p:cBhvr>
                                        <p:cTn id="21" dur="500" fill="hold"/>
                                        <p:tgtEl>
                                          <p:spTgt spid="3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anim calcmode="lin" valueType="num">
                                      <p:cBhvr>
                                        <p:cTn id="26" dur="500" fill="hold"/>
                                        <p:tgtEl>
                                          <p:spTgt spid="38"/>
                                        </p:tgtEl>
                                        <p:attrNameLst>
                                          <p:attrName>ppt_x</p:attrName>
                                        </p:attrNameLst>
                                      </p:cBhvr>
                                      <p:tavLst>
                                        <p:tav tm="0">
                                          <p:val>
                                            <p:strVal val="#ppt_x"/>
                                          </p:val>
                                        </p:tav>
                                        <p:tav tm="100000">
                                          <p:val>
                                            <p:strVal val="#ppt_x"/>
                                          </p:val>
                                        </p:tav>
                                      </p:tavLst>
                                    </p:anim>
                                    <p:anim calcmode="lin" valueType="num">
                                      <p:cBhvr>
                                        <p:cTn id="27" dur="5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2129823"/>
            <a:chExt cx="2385498" cy="460375"/>
          </a:xfrm>
        </p:grpSpPr>
        <p:sp>
          <p:nvSpPr>
            <p:cNvPr id="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8"/>
          <p:cNvGrpSpPr/>
          <p:nvPr/>
        </p:nvGrpSpPr>
        <p:grpSpPr>
          <a:xfrm>
            <a:off x="4752797" y="2066969"/>
            <a:ext cx="2786515" cy="3816712"/>
            <a:chOff x="4752797" y="2066969"/>
            <a:chExt cx="2786515" cy="3816712"/>
          </a:xfrm>
        </p:grpSpPr>
        <p:sp>
          <p:nvSpPr>
            <p:cNvPr id="10" name="AutoShape 1"/>
            <p:cNvSpPr/>
            <p:nvPr/>
          </p:nvSpPr>
          <p:spPr bwMode="auto">
            <a:xfrm>
              <a:off x="4756398" y="4329338"/>
              <a:ext cx="2782914" cy="15543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 y="0"/>
                  </a:moveTo>
                  <a:cubicBezTo>
                    <a:pt x="1" y="44"/>
                    <a:pt x="0" y="88"/>
                    <a:pt x="0" y="132"/>
                  </a:cubicBezTo>
                  <a:lnTo>
                    <a:pt x="0" y="2252"/>
                  </a:lnTo>
                  <a:cubicBezTo>
                    <a:pt x="0" y="12937"/>
                    <a:pt x="4834" y="21599"/>
                    <a:pt x="10799" y="21599"/>
                  </a:cubicBezTo>
                  <a:cubicBezTo>
                    <a:pt x="16763" y="21599"/>
                    <a:pt x="21599" y="12937"/>
                    <a:pt x="21599" y="2252"/>
                  </a:cubicBezTo>
                  <a:lnTo>
                    <a:pt x="21599" y="132"/>
                  </a:lnTo>
                  <a:cubicBezTo>
                    <a:pt x="21599" y="88"/>
                    <a:pt x="21598" y="44"/>
                    <a:pt x="21598" y="0"/>
                  </a:cubicBezTo>
                  <a:lnTo>
                    <a:pt x="18198" y="0"/>
                  </a:lnTo>
                  <a:lnTo>
                    <a:pt x="18198" y="2520"/>
                  </a:lnTo>
                  <a:cubicBezTo>
                    <a:pt x="18198" y="9811"/>
                    <a:pt x="14900" y="15722"/>
                    <a:pt x="10830" y="15722"/>
                  </a:cubicBezTo>
                  <a:cubicBezTo>
                    <a:pt x="6759" y="15722"/>
                    <a:pt x="3460" y="9811"/>
                    <a:pt x="3460" y="2520"/>
                  </a:cubicBezTo>
                  <a:lnTo>
                    <a:pt x="3460" y="0"/>
                  </a:lnTo>
                  <a:lnTo>
                    <a:pt x="1" y="0"/>
                  </a:lnTo>
                  <a:close/>
                </a:path>
              </a:pathLst>
            </a:custGeom>
            <a:solidFill>
              <a:srgbClr val="E61D27">
                <a:lumMod val="50000"/>
              </a:srgb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1" name="AutoShape 17"/>
            <p:cNvSpPr/>
            <p:nvPr/>
          </p:nvSpPr>
          <p:spPr bwMode="auto">
            <a:xfrm>
              <a:off x="6477715" y="2315460"/>
              <a:ext cx="450854" cy="2469807"/>
            </a:xfrm>
            <a:prstGeom prst="roundRect">
              <a:avLst>
                <a:gd name="adj" fmla="val 49824"/>
              </a:avLst>
            </a:prstGeom>
            <a:solidFill>
              <a:schemeClr val="tx1">
                <a:lumMod val="75000"/>
                <a:lumOff val="25000"/>
              </a:scheme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2" name="AutoShape 18"/>
            <p:cNvSpPr/>
            <p:nvPr/>
          </p:nvSpPr>
          <p:spPr bwMode="auto">
            <a:xfrm>
              <a:off x="6480595" y="3310594"/>
              <a:ext cx="44005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3" name="AutoShape 20"/>
            <p:cNvSpPr/>
            <p:nvPr/>
          </p:nvSpPr>
          <p:spPr bwMode="auto">
            <a:xfrm>
              <a:off x="5311686" y="2376683"/>
              <a:ext cx="450854" cy="2408583"/>
            </a:xfrm>
            <a:prstGeom prst="roundRect">
              <a:avLst>
                <a:gd name="adj" fmla="val 49824"/>
              </a:avLst>
            </a:prstGeom>
            <a:solidFill>
              <a:schemeClr val="tx1">
                <a:lumMod val="75000"/>
                <a:lumOff val="25000"/>
              </a:schemeClr>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4" name="AutoShape 21"/>
            <p:cNvSpPr/>
            <p:nvPr/>
          </p:nvSpPr>
          <p:spPr bwMode="auto">
            <a:xfrm>
              <a:off x="5312406" y="3310594"/>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5" name="AutoShape 24"/>
            <p:cNvSpPr/>
            <p:nvPr/>
          </p:nvSpPr>
          <p:spPr bwMode="auto">
            <a:xfrm>
              <a:off x="5870573" y="2066969"/>
              <a:ext cx="450854" cy="2724062"/>
            </a:xfrm>
            <a:prstGeom prst="roundRect">
              <a:avLst>
                <a:gd name="adj" fmla="val 49824"/>
              </a:avLst>
            </a:prstGeom>
            <a:solidFill>
              <a:srgbClr val="E61D27"/>
            </a:solidFill>
            <a:ln>
              <a:noFill/>
            </a:ln>
            <a:effectLst/>
          </p:spPr>
          <p:txBody>
            <a:bodyPr lIns="0" tIns="0" rIns="0" bIns="0" anchor="ctr"/>
            <a:lstStyle/>
            <a:p>
              <a:pPr marL="0" marR="0" lvl="0" indent="0" algn="l" defTabSz="914400" rtl="0" eaLnBrk="1" fontAlgn="base" latinLnBrk="0" hangingPunct="1">
                <a:lnSpc>
                  <a:spcPct val="120000"/>
                </a:lnSpc>
                <a:spcBef>
                  <a:spcPct val="0"/>
                </a:spcBef>
                <a:spcAft>
                  <a:spcPct val="0"/>
                </a:spcAft>
                <a:buClrTx/>
                <a:buSzTx/>
                <a:buFontTx/>
                <a:buNone/>
                <a:defRPr/>
              </a:pPr>
              <a:endParaRPr kumimoji="0" lang="es-ES" sz="166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6" name="AutoShape 25"/>
            <p:cNvSpPr/>
            <p:nvPr/>
          </p:nvSpPr>
          <p:spPr bwMode="auto">
            <a:xfrm>
              <a:off x="5871293" y="2849621"/>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7" name="AutoShape 27"/>
            <p:cNvSpPr/>
            <p:nvPr/>
          </p:nvSpPr>
          <p:spPr bwMode="auto">
            <a:xfrm>
              <a:off x="4752797" y="3594659"/>
              <a:ext cx="450854" cy="1190607"/>
            </a:xfrm>
            <a:prstGeom prst="roundRect">
              <a:avLst>
                <a:gd name="adj" fmla="val 49824"/>
              </a:avLst>
            </a:prstGeom>
            <a:solidFill>
              <a:srgbClr val="C00000"/>
            </a:solidFill>
            <a:ln>
              <a:noFill/>
            </a:ln>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8" name="AutoShape 28"/>
            <p:cNvSpPr/>
            <p:nvPr/>
          </p:nvSpPr>
          <p:spPr bwMode="auto">
            <a:xfrm>
              <a:off x="4759281" y="3771567"/>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19" name="AutoShape 30"/>
            <p:cNvSpPr/>
            <p:nvPr/>
          </p:nvSpPr>
          <p:spPr bwMode="auto">
            <a:xfrm>
              <a:off x="7096381" y="2928410"/>
              <a:ext cx="439332" cy="1842451"/>
            </a:xfrm>
            <a:prstGeom prst="roundRect">
              <a:avLst>
                <a:gd name="adj" fmla="val 48509"/>
              </a:avLst>
            </a:prstGeom>
            <a:solidFill>
              <a:srgbClr val="C00000"/>
            </a:solidFill>
            <a:ln>
              <a:noFill/>
            </a:ln>
            <a:effectLst/>
          </p:spPr>
          <p:txBody>
            <a:bodyPr lIns="0" tIns="0" rIns="0" bIns="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0" name="AutoShape 31"/>
            <p:cNvSpPr/>
            <p:nvPr/>
          </p:nvSpPr>
          <p:spPr bwMode="auto">
            <a:xfrm>
              <a:off x="7096381" y="3763203"/>
              <a:ext cx="439332" cy="439364"/>
            </a:xfrm>
            <a:prstGeom prst="roundRect">
              <a:avLst>
                <a:gd name="adj" fmla="val 49819"/>
              </a:avLst>
            </a:prstGeom>
            <a:solidFill>
              <a:sysClr val="window" lastClr="FFFFFF">
                <a:lumMod val="75000"/>
              </a:sysClr>
            </a:solidFill>
            <a:ln>
              <a:noFill/>
            </a:ln>
            <a:effectLst>
              <a:outerShdw blurRad="127000" dist="25400" dir="5400000" algn="ctr" rotWithShape="0">
                <a:srgbClr val="000000">
                  <a:alpha val="50000"/>
                </a:srgbClr>
              </a:outerShdw>
            </a:effectLst>
          </p:spPr>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s-ES" sz="280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1" name="Text Placeholder 7"/>
            <p:cNvSpPr txBox="1"/>
            <p:nvPr/>
          </p:nvSpPr>
          <p:spPr>
            <a:xfrm>
              <a:off x="4811663" y="3774619"/>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01</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2" name="Text Placeholder 7"/>
            <p:cNvSpPr txBox="1"/>
            <p:nvPr/>
          </p:nvSpPr>
          <p:spPr>
            <a:xfrm>
              <a:off x="5364783" y="3326962"/>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02</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3" name="Text Placeholder 7"/>
            <p:cNvSpPr txBox="1"/>
            <p:nvPr/>
          </p:nvSpPr>
          <p:spPr>
            <a:xfrm>
              <a:off x="5917344" y="2867084"/>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03</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4" name="Text Placeholder 7"/>
            <p:cNvSpPr txBox="1"/>
            <p:nvPr/>
          </p:nvSpPr>
          <p:spPr>
            <a:xfrm>
              <a:off x="6534278" y="3332373"/>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04</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sp>
          <p:nvSpPr>
            <p:cNvPr id="25" name="Text Placeholder 7"/>
            <p:cNvSpPr txBox="1"/>
            <p:nvPr/>
          </p:nvSpPr>
          <p:spPr>
            <a:xfrm>
              <a:off x="7140613" y="3779725"/>
              <a:ext cx="342720" cy="384062"/>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Lato Black"/>
                  <a:ea typeface="+mn-ea"/>
                  <a:cs typeface="Lato Black"/>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mn-lt"/>
                  <a:cs typeface="+mn-ea"/>
                  <a:sym typeface="+mn-lt"/>
                </a:rPr>
                <a:t>05</a:t>
              </a:r>
              <a:endPar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endParaRPr>
            </a:p>
          </p:txBody>
        </p:sp>
      </p:grpSp>
      <p:grpSp>
        <p:nvGrpSpPr>
          <p:cNvPr id="26" name="组合 25"/>
          <p:cNvGrpSpPr/>
          <p:nvPr/>
        </p:nvGrpSpPr>
        <p:grpSpPr>
          <a:xfrm>
            <a:off x="749656" y="2145319"/>
            <a:ext cx="3772216" cy="961894"/>
            <a:chOff x="749656" y="2145319"/>
            <a:chExt cx="3772216" cy="961894"/>
          </a:xfrm>
        </p:grpSpPr>
        <p:sp>
          <p:nvSpPr>
            <p:cNvPr id="27" name="Rounded Rectangle 11"/>
            <p:cNvSpPr>
              <a:spLocks noChangeAspect="1"/>
            </p:cNvSpPr>
            <p:nvPr/>
          </p:nvSpPr>
          <p:spPr>
            <a:xfrm>
              <a:off x="3868575" y="2280683"/>
              <a:ext cx="653297" cy="653933"/>
            </a:xfrm>
            <a:prstGeom prst="roundRect">
              <a:avLst>
                <a:gd name="adj" fmla="val 0"/>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28" name="Text Placeholder 7"/>
            <p:cNvSpPr txBox="1"/>
            <p:nvPr/>
          </p:nvSpPr>
          <p:spPr>
            <a:xfrm>
              <a:off x="3920958" y="236351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01</a:t>
              </a:r>
            </a:p>
          </p:txBody>
        </p:sp>
        <p:sp>
          <p:nvSpPr>
            <p:cNvPr id="29" name="文本框 28"/>
            <p:cNvSpPr txBox="1"/>
            <p:nvPr/>
          </p:nvSpPr>
          <p:spPr>
            <a:xfrm>
              <a:off x="749656" y="2558152"/>
              <a:ext cx="2959833" cy="549061"/>
            </a:xfrm>
            <a:prstGeom prst="rect">
              <a:avLst/>
            </a:prstGeom>
            <a:noFill/>
          </p:spPr>
          <p:txBody>
            <a:bodyPr wrap="square" rtlCol="0">
              <a:spAutoFit/>
            </a:bodyPr>
            <a:lstStyle/>
            <a:p>
              <a:pPr marL="0" marR="0" lvl="0" indent="0" algn="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0" name="文本框 29"/>
            <p:cNvSpPr txBox="1"/>
            <p:nvPr/>
          </p:nvSpPr>
          <p:spPr>
            <a:xfrm>
              <a:off x="1464340" y="2145319"/>
              <a:ext cx="2245150" cy="4001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nvGrpSpPr>
          <p:cNvPr id="31" name="组合 30"/>
          <p:cNvGrpSpPr/>
          <p:nvPr/>
        </p:nvGrpSpPr>
        <p:grpSpPr>
          <a:xfrm>
            <a:off x="749656" y="4057979"/>
            <a:ext cx="3727929" cy="961894"/>
            <a:chOff x="749656" y="4057979"/>
            <a:chExt cx="3727929" cy="961894"/>
          </a:xfrm>
        </p:grpSpPr>
        <p:sp>
          <p:nvSpPr>
            <p:cNvPr id="32" name="Rounded Rectangle 27"/>
            <p:cNvSpPr>
              <a:spLocks noChangeAspect="1"/>
            </p:cNvSpPr>
            <p:nvPr/>
          </p:nvSpPr>
          <p:spPr>
            <a:xfrm>
              <a:off x="3824288" y="4079652"/>
              <a:ext cx="653297" cy="653933"/>
            </a:xfrm>
            <a:prstGeom prst="roundRect">
              <a:avLst>
                <a:gd name="adj" fmla="val 0"/>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33" name="Text Placeholder 7"/>
            <p:cNvSpPr txBox="1"/>
            <p:nvPr/>
          </p:nvSpPr>
          <p:spPr>
            <a:xfrm>
              <a:off x="3876671" y="416248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03</a:t>
              </a:r>
            </a:p>
          </p:txBody>
        </p:sp>
        <p:sp>
          <p:nvSpPr>
            <p:cNvPr id="34" name="文本框 33"/>
            <p:cNvSpPr txBox="1"/>
            <p:nvPr/>
          </p:nvSpPr>
          <p:spPr>
            <a:xfrm>
              <a:off x="749656" y="4470812"/>
              <a:ext cx="2959833" cy="549061"/>
            </a:xfrm>
            <a:prstGeom prst="rect">
              <a:avLst/>
            </a:prstGeom>
            <a:noFill/>
          </p:spPr>
          <p:txBody>
            <a:bodyPr wrap="square" rtlCol="0">
              <a:spAutoFit/>
            </a:bodyPr>
            <a:lstStyle/>
            <a:p>
              <a:pPr marL="0" marR="0" lvl="0" indent="0" algn="r"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35" name="文本框 34"/>
            <p:cNvSpPr txBox="1"/>
            <p:nvPr/>
          </p:nvSpPr>
          <p:spPr>
            <a:xfrm>
              <a:off x="1464340" y="4057979"/>
              <a:ext cx="2245150" cy="4001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srgbClr val="C00000"/>
                  </a:solidFill>
                  <a:effectLst/>
                  <a:uLnTx/>
                  <a:uFillTx/>
                  <a:cs typeface="+mn-ea"/>
                  <a:sym typeface="+mn-lt"/>
                </a:rPr>
                <a:t>标题文字添加</a:t>
              </a:r>
            </a:p>
          </p:txBody>
        </p:sp>
      </p:grpSp>
      <p:grpSp>
        <p:nvGrpSpPr>
          <p:cNvPr id="36" name="组合 35"/>
          <p:cNvGrpSpPr/>
          <p:nvPr/>
        </p:nvGrpSpPr>
        <p:grpSpPr>
          <a:xfrm>
            <a:off x="7977323" y="2096487"/>
            <a:ext cx="3803191" cy="961894"/>
            <a:chOff x="7977323" y="2096487"/>
            <a:chExt cx="3803191" cy="961894"/>
          </a:xfrm>
        </p:grpSpPr>
        <p:sp>
          <p:nvSpPr>
            <p:cNvPr id="37" name="Rounded Rectangle 23"/>
            <p:cNvSpPr>
              <a:spLocks noChangeAspect="1"/>
            </p:cNvSpPr>
            <p:nvPr/>
          </p:nvSpPr>
          <p:spPr>
            <a:xfrm>
              <a:off x="7977323" y="2280683"/>
              <a:ext cx="653297" cy="653933"/>
            </a:xfrm>
            <a:prstGeom prst="roundRect">
              <a:avLst>
                <a:gd name="adj" fmla="val 0"/>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38" name="Text Placeholder 7"/>
            <p:cNvSpPr txBox="1"/>
            <p:nvPr/>
          </p:nvSpPr>
          <p:spPr>
            <a:xfrm>
              <a:off x="8029706" y="236351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02</a:t>
              </a:r>
            </a:p>
          </p:txBody>
        </p:sp>
        <p:sp>
          <p:nvSpPr>
            <p:cNvPr id="39" name="文本框 38"/>
            <p:cNvSpPr txBox="1"/>
            <p:nvPr/>
          </p:nvSpPr>
          <p:spPr>
            <a:xfrm>
              <a:off x="8724816" y="2509320"/>
              <a:ext cx="3055698"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0" name="文本框 39"/>
            <p:cNvSpPr txBox="1"/>
            <p:nvPr/>
          </p:nvSpPr>
          <p:spPr>
            <a:xfrm>
              <a:off x="8710901" y="2096487"/>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grpSp>
      <p:grpSp>
        <p:nvGrpSpPr>
          <p:cNvPr id="41" name="组合 40"/>
          <p:cNvGrpSpPr/>
          <p:nvPr/>
        </p:nvGrpSpPr>
        <p:grpSpPr>
          <a:xfrm>
            <a:off x="7977323" y="3927848"/>
            <a:ext cx="3803191" cy="961894"/>
            <a:chOff x="7977323" y="3927848"/>
            <a:chExt cx="3803191" cy="961894"/>
          </a:xfrm>
        </p:grpSpPr>
        <p:sp>
          <p:nvSpPr>
            <p:cNvPr id="42" name="Rounded Rectangle 16"/>
            <p:cNvSpPr>
              <a:spLocks noChangeAspect="1"/>
            </p:cNvSpPr>
            <p:nvPr/>
          </p:nvSpPr>
          <p:spPr>
            <a:xfrm>
              <a:off x="7977323" y="4079652"/>
              <a:ext cx="653297" cy="653933"/>
            </a:xfrm>
            <a:prstGeom prst="roundRect">
              <a:avLst>
                <a:gd name="adj" fmla="val 0"/>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base" latinLnBrk="0" hangingPunct="1">
                <a:lnSpc>
                  <a:spcPct val="120000"/>
                </a:lnSpc>
                <a:spcBef>
                  <a:spcPct val="0"/>
                </a:spcBef>
                <a:spcAft>
                  <a:spcPct val="0"/>
                </a:spcAft>
                <a:buClrTx/>
                <a:buSzTx/>
                <a:buFontTx/>
                <a:buNone/>
                <a:defRPr/>
              </a:pPr>
              <a:endParaRPr kumimoji="0" lang="en-US" sz="1050" b="0" i="0" u="none" strike="noStrike" kern="0" cap="none" spc="0" normalizeH="0" baseline="0" noProof="0" dirty="0">
                <a:ln>
                  <a:noFill/>
                </a:ln>
                <a:solidFill>
                  <a:prstClr val="black"/>
                </a:solidFill>
                <a:effectLst>
                  <a:outerShdw blurRad="38100" dist="38100" dir="2700000" algn="tl">
                    <a:srgbClr val="000000">
                      <a:alpha val="43137"/>
                    </a:srgbClr>
                  </a:outerShdw>
                </a:effectLst>
                <a:uLnTx/>
                <a:uFillTx/>
                <a:cs typeface="+mn-ea"/>
                <a:sym typeface="+mn-lt"/>
              </a:endParaRPr>
            </a:p>
          </p:txBody>
        </p:sp>
        <p:sp>
          <p:nvSpPr>
            <p:cNvPr id="43" name="Text Placeholder 7"/>
            <p:cNvSpPr txBox="1"/>
            <p:nvPr/>
          </p:nvSpPr>
          <p:spPr>
            <a:xfrm>
              <a:off x="8029706" y="4162485"/>
              <a:ext cx="528843" cy="436431"/>
            </a:xfrm>
            <a:prstGeom prst="rect">
              <a:avLst/>
            </a:prstGeom>
          </p:spPr>
          <p:txBody>
            <a:bodyPr vert="horz" lIns="0" tIns="103884" rIns="0" bIns="103884" anchor="ctr"/>
            <a:lstStyle>
              <a:lvl1pPr marL="0" indent="0" algn="ctr" defTabSz="914400" rtl="0" eaLnBrk="1" latinLnBrk="0" hangingPunct="1">
                <a:lnSpc>
                  <a:spcPct val="100000"/>
                </a:lnSpc>
                <a:spcBef>
                  <a:spcPts val="0"/>
                </a:spcBef>
                <a:buFont typeface="Arial" panose="020B0604020202020204" pitchFamily="34" charset="0"/>
                <a:buNone/>
                <a:defRPr sz="1185" b="1" kern="1200">
                  <a:solidFill>
                    <a:schemeClr val="bg1"/>
                  </a:solidFill>
                  <a:latin typeface="FontAwesome"/>
                  <a:ea typeface="+mn-ea"/>
                  <a:cs typeface="FontAwesome"/>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defRPr/>
              </a:pPr>
              <a:r>
                <a:rPr kumimoji="0" lang="es-ES_tradnl" sz="18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mn-lt"/>
                  <a:cs typeface="+mn-ea"/>
                  <a:sym typeface="+mn-lt"/>
                </a:rPr>
                <a:t>04</a:t>
              </a:r>
            </a:p>
          </p:txBody>
        </p:sp>
        <p:sp>
          <p:nvSpPr>
            <p:cNvPr id="44" name="文本框 43"/>
            <p:cNvSpPr txBox="1"/>
            <p:nvPr/>
          </p:nvSpPr>
          <p:spPr>
            <a:xfrm>
              <a:off x="8724816" y="4340681"/>
              <a:ext cx="3055698" cy="549061"/>
            </a:xfrm>
            <a:prstGeom prst="rect">
              <a:avLst/>
            </a:prstGeom>
            <a:noFill/>
          </p:spPr>
          <p:txBody>
            <a:bodyPr wrap="square" rtlCol="0">
              <a:spAutoFit/>
            </a:bodyPr>
            <a:lstStyle/>
            <a:p>
              <a:pPr marL="0" marR="0" lvl="0" indent="0" algn="l" defTabSz="4572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95959"/>
                  </a:solidFill>
                  <a:effectLst/>
                  <a:uLnTx/>
                  <a:uFillTx/>
                  <a:cs typeface="+mn-ea"/>
                  <a:sym typeface="+mn-lt"/>
                </a:rPr>
                <a:t>点击此处添加文本内容，如关键词、部分简单介绍等。点击此处添加文本内容</a:t>
              </a:r>
              <a:r>
                <a:rPr kumimoji="0" lang="en-US" altLang="zh-CN" sz="1200" b="0" i="0" u="none" strike="noStrike" kern="1200" cap="none" spc="0" normalizeH="0" baseline="0" noProof="0" dirty="0">
                  <a:ln>
                    <a:noFill/>
                  </a:ln>
                  <a:solidFill>
                    <a:srgbClr val="595959"/>
                  </a:solidFill>
                  <a:effectLst/>
                  <a:uLnTx/>
                  <a:uFillTx/>
                  <a:cs typeface="+mn-ea"/>
                  <a:sym typeface="+mn-lt"/>
                </a:rPr>
                <a:t>.</a:t>
              </a:r>
              <a:endParaRPr kumimoji="0" lang="zh-CN" altLang="zh-CN" sz="1200" b="0" i="0" u="none" strike="noStrike" kern="1200" cap="none" spc="0" normalizeH="0" baseline="0" noProof="0" dirty="0">
                <a:ln>
                  <a:noFill/>
                </a:ln>
                <a:solidFill>
                  <a:srgbClr val="595959"/>
                </a:solidFill>
                <a:effectLst/>
                <a:uLnTx/>
                <a:uFillTx/>
                <a:cs typeface="+mn-ea"/>
                <a:sym typeface="+mn-lt"/>
              </a:endParaRPr>
            </a:p>
          </p:txBody>
        </p:sp>
        <p:sp>
          <p:nvSpPr>
            <p:cNvPr id="45" name="文本框 44"/>
            <p:cNvSpPr txBox="1"/>
            <p:nvPr/>
          </p:nvSpPr>
          <p:spPr>
            <a:xfrm>
              <a:off x="8710901" y="3927848"/>
              <a:ext cx="224515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000" b="0" i="0" u="none" strike="noStrike" kern="1200" cap="none" spc="0" normalizeH="0" baseline="0" noProof="0" dirty="0">
                  <a:ln>
                    <a:noFill/>
                  </a:ln>
                  <a:solidFill>
                    <a:prstClr val="black">
                      <a:lumMod val="75000"/>
                      <a:lumOff val="25000"/>
                    </a:prstClr>
                  </a:solidFill>
                  <a:effectLst/>
                  <a:uLnTx/>
                  <a:uFillTx/>
                  <a:cs typeface="+mn-ea"/>
                  <a:sym typeface="+mn-lt"/>
                </a:rPr>
                <a:t>标题文字添加</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anim calcmode="lin" valueType="num">
                                      <p:cBhvr>
                                        <p:cTn id="14" dur="500" fill="hold"/>
                                        <p:tgtEl>
                                          <p:spTgt spid="26"/>
                                        </p:tgtEl>
                                        <p:attrNameLst>
                                          <p:attrName>ppt_x</p:attrName>
                                        </p:attrNameLst>
                                      </p:cBhvr>
                                      <p:tavLst>
                                        <p:tav tm="0">
                                          <p:val>
                                            <p:strVal val="#ppt_x"/>
                                          </p:val>
                                        </p:tav>
                                        <p:tav tm="100000">
                                          <p:val>
                                            <p:strVal val="#ppt_x"/>
                                          </p:val>
                                        </p:tav>
                                      </p:tavLst>
                                    </p:anim>
                                    <p:anim calcmode="lin" valueType="num">
                                      <p:cBhvr>
                                        <p:cTn id="15" dur="500" fill="hold"/>
                                        <p:tgtEl>
                                          <p:spTgt spid="26"/>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anim calcmode="lin" valueType="num">
                                      <p:cBhvr>
                                        <p:cTn id="20" dur="500" fill="hold"/>
                                        <p:tgtEl>
                                          <p:spTgt spid="36"/>
                                        </p:tgtEl>
                                        <p:attrNameLst>
                                          <p:attrName>ppt_x</p:attrName>
                                        </p:attrNameLst>
                                      </p:cBhvr>
                                      <p:tavLst>
                                        <p:tav tm="0">
                                          <p:val>
                                            <p:strVal val="#ppt_x"/>
                                          </p:val>
                                        </p:tav>
                                        <p:tav tm="100000">
                                          <p:val>
                                            <p:strVal val="#ppt_x"/>
                                          </p:val>
                                        </p:tav>
                                      </p:tavLst>
                                    </p:anim>
                                    <p:anim calcmode="lin" valueType="num">
                                      <p:cBhvr>
                                        <p:cTn id="21" dur="500" fill="hold"/>
                                        <p:tgtEl>
                                          <p:spTgt spid="36"/>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ppt_x</p:attrName>
                                        </p:attrNameLst>
                                      </p:cBhvr>
                                      <p:tavLst>
                                        <p:tav tm="0">
                                          <p:val>
                                            <p:strVal val="#ppt_x"/>
                                          </p:val>
                                        </p:tav>
                                        <p:tav tm="100000">
                                          <p:val>
                                            <p:strVal val="#ppt_x"/>
                                          </p:val>
                                        </p:tav>
                                      </p:tavLst>
                                    </p:anim>
                                    <p:anim calcmode="lin" valueType="num">
                                      <p:cBhvr>
                                        <p:cTn id="27" dur="500" fill="hold"/>
                                        <p:tgtEl>
                                          <p:spTgt spid="31"/>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anim calcmode="lin" valueType="num">
                                      <p:cBhvr>
                                        <p:cTn id="32" dur="500" fill="hold"/>
                                        <p:tgtEl>
                                          <p:spTgt spid="41"/>
                                        </p:tgtEl>
                                        <p:attrNameLst>
                                          <p:attrName>ppt_x</p:attrName>
                                        </p:attrNameLst>
                                      </p:cBhvr>
                                      <p:tavLst>
                                        <p:tav tm="0">
                                          <p:val>
                                            <p:strVal val="#ppt_x"/>
                                          </p:val>
                                        </p:tav>
                                        <p:tav tm="100000">
                                          <p:val>
                                            <p:strVal val="#ppt_x"/>
                                          </p:val>
                                        </p:tav>
                                      </p:tavLst>
                                    </p:anim>
                                    <p:anim calcmode="lin" valueType="num">
                                      <p:cBhvr>
                                        <p:cTn id="3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a:spLocks/>
          </p:cNvSpPr>
          <p:nvPr/>
        </p:nvSpPr>
        <p:spPr>
          <a:xfrm>
            <a:off x="7276366" y="2497633"/>
            <a:ext cx="3860800" cy="1627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3"/>
              </a:lnSpc>
              <a:spcAft>
                <a:spcPct val="0"/>
              </a:spcAft>
            </a:pPr>
            <a:r>
              <a:rPr lang="en-US" sz="4000" dirty="0">
                <a:solidFill>
                  <a:prstClr val="white">
                    <a:lumMod val="50000"/>
                  </a:prstClr>
                </a:solidFill>
                <a:latin typeface="+mn-lt"/>
                <a:ea typeface="+mn-ea"/>
                <a:cs typeface="+mn-ea"/>
                <a:sym typeface="+mn-lt"/>
              </a:rPr>
              <a:t>Business</a:t>
            </a:r>
          </a:p>
          <a:p>
            <a:pPr algn="r" fontAlgn="base">
              <a:lnSpc>
                <a:spcPts val="3333"/>
              </a:lnSpc>
              <a:spcAft>
                <a:spcPct val="0"/>
              </a:spcAft>
            </a:pPr>
            <a:r>
              <a:rPr lang="en-US" sz="4000" dirty="0">
                <a:solidFill>
                  <a:srgbClr val="FF0000"/>
                </a:solidFill>
                <a:latin typeface="+mn-lt"/>
                <a:ea typeface="+mn-ea"/>
                <a:cs typeface="+mn-ea"/>
                <a:sym typeface="+mn-lt"/>
              </a:rPr>
              <a:t>Presentations</a:t>
            </a:r>
          </a:p>
          <a:p>
            <a:pPr algn="r" fontAlgn="base">
              <a:lnSpc>
                <a:spcPts val="3333"/>
              </a:lnSpc>
              <a:spcAft>
                <a:spcPct val="0"/>
              </a:spcAft>
            </a:pPr>
            <a:r>
              <a:rPr lang="en-US" sz="4000" dirty="0">
                <a:solidFill>
                  <a:srgbClr val="780000"/>
                </a:solidFill>
                <a:latin typeface="+mn-lt"/>
                <a:ea typeface="+mn-ea"/>
                <a:cs typeface="+mn-ea"/>
                <a:sym typeface="+mn-lt"/>
              </a:rPr>
              <a:t>All ready</a:t>
            </a:r>
          </a:p>
        </p:txBody>
      </p:sp>
      <p:sp>
        <p:nvSpPr>
          <p:cNvPr id="32" name="TextBox 31"/>
          <p:cNvSpPr txBox="1"/>
          <p:nvPr/>
        </p:nvSpPr>
        <p:spPr>
          <a:xfrm>
            <a:off x="7885966" y="4233525"/>
            <a:ext cx="3251200" cy="1384995"/>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a:t>
            </a:r>
            <a:endParaRPr lang="en-US" sz="2400" dirty="0">
              <a:solidFill>
                <a:prstClr val="black"/>
              </a:solidFill>
              <a:cs typeface="+mn-ea"/>
              <a:sym typeface="+mn-lt"/>
            </a:endParaRPr>
          </a:p>
        </p:txBody>
      </p:sp>
      <p:sp>
        <p:nvSpPr>
          <p:cNvPr id="33" name="Freeform 6"/>
          <p:cNvSpPr>
            <a:spLocks noEditPoints="1"/>
          </p:cNvSpPr>
          <p:nvPr/>
        </p:nvSpPr>
        <p:spPr bwMode="auto">
          <a:xfrm>
            <a:off x="360437" y="3419257"/>
            <a:ext cx="921624" cy="3421776"/>
          </a:xfrm>
          <a:custGeom>
            <a:avLst/>
            <a:gdLst>
              <a:gd name="T0" fmla="*/ 490 w 1127"/>
              <a:gd name="T1" fmla="*/ 63 h 4187"/>
              <a:gd name="T2" fmla="*/ 355 w 1127"/>
              <a:gd name="T3" fmla="*/ 104 h 4187"/>
              <a:gd name="T4" fmla="*/ 238 w 1127"/>
              <a:gd name="T5" fmla="*/ 182 h 4187"/>
              <a:gd name="T6" fmla="*/ 148 w 1127"/>
              <a:gd name="T7" fmla="*/ 290 h 4187"/>
              <a:gd name="T8" fmla="*/ 88 w 1127"/>
              <a:gd name="T9" fmla="*/ 421 h 4187"/>
              <a:gd name="T10" fmla="*/ 67 w 1127"/>
              <a:gd name="T11" fmla="*/ 569 h 4187"/>
              <a:gd name="T12" fmla="*/ 83 w 1127"/>
              <a:gd name="T13" fmla="*/ 698 h 4187"/>
              <a:gd name="T14" fmla="*/ 130 w 1127"/>
              <a:gd name="T15" fmla="*/ 817 h 4187"/>
              <a:gd name="T16" fmla="*/ 203 w 1127"/>
              <a:gd name="T17" fmla="*/ 920 h 4187"/>
              <a:gd name="T18" fmla="*/ 301 w 1127"/>
              <a:gd name="T19" fmla="*/ 1002 h 4187"/>
              <a:gd name="T20" fmla="*/ 877 w 1127"/>
              <a:gd name="T21" fmla="*/ 963 h 4187"/>
              <a:gd name="T22" fmla="*/ 963 w 1127"/>
              <a:gd name="T23" fmla="*/ 871 h 4187"/>
              <a:gd name="T24" fmla="*/ 1025 w 1127"/>
              <a:gd name="T25" fmla="*/ 758 h 4187"/>
              <a:gd name="T26" fmla="*/ 1055 w 1127"/>
              <a:gd name="T27" fmla="*/ 633 h 4187"/>
              <a:gd name="T28" fmla="*/ 1055 w 1127"/>
              <a:gd name="T29" fmla="*/ 493 h 4187"/>
              <a:gd name="T30" fmla="*/ 1014 w 1127"/>
              <a:gd name="T31" fmla="*/ 353 h 4187"/>
              <a:gd name="T32" fmla="*/ 938 w 1127"/>
              <a:gd name="T33" fmla="*/ 232 h 4187"/>
              <a:gd name="T34" fmla="*/ 834 w 1127"/>
              <a:gd name="T35" fmla="*/ 138 h 4187"/>
              <a:gd name="T36" fmla="*/ 706 w 1127"/>
              <a:gd name="T37" fmla="*/ 77 h 4187"/>
              <a:gd name="T38" fmla="*/ 564 w 1127"/>
              <a:gd name="T39" fmla="*/ 56 h 4187"/>
              <a:gd name="T40" fmla="*/ 639 w 1127"/>
              <a:gd name="T41" fmla="*/ 5 h 4187"/>
              <a:gd name="T42" fmla="*/ 783 w 1127"/>
              <a:gd name="T43" fmla="*/ 45 h 4187"/>
              <a:gd name="T44" fmla="*/ 907 w 1127"/>
              <a:gd name="T45" fmla="*/ 120 h 4187"/>
              <a:gd name="T46" fmla="*/ 1010 w 1127"/>
              <a:gd name="T47" fmla="*/ 223 h 4187"/>
              <a:gd name="T48" fmla="*/ 1082 w 1127"/>
              <a:gd name="T49" fmla="*/ 353 h 4187"/>
              <a:gd name="T50" fmla="*/ 1122 w 1127"/>
              <a:gd name="T51" fmla="*/ 498 h 4187"/>
              <a:gd name="T52" fmla="*/ 1122 w 1127"/>
              <a:gd name="T53" fmla="*/ 655 h 4187"/>
              <a:gd name="T54" fmla="*/ 1082 w 1127"/>
              <a:gd name="T55" fmla="*/ 803 h 4187"/>
              <a:gd name="T56" fmla="*/ 1007 w 1127"/>
              <a:gd name="T57" fmla="*/ 932 h 4187"/>
              <a:gd name="T58" fmla="*/ 904 w 1127"/>
              <a:gd name="T59" fmla="*/ 1037 h 4187"/>
              <a:gd name="T60" fmla="*/ 843 w 1127"/>
              <a:gd name="T61" fmla="*/ 4187 h 4187"/>
              <a:gd name="T62" fmla="*/ 284 w 1127"/>
              <a:gd name="T63" fmla="*/ 1078 h 4187"/>
              <a:gd name="T64" fmla="*/ 167 w 1127"/>
              <a:gd name="T65" fmla="*/ 988 h 4187"/>
              <a:gd name="T66" fmla="*/ 79 w 1127"/>
              <a:gd name="T67" fmla="*/ 869 h 4187"/>
              <a:gd name="T68" fmla="*/ 20 w 1127"/>
              <a:gd name="T69" fmla="*/ 731 h 4187"/>
              <a:gd name="T70" fmla="*/ 0 w 1127"/>
              <a:gd name="T71" fmla="*/ 576 h 4187"/>
              <a:gd name="T72" fmla="*/ 20 w 1127"/>
              <a:gd name="T73" fmla="*/ 423 h 4187"/>
              <a:gd name="T74" fmla="*/ 77 w 1127"/>
              <a:gd name="T75" fmla="*/ 286 h 4187"/>
              <a:gd name="T76" fmla="*/ 166 w 1127"/>
              <a:gd name="T77" fmla="*/ 169 h 4187"/>
              <a:gd name="T78" fmla="*/ 279 w 1127"/>
              <a:gd name="T79" fmla="*/ 77 h 4187"/>
              <a:gd name="T80" fmla="*/ 414 w 1127"/>
              <a:gd name="T81" fmla="*/ 20 h 4187"/>
              <a:gd name="T82" fmla="*/ 564 w 1127"/>
              <a:gd name="T83" fmla="*/ 0 h 4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187">
                <a:moveTo>
                  <a:pt x="564" y="56"/>
                </a:moveTo>
                <a:lnTo>
                  <a:pt x="490" y="63"/>
                </a:lnTo>
                <a:lnTo>
                  <a:pt x="420" y="77"/>
                </a:lnTo>
                <a:lnTo>
                  <a:pt x="355" y="104"/>
                </a:lnTo>
                <a:lnTo>
                  <a:pt x="293" y="138"/>
                </a:lnTo>
                <a:lnTo>
                  <a:pt x="238" y="182"/>
                </a:lnTo>
                <a:lnTo>
                  <a:pt x="189" y="232"/>
                </a:lnTo>
                <a:lnTo>
                  <a:pt x="148" y="290"/>
                </a:lnTo>
                <a:lnTo>
                  <a:pt x="113" y="353"/>
                </a:lnTo>
                <a:lnTo>
                  <a:pt x="88" y="421"/>
                </a:lnTo>
                <a:lnTo>
                  <a:pt x="72" y="493"/>
                </a:lnTo>
                <a:lnTo>
                  <a:pt x="67" y="569"/>
                </a:lnTo>
                <a:lnTo>
                  <a:pt x="70" y="633"/>
                </a:lnTo>
                <a:lnTo>
                  <a:pt x="83" y="698"/>
                </a:lnTo>
                <a:lnTo>
                  <a:pt x="103" y="758"/>
                </a:lnTo>
                <a:lnTo>
                  <a:pt x="130" y="817"/>
                </a:lnTo>
                <a:lnTo>
                  <a:pt x="164" y="871"/>
                </a:lnTo>
                <a:lnTo>
                  <a:pt x="203" y="920"/>
                </a:lnTo>
                <a:lnTo>
                  <a:pt x="248" y="963"/>
                </a:lnTo>
                <a:lnTo>
                  <a:pt x="301" y="1002"/>
                </a:lnTo>
                <a:lnTo>
                  <a:pt x="826" y="1002"/>
                </a:lnTo>
                <a:lnTo>
                  <a:pt x="877" y="963"/>
                </a:lnTo>
                <a:lnTo>
                  <a:pt x="924" y="920"/>
                </a:lnTo>
                <a:lnTo>
                  <a:pt x="963" y="871"/>
                </a:lnTo>
                <a:lnTo>
                  <a:pt x="998" y="817"/>
                </a:lnTo>
                <a:lnTo>
                  <a:pt x="1025" y="758"/>
                </a:lnTo>
                <a:lnTo>
                  <a:pt x="1044" y="698"/>
                </a:lnTo>
                <a:lnTo>
                  <a:pt x="1055" y="633"/>
                </a:lnTo>
                <a:lnTo>
                  <a:pt x="1061" y="569"/>
                </a:lnTo>
                <a:lnTo>
                  <a:pt x="1055" y="493"/>
                </a:lnTo>
                <a:lnTo>
                  <a:pt x="1039" y="421"/>
                </a:lnTo>
                <a:lnTo>
                  <a:pt x="1014" y="353"/>
                </a:lnTo>
                <a:lnTo>
                  <a:pt x="979" y="290"/>
                </a:lnTo>
                <a:lnTo>
                  <a:pt x="938" y="232"/>
                </a:lnTo>
                <a:lnTo>
                  <a:pt x="889" y="182"/>
                </a:lnTo>
                <a:lnTo>
                  <a:pt x="834" y="138"/>
                </a:lnTo>
                <a:lnTo>
                  <a:pt x="772" y="104"/>
                </a:lnTo>
                <a:lnTo>
                  <a:pt x="706" y="77"/>
                </a:lnTo>
                <a:lnTo>
                  <a:pt x="637" y="63"/>
                </a:lnTo>
                <a:lnTo>
                  <a:pt x="564" y="56"/>
                </a:lnTo>
                <a:close/>
                <a:moveTo>
                  <a:pt x="564" y="0"/>
                </a:moveTo>
                <a:lnTo>
                  <a:pt x="639" y="5"/>
                </a:lnTo>
                <a:lnTo>
                  <a:pt x="713" y="20"/>
                </a:lnTo>
                <a:lnTo>
                  <a:pt x="783" y="45"/>
                </a:lnTo>
                <a:lnTo>
                  <a:pt x="848" y="77"/>
                </a:lnTo>
                <a:lnTo>
                  <a:pt x="907" y="120"/>
                </a:lnTo>
                <a:lnTo>
                  <a:pt x="961" y="169"/>
                </a:lnTo>
                <a:lnTo>
                  <a:pt x="1010" y="223"/>
                </a:lnTo>
                <a:lnTo>
                  <a:pt x="1050" y="286"/>
                </a:lnTo>
                <a:lnTo>
                  <a:pt x="1082" y="353"/>
                </a:lnTo>
                <a:lnTo>
                  <a:pt x="1107" y="423"/>
                </a:lnTo>
                <a:lnTo>
                  <a:pt x="1122" y="498"/>
                </a:lnTo>
                <a:lnTo>
                  <a:pt x="1127" y="576"/>
                </a:lnTo>
                <a:lnTo>
                  <a:pt x="1122" y="655"/>
                </a:lnTo>
                <a:lnTo>
                  <a:pt x="1106" y="731"/>
                </a:lnTo>
                <a:lnTo>
                  <a:pt x="1082" y="803"/>
                </a:lnTo>
                <a:lnTo>
                  <a:pt x="1048" y="869"/>
                </a:lnTo>
                <a:lnTo>
                  <a:pt x="1007" y="932"/>
                </a:lnTo>
                <a:lnTo>
                  <a:pt x="958" y="988"/>
                </a:lnTo>
                <a:lnTo>
                  <a:pt x="904" y="1037"/>
                </a:lnTo>
                <a:lnTo>
                  <a:pt x="843" y="1078"/>
                </a:lnTo>
                <a:lnTo>
                  <a:pt x="843" y="4187"/>
                </a:lnTo>
                <a:lnTo>
                  <a:pt x="284" y="4187"/>
                </a:lnTo>
                <a:lnTo>
                  <a:pt x="284" y="1078"/>
                </a:lnTo>
                <a:lnTo>
                  <a:pt x="223" y="1037"/>
                </a:lnTo>
                <a:lnTo>
                  <a:pt x="167" y="988"/>
                </a:lnTo>
                <a:lnTo>
                  <a:pt x="119" y="932"/>
                </a:lnTo>
                <a:lnTo>
                  <a:pt x="79" y="869"/>
                </a:lnTo>
                <a:lnTo>
                  <a:pt x="45" y="803"/>
                </a:lnTo>
                <a:lnTo>
                  <a:pt x="20" y="731"/>
                </a:lnTo>
                <a:lnTo>
                  <a:pt x="5" y="655"/>
                </a:lnTo>
                <a:lnTo>
                  <a:pt x="0" y="576"/>
                </a:lnTo>
                <a:lnTo>
                  <a:pt x="5" y="498"/>
                </a:lnTo>
                <a:lnTo>
                  <a:pt x="20" y="423"/>
                </a:lnTo>
                <a:lnTo>
                  <a:pt x="45" y="353"/>
                </a:lnTo>
                <a:lnTo>
                  <a:pt x="77" y="286"/>
                </a:lnTo>
                <a:lnTo>
                  <a:pt x="117" y="223"/>
                </a:lnTo>
                <a:lnTo>
                  <a:pt x="166" y="169"/>
                </a:lnTo>
                <a:lnTo>
                  <a:pt x="220" y="120"/>
                </a:lnTo>
                <a:lnTo>
                  <a:pt x="279" y="77"/>
                </a:lnTo>
                <a:lnTo>
                  <a:pt x="344" y="45"/>
                </a:lnTo>
                <a:lnTo>
                  <a:pt x="414" y="20"/>
                </a:lnTo>
                <a:lnTo>
                  <a:pt x="486" y="5"/>
                </a:lnTo>
                <a:lnTo>
                  <a:pt x="564" y="0"/>
                </a:lnTo>
                <a:close/>
              </a:path>
            </a:pathLst>
          </a:custGeom>
          <a:solidFill>
            <a:sysClr val="windowText" lastClr="000000">
              <a:lumMod val="95000"/>
              <a:lumOff val="5000"/>
            </a:sysClr>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4" name="Freeform 7"/>
          <p:cNvSpPr>
            <a:spLocks noEditPoints="1"/>
          </p:cNvSpPr>
          <p:nvPr/>
        </p:nvSpPr>
        <p:spPr bwMode="auto">
          <a:xfrm>
            <a:off x="2358539" y="2497633"/>
            <a:ext cx="919989" cy="4343400"/>
          </a:xfrm>
          <a:custGeom>
            <a:avLst/>
            <a:gdLst>
              <a:gd name="T0" fmla="*/ 492 w 1127"/>
              <a:gd name="T1" fmla="*/ 61 h 5316"/>
              <a:gd name="T2" fmla="*/ 355 w 1127"/>
              <a:gd name="T3" fmla="*/ 104 h 5316"/>
              <a:gd name="T4" fmla="*/ 238 w 1127"/>
              <a:gd name="T5" fmla="*/ 182 h 5316"/>
              <a:gd name="T6" fmla="*/ 148 w 1127"/>
              <a:gd name="T7" fmla="*/ 290 h 5316"/>
              <a:gd name="T8" fmla="*/ 88 w 1127"/>
              <a:gd name="T9" fmla="*/ 421 h 5316"/>
              <a:gd name="T10" fmla="*/ 69 w 1127"/>
              <a:gd name="T11" fmla="*/ 569 h 5316"/>
              <a:gd name="T12" fmla="*/ 85 w 1127"/>
              <a:gd name="T13" fmla="*/ 697 h 5316"/>
              <a:gd name="T14" fmla="*/ 130 w 1127"/>
              <a:gd name="T15" fmla="*/ 817 h 5316"/>
              <a:gd name="T16" fmla="*/ 204 w 1127"/>
              <a:gd name="T17" fmla="*/ 920 h 5316"/>
              <a:gd name="T18" fmla="*/ 301 w 1127"/>
              <a:gd name="T19" fmla="*/ 1001 h 5316"/>
              <a:gd name="T20" fmla="*/ 879 w 1127"/>
              <a:gd name="T21" fmla="*/ 963 h 5316"/>
              <a:gd name="T22" fmla="*/ 963 w 1127"/>
              <a:gd name="T23" fmla="*/ 871 h 5316"/>
              <a:gd name="T24" fmla="*/ 1025 w 1127"/>
              <a:gd name="T25" fmla="*/ 758 h 5316"/>
              <a:gd name="T26" fmla="*/ 1057 w 1127"/>
              <a:gd name="T27" fmla="*/ 634 h 5316"/>
              <a:gd name="T28" fmla="*/ 1055 w 1127"/>
              <a:gd name="T29" fmla="*/ 493 h 5316"/>
              <a:gd name="T30" fmla="*/ 1014 w 1127"/>
              <a:gd name="T31" fmla="*/ 353 h 5316"/>
              <a:gd name="T32" fmla="*/ 938 w 1127"/>
              <a:gd name="T33" fmla="*/ 232 h 5316"/>
              <a:gd name="T34" fmla="*/ 834 w 1127"/>
              <a:gd name="T35" fmla="*/ 139 h 5316"/>
              <a:gd name="T36" fmla="*/ 708 w 1127"/>
              <a:gd name="T37" fmla="*/ 77 h 5316"/>
              <a:gd name="T38" fmla="*/ 564 w 1127"/>
              <a:gd name="T39" fmla="*/ 56 h 5316"/>
              <a:gd name="T40" fmla="*/ 641 w 1127"/>
              <a:gd name="T41" fmla="*/ 5 h 5316"/>
              <a:gd name="T42" fmla="*/ 783 w 1127"/>
              <a:gd name="T43" fmla="*/ 45 h 5316"/>
              <a:gd name="T44" fmla="*/ 908 w 1127"/>
              <a:gd name="T45" fmla="*/ 119 h 5316"/>
              <a:gd name="T46" fmla="*/ 1010 w 1127"/>
              <a:gd name="T47" fmla="*/ 223 h 5316"/>
              <a:gd name="T48" fmla="*/ 1084 w 1127"/>
              <a:gd name="T49" fmla="*/ 351 h 5316"/>
              <a:gd name="T50" fmla="*/ 1122 w 1127"/>
              <a:gd name="T51" fmla="*/ 499 h 5316"/>
              <a:gd name="T52" fmla="*/ 1122 w 1127"/>
              <a:gd name="T53" fmla="*/ 655 h 5316"/>
              <a:gd name="T54" fmla="*/ 1082 w 1127"/>
              <a:gd name="T55" fmla="*/ 803 h 5316"/>
              <a:gd name="T56" fmla="*/ 1008 w 1127"/>
              <a:gd name="T57" fmla="*/ 933 h 5316"/>
              <a:gd name="T58" fmla="*/ 904 w 1127"/>
              <a:gd name="T59" fmla="*/ 1037 h 5316"/>
              <a:gd name="T60" fmla="*/ 843 w 1127"/>
              <a:gd name="T61" fmla="*/ 5316 h 5316"/>
              <a:gd name="T62" fmla="*/ 285 w 1127"/>
              <a:gd name="T63" fmla="*/ 1078 h 5316"/>
              <a:gd name="T64" fmla="*/ 169 w 1127"/>
              <a:gd name="T65" fmla="*/ 988 h 5316"/>
              <a:gd name="T66" fmla="*/ 79 w 1127"/>
              <a:gd name="T67" fmla="*/ 869 h 5316"/>
              <a:gd name="T68" fmla="*/ 22 w 1127"/>
              <a:gd name="T69" fmla="*/ 731 h 5316"/>
              <a:gd name="T70" fmla="*/ 0 w 1127"/>
              <a:gd name="T71" fmla="*/ 576 h 5316"/>
              <a:gd name="T72" fmla="*/ 22 w 1127"/>
              <a:gd name="T73" fmla="*/ 423 h 5316"/>
              <a:gd name="T74" fmla="*/ 78 w 1127"/>
              <a:gd name="T75" fmla="*/ 284 h 5316"/>
              <a:gd name="T76" fmla="*/ 166 w 1127"/>
              <a:gd name="T77" fmla="*/ 169 h 5316"/>
              <a:gd name="T78" fmla="*/ 279 w 1127"/>
              <a:gd name="T79" fmla="*/ 77 h 5316"/>
              <a:gd name="T80" fmla="*/ 414 w 1127"/>
              <a:gd name="T81" fmla="*/ 20 h 5316"/>
              <a:gd name="T82" fmla="*/ 564 w 1127"/>
              <a:gd name="T83" fmla="*/ 0 h 5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5316">
                <a:moveTo>
                  <a:pt x="564" y="56"/>
                </a:moveTo>
                <a:lnTo>
                  <a:pt x="492" y="61"/>
                </a:lnTo>
                <a:lnTo>
                  <a:pt x="422" y="77"/>
                </a:lnTo>
                <a:lnTo>
                  <a:pt x="355" y="104"/>
                </a:lnTo>
                <a:lnTo>
                  <a:pt x="294" y="139"/>
                </a:lnTo>
                <a:lnTo>
                  <a:pt x="238" y="182"/>
                </a:lnTo>
                <a:lnTo>
                  <a:pt x="189" y="232"/>
                </a:lnTo>
                <a:lnTo>
                  <a:pt x="148" y="290"/>
                </a:lnTo>
                <a:lnTo>
                  <a:pt x="114" y="353"/>
                </a:lnTo>
                <a:lnTo>
                  <a:pt x="88" y="421"/>
                </a:lnTo>
                <a:lnTo>
                  <a:pt x="74" y="493"/>
                </a:lnTo>
                <a:lnTo>
                  <a:pt x="69" y="569"/>
                </a:lnTo>
                <a:lnTo>
                  <a:pt x="72" y="634"/>
                </a:lnTo>
                <a:lnTo>
                  <a:pt x="85" y="697"/>
                </a:lnTo>
                <a:lnTo>
                  <a:pt x="105" y="758"/>
                </a:lnTo>
                <a:lnTo>
                  <a:pt x="130" y="817"/>
                </a:lnTo>
                <a:lnTo>
                  <a:pt x="164" y="871"/>
                </a:lnTo>
                <a:lnTo>
                  <a:pt x="204" y="920"/>
                </a:lnTo>
                <a:lnTo>
                  <a:pt x="250" y="963"/>
                </a:lnTo>
                <a:lnTo>
                  <a:pt x="301" y="1001"/>
                </a:lnTo>
                <a:lnTo>
                  <a:pt x="827" y="1001"/>
                </a:lnTo>
                <a:lnTo>
                  <a:pt x="879" y="963"/>
                </a:lnTo>
                <a:lnTo>
                  <a:pt x="924" y="920"/>
                </a:lnTo>
                <a:lnTo>
                  <a:pt x="963" y="871"/>
                </a:lnTo>
                <a:lnTo>
                  <a:pt x="998" y="817"/>
                </a:lnTo>
                <a:lnTo>
                  <a:pt x="1025" y="758"/>
                </a:lnTo>
                <a:lnTo>
                  <a:pt x="1044" y="697"/>
                </a:lnTo>
                <a:lnTo>
                  <a:pt x="1057" y="634"/>
                </a:lnTo>
                <a:lnTo>
                  <a:pt x="1061" y="569"/>
                </a:lnTo>
                <a:lnTo>
                  <a:pt x="1055" y="493"/>
                </a:lnTo>
                <a:lnTo>
                  <a:pt x="1039" y="421"/>
                </a:lnTo>
                <a:lnTo>
                  <a:pt x="1014" y="353"/>
                </a:lnTo>
                <a:lnTo>
                  <a:pt x="980" y="290"/>
                </a:lnTo>
                <a:lnTo>
                  <a:pt x="938" y="232"/>
                </a:lnTo>
                <a:lnTo>
                  <a:pt x="890" y="182"/>
                </a:lnTo>
                <a:lnTo>
                  <a:pt x="834" y="139"/>
                </a:lnTo>
                <a:lnTo>
                  <a:pt x="773" y="104"/>
                </a:lnTo>
                <a:lnTo>
                  <a:pt x="708" y="77"/>
                </a:lnTo>
                <a:lnTo>
                  <a:pt x="638" y="61"/>
                </a:lnTo>
                <a:lnTo>
                  <a:pt x="564" y="56"/>
                </a:lnTo>
                <a:close/>
                <a:moveTo>
                  <a:pt x="564" y="0"/>
                </a:moveTo>
                <a:lnTo>
                  <a:pt x="641" y="5"/>
                </a:lnTo>
                <a:lnTo>
                  <a:pt x="713" y="20"/>
                </a:lnTo>
                <a:lnTo>
                  <a:pt x="783" y="45"/>
                </a:lnTo>
                <a:lnTo>
                  <a:pt x="848" y="77"/>
                </a:lnTo>
                <a:lnTo>
                  <a:pt x="908" y="119"/>
                </a:lnTo>
                <a:lnTo>
                  <a:pt x="962" y="169"/>
                </a:lnTo>
                <a:lnTo>
                  <a:pt x="1010" y="223"/>
                </a:lnTo>
                <a:lnTo>
                  <a:pt x="1050" y="284"/>
                </a:lnTo>
                <a:lnTo>
                  <a:pt x="1084" y="351"/>
                </a:lnTo>
                <a:lnTo>
                  <a:pt x="1108" y="423"/>
                </a:lnTo>
                <a:lnTo>
                  <a:pt x="1122" y="499"/>
                </a:lnTo>
                <a:lnTo>
                  <a:pt x="1127" y="576"/>
                </a:lnTo>
                <a:lnTo>
                  <a:pt x="1122" y="655"/>
                </a:lnTo>
                <a:lnTo>
                  <a:pt x="1108" y="731"/>
                </a:lnTo>
                <a:lnTo>
                  <a:pt x="1082" y="803"/>
                </a:lnTo>
                <a:lnTo>
                  <a:pt x="1048" y="869"/>
                </a:lnTo>
                <a:lnTo>
                  <a:pt x="1008" y="933"/>
                </a:lnTo>
                <a:lnTo>
                  <a:pt x="960" y="988"/>
                </a:lnTo>
                <a:lnTo>
                  <a:pt x="904" y="1037"/>
                </a:lnTo>
                <a:lnTo>
                  <a:pt x="843" y="1078"/>
                </a:lnTo>
                <a:lnTo>
                  <a:pt x="843" y="5316"/>
                </a:lnTo>
                <a:lnTo>
                  <a:pt x="285" y="5316"/>
                </a:lnTo>
                <a:lnTo>
                  <a:pt x="285" y="1078"/>
                </a:lnTo>
                <a:lnTo>
                  <a:pt x="223" y="1037"/>
                </a:lnTo>
                <a:lnTo>
                  <a:pt x="169" y="988"/>
                </a:lnTo>
                <a:lnTo>
                  <a:pt x="121" y="933"/>
                </a:lnTo>
                <a:lnTo>
                  <a:pt x="79" y="869"/>
                </a:lnTo>
                <a:lnTo>
                  <a:pt x="45" y="803"/>
                </a:lnTo>
                <a:lnTo>
                  <a:pt x="22" y="731"/>
                </a:lnTo>
                <a:lnTo>
                  <a:pt x="6" y="655"/>
                </a:lnTo>
                <a:lnTo>
                  <a:pt x="0" y="576"/>
                </a:lnTo>
                <a:lnTo>
                  <a:pt x="6" y="499"/>
                </a:lnTo>
                <a:lnTo>
                  <a:pt x="22" y="423"/>
                </a:lnTo>
                <a:lnTo>
                  <a:pt x="45" y="351"/>
                </a:lnTo>
                <a:lnTo>
                  <a:pt x="78" y="284"/>
                </a:lnTo>
                <a:lnTo>
                  <a:pt x="119" y="223"/>
                </a:lnTo>
                <a:lnTo>
                  <a:pt x="166" y="169"/>
                </a:lnTo>
                <a:lnTo>
                  <a:pt x="220" y="119"/>
                </a:lnTo>
                <a:lnTo>
                  <a:pt x="279" y="77"/>
                </a:lnTo>
                <a:lnTo>
                  <a:pt x="344" y="45"/>
                </a:lnTo>
                <a:lnTo>
                  <a:pt x="414" y="20"/>
                </a:lnTo>
                <a:lnTo>
                  <a:pt x="488" y="5"/>
                </a:lnTo>
                <a:lnTo>
                  <a:pt x="564" y="0"/>
                </a:lnTo>
                <a:close/>
              </a:path>
            </a:pathLst>
          </a:custGeom>
          <a:solidFill>
            <a:srgbClr val="780000"/>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000">
              <a:solidFill>
                <a:prstClr val="black"/>
              </a:solidFill>
              <a:cs typeface="+mn-ea"/>
              <a:sym typeface="+mn-lt"/>
            </a:endParaRPr>
          </a:p>
        </p:txBody>
      </p:sp>
      <p:sp>
        <p:nvSpPr>
          <p:cNvPr id="35" name="Freeform 8"/>
          <p:cNvSpPr>
            <a:spLocks noEditPoints="1"/>
          </p:cNvSpPr>
          <p:nvPr/>
        </p:nvSpPr>
        <p:spPr bwMode="auto">
          <a:xfrm>
            <a:off x="5357324" y="2948641"/>
            <a:ext cx="919989" cy="3892392"/>
          </a:xfrm>
          <a:custGeom>
            <a:avLst/>
            <a:gdLst>
              <a:gd name="T0" fmla="*/ 491 w 1127"/>
              <a:gd name="T1" fmla="*/ 61 h 4763"/>
              <a:gd name="T2" fmla="*/ 355 w 1127"/>
              <a:gd name="T3" fmla="*/ 104 h 4763"/>
              <a:gd name="T4" fmla="*/ 238 w 1127"/>
              <a:gd name="T5" fmla="*/ 181 h 4763"/>
              <a:gd name="T6" fmla="*/ 148 w 1127"/>
              <a:gd name="T7" fmla="*/ 289 h 4763"/>
              <a:gd name="T8" fmla="*/ 88 w 1127"/>
              <a:gd name="T9" fmla="*/ 419 h 4763"/>
              <a:gd name="T10" fmla="*/ 68 w 1127"/>
              <a:gd name="T11" fmla="*/ 569 h 4763"/>
              <a:gd name="T12" fmla="*/ 84 w 1127"/>
              <a:gd name="T13" fmla="*/ 696 h 4763"/>
              <a:gd name="T14" fmla="*/ 129 w 1127"/>
              <a:gd name="T15" fmla="*/ 815 h 4763"/>
              <a:gd name="T16" fmla="*/ 203 w 1127"/>
              <a:gd name="T17" fmla="*/ 920 h 4763"/>
              <a:gd name="T18" fmla="*/ 301 w 1127"/>
              <a:gd name="T19" fmla="*/ 1001 h 4763"/>
              <a:gd name="T20" fmla="*/ 879 w 1127"/>
              <a:gd name="T21" fmla="*/ 963 h 4763"/>
              <a:gd name="T22" fmla="*/ 963 w 1127"/>
              <a:gd name="T23" fmla="*/ 869 h 4763"/>
              <a:gd name="T24" fmla="*/ 1024 w 1127"/>
              <a:gd name="T25" fmla="*/ 758 h 4763"/>
              <a:gd name="T26" fmla="*/ 1057 w 1127"/>
              <a:gd name="T27" fmla="*/ 633 h 4763"/>
              <a:gd name="T28" fmla="*/ 1055 w 1127"/>
              <a:gd name="T29" fmla="*/ 493 h 4763"/>
              <a:gd name="T30" fmla="*/ 1014 w 1127"/>
              <a:gd name="T31" fmla="*/ 353 h 4763"/>
              <a:gd name="T32" fmla="*/ 938 w 1127"/>
              <a:gd name="T33" fmla="*/ 232 h 4763"/>
              <a:gd name="T34" fmla="*/ 834 w 1127"/>
              <a:gd name="T35" fmla="*/ 138 h 4763"/>
              <a:gd name="T36" fmla="*/ 707 w 1127"/>
              <a:gd name="T37" fmla="*/ 77 h 4763"/>
              <a:gd name="T38" fmla="*/ 563 w 1127"/>
              <a:gd name="T39" fmla="*/ 55 h 4763"/>
              <a:gd name="T40" fmla="*/ 641 w 1127"/>
              <a:gd name="T41" fmla="*/ 3 h 4763"/>
              <a:gd name="T42" fmla="*/ 783 w 1127"/>
              <a:gd name="T43" fmla="*/ 45 h 4763"/>
              <a:gd name="T44" fmla="*/ 907 w 1127"/>
              <a:gd name="T45" fmla="*/ 118 h 4763"/>
              <a:gd name="T46" fmla="*/ 1010 w 1127"/>
              <a:gd name="T47" fmla="*/ 223 h 4763"/>
              <a:gd name="T48" fmla="*/ 1084 w 1127"/>
              <a:gd name="T49" fmla="*/ 351 h 4763"/>
              <a:gd name="T50" fmla="*/ 1122 w 1127"/>
              <a:gd name="T51" fmla="*/ 498 h 4763"/>
              <a:gd name="T52" fmla="*/ 1122 w 1127"/>
              <a:gd name="T53" fmla="*/ 655 h 4763"/>
              <a:gd name="T54" fmla="*/ 1082 w 1127"/>
              <a:gd name="T55" fmla="*/ 803 h 4763"/>
              <a:gd name="T56" fmla="*/ 1008 w 1127"/>
              <a:gd name="T57" fmla="*/ 932 h 4763"/>
              <a:gd name="T58" fmla="*/ 904 w 1127"/>
              <a:gd name="T59" fmla="*/ 1037 h 4763"/>
              <a:gd name="T60" fmla="*/ 843 w 1127"/>
              <a:gd name="T61" fmla="*/ 4763 h 4763"/>
              <a:gd name="T62" fmla="*/ 284 w 1127"/>
              <a:gd name="T63" fmla="*/ 1076 h 4763"/>
              <a:gd name="T64" fmla="*/ 169 w 1127"/>
              <a:gd name="T65" fmla="*/ 986 h 4763"/>
              <a:gd name="T66" fmla="*/ 79 w 1127"/>
              <a:gd name="T67" fmla="*/ 869 h 4763"/>
              <a:gd name="T68" fmla="*/ 21 w 1127"/>
              <a:gd name="T69" fmla="*/ 731 h 4763"/>
              <a:gd name="T70" fmla="*/ 0 w 1127"/>
              <a:gd name="T71" fmla="*/ 576 h 4763"/>
              <a:gd name="T72" fmla="*/ 20 w 1127"/>
              <a:gd name="T73" fmla="*/ 423 h 4763"/>
              <a:gd name="T74" fmla="*/ 77 w 1127"/>
              <a:gd name="T75" fmla="*/ 284 h 4763"/>
              <a:gd name="T76" fmla="*/ 166 w 1127"/>
              <a:gd name="T77" fmla="*/ 167 h 4763"/>
              <a:gd name="T78" fmla="*/ 279 w 1127"/>
              <a:gd name="T79" fmla="*/ 77 h 4763"/>
              <a:gd name="T80" fmla="*/ 414 w 1127"/>
              <a:gd name="T81" fmla="*/ 19 h 4763"/>
              <a:gd name="T82" fmla="*/ 563 w 1127"/>
              <a:gd name="T83" fmla="*/ 0 h 4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763">
                <a:moveTo>
                  <a:pt x="563" y="55"/>
                </a:moveTo>
                <a:lnTo>
                  <a:pt x="491" y="61"/>
                </a:lnTo>
                <a:lnTo>
                  <a:pt x="421" y="77"/>
                </a:lnTo>
                <a:lnTo>
                  <a:pt x="355" y="104"/>
                </a:lnTo>
                <a:lnTo>
                  <a:pt x="293" y="138"/>
                </a:lnTo>
                <a:lnTo>
                  <a:pt x="238" y="181"/>
                </a:lnTo>
                <a:lnTo>
                  <a:pt x="189" y="232"/>
                </a:lnTo>
                <a:lnTo>
                  <a:pt x="148" y="289"/>
                </a:lnTo>
                <a:lnTo>
                  <a:pt x="113" y="353"/>
                </a:lnTo>
                <a:lnTo>
                  <a:pt x="88" y="419"/>
                </a:lnTo>
                <a:lnTo>
                  <a:pt x="74" y="493"/>
                </a:lnTo>
                <a:lnTo>
                  <a:pt x="68" y="569"/>
                </a:lnTo>
                <a:lnTo>
                  <a:pt x="72" y="633"/>
                </a:lnTo>
                <a:lnTo>
                  <a:pt x="84" y="696"/>
                </a:lnTo>
                <a:lnTo>
                  <a:pt x="104" y="758"/>
                </a:lnTo>
                <a:lnTo>
                  <a:pt x="129" y="815"/>
                </a:lnTo>
                <a:lnTo>
                  <a:pt x="164" y="869"/>
                </a:lnTo>
                <a:lnTo>
                  <a:pt x="203" y="920"/>
                </a:lnTo>
                <a:lnTo>
                  <a:pt x="250" y="963"/>
                </a:lnTo>
                <a:lnTo>
                  <a:pt x="301" y="1001"/>
                </a:lnTo>
                <a:lnTo>
                  <a:pt x="826" y="1001"/>
                </a:lnTo>
                <a:lnTo>
                  <a:pt x="879" y="963"/>
                </a:lnTo>
                <a:lnTo>
                  <a:pt x="924" y="920"/>
                </a:lnTo>
                <a:lnTo>
                  <a:pt x="963" y="869"/>
                </a:lnTo>
                <a:lnTo>
                  <a:pt x="997" y="815"/>
                </a:lnTo>
                <a:lnTo>
                  <a:pt x="1024" y="758"/>
                </a:lnTo>
                <a:lnTo>
                  <a:pt x="1044" y="696"/>
                </a:lnTo>
                <a:lnTo>
                  <a:pt x="1057" y="633"/>
                </a:lnTo>
                <a:lnTo>
                  <a:pt x="1060" y="569"/>
                </a:lnTo>
                <a:lnTo>
                  <a:pt x="1055" y="493"/>
                </a:lnTo>
                <a:lnTo>
                  <a:pt x="1039" y="419"/>
                </a:lnTo>
                <a:lnTo>
                  <a:pt x="1014" y="353"/>
                </a:lnTo>
                <a:lnTo>
                  <a:pt x="979" y="289"/>
                </a:lnTo>
                <a:lnTo>
                  <a:pt x="938" y="232"/>
                </a:lnTo>
                <a:lnTo>
                  <a:pt x="889" y="181"/>
                </a:lnTo>
                <a:lnTo>
                  <a:pt x="834" y="138"/>
                </a:lnTo>
                <a:lnTo>
                  <a:pt x="772" y="104"/>
                </a:lnTo>
                <a:lnTo>
                  <a:pt x="707" y="77"/>
                </a:lnTo>
                <a:lnTo>
                  <a:pt x="637" y="61"/>
                </a:lnTo>
                <a:lnTo>
                  <a:pt x="563" y="55"/>
                </a:lnTo>
                <a:close/>
                <a:moveTo>
                  <a:pt x="563" y="0"/>
                </a:moveTo>
                <a:lnTo>
                  <a:pt x="641" y="3"/>
                </a:lnTo>
                <a:lnTo>
                  <a:pt x="713" y="19"/>
                </a:lnTo>
                <a:lnTo>
                  <a:pt x="783" y="45"/>
                </a:lnTo>
                <a:lnTo>
                  <a:pt x="848" y="77"/>
                </a:lnTo>
                <a:lnTo>
                  <a:pt x="907" y="118"/>
                </a:lnTo>
                <a:lnTo>
                  <a:pt x="961" y="167"/>
                </a:lnTo>
                <a:lnTo>
                  <a:pt x="1010" y="223"/>
                </a:lnTo>
                <a:lnTo>
                  <a:pt x="1050" y="284"/>
                </a:lnTo>
                <a:lnTo>
                  <a:pt x="1084" y="351"/>
                </a:lnTo>
                <a:lnTo>
                  <a:pt x="1107" y="423"/>
                </a:lnTo>
                <a:lnTo>
                  <a:pt x="1122" y="498"/>
                </a:lnTo>
                <a:lnTo>
                  <a:pt x="1127" y="576"/>
                </a:lnTo>
                <a:lnTo>
                  <a:pt x="1122" y="655"/>
                </a:lnTo>
                <a:lnTo>
                  <a:pt x="1107" y="731"/>
                </a:lnTo>
                <a:lnTo>
                  <a:pt x="1082" y="803"/>
                </a:lnTo>
                <a:lnTo>
                  <a:pt x="1050" y="869"/>
                </a:lnTo>
                <a:lnTo>
                  <a:pt x="1008" y="932"/>
                </a:lnTo>
                <a:lnTo>
                  <a:pt x="960" y="986"/>
                </a:lnTo>
                <a:lnTo>
                  <a:pt x="904" y="1037"/>
                </a:lnTo>
                <a:lnTo>
                  <a:pt x="843" y="1076"/>
                </a:lnTo>
                <a:lnTo>
                  <a:pt x="843" y="4763"/>
                </a:lnTo>
                <a:lnTo>
                  <a:pt x="284" y="4763"/>
                </a:lnTo>
                <a:lnTo>
                  <a:pt x="284" y="1076"/>
                </a:lnTo>
                <a:lnTo>
                  <a:pt x="223" y="1037"/>
                </a:lnTo>
                <a:lnTo>
                  <a:pt x="169" y="986"/>
                </a:lnTo>
                <a:lnTo>
                  <a:pt x="120" y="932"/>
                </a:lnTo>
                <a:lnTo>
                  <a:pt x="79" y="869"/>
                </a:lnTo>
                <a:lnTo>
                  <a:pt x="45" y="803"/>
                </a:lnTo>
                <a:lnTo>
                  <a:pt x="21" y="731"/>
                </a:lnTo>
                <a:lnTo>
                  <a:pt x="5" y="655"/>
                </a:lnTo>
                <a:lnTo>
                  <a:pt x="0" y="576"/>
                </a:lnTo>
                <a:lnTo>
                  <a:pt x="5" y="498"/>
                </a:lnTo>
                <a:lnTo>
                  <a:pt x="20" y="423"/>
                </a:lnTo>
                <a:lnTo>
                  <a:pt x="45" y="351"/>
                </a:lnTo>
                <a:lnTo>
                  <a:pt x="77" y="284"/>
                </a:lnTo>
                <a:lnTo>
                  <a:pt x="119" y="223"/>
                </a:lnTo>
                <a:lnTo>
                  <a:pt x="166" y="167"/>
                </a:lnTo>
                <a:lnTo>
                  <a:pt x="220" y="118"/>
                </a:lnTo>
                <a:lnTo>
                  <a:pt x="279" y="77"/>
                </a:lnTo>
                <a:lnTo>
                  <a:pt x="344" y="45"/>
                </a:lnTo>
                <a:lnTo>
                  <a:pt x="414" y="19"/>
                </a:lnTo>
                <a:lnTo>
                  <a:pt x="488" y="3"/>
                </a:lnTo>
                <a:lnTo>
                  <a:pt x="563" y="0"/>
                </a:lnTo>
                <a:close/>
              </a:path>
            </a:pathLst>
          </a:custGeom>
          <a:solidFill>
            <a:sysClr val="window" lastClr="FFFFFF">
              <a:lumMod val="50000"/>
            </a:sysClr>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6" name="Freeform 9"/>
          <p:cNvSpPr>
            <a:spLocks noEditPoints="1"/>
          </p:cNvSpPr>
          <p:nvPr/>
        </p:nvSpPr>
        <p:spPr bwMode="auto">
          <a:xfrm>
            <a:off x="1361123" y="4085964"/>
            <a:ext cx="918356" cy="2755069"/>
          </a:xfrm>
          <a:custGeom>
            <a:avLst/>
            <a:gdLst>
              <a:gd name="T0" fmla="*/ 490 w 1126"/>
              <a:gd name="T1" fmla="*/ 63 h 3372"/>
              <a:gd name="T2" fmla="*/ 353 w 1126"/>
              <a:gd name="T3" fmla="*/ 106 h 3372"/>
              <a:gd name="T4" fmla="*/ 238 w 1126"/>
              <a:gd name="T5" fmla="*/ 184 h 3372"/>
              <a:gd name="T6" fmla="*/ 146 w 1126"/>
              <a:gd name="T7" fmla="*/ 292 h 3372"/>
              <a:gd name="T8" fmla="*/ 89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4 w 1126"/>
              <a:gd name="T23" fmla="*/ 872 h 3372"/>
              <a:gd name="T24" fmla="*/ 1023 w 1126"/>
              <a:gd name="T25" fmla="*/ 760 h 3372"/>
              <a:gd name="T26" fmla="*/ 1056 w 1126"/>
              <a:gd name="T27" fmla="*/ 636 h 3372"/>
              <a:gd name="T28" fmla="*/ 1054 w 1126"/>
              <a:gd name="T29" fmla="*/ 493 h 3372"/>
              <a:gd name="T30" fmla="*/ 1014 w 1126"/>
              <a:gd name="T31" fmla="*/ 355 h 3372"/>
              <a:gd name="T32" fmla="*/ 939 w 1126"/>
              <a:gd name="T33" fmla="*/ 234 h 3372"/>
              <a:gd name="T34" fmla="*/ 834 w 1126"/>
              <a:gd name="T35" fmla="*/ 141 h 3372"/>
              <a:gd name="T36" fmla="*/ 706 w 1126"/>
              <a:gd name="T37" fmla="*/ 79 h 3372"/>
              <a:gd name="T38" fmla="*/ 564 w 1126"/>
              <a:gd name="T39" fmla="*/ 58 h 3372"/>
              <a:gd name="T40" fmla="*/ 640 w 1126"/>
              <a:gd name="T41" fmla="*/ 6 h 3372"/>
              <a:gd name="T42" fmla="*/ 782 w 1126"/>
              <a:gd name="T43" fmla="*/ 47 h 3372"/>
              <a:gd name="T44" fmla="*/ 908 w 1126"/>
              <a:gd name="T45" fmla="*/ 121 h 3372"/>
              <a:gd name="T46" fmla="*/ 1009 w 1126"/>
              <a:gd name="T47" fmla="*/ 225 h 3372"/>
              <a:gd name="T48" fmla="*/ 1083 w 1126"/>
              <a:gd name="T49" fmla="*/ 353 h 3372"/>
              <a:gd name="T50" fmla="*/ 1122 w 1126"/>
              <a:gd name="T51" fmla="*/ 499 h 3372"/>
              <a:gd name="T52" fmla="*/ 1122 w 1126"/>
              <a:gd name="T53" fmla="*/ 657 h 3372"/>
              <a:gd name="T54" fmla="*/ 1081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80 w 1126"/>
              <a:gd name="T79" fmla="*/ 79 h 3372"/>
              <a:gd name="T80" fmla="*/ 413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90" y="234"/>
                </a:lnTo>
                <a:lnTo>
                  <a:pt x="146" y="292"/>
                </a:lnTo>
                <a:lnTo>
                  <a:pt x="114" y="355"/>
                </a:lnTo>
                <a:lnTo>
                  <a:pt x="89" y="421"/>
                </a:lnTo>
                <a:lnTo>
                  <a:pt x="73" y="493"/>
                </a:lnTo>
                <a:lnTo>
                  <a:pt x="67" y="569"/>
                </a:lnTo>
                <a:lnTo>
                  <a:pt x="71" y="636"/>
                </a:lnTo>
                <a:lnTo>
                  <a:pt x="83" y="699"/>
                </a:lnTo>
                <a:lnTo>
                  <a:pt x="103" y="760"/>
                </a:lnTo>
                <a:lnTo>
                  <a:pt x="130" y="818"/>
                </a:lnTo>
                <a:lnTo>
                  <a:pt x="163" y="872"/>
                </a:lnTo>
                <a:lnTo>
                  <a:pt x="204" y="922"/>
                </a:lnTo>
                <a:lnTo>
                  <a:pt x="249" y="965"/>
                </a:lnTo>
                <a:lnTo>
                  <a:pt x="299" y="1003"/>
                </a:lnTo>
                <a:lnTo>
                  <a:pt x="827" y="1003"/>
                </a:lnTo>
                <a:lnTo>
                  <a:pt x="877" y="965"/>
                </a:lnTo>
                <a:lnTo>
                  <a:pt x="924" y="922"/>
                </a:lnTo>
                <a:lnTo>
                  <a:pt x="964" y="872"/>
                </a:lnTo>
                <a:lnTo>
                  <a:pt x="996" y="818"/>
                </a:lnTo>
                <a:lnTo>
                  <a:pt x="1023" y="760"/>
                </a:lnTo>
                <a:lnTo>
                  <a:pt x="1043" y="699"/>
                </a:lnTo>
                <a:lnTo>
                  <a:pt x="1056" y="636"/>
                </a:lnTo>
                <a:lnTo>
                  <a:pt x="1059" y="569"/>
                </a:lnTo>
                <a:lnTo>
                  <a:pt x="1054" y="493"/>
                </a:lnTo>
                <a:lnTo>
                  <a:pt x="1039" y="421"/>
                </a:lnTo>
                <a:lnTo>
                  <a:pt x="1014" y="355"/>
                </a:lnTo>
                <a:lnTo>
                  <a:pt x="980" y="292"/>
                </a:lnTo>
                <a:lnTo>
                  <a:pt x="939" y="234"/>
                </a:lnTo>
                <a:lnTo>
                  <a:pt x="888" y="184"/>
                </a:lnTo>
                <a:lnTo>
                  <a:pt x="834" y="141"/>
                </a:lnTo>
                <a:lnTo>
                  <a:pt x="773" y="106"/>
                </a:lnTo>
                <a:lnTo>
                  <a:pt x="706" y="79"/>
                </a:lnTo>
                <a:lnTo>
                  <a:pt x="636" y="63"/>
                </a:lnTo>
                <a:lnTo>
                  <a:pt x="564" y="58"/>
                </a:lnTo>
                <a:close/>
                <a:moveTo>
                  <a:pt x="564" y="0"/>
                </a:moveTo>
                <a:lnTo>
                  <a:pt x="640" y="6"/>
                </a:lnTo>
                <a:lnTo>
                  <a:pt x="714" y="22"/>
                </a:lnTo>
                <a:lnTo>
                  <a:pt x="782" y="47"/>
                </a:lnTo>
                <a:lnTo>
                  <a:pt x="847" y="79"/>
                </a:lnTo>
                <a:lnTo>
                  <a:pt x="908" y="121"/>
                </a:lnTo>
                <a:lnTo>
                  <a:pt x="962" y="169"/>
                </a:lnTo>
                <a:lnTo>
                  <a:pt x="1009" y="225"/>
                </a:lnTo>
                <a:lnTo>
                  <a:pt x="1050" y="286"/>
                </a:lnTo>
                <a:lnTo>
                  <a:pt x="1083" y="353"/>
                </a:lnTo>
                <a:lnTo>
                  <a:pt x="1106" y="425"/>
                </a:lnTo>
                <a:lnTo>
                  <a:pt x="1122" y="499"/>
                </a:lnTo>
                <a:lnTo>
                  <a:pt x="1126" y="578"/>
                </a:lnTo>
                <a:lnTo>
                  <a:pt x="1122" y="657"/>
                </a:lnTo>
                <a:lnTo>
                  <a:pt x="1106" y="733"/>
                </a:lnTo>
                <a:lnTo>
                  <a:pt x="1081" y="805"/>
                </a:lnTo>
                <a:lnTo>
                  <a:pt x="1048" y="872"/>
                </a:lnTo>
                <a:lnTo>
                  <a:pt x="1007" y="933"/>
                </a:lnTo>
                <a:lnTo>
                  <a:pt x="958" y="989"/>
                </a:lnTo>
                <a:lnTo>
                  <a:pt x="904" y="1037"/>
                </a:lnTo>
                <a:lnTo>
                  <a:pt x="843" y="1079"/>
                </a:lnTo>
                <a:lnTo>
                  <a:pt x="843" y="3372"/>
                </a:lnTo>
                <a:lnTo>
                  <a:pt x="283" y="3372"/>
                </a:lnTo>
                <a:lnTo>
                  <a:pt x="283" y="1079"/>
                </a:lnTo>
                <a:lnTo>
                  <a:pt x="224" y="1037"/>
                </a:lnTo>
                <a:lnTo>
                  <a:pt x="168" y="989"/>
                </a:lnTo>
                <a:lnTo>
                  <a:pt x="119" y="933"/>
                </a:lnTo>
                <a:lnTo>
                  <a:pt x="78" y="872"/>
                </a:lnTo>
                <a:lnTo>
                  <a:pt x="46" y="805"/>
                </a:lnTo>
                <a:lnTo>
                  <a:pt x="20" y="733"/>
                </a:lnTo>
                <a:lnTo>
                  <a:pt x="6" y="657"/>
                </a:lnTo>
                <a:lnTo>
                  <a:pt x="0" y="578"/>
                </a:lnTo>
                <a:lnTo>
                  <a:pt x="6" y="499"/>
                </a:lnTo>
                <a:lnTo>
                  <a:pt x="20" y="425"/>
                </a:lnTo>
                <a:lnTo>
                  <a:pt x="44" y="353"/>
                </a:lnTo>
                <a:lnTo>
                  <a:pt x="76" y="286"/>
                </a:lnTo>
                <a:lnTo>
                  <a:pt x="118" y="225"/>
                </a:lnTo>
                <a:lnTo>
                  <a:pt x="164" y="169"/>
                </a:lnTo>
                <a:lnTo>
                  <a:pt x="218" y="121"/>
                </a:lnTo>
                <a:lnTo>
                  <a:pt x="280" y="79"/>
                </a:lnTo>
                <a:lnTo>
                  <a:pt x="344" y="47"/>
                </a:lnTo>
                <a:lnTo>
                  <a:pt x="413" y="22"/>
                </a:lnTo>
                <a:lnTo>
                  <a:pt x="487" y="6"/>
                </a:lnTo>
                <a:lnTo>
                  <a:pt x="564" y="0"/>
                </a:lnTo>
                <a:close/>
              </a:path>
            </a:pathLst>
          </a:custGeom>
          <a:solidFill>
            <a:srgbClr val="FF0000"/>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000">
              <a:solidFill>
                <a:prstClr val="black"/>
              </a:solidFill>
              <a:cs typeface="+mn-ea"/>
              <a:sym typeface="+mn-lt"/>
            </a:endParaRPr>
          </a:p>
        </p:txBody>
      </p:sp>
      <p:sp>
        <p:nvSpPr>
          <p:cNvPr id="37" name="Freeform 10"/>
          <p:cNvSpPr>
            <a:spLocks noEditPoints="1"/>
          </p:cNvSpPr>
          <p:nvPr/>
        </p:nvSpPr>
        <p:spPr bwMode="auto">
          <a:xfrm>
            <a:off x="3357589" y="3419257"/>
            <a:ext cx="921624" cy="3421776"/>
          </a:xfrm>
          <a:custGeom>
            <a:avLst/>
            <a:gdLst>
              <a:gd name="T0" fmla="*/ 489 w 1127"/>
              <a:gd name="T1" fmla="*/ 63 h 4187"/>
              <a:gd name="T2" fmla="*/ 354 w 1127"/>
              <a:gd name="T3" fmla="*/ 104 h 4187"/>
              <a:gd name="T4" fmla="*/ 237 w 1127"/>
              <a:gd name="T5" fmla="*/ 182 h 4187"/>
              <a:gd name="T6" fmla="*/ 147 w 1127"/>
              <a:gd name="T7" fmla="*/ 290 h 4187"/>
              <a:gd name="T8" fmla="*/ 86 w 1127"/>
              <a:gd name="T9" fmla="*/ 421 h 4187"/>
              <a:gd name="T10" fmla="*/ 66 w 1127"/>
              <a:gd name="T11" fmla="*/ 569 h 4187"/>
              <a:gd name="T12" fmla="*/ 82 w 1127"/>
              <a:gd name="T13" fmla="*/ 698 h 4187"/>
              <a:gd name="T14" fmla="*/ 129 w 1127"/>
              <a:gd name="T15" fmla="*/ 817 h 4187"/>
              <a:gd name="T16" fmla="*/ 203 w 1127"/>
              <a:gd name="T17" fmla="*/ 920 h 4187"/>
              <a:gd name="T18" fmla="*/ 300 w 1127"/>
              <a:gd name="T19" fmla="*/ 1002 h 4187"/>
              <a:gd name="T20" fmla="*/ 877 w 1127"/>
              <a:gd name="T21" fmla="*/ 963 h 4187"/>
              <a:gd name="T22" fmla="*/ 963 w 1127"/>
              <a:gd name="T23" fmla="*/ 871 h 4187"/>
              <a:gd name="T24" fmla="*/ 1024 w 1127"/>
              <a:gd name="T25" fmla="*/ 758 h 4187"/>
              <a:gd name="T26" fmla="*/ 1055 w 1127"/>
              <a:gd name="T27" fmla="*/ 633 h 4187"/>
              <a:gd name="T28" fmla="*/ 1055 w 1127"/>
              <a:gd name="T29" fmla="*/ 493 h 4187"/>
              <a:gd name="T30" fmla="*/ 1013 w 1127"/>
              <a:gd name="T31" fmla="*/ 353 h 4187"/>
              <a:gd name="T32" fmla="*/ 938 w 1127"/>
              <a:gd name="T33" fmla="*/ 232 h 4187"/>
              <a:gd name="T34" fmla="*/ 833 w 1127"/>
              <a:gd name="T35" fmla="*/ 138 h 4187"/>
              <a:gd name="T36" fmla="*/ 705 w 1127"/>
              <a:gd name="T37" fmla="*/ 77 h 4187"/>
              <a:gd name="T38" fmla="*/ 563 w 1127"/>
              <a:gd name="T39" fmla="*/ 56 h 4187"/>
              <a:gd name="T40" fmla="*/ 639 w 1127"/>
              <a:gd name="T41" fmla="*/ 5 h 4187"/>
              <a:gd name="T42" fmla="*/ 783 w 1127"/>
              <a:gd name="T43" fmla="*/ 45 h 4187"/>
              <a:gd name="T44" fmla="*/ 907 w 1127"/>
              <a:gd name="T45" fmla="*/ 120 h 4187"/>
              <a:gd name="T46" fmla="*/ 1010 w 1127"/>
              <a:gd name="T47" fmla="*/ 223 h 4187"/>
              <a:gd name="T48" fmla="*/ 1082 w 1127"/>
              <a:gd name="T49" fmla="*/ 353 h 4187"/>
              <a:gd name="T50" fmla="*/ 1121 w 1127"/>
              <a:gd name="T51" fmla="*/ 498 h 4187"/>
              <a:gd name="T52" fmla="*/ 1121 w 1127"/>
              <a:gd name="T53" fmla="*/ 655 h 4187"/>
              <a:gd name="T54" fmla="*/ 1082 w 1127"/>
              <a:gd name="T55" fmla="*/ 803 h 4187"/>
              <a:gd name="T56" fmla="*/ 1006 w 1127"/>
              <a:gd name="T57" fmla="*/ 932 h 4187"/>
              <a:gd name="T58" fmla="*/ 904 w 1127"/>
              <a:gd name="T59" fmla="*/ 1037 h 4187"/>
              <a:gd name="T60" fmla="*/ 842 w 1127"/>
              <a:gd name="T61" fmla="*/ 4187 h 4187"/>
              <a:gd name="T62" fmla="*/ 284 w 1127"/>
              <a:gd name="T63" fmla="*/ 1078 h 4187"/>
              <a:gd name="T64" fmla="*/ 167 w 1127"/>
              <a:gd name="T65" fmla="*/ 988 h 4187"/>
              <a:gd name="T66" fmla="*/ 79 w 1127"/>
              <a:gd name="T67" fmla="*/ 869 h 4187"/>
              <a:gd name="T68" fmla="*/ 19 w 1127"/>
              <a:gd name="T69" fmla="*/ 731 h 4187"/>
              <a:gd name="T70" fmla="*/ 0 w 1127"/>
              <a:gd name="T71" fmla="*/ 576 h 4187"/>
              <a:gd name="T72" fmla="*/ 19 w 1127"/>
              <a:gd name="T73" fmla="*/ 423 h 4187"/>
              <a:gd name="T74" fmla="*/ 77 w 1127"/>
              <a:gd name="T75" fmla="*/ 286 h 4187"/>
              <a:gd name="T76" fmla="*/ 165 w 1127"/>
              <a:gd name="T77" fmla="*/ 169 h 4187"/>
              <a:gd name="T78" fmla="*/ 279 w 1127"/>
              <a:gd name="T79" fmla="*/ 77 h 4187"/>
              <a:gd name="T80" fmla="*/ 414 w 1127"/>
              <a:gd name="T81" fmla="*/ 20 h 4187"/>
              <a:gd name="T82" fmla="*/ 563 w 1127"/>
              <a:gd name="T83" fmla="*/ 0 h 4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7" h="4187">
                <a:moveTo>
                  <a:pt x="563" y="56"/>
                </a:moveTo>
                <a:lnTo>
                  <a:pt x="489" y="63"/>
                </a:lnTo>
                <a:lnTo>
                  <a:pt x="419" y="77"/>
                </a:lnTo>
                <a:lnTo>
                  <a:pt x="354" y="104"/>
                </a:lnTo>
                <a:lnTo>
                  <a:pt x="293" y="138"/>
                </a:lnTo>
                <a:lnTo>
                  <a:pt x="237" y="182"/>
                </a:lnTo>
                <a:lnTo>
                  <a:pt x="189" y="232"/>
                </a:lnTo>
                <a:lnTo>
                  <a:pt x="147" y="290"/>
                </a:lnTo>
                <a:lnTo>
                  <a:pt x="113" y="353"/>
                </a:lnTo>
                <a:lnTo>
                  <a:pt x="86" y="421"/>
                </a:lnTo>
                <a:lnTo>
                  <a:pt x="72" y="493"/>
                </a:lnTo>
                <a:lnTo>
                  <a:pt x="66" y="569"/>
                </a:lnTo>
                <a:lnTo>
                  <a:pt x="70" y="633"/>
                </a:lnTo>
                <a:lnTo>
                  <a:pt x="82" y="698"/>
                </a:lnTo>
                <a:lnTo>
                  <a:pt x="102" y="758"/>
                </a:lnTo>
                <a:lnTo>
                  <a:pt x="129" y="817"/>
                </a:lnTo>
                <a:lnTo>
                  <a:pt x="164" y="871"/>
                </a:lnTo>
                <a:lnTo>
                  <a:pt x="203" y="920"/>
                </a:lnTo>
                <a:lnTo>
                  <a:pt x="248" y="963"/>
                </a:lnTo>
                <a:lnTo>
                  <a:pt x="300" y="1002"/>
                </a:lnTo>
                <a:lnTo>
                  <a:pt x="826" y="1002"/>
                </a:lnTo>
                <a:lnTo>
                  <a:pt x="877" y="963"/>
                </a:lnTo>
                <a:lnTo>
                  <a:pt x="923" y="920"/>
                </a:lnTo>
                <a:lnTo>
                  <a:pt x="963" y="871"/>
                </a:lnTo>
                <a:lnTo>
                  <a:pt x="997" y="817"/>
                </a:lnTo>
                <a:lnTo>
                  <a:pt x="1024" y="758"/>
                </a:lnTo>
                <a:lnTo>
                  <a:pt x="1044" y="698"/>
                </a:lnTo>
                <a:lnTo>
                  <a:pt x="1055" y="633"/>
                </a:lnTo>
                <a:lnTo>
                  <a:pt x="1060" y="569"/>
                </a:lnTo>
                <a:lnTo>
                  <a:pt x="1055" y="493"/>
                </a:lnTo>
                <a:lnTo>
                  <a:pt x="1039" y="421"/>
                </a:lnTo>
                <a:lnTo>
                  <a:pt x="1013" y="353"/>
                </a:lnTo>
                <a:lnTo>
                  <a:pt x="979" y="290"/>
                </a:lnTo>
                <a:lnTo>
                  <a:pt x="938" y="232"/>
                </a:lnTo>
                <a:lnTo>
                  <a:pt x="889" y="182"/>
                </a:lnTo>
                <a:lnTo>
                  <a:pt x="833" y="138"/>
                </a:lnTo>
                <a:lnTo>
                  <a:pt x="772" y="104"/>
                </a:lnTo>
                <a:lnTo>
                  <a:pt x="705" y="77"/>
                </a:lnTo>
                <a:lnTo>
                  <a:pt x="637" y="63"/>
                </a:lnTo>
                <a:lnTo>
                  <a:pt x="563" y="56"/>
                </a:lnTo>
                <a:close/>
                <a:moveTo>
                  <a:pt x="563" y="0"/>
                </a:moveTo>
                <a:lnTo>
                  <a:pt x="639" y="5"/>
                </a:lnTo>
                <a:lnTo>
                  <a:pt x="713" y="20"/>
                </a:lnTo>
                <a:lnTo>
                  <a:pt x="783" y="45"/>
                </a:lnTo>
                <a:lnTo>
                  <a:pt x="848" y="77"/>
                </a:lnTo>
                <a:lnTo>
                  <a:pt x="907" y="120"/>
                </a:lnTo>
                <a:lnTo>
                  <a:pt x="961" y="169"/>
                </a:lnTo>
                <a:lnTo>
                  <a:pt x="1010" y="223"/>
                </a:lnTo>
                <a:lnTo>
                  <a:pt x="1049" y="286"/>
                </a:lnTo>
                <a:lnTo>
                  <a:pt x="1082" y="353"/>
                </a:lnTo>
                <a:lnTo>
                  <a:pt x="1107" y="423"/>
                </a:lnTo>
                <a:lnTo>
                  <a:pt x="1121" y="498"/>
                </a:lnTo>
                <a:lnTo>
                  <a:pt x="1127" y="576"/>
                </a:lnTo>
                <a:lnTo>
                  <a:pt x="1121" y="655"/>
                </a:lnTo>
                <a:lnTo>
                  <a:pt x="1105" y="731"/>
                </a:lnTo>
                <a:lnTo>
                  <a:pt x="1082" y="803"/>
                </a:lnTo>
                <a:lnTo>
                  <a:pt x="1048" y="869"/>
                </a:lnTo>
                <a:lnTo>
                  <a:pt x="1006" y="932"/>
                </a:lnTo>
                <a:lnTo>
                  <a:pt x="958" y="988"/>
                </a:lnTo>
                <a:lnTo>
                  <a:pt x="904" y="1037"/>
                </a:lnTo>
                <a:lnTo>
                  <a:pt x="842" y="1078"/>
                </a:lnTo>
                <a:lnTo>
                  <a:pt x="842" y="4187"/>
                </a:lnTo>
                <a:lnTo>
                  <a:pt x="284" y="4187"/>
                </a:lnTo>
                <a:lnTo>
                  <a:pt x="284" y="1078"/>
                </a:lnTo>
                <a:lnTo>
                  <a:pt x="223" y="1037"/>
                </a:lnTo>
                <a:lnTo>
                  <a:pt x="167" y="988"/>
                </a:lnTo>
                <a:lnTo>
                  <a:pt x="119" y="932"/>
                </a:lnTo>
                <a:lnTo>
                  <a:pt x="79" y="869"/>
                </a:lnTo>
                <a:lnTo>
                  <a:pt x="45" y="803"/>
                </a:lnTo>
                <a:lnTo>
                  <a:pt x="19" y="731"/>
                </a:lnTo>
                <a:lnTo>
                  <a:pt x="5" y="655"/>
                </a:lnTo>
                <a:lnTo>
                  <a:pt x="0" y="576"/>
                </a:lnTo>
                <a:lnTo>
                  <a:pt x="5" y="498"/>
                </a:lnTo>
                <a:lnTo>
                  <a:pt x="19" y="423"/>
                </a:lnTo>
                <a:lnTo>
                  <a:pt x="45" y="353"/>
                </a:lnTo>
                <a:lnTo>
                  <a:pt x="77" y="286"/>
                </a:lnTo>
                <a:lnTo>
                  <a:pt x="117" y="223"/>
                </a:lnTo>
                <a:lnTo>
                  <a:pt x="165" y="169"/>
                </a:lnTo>
                <a:lnTo>
                  <a:pt x="219" y="120"/>
                </a:lnTo>
                <a:lnTo>
                  <a:pt x="279" y="77"/>
                </a:lnTo>
                <a:lnTo>
                  <a:pt x="344" y="45"/>
                </a:lnTo>
                <a:lnTo>
                  <a:pt x="414" y="20"/>
                </a:lnTo>
                <a:lnTo>
                  <a:pt x="486" y="5"/>
                </a:lnTo>
                <a:lnTo>
                  <a:pt x="563" y="0"/>
                </a:lnTo>
                <a:close/>
              </a:path>
            </a:pathLst>
          </a:custGeom>
          <a:solidFill>
            <a:sysClr val="window" lastClr="FFFFFF">
              <a:lumMod val="65000"/>
            </a:sysClr>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8" name="Freeform 11"/>
          <p:cNvSpPr>
            <a:spLocks noEditPoints="1"/>
          </p:cNvSpPr>
          <p:nvPr/>
        </p:nvSpPr>
        <p:spPr bwMode="auto">
          <a:xfrm>
            <a:off x="4358275" y="4085964"/>
            <a:ext cx="919989" cy="2755069"/>
          </a:xfrm>
          <a:custGeom>
            <a:avLst/>
            <a:gdLst>
              <a:gd name="T0" fmla="*/ 490 w 1126"/>
              <a:gd name="T1" fmla="*/ 63 h 3372"/>
              <a:gd name="T2" fmla="*/ 353 w 1126"/>
              <a:gd name="T3" fmla="*/ 106 h 3372"/>
              <a:gd name="T4" fmla="*/ 238 w 1126"/>
              <a:gd name="T5" fmla="*/ 184 h 3372"/>
              <a:gd name="T6" fmla="*/ 146 w 1126"/>
              <a:gd name="T7" fmla="*/ 292 h 3372"/>
              <a:gd name="T8" fmla="*/ 88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3 w 1126"/>
              <a:gd name="T23" fmla="*/ 872 h 3372"/>
              <a:gd name="T24" fmla="*/ 1023 w 1126"/>
              <a:gd name="T25" fmla="*/ 760 h 3372"/>
              <a:gd name="T26" fmla="*/ 1055 w 1126"/>
              <a:gd name="T27" fmla="*/ 636 h 3372"/>
              <a:gd name="T28" fmla="*/ 1053 w 1126"/>
              <a:gd name="T29" fmla="*/ 493 h 3372"/>
              <a:gd name="T30" fmla="*/ 1014 w 1126"/>
              <a:gd name="T31" fmla="*/ 355 h 3372"/>
              <a:gd name="T32" fmla="*/ 938 w 1126"/>
              <a:gd name="T33" fmla="*/ 234 h 3372"/>
              <a:gd name="T34" fmla="*/ 834 w 1126"/>
              <a:gd name="T35" fmla="*/ 141 h 3372"/>
              <a:gd name="T36" fmla="*/ 706 w 1126"/>
              <a:gd name="T37" fmla="*/ 79 h 3372"/>
              <a:gd name="T38" fmla="*/ 564 w 1126"/>
              <a:gd name="T39" fmla="*/ 58 h 3372"/>
              <a:gd name="T40" fmla="*/ 639 w 1126"/>
              <a:gd name="T41" fmla="*/ 6 h 3372"/>
              <a:gd name="T42" fmla="*/ 782 w 1126"/>
              <a:gd name="T43" fmla="*/ 47 h 3372"/>
              <a:gd name="T44" fmla="*/ 908 w 1126"/>
              <a:gd name="T45" fmla="*/ 121 h 3372"/>
              <a:gd name="T46" fmla="*/ 1008 w 1126"/>
              <a:gd name="T47" fmla="*/ 225 h 3372"/>
              <a:gd name="T48" fmla="*/ 1082 w 1126"/>
              <a:gd name="T49" fmla="*/ 353 h 3372"/>
              <a:gd name="T50" fmla="*/ 1122 w 1126"/>
              <a:gd name="T51" fmla="*/ 499 h 3372"/>
              <a:gd name="T52" fmla="*/ 1122 w 1126"/>
              <a:gd name="T53" fmla="*/ 657 h 3372"/>
              <a:gd name="T54" fmla="*/ 1080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79 w 1126"/>
              <a:gd name="T79" fmla="*/ 79 h 3372"/>
              <a:gd name="T80" fmla="*/ 412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89" y="234"/>
                </a:lnTo>
                <a:lnTo>
                  <a:pt x="146" y="292"/>
                </a:lnTo>
                <a:lnTo>
                  <a:pt x="114" y="355"/>
                </a:lnTo>
                <a:lnTo>
                  <a:pt x="88" y="421"/>
                </a:lnTo>
                <a:lnTo>
                  <a:pt x="72" y="493"/>
                </a:lnTo>
                <a:lnTo>
                  <a:pt x="67" y="569"/>
                </a:lnTo>
                <a:lnTo>
                  <a:pt x="70" y="636"/>
                </a:lnTo>
                <a:lnTo>
                  <a:pt x="83" y="699"/>
                </a:lnTo>
                <a:lnTo>
                  <a:pt x="103" y="760"/>
                </a:lnTo>
                <a:lnTo>
                  <a:pt x="130" y="818"/>
                </a:lnTo>
                <a:lnTo>
                  <a:pt x="162" y="872"/>
                </a:lnTo>
                <a:lnTo>
                  <a:pt x="204" y="922"/>
                </a:lnTo>
                <a:lnTo>
                  <a:pt x="249" y="965"/>
                </a:lnTo>
                <a:lnTo>
                  <a:pt x="299" y="1003"/>
                </a:lnTo>
                <a:lnTo>
                  <a:pt x="827" y="1003"/>
                </a:lnTo>
                <a:lnTo>
                  <a:pt x="877" y="965"/>
                </a:lnTo>
                <a:lnTo>
                  <a:pt x="924" y="922"/>
                </a:lnTo>
                <a:lnTo>
                  <a:pt x="963" y="872"/>
                </a:lnTo>
                <a:lnTo>
                  <a:pt x="996" y="818"/>
                </a:lnTo>
                <a:lnTo>
                  <a:pt x="1023" y="760"/>
                </a:lnTo>
                <a:lnTo>
                  <a:pt x="1043" y="699"/>
                </a:lnTo>
                <a:lnTo>
                  <a:pt x="1055" y="636"/>
                </a:lnTo>
                <a:lnTo>
                  <a:pt x="1059" y="569"/>
                </a:lnTo>
                <a:lnTo>
                  <a:pt x="1053" y="493"/>
                </a:lnTo>
                <a:lnTo>
                  <a:pt x="1039" y="421"/>
                </a:lnTo>
                <a:lnTo>
                  <a:pt x="1014" y="355"/>
                </a:lnTo>
                <a:lnTo>
                  <a:pt x="980" y="292"/>
                </a:lnTo>
                <a:lnTo>
                  <a:pt x="938" y="234"/>
                </a:lnTo>
                <a:lnTo>
                  <a:pt x="888" y="184"/>
                </a:lnTo>
                <a:lnTo>
                  <a:pt x="834" y="141"/>
                </a:lnTo>
                <a:lnTo>
                  <a:pt x="773" y="106"/>
                </a:lnTo>
                <a:lnTo>
                  <a:pt x="706" y="79"/>
                </a:lnTo>
                <a:lnTo>
                  <a:pt x="636" y="63"/>
                </a:lnTo>
                <a:lnTo>
                  <a:pt x="564" y="58"/>
                </a:lnTo>
                <a:close/>
                <a:moveTo>
                  <a:pt x="564" y="0"/>
                </a:moveTo>
                <a:lnTo>
                  <a:pt x="639" y="6"/>
                </a:lnTo>
                <a:lnTo>
                  <a:pt x="713" y="22"/>
                </a:lnTo>
                <a:lnTo>
                  <a:pt x="782" y="47"/>
                </a:lnTo>
                <a:lnTo>
                  <a:pt x="846" y="79"/>
                </a:lnTo>
                <a:lnTo>
                  <a:pt x="908" y="121"/>
                </a:lnTo>
                <a:lnTo>
                  <a:pt x="962" y="169"/>
                </a:lnTo>
                <a:lnTo>
                  <a:pt x="1008" y="225"/>
                </a:lnTo>
                <a:lnTo>
                  <a:pt x="1050" y="286"/>
                </a:lnTo>
                <a:lnTo>
                  <a:pt x="1082" y="353"/>
                </a:lnTo>
                <a:lnTo>
                  <a:pt x="1106" y="425"/>
                </a:lnTo>
                <a:lnTo>
                  <a:pt x="1122" y="499"/>
                </a:lnTo>
                <a:lnTo>
                  <a:pt x="1126" y="578"/>
                </a:lnTo>
                <a:lnTo>
                  <a:pt x="1122" y="657"/>
                </a:lnTo>
                <a:lnTo>
                  <a:pt x="1106" y="733"/>
                </a:lnTo>
                <a:lnTo>
                  <a:pt x="1080" y="805"/>
                </a:lnTo>
                <a:lnTo>
                  <a:pt x="1048" y="872"/>
                </a:lnTo>
                <a:lnTo>
                  <a:pt x="1007" y="933"/>
                </a:lnTo>
                <a:lnTo>
                  <a:pt x="958" y="989"/>
                </a:lnTo>
                <a:lnTo>
                  <a:pt x="904" y="1037"/>
                </a:lnTo>
                <a:lnTo>
                  <a:pt x="843" y="1079"/>
                </a:lnTo>
                <a:lnTo>
                  <a:pt x="843" y="3372"/>
                </a:lnTo>
                <a:lnTo>
                  <a:pt x="283" y="3372"/>
                </a:lnTo>
                <a:lnTo>
                  <a:pt x="283" y="1079"/>
                </a:lnTo>
                <a:lnTo>
                  <a:pt x="223" y="1037"/>
                </a:lnTo>
                <a:lnTo>
                  <a:pt x="168" y="989"/>
                </a:lnTo>
                <a:lnTo>
                  <a:pt x="119" y="933"/>
                </a:lnTo>
                <a:lnTo>
                  <a:pt x="78" y="872"/>
                </a:lnTo>
                <a:lnTo>
                  <a:pt x="45" y="805"/>
                </a:lnTo>
                <a:lnTo>
                  <a:pt x="20" y="733"/>
                </a:lnTo>
                <a:lnTo>
                  <a:pt x="6" y="657"/>
                </a:lnTo>
                <a:lnTo>
                  <a:pt x="0" y="578"/>
                </a:lnTo>
                <a:lnTo>
                  <a:pt x="6" y="499"/>
                </a:lnTo>
                <a:lnTo>
                  <a:pt x="20" y="425"/>
                </a:lnTo>
                <a:lnTo>
                  <a:pt x="43" y="353"/>
                </a:lnTo>
                <a:lnTo>
                  <a:pt x="76" y="286"/>
                </a:lnTo>
                <a:lnTo>
                  <a:pt x="117" y="225"/>
                </a:lnTo>
                <a:lnTo>
                  <a:pt x="164" y="169"/>
                </a:lnTo>
                <a:lnTo>
                  <a:pt x="218" y="121"/>
                </a:lnTo>
                <a:lnTo>
                  <a:pt x="279" y="79"/>
                </a:lnTo>
                <a:lnTo>
                  <a:pt x="344" y="47"/>
                </a:lnTo>
                <a:lnTo>
                  <a:pt x="412" y="22"/>
                </a:lnTo>
                <a:lnTo>
                  <a:pt x="486" y="6"/>
                </a:lnTo>
                <a:lnTo>
                  <a:pt x="564" y="0"/>
                </a:lnTo>
                <a:close/>
              </a:path>
            </a:pathLst>
          </a:custGeom>
          <a:solidFill>
            <a:sysClr val="windowText" lastClr="000000">
              <a:lumMod val="95000"/>
              <a:lumOff val="5000"/>
            </a:sysClr>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39" name="Freeform 11"/>
          <p:cNvSpPr>
            <a:spLocks noEditPoints="1"/>
          </p:cNvSpPr>
          <p:nvPr/>
        </p:nvSpPr>
        <p:spPr bwMode="auto">
          <a:xfrm>
            <a:off x="6356377" y="4085964"/>
            <a:ext cx="919989" cy="2755069"/>
          </a:xfrm>
          <a:custGeom>
            <a:avLst/>
            <a:gdLst>
              <a:gd name="T0" fmla="*/ 490 w 1126"/>
              <a:gd name="T1" fmla="*/ 63 h 3372"/>
              <a:gd name="T2" fmla="*/ 353 w 1126"/>
              <a:gd name="T3" fmla="*/ 106 h 3372"/>
              <a:gd name="T4" fmla="*/ 238 w 1126"/>
              <a:gd name="T5" fmla="*/ 184 h 3372"/>
              <a:gd name="T6" fmla="*/ 146 w 1126"/>
              <a:gd name="T7" fmla="*/ 292 h 3372"/>
              <a:gd name="T8" fmla="*/ 88 w 1126"/>
              <a:gd name="T9" fmla="*/ 421 h 3372"/>
              <a:gd name="T10" fmla="*/ 67 w 1126"/>
              <a:gd name="T11" fmla="*/ 569 h 3372"/>
              <a:gd name="T12" fmla="*/ 83 w 1126"/>
              <a:gd name="T13" fmla="*/ 699 h 3372"/>
              <a:gd name="T14" fmla="*/ 130 w 1126"/>
              <a:gd name="T15" fmla="*/ 818 h 3372"/>
              <a:gd name="T16" fmla="*/ 204 w 1126"/>
              <a:gd name="T17" fmla="*/ 922 h 3372"/>
              <a:gd name="T18" fmla="*/ 299 w 1126"/>
              <a:gd name="T19" fmla="*/ 1003 h 3372"/>
              <a:gd name="T20" fmla="*/ 877 w 1126"/>
              <a:gd name="T21" fmla="*/ 965 h 3372"/>
              <a:gd name="T22" fmla="*/ 963 w 1126"/>
              <a:gd name="T23" fmla="*/ 872 h 3372"/>
              <a:gd name="T24" fmla="*/ 1023 w 1126"/>
              <a:gd name="T25" fmla="*/ 760 h 3372"/>
              <a:gd name="T26" fmla="*/ 1055 w 1126"/>
              <a:gd name="T27" fmla="*/ 636 h 3372"/>
              <a:gd name="T28" fmla="*/ 1053 w 1126"/>
              <a:gd name="T29" fmla="*/ 493 h 3372"/>
              <a:gd name="T30" fmla="*/ 1014 w 1126"/>
              <a:gd name="T31" fmla="*/ 355 h 3372"/>
              <a:gd name="T32" fmla="*/ 938 w 1126"/>
              <a:gd name="T33" fmla="*/ 234 h 3372"/>
              <a:gd name="T34" fmla="*/ 834 w 1126"/>
              <a:gd name="T35" fmla="*/ 141 h 3372"/>
              <a:gd name="T36" fmla="*/ 706 w 1126"/>
              <a:gd name="T37" fmla="*/ 79 h 3372"/>
              <a:gd name="T38" fmla="*/ 564 w 1126"/>
              <a:gd name="T39" fmla="*/ 58 h 3372"/>
              <a:gd name="T40" fmla="*/ 639 w 1126"/>
              <a:gd name="T41" fmla="*/ 6 h 3372"/>
              <a:gd name="T42" fmla="*/ 782 w 1126"/>
              <a:gd name="T43" fmla="*/ 47 h 3372"/>
              <a:gd name="T44" fmla="*/ 908 w 1126"/>
              <a:gd name="T45" fmla="*/ 121 h 3372"/>
              <a:gd name="T46" fmla="*/ 1008 w 1126"/>
              <a:gd name="T47" fmla="*/ 225 h 3372"/>
              <a:gd name="T48" fmla="*/ 1082 w 1126"/>
              <a:gd name="T49" fmla="*/ 353 h 3372"/>
              <a:gd name="T50" fmla="*/ 1122 w 1126"/>
              <a:gd name="T51" fmla="*/ 499 h 3372"/>
              <a:gd name="T52" fmla="*/ 1122 w 1126"/>
              <a:gd name="T53" fmla="*/ 657 h 3372"/>
              <a:gd name="T54" fmla="*/ 1080 w 1126"/>
              <a:gd name="T55" fmla="*/ 805 h 3372"/>
              <a:gd name="T56" fmla="*/ 1007 w 1126"/>
              <a:gd name="T57" fmla="*/ 933 h 3372"/>
              <a:gd name="T58" fmla="*/ 904 w 1126"/>
              <a:gd name="T59" fmla="*/ 1037 h 3372"/>
              <a:gd name="T60" fmla="*/ 843 w 1126"/>
              <a:gd name="T61" fmla="*/ 3372 h 3372"/>
              <a:gd name="T62" fmla="*/ 283 w 1126"/>
              <a:gd name="T63" fmla="*/ 1079 h 3372"/>
              <a:gd name="T64" fmla="*/ 168 w 1126"/>
              <a:gd name="T65" fmla="*/ 989 h 3372"/>
              <a:gd name="T66" fmla="*/ 78 w 1126"/>
              <a:gd name="T67" fmla="*/ 872 h 3372"/>
              <a:gd name="T68" fmla="*/ 20 w 1126"/>
              <a:gd name="T69" fmla="*/ 733 h 3372"/>
              <a:gd name="T70" fmla="*/ 0 w 1126"/>
              <a:gd name="T71" fmla="*/ 578 h 3372"/>
              <a:gd name="T72" fmla="*/ 20 w 1126"/>
              <a:gd name="T73" fmla="*/ 425 h 3372"/>
              <a:gd name="T74" fmla="*/ 76 w 1126"/>
              <a:gd name="T75" fmla="*/ 286 h 3372"/>
              <a:gd name="T76" fmla="*/ 164 w 1126"/>
              <a:gd name="T77" fmla="*/ 169 h 3372"/>
              <a:gd name="T78" fmla="*/ 279 w 1126"/>
              <a:gd name="T79" fmla="*/ 79 h 3372"/>
              <a:gd name="T80" fmla="*/ 412 w 1126"/>
              <a:gd name="T81" fmla="*/ 22 h 3372"/>
              <a:gd name="T82" fmla="*/ 564 w 1126"/>
              <a:gd name="T83" fmla="*/ 0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26" h="3372">
                <a:moveTo>
                  <a:pt x="564" y="58"/>
                </a:moveTo>
                <a:lnTo>
                  <a:pt x="490" y="63"/>
                </a:lnTo>
                <a:lnTo>
                  <a:pt x="420" y="79"/>
                </a:lnTo>
                <a:lnTo>
                  <a:pt x="353" y="106"/>
                </a:lnTo>
                <a:lnTo>
                  <a:pt x="294" y="141"/>
                </a:lnTo>
                <a:lnTo>
                  <a:pt x="238" y="184"/>
                </a:lnTo>
                <a:lnTo>
                  <a:pt x="189" y="234"/>
                </a:lnTo>
                <a:lnTo>
                  <a:pt x="146" y="292"/>
                </a:lnTo>
                <a:lnTo>
                  <a:pt x="114" y="355"/>
                </a:lnTo>
                <a:lnTo>
                  <a:pt x="88" y="421"/>
                </a:lnTo>
                <a:lnTo>
                  <a:pt x="72" y="493"/>
                </a:lnTo>
                <a:lnTo>
                  <a:pt x="67" y="569"/>
                </a:lnTo>
                <a:lnTo>
                  <a:pt x="70" y="636"/>
                </a:lnTo>
                <a:lnTo>
                  <a:pt x="83" y="699"/>
                </a:lnTo>
                <a:lnTo>
                  <a:pt x="103" y="760"/>
                </a:lnTo>
                <a:lnTo>
                  <a:pt x="130" y="818"/>
                </a:lnTo>
                <a:lnTo>
                  <a:pt x="162" y="872"/>
                </a:lnTo>
                <a:lnTo>
                  <a:pt x="204" y="922"/>
                </a:lnTo>
                <a:lnTo>
                  <a:pt x="249" y="965"/>
                </a:lnTo>
                <a:lnTo>
                  <a:pt x="299" y="1003"/>
                </a:lnTo>
                <a:lnTo>
                  <a:pt x="827" y="1003"/>
                </a:lnTo>
                <a:lnTo>
                  <a:pt x="877" y="965"/>
                </a:lnTo>
                <a:lnTo>
                  <a:pt x="924" y="922"/>
                </a:lnTo>
                <a:lnTo>
                  <a:pt x="963" y="872"/>
                </a:lnTo>
                <a:lnTo>
                  <a:pt x="996" y="818"/>
                </a:lnTo>
                <a:lnTo>
                  <a:pt x="1023" y="760"/>
                </a:lnTo>
                <a:lnTo>
                  <a:pt x="1043" y="699"/>
                </a:lnTo>
                <a:lnTo>
                  <a:pt x="1055" y="636"/>
                </a:lnTo>
                <a:lnTo>
                  <a:pt x="1059" y="569"/>
                </a:lnTo>
                <a:lnTo>
                  <a:pt x="1053" y="493"/>
                </a:lnTo>
                <a:lnTo>
                  <a:pt x="1039" y="421"/>
                </a:lnTo>
                <a:lnTo>
                  <a:pt x="1014" y="355"/>
                </a:lnTo>
                <a:lnTo>
                  <a:pt x="980" y="292"/>
                </a:lnTo>
                <a:lnTo>
                  <a:pt x="938" y="234"/>
                </a:lnTo>
                <a:lnTo>
                  <a:pt x="888" y="184"/>
                </a:lnTo>
                <a:lnTo>
                  <a:pt x="834" y="141"/>
                </a:lnTo>
                <a:lnTo>
                  <a:pt x="773" y="106"/>
                </a:lnTo>
                <a:lnTo>
                  <a:pt x="706" y="79"/>
                </a:lnTo>
                <a:lnTo>
                  <a:pt x="636" y="63"/>
                </a:lnTo>
                <a:lnTo>
                  <a:pt x="564" y="58"/>
                </a:lnTo>
                <a:close/>
                <a:moveTo>
                  <a:pt x="564" y="0"/>
                </a:moveTo>
                <a:lnTo>
                  <a:pt x="639" y="6"/>
                </a:lnTo>
                <a:lnTo>
                  <a:pt x="713" y="22"/>
                </a:lnTo>
                <a:lnTo>
                  <a:pt x="782" y="47"/>
                </a:lnTo>
                <a:lnTo>
                  <a:pt x="846" y="79"/>
                </a:lnTo>
                <a:lnTo>
                  <a:pt x="908" y="121"/>
                </a:lnTo>
                <a:lnTo>
                  <a:pt x="962" y="169"/>
                </a:lnTo>
                <a:lnTo>
                  <a:pt x="1008" y="225"/>
                </a:lnTo>
                <a:lnTo>
                  <a:pt x="1050" y="286"/>
                </a:lnTo>
                <a:lnTo>
                  <a:pt x="1082" y="353"/>
                </a:lnTo>
                <a:lnTo>
                  <a:pt x="1106" y="425"/>
                </a:lnTo>
                <a:lnTo>
                  <a:pt x="1122" y="499"/>
                </a:lnTo>
                <a:lnTo>
                  <a:pt x="1126" y="578"/>
                </a:lnTo>
                <a:lnTo>
                  <a:pt x="1122" y="657"/>
                </a:lnTo>
                <a:lnTo>
                  <a:pt x="1106" y="733"/>
                </a:lnTo>
                <a:lnTo>
                  <a:pt x="1080" y="805"/>
                </a:lnTo>
                <a:lnTo>
                  <a:pt x="1048" y="872"/>
                </a:lnTo>
                <a:lnTo>
                  <a:pt x="1007" y="933"/>
                </a:lnTo>
                <a:lnTo>
                  <a:pt x="958" y="989"/>
                </a:lnTo>
                <a:lnTo>
                  <a:pt x="904" y="1037"/>
                </a:lnTo>
                <a:lnTo>
                  <a:pt x="843" y="1079"/>
                </a:lnTo>
                <a:lnTo>
                  <a:pt x="843" y="3372"/>
                </a:lnTo>
                <a:lnTo>
                  <a:pt x="283" y="3372"/>
                </a:lnTo>
                <a:lnTo>
                  <a:pt x="283" y="1079"/>
                </a:lnTo>
                <a:lnTo>
                  <a:pt x="223" y="1037"/>
                </a:lnTo>
                <a:lnTo>
                  <a:pt x="168" y="989"/>
                </a:lnTo>
                <a:lnTo>
                  <a:pt x="119" y="933"/>
                </a:lnTo>
                <a:lnTo>
                  <a:pt x="78" y="872"/>
                </a:lnTo>
                <a:lnTo>
                  <a:pt x="45" y="805"/>
                </a:lnTo>
                <a:lnTo>
                  <a:pt x="20" y="733"/>
                </a:lnTo>
                <a:lnTo>
                  <a:pt x="6" y="657"/>
                </a:lnTo>
                <a:lnTo>
                  <a:pt x="0" y="578"/>
                </a:lnTo>
                <a:lnTo>
                  <a:pt x="6" y="499"/>
                </a:lnTo>
                <a:lnTo>
                  <a:pt x="20" y="425"/>
                </a:lnTo>
                <a:lnTo>
                  <a:pt x="43" y="353"/>
                </a:lnTo>
                <a:lnTo>
                  <a:pt x="76" y="286"/>
                </a:lnTo>
                <a:lnTo>
                  <a:pt x="117" y="225"/>
                </a:lnTo>
                <a:lnTo>
                  <a:pt x="164" y="169"/>
                </a:lnTo>
                <a:lnTo>
                  <a:pt x="218" y="121"/>
                </a:lnTo>
                <a:lnTo>
                  <a:pt x="279" y="79"/>
                </a:lnTo>
                <a:lnTo>
                  <a:pt x="344" y="47"/>
                </a:lnTo>
                <a:lnTo>
                  <a:pt x="412" y="22"/>
                </a:lnTo>
                <a:lnTo>
                  <a:pt x="486" y="6"/>
                </a:lnTo>
                <a:lnTo>
                  <a:pt x="564" y="0"/>
                </a:lnTo>
                <a:close/>
              </a:path>
            </a:pathLst>
          </a:custGeom>
          <a:solidFill>
            <a:sysClr val="windowText" lastClr="000000">
              <a:lumMod val="75000"/>
              <a:lumOff val="25000"/>
            </a:sysClr>
          </a:solidFill>
          <a:ln w="0">
            <a:noFill/>
            <a:prstDash val="solid"/>
            <a:round/>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prstClr val="black"/>
              </a:solidFill>
              <a:effectLst/>
              <a:uLnTx/>
              <a:uFillTx/>
              <a:cs typeface="+mn-ea"/>
              <a:sym typeface="+mn-lt"/>
            </a:endParaRPr>
          </a:p>
        </p:txBody>
      </p:sp>
      <p:sp>
        <p:nvSpPr>
          <p:cNvPr id="40" name="TextBox 39"/>
          <p:cNvSpPr txBox="1"/>
          <p:nvPr/>
        </p:nvSpPr>
        <p:spPr>
          <a:xfrm>
            <a:off x="640568" y="547588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A</a:t>
            </a:r>
            <a:endParaRPr lang="en-US" sz="5400" dirty="0">
              <a:solidFill>
                <a:prstClr val="white"/>
              </a:solidFill>
              <a:cs typeface="+mn-ea"/>
              <a:sym typeface="+mn-lt"/>
            </a:endParaRPr>
          </a:p>
        </p:txBody>
      </p:sp>
      <p:sp>
        <p:nvSpPr>
          <p:cNvPr id="41" name="TextBox 40"/>
          <p:cNvSpPr txBox="1"/>
          <p:nvPr/>
        </p:nvSpPr>
        <p:spPr>
          <a:xfrm>
            <a:off x="1639617" y="6011239"/>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b</a:t>
            </a:r>
            <a:endParaRPr lang="en-US" sz="5400" dirty="0">
              <a:solidFill>
                <a:prstClr val="white"/>
              </a:solidFill>
              <a:cs typeface="+mn-ea"/>
              <a:sym typeface="+mn-lt"/>
            </a:endParaRPr>
          </a:p>
        </p:txBody>
      </p:sp>
      <p:sp>
        <p:nvSpPr>
          <p:cNvPr id="42" name="TextBox 41"/>
          <p:cNvSpPr txBox="1"/>
          <p:nvPr/>
        </p:nvSpPr>
        <p:spPr>
          <a:xfrm>
            <a:off x="2637852" y="515467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c</a:t>
            </a:r>
            <a:endParaRPr lang="en-US" sz="5400" dirty="0">
              <a:solidFill>
                <a:prstClr val="white"/>
              </a:solidFill>
              <a:cs typeface="+mn-ea"/>
              <a:sym typeface="+mn-lt"/>
            </a:endParaRPr>
          </a:p>
        </p:txBody>
      </p:sp>
      <p:sp>
        <p:nvSpPr>
          <p:cNvPr id="43" name="TextBox 42"/>
          <p:cNvSpPr txBox="1"/>
          <p:nvPr/>
        </p:nvSpPr>
        <p:spPr>
          <a:xfrm>
            <a:off x="3637718" y="5582958"/>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d</a:t>
            </a:r>
            <a:endParaRPr lang="en-US" sz="5400" dirty="0">
              <a:solidFill>
                <a:prstClr val="white"/>
              </a:solidFill>
              <a:cs typeface="+mn-ea"/>
              <a:sym typeface="+mn-lt"/>
            </a:endParaRPr>
          </a:p>
        </p:txBody>
      </p:sp>
      <p:sp>
        <p:nvSpPr>
          <p:cNvPr id="44" name="TextBox 43"/>
          <p:cNvSpPr txBox="1"/>
          <p:nvPr/>
        </p:nvSpPr>
        <p:spPr>
          <a:xfrm>
            <a:off x="4637586" y="5690027"/>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e</a:t>
            </a:r>
            <a:endParaRPr lang="en-US" sz="5400" dirty="0">
              <a:solidFill>
                <a:prstClr val="white"/>
              </a:solidFill>
              <a:cs typeface="+mn-ea"/>
              <a:sym typeface="+mn-lt"/>
            </a:endParaRPr>
          </a:p>
        </p:txBody>
      </p:sp>
      <p:sp>
        <p:nvSpPr>
          <p:cNvPr id="45" name="TextBox 44"/>
          <p:cNvSpPr txBox="1"/>
          <p:nvPr/>
        </p:nvSpPr>
        <p:spPr>
          <a:xfrm>
            <a:off x="5636637" y="5064001"/>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f</a:t>
            </a:r>
            <a:endParaRPr lang="en-US" sz="5400" dirty="0">
              <a:solidFill>
                <a:prstClr val="white"/>
              </a:solidFill>
              <a:cs typeface="+mn-ea"/>
              <a:sym typeface="+mn-lt"/>
            </a:endParaRPr>
          </a:p>
        </p:txBody>
      </p:sp>
      <p:sp>
        <p:nvSpPr>
          <p:cNvPr id="46" name="TextBox 45"/>
          <p:cNvSpPr txBox="1"/>
          <p:nvPr/>
        </p:nvSpPr>
        <p:spPr>
          <a:xfrm>
            <a:off x="6635689" y="6011239"/>
            <a:ext cx="361363" cy="400110"/>
          </a:xfrm>
          <a:prstGeom prst="rect">
            <a:avLst/>
          </a:prstGeom>
          <a:noFill/>
        </p:spPr>
        <p:txBody>
          <a:bodyPr wrap="square" rtlCol="0">
            <a:spAutoFit/>
          </a:bodyPr>
          <a:lstStyle/>
          <a:p>
            <a:pPr algn="ctr" fontAlgn="base">
              <a:spcBef>
                <a:spcPct val="0"/>
              </a:spcBef>
              <a:spcAft>
                <a:spcPct val="0"/>
              </a:spcAft>
            </a:pPr>
            <a:r>
              <a:rPr lang="en-US" sz="2000" dirty="0">
                <a:solidFill>
                  <a:prstClr val="white"/>
                </a:solidFill>
                <a:cs typeface="+mn-ea"/>
                <a:sym typeface="+mn-lt"/>
              </a:rPr>
              <a:t>g</a:t>
            </a:r>
            <a:endParaRPr lang="en-US" sz="5400" dirty="0">
              <a:solidFill>
                <a:prstClr val="white"/>
              </a:solidFill>
              <a:cs typeface="+mn-ea"/>
              <a:sym typeface="+mn-lt"/>
            </a:endParaRPr>
          </a:p>
        </p:txBody>
      </p:sp>
      <p:sp>
        <p:nvSpPr>
          <p:cNvPr id="47" name="TextBox 46"/>
          <p:cNvSpPr txBox="1"/>
          <p:nvPr/>
        </p:nvSpPr>
        <p:spPr>
          <a:xfrm>
            <a:off x="437446" y="3587488"/>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51%</a:t>
            </a:r>
          </a:p>
        </p:txBody>
      </p:sp>
      <p:sp>
        <p:nvSpPr>
          <p:cNvPr id="48" name="TextBox 47"/>
          <p:cNvSpPr txBox="1"/>
          <p:nvPr/>
        </p:nvSpPr>
        <p:spPr>
          <a:xfrm>
            <a:off x="2435819" y="2665527"/>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97%</a:t>
            </a:r>
          </a:p>
        </p:txBody>
      </p:sp>
      <p:sp>
        <p:nvSpPr>
          <p:cNvPr id="49" name="TextBox 48"/>
          <p:cNvSpPr txBox="1"/>
          <p:nvPr/>
        </p:nvSpPr>
        <p:spPr>
          <a:xfrm>
            <a:off x="1436496" y="4262660"/>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40%</a:t>
            </a:r>
          </a:p>
        </p:txBody>
      </p:sp>
      <p:sp>
        <p:nvSpPr>
          <p:cNvPr id="50" name="TextBox 49"/>
          <p:cNvSpPr txBox="1"/>
          <p:nvPr/>
        </p:nvSpPr>
        <p:spPr>
          <a:xfrm>
            <a:off x="3435143" y="3602394"/>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46%</a:t>
            </a:r>
          </a:p>
        </p:txBody>
      </p:sp>
      <p:sp>
        <p:nvSpPr>
          <p:cNvPr id="51" name="TextBox 50"/>
          <p:cNvSpPr txBox="1"/>
          <p:nvPr/>
        </p:nvSpPr>
        <p:spPr>
          <a:xfrm>
            <a:off x="5424867" y="3102731"/>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55%</a:t>
            </a:r>
          </a:p>
        </p:txBody>
      </p:sp>
      <p:sp>
        <p:nvSpPr>
          <p:cNvPr id="52" name="TextBox 51"/>
          <p:cNvSpPr txBox="1"/>
          <p:nvPr/>
        </p:nvSpPr>
        <p:spPr>
          <a:xfrm>
            <a:off x="6433112" y="4244815"/>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28%</a:t>
            </a:r>
          </a:p>
        </p:txBody>
      </p:sp>
      <p:sp>
        <p:nvSpPr>
          <p:cNvPr id="53" name="TextBox 52"/>
          <p:cNvSpPr txBox="1"/>
          <p:nvPr/>
        </p:nvSpPr>
        <p:spPr>
          <a:xfrm>
            <a:off x="4434466" y="4271583"/>
            <a:ext cx="767607" cy="400110"/>
          </a:xfrm>
          <a:prstGeom prst="rect">
            <a:avLst/>
          </a:prstGeom>
          <a:noFill/>
        </p:spPr>
        <p:txBody>
          <a:bodyPr wrap="square" rtlCol="0">
            <a:spAutoFit/>
          </a:bodyPr>
          <a:lstStyle/>
          <a:p>
            <a:pPr algn="ctr" fontAlgn="base">
              <a:spcBef>
                <a:spcPct val="0"/>
              </a:spcBef>
              <a:spcAft>
                <a:spcPct val="0"/>
              </a:spcAft>
            </a:pPr>
            <a:r>
              <a:rPr lang="en-US" sz="2000" dirty="0">
                <a:solidFill>
                  <a:prstClr val="black">
                    <a:lumMod val="50000"/>
                    <a:lumOff val="50000"/>
                  </a:prstClr>
                </a:solidFill>
                <a:cs typeface="+mn-ea"/>
                <a:sym typeface="+mn-lt"/>
              </a:rPr>
              <a:t>32%</a:t>
            </a:r>
          </a:p>
        </p:txBody>
      </p:sp>
      <p:grpSp>
        <p:nvGrpSpPr>
          <p:cNvPr id="54" name="组合 53"/>
          <p:cNvGrpSpPr/>
          <p:nvPr/>
        </p:nvGrpSpPr>
        <p:grpSpPr>
          <a:xfrm>
            <a:off x="339551" y="248225"/>
            <a:ext cx="2385498" cy="460375"/>
            <a:chOff x="7098014" y="2129823"/>
            <a:chExt cx="2385498" cy="460375"/>
          </a:xfrm>
        </p:grpSpPr>
        <p:sp>
          <p:nvSpPr>
            <p:cNvPr id="55" name="矩形: 圆角 4"/>
            <p:cNvSpPr/>
            <p:nvPr/>
          </p:nvSpPr>
          <p:spPr>
            <a:xfrm>
              <a:off x="7098014" y="219782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56" name="文本框 5"/>
            <p:cNvSpPr txBox="1"/>
            <p:nvPr/>
          </p:nvSpPr>
          <p:spPr>
            <a:xfrm>
              <a:off x="7211312" y="2204968"/>
              <a:ext cx="46433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C00000"/>
                  </a:solidFill>
                  <a:effectLst/>
                  <a:uLnTx/>
                  <a:uFillTx/>
                  <a:cs typeface="+mn-ea"/>
                  <a:sym typeface="+mn-lt"/>
                </a:rPr>
                <a:t>01</a:t>
              </a:r>
              <a:endParaRPr kumimoji="0" lang="zh-CN" altLang="en-US" sz="1600" b="1" i="0" u="none" strike="noStrike" kern="0" cap="none" spc="0" normalizeH="0" baseline="0" noProof="0" dirty="0">
                <a:ln>
                  <a:noFill/>
                </a:ln>
                <a:solidFill>
                  <a:srgbClr val="C00000"/>
                </a:solidFill>
                <a:effectLst/>
                <a:uLnTx/>
                <a:uFillTx/>
                <a:cs typeface="+mn-ea"/>
                <a:sym typeface="+mn-lt"/>
              </a:endParaRPr>
            </a:p>
          </p:txBody>
        </p:sp>
        <p:sp>
          <p:nvSpPr>
            <p:cNvPr id="57" name="文本框 6"/>
            <p:cNvSpPr txBox="1"/>
            <p:nvPr/>
          </p:nvSpPr>
          <p:spPr>
            <a:xfrm>
              <a:off x="7968047" y="212982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4293080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1000"/>
                                        <p:tgtEl>
                                          <p:spTgt spid="3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down)">
                                      <p:cBhvr>
                                        <p:cTn id="10" dur="1000"/>
                                        <p:tgtEl>
                                          <p:spTgt spid="4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wipe(down)">
                                      <p:cBhvr>
                                        <p:cTn id="13" dur="10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down)">
                                      <p:cBhvr>
                                        <p:cTn id="18" dur="1000"/>
                                        <p:tgtEl>
                                          <p:spTgt spid="3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down)">
                                      <p:cBhvr>
                                        <p:cTn id="21" dur="1000"/>
                                        <p:tgtEl>
                                          <p:spTgt spid="41"/>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49"/>
                                        </p:tgtEl>
                                        <p:attrNameLst>
                                          <p:attrName>style.visibility</p:attrName>
                                        </p:attrNameLst>
                                      </p:cBhvr>
                                      <p:to>
                                        <p:strVal val="visible"/>
                                      </p:to>
                                    </p:set>
                                    <p:animEffect transition="in" filter="wipe(down)">
                                      <p:cBhvr>
                                        <p:cTn id="24" dur="1000"/>
                                        <p:tgtEl>
                                          <p:spTgt spid="4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down)">
                                      <p:cBhvr>
                                        <p:cTn id="29" dur="1000"/>
                                        <p:tgtEl>
                                          <p:spTgt spid="34"/>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down)">
                                      <p:cBhvr>
                                        <p:cTn id="32" dur="1000"/>
                                        <p:tgtEl>
                                          <p:spTgt spid="42"/>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wipe(down)">
                                      <p:cBhvr>
                                        <p:cTn id="35" dur="1000"/>
                                        <p:tgtEl>
                                          <p:spTgt spid="4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down)">
                                      <p:cBhvr>
                                        <p:cTn id="40" dur="1000"/>
                                        <p:tgtEl>
                                          <p:spTgt spid="3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animEffect transition="in" filter="wipe(down)">
                                      <p:cBhvr>
                                        <p:cTn id="43" dur="1000"/>
                                        <p:tgtEl>
                                          <p:spTgt spid="43"/>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down)">
                                      <p:cBhvr>
                                        <p:cTn id="46" dur="1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53"/>
                                        </p:tgtEl>
                                        <p:attrNameLst>
                                          <p:attrName>style.visibility</p:attrName>
                                        </p:attrNameLst>
                                      </p:cBhvr>
                                      <p:to>
                                        <p:strVal val="visible"/>
                                      </p:to>
                                    </p:set>
                                    <p:animEffect transition="in" filter="wipe(down)">
                                      <p:cBhvr>
                                        <p:cTn id="51" dur="1000"/>
                                        <p:tgtEl>
                                          <p:spTgt spid="53"/>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wipe(down)">
                                      <p:cBhvr>
                                        <p:cTn id="54" dur="1000"/>
                                        <p:tgtEl>
                                          <p:spTgt spid="3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down)">
                                      <p:cBhvr>
                                        <p:cTn id="57" dur="1000"/>
                                        <p:tgtEl>
                                          <p:spTgt spid="4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down)">
                                      <p:cBhvr>
                                        <p:cTn id="62" dur="1000"/>
                                        <p:tgtEl>
                                          <p:spTgt spid="51"/>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down)">
                                      <p:cBhvr>
                                        <p:cTn id="65" dur="1000"/>
                                        <p:tgtEl>
                                          <p:spTgt spid="3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wipe(down)">
                                      <p:cBhvr>
                                        <p:cTn id="68" dur="10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wipe(down)">
                                      <p:cBhvr>
                                        <p:cTn id="73" dur="1000"/>
                                        <p:tgtEl>
                                          <p:spTgt spid="39"/>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wipe(down)">
                                      <p:cBhvr>
                                        <p:cTn id="76" dur="1000"/>
                                        <p:tgtEl>
                                          <p:spTgt spid="46"/>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52"/>
                                        </p:tgtEl>
                                        <p:attrNameLst>
                                          <p:attrName>style.visibility</p:attrName>
                                        </p:attrNameLst>
                                      </p:cBhvr>
                                      <p:to>
                                        <p:strVal val="visible"/>
                                      </p:to>
                                    </p:set>
                                    <p:animEffect transition="in" filter="wipe(down)">
                                      <p:cBhvr>
                                        <p:cTn id="79"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02</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8"/>
          <p:cNvGrpSpPr/>
          <p:nvPr/>
        </p:nvGrpSpPr>
        <p:grpSpPr>
          <a:xfrm>
            <a:off x="4070331" y="2529301"/>
            <a:ext cx="4344278" cy="3225608"/>
            <a:chOff x="4055953" y="2083958"/>
            <a:chExt cx="5076442" cy="3769237"/>
          </a:xfrm>
        </p:grpSpPr>
        <p:sp>
          <p:nvSpPr>
            <p:cNvPr id="10" name="椭圆 9"/>
            <p:cNvSpPr/>
            <p:nvPr/>
          </p:nvSpPr>
          <p:spPr>
            <a:xfrm>
              <a:off x="4055953" y="4014235"/>
              <a:ext cx="1838392" cy="1838960"/>
            </a:xfrm>
            <a:prstGeom prst="ellipse">
              <a:avLst/>
            </a:prstGeom>
            <a:solidFill>
              <a:srgbClr val="C00000"/>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1" name="椭圆 10"/>
            <p:cNvSpPr/>
            <p:nvPr/>
          </p:nvSpPr>
          <p:spPr>
            <a:xfrm>
              <a:off x="5876599" y="3710270"/>
              <a:ext cx="989065" cy="989371"/>
            </a:xfrm>
            <a:prstGeom prst="ellipse">
              <a:avLst/>
            </a:prstGeom>
            <a:solidFill>
              <a:schemeClr val="tx1">
                <a:lumMod val="75000"/>
                <a:lumOff val="25000"/>
              </a:schemeClr>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2" name="椭圆 11"/>
            <p:cNvSpPr/>
            <p:nvPr/>
          </p:nvSpPr>
          <p:spPr>
            <a:xfrm>
              <a:off x="6789559" y="2143563"/>
              <a:ext cx="2342836" cy="2343560"/>
            </a:xfrm>
            <a:prstGeom prst="ellipse">
              <a:avLst/>
            </a:prstGeom>
            <a:solidFill>
              <a:srgbClr val="C00000"/>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3" name="椭圆 12"/>
            <p:cNvSpPr/>
            <p:nvPr/>
          </p:nvSpPr>
          <p:spPr>
            <a:xfrm>
              <a:off x="4899886" y="2775867"/>
              <a:ext cx="1206169" cy="1206540"/>
            </a:xfrm>
            <a:prstGeom prst="ellipse">
              <a:avLst/>
            </a:prstGeom>
            <a:solidFill>
              <a:schemeClr val="tx1">
                <a:lumMod val="75000"/>
                <a:lumOff val="25000"/>
              </a:schemeClr>
            </a:solidFill>
            <a:ln w="12700" cap="flat" cmpd="sng" algn="ctr">
              <a:no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4" name="椭圆 13"/>
            <p:cNvSpPr/>
            <p:nvPr/>
          </p:nvSpPr>
          <p:spPr>
            <a:xfrm>
              <a:off x="6270848" y="2083958"/>
              <a:ext cx="518713" cy="518873"/>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5" name="椭圆 14"/>
            <p:cNvSpPr/>
            <p:nvPr/>
          </p:nvSpPr>
          <p:spPr>
            <a:xfrm>
              <a:off x="6168492" y="2846889"/>
              <a:ext cx="386140" cy="386259"/>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6" name="椭圆 15"/>
            <p:cNvSpPr/>
            <p:nvPr/>
          </p:nvSpPr>
          <p:spPr>
            <a:xfrm>
              <a:off x="6963590" y="4410158"/>
              <a:ext cx="386140" cy="386259"/>
            </a:xfrm>
            <a:prstGeom prst="ellipse">
              <a:avLst/>
            </a:prstGeom>
            <a:noFill/>
            <a:ln w="38100" cap="flat" cmpd="sng" algn="ctr">
              <a:solidFill>
                <a:srgbClr val="323F4F"/>
              </a:solidFill>
              <a:prstDash val="solid"/>
              <a:miter lim="800000"/>
            </a:ln>
            <a:effectLst/>
          </p:spPr>
          <p:txBody>
            <a:bodyPr rot="0" spcFirstLastPara="0" vertOverflow="overflow" horzOverflow="overflow" vert="horz" wrap="square" lIns="91412" tIns="45705" rIns="91412" bIns="45705"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grpSp>
          <p:nvGrpSpPr>
            <p:cNvPr id="17" name="组合 16"/>
            <p:cNvGrpSpPr/>
            <p:nvPr/>
          </p:nvGrpSpPr>
          <p:grpSpPr>
            <a:xfrm>
              <a:off x="5279163" y="3150207"/>
              <a:ext cx="514179" cy="457860"/>
              <a:chOff x="6699251" y="2735263"/>
              <a:chExt cx="404812" cy="360362"/>
            </a:xfrm>
            <a:solidFill>
              <a:srgbClr val="FFFFFF"/>
            </a:solidFill>
          </p:grpSpPr>
          <p:sp>
            <p:nvSpPr>
              <p:cNvPr id="21" name="Freeform 27"/>
              <p:cNvSpPr/>
              <p:nvPr/>
            </p:nvSpPr>
            <p:spPr bwMode="auto">
              <a:xfrm>
                <a:off x="6980238" y="2746375"/>
                <a:ext cx="123825" cy="338137"/>
              </a:xfrm>
              <a:custGeom>
                <a:avLst/>
                <a:gdLst>
                  <a:gd name="T0" fmla="*/ 9 w 11"/>
                  <a:gd name="T1" fmla="*/ 15 h 30"/>
                  <a:gd name="T2" fmla="*/ 1 w 11"/>
                  <a:gd name="T3" fmla="*/ 1 h 30"/>
                  <a:gd name="T4" fmla="*/ 2 w 11"/>
                  <a:gd name="T5" fmla="*/ 0 h 30"/>
                  <a:gd name="T6" fmla="*/ 11 w 11"/>
                  <a:gd name="T7" fmla="*/ 15 h 30"/>
                  <a:gd name="T8" fmla="*/ 1 w 11"/>
                  <a:gd name="T9" fmla="*/ 30 h 30"/>
                  <a:gd name="T10" fmla="*/ 0 w 11"/>
                  <a:gd name="T11" fmla="*/ 28 h 30"/>
                  <a:gd name="T12" fmla="*/ 9 w 11"/>
                  <a:gd name="T13" fmla="*/ 15 h 30"/>
                </a:gdLst>
                <a:ahLst/>
                <a:cxnLst>
                  <a:cxn ang="0">
                    <a:pos x="T0" y="T1"/>
                  </a:cxn>
                  <a:cxn ang="0">
                    <a:pos x="T2" y="T3"/>
                  </a:cxn>
                  <a:cxn ang="0">
                    <a:pos x="T4" y="T5"/>
                  </a:cxn>
                  <a:cxn ang="0">
                    <a:pos x="T6" y="T7"/>
                  </a:cxn>
                  <a:cxn ang="0">
                    <a:pos x="T8" y="T9"/>
                  </a:cxn>
                  <a:cxn ang="0">
                    <a:pos x="T10" y="T11"/>
                  </a:cxn>
                  <a:cxn ang="0">
                    <a:pos x="T12" y="T13"/>
                  </a:cxn>
                </a:cxnLst>
                <a:rect l="0" t="0" r="r" b="b"/>
                <a:pathLst>
                  <a:path w="11" h="30">
                    <a:moveTo>
                      <a:pt x="9" y="15"/>
                    </a:moveTo>
                    <a:cubicBezTo>
                      <a:pt x="9" y="9"/>
                      <a:pt x="6" y="4"/>
                      <a:pt x="1" y="1"/>
                    </a:cubicBezTo>
                    <a:cubicBezTo>
                      <a:pt x="2" y="0"/>
                      <a:pt x="2" y="0"/>
                      <a:pt x="2" y="0"/>
                    </a:cubicBezTo>
                    <a:cubicBezTo>
                      <a:pt x="7" y="2"/>
                      <a:pt x="11" y="8"/>
                      <a:pt x="11" y="15"/>
                    </a:cubicBezTo>
                    <a:cubicBezTo>
                      <a:pt x="11" y="21"/>
                      <a:pt x="7" y="27"/>
                      <a:pt x="1" y="30"/>
                    </a:cubicBezTo>
                    <a:cubicBezTo>
                      <a:pt x="0" y="28"/>
                      <a:pt x="0" y="28"/>
                      <a:pt x="0" y="28"/>
                    </a:cubicBezTo>
                    <a:cubicBezTo>
                      <a:pt x="5" y="25"/>
                      <a:pt x="9" y="20"/>
                      <a:pt x="9" y="15"/>
                    </a:cubicBez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2" name="Freeform 28"/>
              <p:cNvSpPr/>
              <p:nvPr/>
            </p:nvSpPr>
            <p:spPr bwMode="auto">
              <a:xfrm>
                <a:off x="6946901" y="2768600"/>
                <a:ext cx="101600" cy="282575"/>
              </a:xfrm>
              <a:custGeom>
                <a:avLst/>
                <a:gdLst>
                  <a:gd name="T0" fmla="*/ 7 w 9"/>
                  <a:gd name="T1" fmla="*/ 13 h 25"/>
                  <a:gd name="T2" fmla="*/ 0 w 9"/>
                  <a:gd name="T3" fmla="*/ 2 h 25"/>
                  <a:gd name="T4" fmla="*/ 1 w 9"/>
                  <a:gd name="T5" fmla="*/ 0 h 25"/>
                  <a:gd name="T6" fmla="*/ 9 w 9"/>
                  <a:gd name="T7" fmla="*/ 13 h 25"/>
                  <a:gd name="T8" fmla="*/ 1 w 9"/>
                  <a:gd name="T9" fmla="*/ 25 h 25"/>
                  <a:gd name="T10" fmla="*/ 0 w 9"/>
                  <a:gd name="T11" fmla="*/ 23 h 25"/>
                  <a:gd name="T12" fmla="*/ 7 w 9"/>
                  <a:gd name="T13" fmla="*/ 13 h 25"/>
                </a:gdLst>
                <a:ahLst/>
                <a:cxnLst>
                  <a:cxn ang="0">
                    <a:pos x="T0" y="T1"/>
                  </a:cxn>
                  <a:cxn ang="0">
                    <a:pos x="T2" y="T3"/>
                  </a:cxn>
                  <a:cxn ang="0">
                    <a:pos x="T4" y="T5"/>
                  </a:cxn>
                  <a:cxn ang="0">
                    <a:pos x="T6" y="T7"/>
                  </a:cxn>
                  <a:cxn ang="0">
                    <a:pos x="T8" y="T9"/>
                  </a:cxn>
                  <a:cxn ang="0">
                    <a:pos x="T10" y="T11"/>
                  </a:cxn>
                  <a:cxn ang="0">
                    <a:pos x="T12" y="T13"/>
                  </a:cxn>
                </a:cxnLst>
                <a:rect l="0" t="0" r="r" b="b"/>
                <a:pathLst>
                  <a:path w="9" h="25">
                    <a:moveTo>
                      <a:pt x="7" y="13"/>
                    </a:moveTo>
                    <a:cubicBezTo>
                      <a:pt x="7" y="8"/>
                      <a:pt x="4" y="4"/>
                      <a:pt x="0" y="2"/>
                    </a:cubicBezTo>
                    <a:cubicBezTo>
                      <a:pt x="1" y="0"/>
                      <a:pt x="1" y="0"/>
                      <a:pt x="1" y="0"/>
                    </a:cubicBezTo>
                    <a:cubicBezTo>
                      <a:pt x="6" y="2"/>
                      <a:pt x="9" y="7"/>
                      <a:pt x="9" y="13"/>
                    </a:cubicBezTo>
                    <a:cubicBezTo>
                      <a:pt x="9" y="18"/>
                      <a:pt x="6" y="23"/>
                      <a:pt x="1" y="25"/>
                    </a:cubicBezTo>
                    <a:cubicBezTo>
                      <a:pt x="0" y="23"/>
                      <a:pt x="0" y="23"/>
                      <a:pt x="0" y="23"/>
                    </a:cubicBezTo>
                    <a:cubicBezTo>
                      <a:pt x="4" y="21"/>
                      <a:pt x="7" y="17"/>
                      <a:pt x="7" y="13"/>
                    </a:cubicBez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3" name="Freeform 29"/>
              <p:cNvSpPr/>
              <p:nvPr/>
            </p:nvSpPr>
            <p:spPr bwMode="auto">
              <a:xfrm>
                <a:off x="6789738" y="2735263"/>
                <a:ext cx="123825" cy="360362"/>
              </a:xfrm>
              <a:custGeom>
                <a:avLst/>
                <a:gdLst>
                  <a:gd name="T0" fmla="*/ 0 w 78"/>
                  <a:gd name="T1" fmla="*/ 64 h 227"/>
                  <a:gd name="T2" fmla="*/ 0 w 78"/>
                  <a:gd name="T3" fmla="*/ 156 h 227"/>
                  <a:gd name="T4" fmla="*/ 49 w 78"/>
                  <a:gd name="T5" fmla="*/ 199 h 227"/>
                  <a:gd name="T6" fmla="*/ 49 w 78"/>
                  <a:gd name="T7" fmla="*/ 114 h 227"/>
                  <a:gd name="T8" fmla="*/ 56 w 78"/>
                  <a:gd name="T9" fmla="*/ 114 h 227"/>
                  <a:gd name="T10" fmla="*/ 56 w 78"/>
                  <a:gd name="T11" fmla="*/ 206 h 227"/>
                  <a:gd name="T12" fmla="*/ 78 w 78"/>
                  <a:gd name="T13" fmla="*/ 227 h 227"/>
                  <a:gd name="T14" fmla="*/ 78 w 78"/>
                  <a:gd name="T15" fmla="*/ 0 h 227"/>
                  <a:gd name="T16" fmla="*/ 0 w 78"/>
                  <a:gd name="T17" fmla="*/ 64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 h="227">
                    <a:moveTo>
                      <a:pt x="0" y="64"/>
                    </a:moveTo>
                    <a:lnTo>
                      <a:pt x="0" y="156"/>
                    </a:lnTo>
                    <a:lnTo>
                      <a:pt x="49" y="199"/>
                    </a:lnTo>
                    <a:lnTo>
                      <a:pt x="49" y="114"/>
                    </a:lnTo>
                    <a:lnTo>
                      <a:pt x="56" y="114"/>
                    </a:lnTo>
                    <a:lnTo>
                      <a:pt x="56" y="206"/>
                    </a:lnTo>
                    <a:lnTo>
                      <a:pt x="78" y="227"/>
                    </a:lnTo>
                    <a:lnTo>
                      <a:pt x="78" y="0"/>
                    </a:lnTo>
                    <a:lnTo>
                      <a:pt x="0" y="64"/>
                    </a:ln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24" name="Freeform 30"/>
              <p:cNvSpPr/>
              <p:nvPr/>
            </p:nvSpPr>
            <p:spPr bwMode="auto">
              <a:xfrm>
                <a:off x="6699251" y="2847975"/>
                <a:ext cx="66675" cy="134937"/>
              </a:xfrm>
              <a:custGeom>
                <a:avLst/>
                <a:gdLst>
                  <a:gd name="T0" fmla="*/ 0 w 42"/>
                  <a:gd name="T1" fmla="*/ 0 h 85"/>
                  <a:gd name="T2" fmla="*/ 0 w 42"/>
                  <a:gd name="T3" fmla="*/ 85 h 85"/>
                  <a:gd name="T4" fmla="*/ 28 w 42"/>
                  <a:gd name="T5" fmla="*/ 85 h 85"/>
                  <a:gd name="T6" fmla="*/ 28 w 42"/>
                  <a:gd name="T7" fmla="*/ 35 h 85"/>
                  <a:gd name="T8" fmla="*/ 35 w 42"/>
                  <a:gd name="T9" fmla="*/ 35 h 85"/>
                  <a:gd name="T10" fmla="*/ 35 w 42"/>
                  <a:gd name="T11" fmla="*/ 85 h 85"/>
                  <a:gd name="T12" fmla="*/ 42 w 42"/>
                  <a:gd name="T13" fmla="*/ 85 h 85"/>
                  <a:gd name="T14" fmla="*/ 42 w 42"/>
                  <a:gd name="T15" fmla="*/ 0 h 85"/>
                  <a:gd name="T16" fmla="*/ 0 w 42"/>
                  <a:gd name="T1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85">
                    <a:moveTo>
                      <a:pt x="0" y="0"/>
                    </a:moveTo>
                    <a:lnTo>
                      <a:pt x="0" y="85"/>
                    </a:lnTo>
                    <a:lnTo>
                      <a:pt x="28" y="85"/>
                    </a:lnTo>
                    <a:lnTo>
                      <a:pt x="28" y="35"/>
                    </a:lnTo>
                    <a:lnTo>
                      <a:pt x="35" y="35"/>
                    </a:lnTo>
                    <a:lnTo>
                      <a:pt x="35" y="85"/>
                    </a:lnTo>
                    <a:lnTo>
                      <a:pt x="42" y="85"/>
                    </a:lnTo>
                    <a:lnTo>
                      <a:pt x="42" y="0"/>
                    </a:lnTo>
                    <a:lnTo>
                      <a:pt x="0" y="0"/>
                    </a:lnTo>
                    <a:close/>
                  </a:path>
                </a:pathLst>
              </a:custGeom>
              <a:grpFill/>
              <a:ln>
                <a:noFill/>
              </a:ln>
            </p:spPr>
            <p:txBody>
              <a:bodyPr vert="horz" wrap="square" lIns="121883" tIns="60941" rIns="121883"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grpSp>
        <p:sp>
          <p:nvSpPr>
            <p:cNvPr id="18" name="KSO_Shape"/>
            <p:cNvSpPr/>
            <p:nvPr/>
          </p:nvSpPr>
          <p:spPr>
            <a:xfrm>
              <a:off x="7467593" y="2864033"/>
              <a:ext cx="1016271" cy="803097"/>
            </a:xfrm>
            <a:custGeom>
              <a:avLst/>
              <a:gdLst/>
              <a:ahLst/>
              <a:cxnLst/>
              <a:rect l="l" t="t" r="r" b="b"/>
              <a:pathLst>
                <a:path w="936104" h="739561">
                  <a:moveTo>
                    <a:pt x="282640" y="667561"/>
                  </a:moveTo>
                  <a:lnTo>
                    <a:pt x="653465" y="667561"/>
                  </a:lnTo>
                  <a:lnTo>
                    <a:pt x="684077" y="739561"/>
                  </a:lnTo>
                  <a:lnTo>
                    <a:pt x="252028" y="739561"/>
                  </a:lnTo>
                  <a:close/>
                  <a:moveTo>
                    <a:pt x="54052" y="52175"/>
                  </a:moveTo>
                  <a:lnTo>
                    <a:pt x="54052" y="520175"/>
                  </a:lnTo>
                  <a:lnTo>
                    <a:pt x="882052" y="520175"/>
                  </a:lnTo>
                  <a:lnTo>
                    <a:pt x="882052" y="52175"/>
                  </a:lnTo>
                  <a:close/>
                  <a:moveTo>
                    <a:pt x="0" y="0"/>
                  </a:moveTo>
                  <a:lnTo>
                    <a:pt x="936104" y="0"/>
                  </a:lnTo>
                  <a:lnTo>
                    <a:pt x="936104" y="648000"/>
                  </a:lnTo>
                  <a:lnTo>
                    <a:pt x="0" y="648000"/>
                  </a:lnTo>
                  <a:close/>
                </a:path>
              </a:pathLst>
            </a:custGeom>
            <a:solidFill>
              <a:srgbClr val="FFFFFF"/>
            </a:solidFill>
            <a:ln w="12700" cap="flat" cmpd="sng" algn="ctr">
              <a:noFill/>
              <a:prstDash val="solid"/>
              <a:miter lim="800000"/>
            </a:ln>
            <a:effectLst/>
          </p:spPr>
          <p:txBody>
            <a:bodyPr lIns="91412" tIns="45705" rIns="91412" bIns="32390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prstClr val="black"/>
                </a:solidFill>
                <a:effectLst/>
                <a:uLnTx/>
                <a:uFillTx/>
                <a:cs typeface="+mn-ea"/>
                <a:sym typeface="+mn-lt"/>
              </a:endParaRPr>
            </a:p>
          </p:txBody>
        </p:sp>
        <p:sp>
          <p:nvSpPr>
            <p:cNvPr id="19" name="KSO_Shape"/>
            <p:cNvSpPr/>
            <p:nvPr/>
          </p:nvSpPr>
          <p:spPr bwMode="auto">
            <a:xfrm>
              <a:off x="6165139" y="4014236"/>
              <a:ext cx="405889" cy="376239"/>
            </a:xfrm>
            <a:custGeom>
              <a:avLst/>
              <a:gdLst>
                <a:gd name="T0" fmla="*/ 2147483646 w 5982"/>
                <a:gd name="T1" fmla="*/ 0 h 5544"/>
                <a:gd name="T2" fmla="*/ 2147483646 w 5982"/>
                <a:gd name="T3" fmla="*/ 2147483646 h 5544"/>
                <a:gd name="T4" fmla="*/ 2147483646 w 5982"/>
                <a:gd name="T5" fmla="*/ 2147483646 h 5544"/>
                <a:gd name="T6" fmla="*/ 2147483646 w 5982"/>
                <a:gd name="T7" fmla="*/ 2147483646 h 5544"/>
                <a:gd name="T8" fmla="*/ 2147483646 w 5982"/>
                <a:gd name="T9" fmla="*/ 2147483646 h 5544"/>
                <a:gd name="T10" fmla="*/ 1840863726 w 5982"/>
                <a:gd name="T11" fmla="*/ 2147483646 h 5544"/>
                <a:gd name="T12" fmla="*/ 904306876 w 5982"/>
                <a:gd name="T13" fmla="*/ 2147483646 h 5544"/>
                <a:gd name="T14" fmla="*/ 290651983 w 5982"/>
                <a:gd name="T15" fmla="*/ 2147483646 h 5544"/>
                <a:gd name="T16" fmla="*/ 0 w 5982"/>
                <a:gd name="T17" fmla="*/ 2147483646 h 5544"/>
                <a:gd name="T18" fmla="*/ 2147483646 w 5982"/>
                <a:gd name="T19" fmla="*/ 2147483646 h 5544"/>
                <a:gd name="T20" fmla="*/ 2147483646 w 5982"/>
                <a:gd name="T21" fmla="*/ 2147483646 h 5544"/>
                <a:gd name="T22" fmla="*/ 2147483646 w 5982"/>
                <a:gd name="T23" fmla="*/ 2147483646 h 5544"/>
                <a:gd name="T24" fmla="*/ 2147483646 w 5982"/>
                <a:gd name="T25" fmla="*/ 2147483646 h 5544"/>
                <a:gd name="T26" fmla="*/ 2147483646 w 5982"/>
                <a:gd name="T27" fmla="*/ 2147483646 h 5544"/>
                <a:gd name="T28" fmla="*/ 2147483646 w 5982"/>
                <a:gd name="T29" fmla="*/ 2147483646 h 5544"/>
                <a:gd name="T30" fmla="*/ 2147483646 w 5982"/>
                <a:gd name="T31" fmla="*/ 2147483646 h 5544"/>
                <a:gd name="T32" fmla="*/ 2147483646 w 5982"/>
                <a:gd name="T33" fmla="*/ 2147483646 h 5544"/>
                <a:gd name="T34" fmla="*/ 2147483646 w 5982"/>
                <a:gd name="T35" fmla="*/ 2147483646 h 5544"/>
                <a:gd name="T36" fmla="*/ 2147483646 w 5982"/>
                <a:gd name="T37" fmla="*/ 2147483646 h 5544"/>
                <a:gd name="T38" fmla="*/ 2147483646 w 5982"/>
                <a:gd name="T39" fmla="*/ 2147483646 h 5544"/>
                <a:gd name="T40" fmla="*/ 2147483646 w 5982"/>
                <a:gd name="T41" fmla="*/ 2147483646 h 5544"/>
                <a:gd name="T42" fmla="*/ 2147483646 w 5982"/>
                <a:gd name="T43" fmla="*/ 2147483646 h 5544"/>
                <a:gd name="T44" fmla="*/ 2147483646 w 5982"/>
                <a:gd name="T45" fmla="*/ 2147483646 h 5544"/>
                <a:gd name="T46" fmla="*/ 2147483646 w 5982"/>
                <a:gd name="T47" fmla="*/ 2147483646 h 5544"/>
                <a:gd name="T48" fmla="*/ 2147483646 w 5982"/>
                <a:gd name="T49" fmla="*/ 2147483646 h 5544"/>
                <a:gd name="T50" fmla="*/ 2147483646 w 5982"/>
                <a:gd name="T51" fmla="*/ 2147483646 h 5544"/>
                <a:gd name="T52" fmla="*/ 2147483646 w 5982"/>
                <a:gd name="T53" fmla="*/ 2147483646 h 5544"/>
                <a:gd name="T54" fmla="*/ 2147483646 w 5982"/>
                <a:gd name="T55" fmla="*/ 2147483646 h 5544"/>
                <a:gd name="T56" fmla="*/ 2147483646 w 5982"/>
                <a:gd name="T57" fmla="*/ 2147483646 h 5544"/>
                <a:gd name="T58" fmla="*/ 2147483646 w 5982"/>
                <a:gd name="T59" fmla="*/ 2147483646 h 5544"/>
                <a:gd name="T60" fmla="*/ 2147483646 w 5982"/>
                <a:gd name="T61" fmla="*/ 2147483646 h 5544"/>
                <a:gd name="T62" fmla="*/ 2147483646 w 5982"/>
                <a:gd name="T63" fmla="*/ 2147483646 h 5544"/>
                <a:gd name="T64" fmla="*/ 2147483646 w 5982"/>
                <a:gd name="T65" fmla="*/ 2147483646 h 5544"/>
                <a:gd name="T66" fmla="*/ 2147483646 w 5982"/>
                <a:gd name="T67" fmla="*/ 2147483646 h 5544"/>
                <a:gd name="T68" fmla="*/ 2147483646 w 5982"/>
                <a:gd name="T69" fmla="*/ 2147483646 h 5544"/>
                <a:gd name="T70" fmla="*/ 2147483646 w 5982"/>
                <a:gd name="T71" fmla="*/ 2147483646 h 5544"/>
                <a:gd name="T72" fmla="*/ 2147483646 w 5982"/>
                <a:gd name="T73" fmla="*/ 2147483646 h 5544"/>
                <a:gd name="T74" fmla="*/ 2147483646 w 5982"/>
                <a:gd name="T75" fmla="*/ 2147483646 h 5544"/>
                <a:gd name="T76" fmla="*/ 2147483646 w 5982"/>
                <a:gd name="T77" fmla="*/ 2147483646 h 5544"/>
                <a:gd name="T78" fmla="*/ 2147483646 w 5982"/>
                <a:gd name="T79" fmla="*/ 2147483646 h 5544"/>
                <a:gd name="T80" fmla="*/ 2147483646 w 5982"/>
                <a:gd name="T81" fmla="*/ 2147483646 h 5544"/>
                <a:gd name="T82" fmla="*/ 2147483646 w 5982"/>
                <a:gd name="T83" fmla="*/ 2147483646 h 5544"/>
                <a:gd name="T84" fmla="*/ 2147483646 w 5982"/>
                <a:gd name="T85" fmla="*/ 2147483646 h 5544"/>
                <a:gd name="T86" fmla="*/ 2147483646 w 5982"/>
                <a:gd name="T87" fmla="*/ 2147483646 h 5544"/>
                <a:gd name="T88" fmla="*/ 2147483646 w 5982"/>
                <a:gd name="T89" fmla="*/ 2147483646 h 5544"/>
                <a:gd name="T90" fmla="*/ 2147483646 w 5982"/>
                <a:gd name="T91" fmla="*/ 2147483646 h 5544"/>
                <a:gd name="T92" fmla="*/ 2147483646 w 5982"/>
                <a:gd name="T93" fmla="*/ 2147483646 h 5544"/>
                <a:gd name="T94" fmla="*/ 2147483646 w 5982"/>
                <a:gd name="T95" fmla="*/ 2147483646 h 5544"/>
                <a:gd name="T96" fmla="*/ 2147483646 w 5982"/>
                <a:gd name="T97" fmla="*/ 2147483646 h 5544"/>
                <a:gd name="T98" fmla="*/ 2147483646 w 5982"/>
                <a:gd name="T99" fmla="*/ 2147483646 h 5544"/>
                <a:gd name="T100" fmla="*/ 2147483646 w 5982"/>
                <a:gd name="T101" fmla="*/ 2147483646 h 5544"/>
                <a:gd name="T102" fmla="*/ 2147483646 w 5982"/>
                <a:gd name="T103" fmla="*/ 2147483646 h 5544"/>
                <a:gd name="T104" fmla="*/ 2147483646 w 5982"/>
                <a:gd name="T105" fmla="*/ 2147483646 h 5544"/>
                <a:gd name="T106" fmla="*/ 2147483646 w 5982"/>
                <a:gd name="T107" fmla="*/ 2147483646 h 5544"/>
                <a:gd name="T108" fmla="*/ 2147483646 w 5982"/>
                <a:gd name="T109" fmla="*/ 2147483646 h 5544"/>
                <a:gd name="T110" fmla="*/ 2147483646 w 5982"/>
                <a:gd name="T111" fmla="*/ 2147483646 h 5544"/>
                <a:gd name="T112" fmla="*/ 2147483646 w 5982"/>
                <a:gd name="T113" fmla="*/ 2147483646 h 5544"/>
                <a:gd name="T114" fmla="*/ 2147483646 w 5982"/>
                <a:gd name="T115" fmla="*/ 2147483646 h 5544"/>
                <a:gd name="T116" fmla="*/ 2147483646 w 5982"/>
                <a:gd name="T117" fmla="*/ 2147483646 h 5544"/>
                <a:gd name="T118" fmla="*/ 2147483646 w 5982"/>
                <a:gd name="T119" fmla="*/ 2147483646 h 5544"/>
                <a:gd name="T120" fmla="*/ 2147483646 w 5982"/>
                <a:gd name="T121" fmla="*/ 2147483646 h 5544"/>
                <a:gd name="T122" fmla="*/ 2147483646 w 5982"/>
                <a:gd name="T123" fmla="*/ 2147483646 h 5544"/>
                <a:gd name="T124" fmla="*/ 2147483646 w 5982"/>
                <a:gd name="T125" fmla="*/ 2147483646 h 55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982" h="5544">
                  <a:moveTo>
                    <a:pt x="5691" y="1008"/>
                  </a:moveTo>
                  <a:lnTo>
                    <a:pt x="4765" y="1008"/>
                  </a:lnTo>
                  <a:lnTo>
                    <a:pt x="4765" y="0"/>
                  </a:lnTo>
                  <a:lnTo>
                    <a:pt x="1217" y="0"/>
                  </a:lnTo>
                  <a:lnTo>
                    <a:pt x="1217" y="1008"/>
                  </a:lnTo>
                  <a:lnTo>
                    <a:pt x="291" y="1008"/>
                  </a:lnTo>
                  <a:lnTo>
                    <a:pt x="275" y="1008"/>
                  </a:lnTo>
                  <a:lnTo>
                    <a:pt x="261" y="1009"/>
                  </a:lnTo>
                  <a:lnTo>
                    <a:pt x="246" y="1012"/>
                  </a:lnTo>
                  <a:lnTo>
                    <a:pt x="232" y="1014"/>
                  </a:lnTo>
                  <a:lnTo>
                    <a:pt x="217" y="1017"/>
                  </a:lnTo>
                  <a:lnTo>
                    <a:pt x="204" y="1021"/>
                  </a:lnTo>
                  <a:lnTo>
                    <a:pt x="190" y="1026"/>
                  </a:lnTo>
                  <a:lnTo>
                    <a:pt x="177" y="1031"/>
                  </a:lnTo>
                  <a:lnTo>
                    <a:pt x="164" y="1037"/>
                  </a:lnTo>
                  <a:lnTo>
                    <a:pt x="151" y="1043"/>
                  </a:lnTo>
                  <a:lnTo>
                    <a:pt x="139" y="1051"/>
                  </a:lnTo>
                  <a:lnTo>
                    <a:pt x="128" y="1057"/>
                  </a:lnTo>
                  <a:lnTo>
                    <a:pt x="116" y="1066"/>
                  </a:lnTo>
                  <a:lnTo>
                    <a:pt x="106" y="1074"/>
                  </a:lnTo>
                  <a:lnTo>
                    <a:pt x="84" y="1093"/>
                  </a:lnTo>
                  <a:lnTo>
                    <a:pt x="65" y="1114"/>
                  </a:lnTo>
                  <a:lnTo>
                    <a:pt x="57" y="1125"/>
                  </a:lnTo>
                  <a:lnTo>
                    <a:pt x="49" y="1137"/>
                  </a:lnTo>
                  <a:lnTo>
                    <a:pt x="41" y="1148"/>
                  </a:lnTo>
                  <a:lnTo>
                    <a:pt x="34" y="1160"/>
                  </a:lnTo>
                  <a:lnTo>
                    <a:pt x="28" y="1173"/>
                  </a:lnTo>
                  <a:lnTo>
                    <a:pt x="22" y="1186"/>
                  </a:lnTo>
                  <a:lnTo>
                    <a:pt x="16" y="1199"/>
                  </a:lnTo>
                  <a:lnTo>
                    <a:pt x="12" y="1212"/>
                  </a:lnTo>
                  <a:lnTo>
                    <a:pt x="9" y="1227"/>
                  </a:lnTo>
                  <a:lnTo>
                    <a:pt x="5" y="1240"/>
                  </a:lnTo>
                  <a:lnTo>
                    <a:pt x="3" y="1255"/>
                  </a:lnTo>
                  <a:lnTo>
                    <a:pt x="1" y="1269"/>
                  </a:lnTo>
                  <a:lnTo>
                    <a:pt x="0" y="1284"/>
                  </a:lnTo>
                  <a:lnTo>
                    <a:pt x="0" y="1299"/>
                  </a:lnTo>
                  <a:lnTo>
                    <a:pt x="0" y="3772"/>
                  </a:lnTo>
                  <a:lnTo>
                    <a:pt x="1217" y="3772"/>
                  </a:lnTo>
                  <a:lnTo>
                    <a:pt x="1217" y="4194"/>
                  </a:lnTo>
                  <a:lnTo>
                    <a:pt x="2567" y="5544"/>
                  </a:lnTo>
                  <a:lnTo>
                    <a:pt x="4765" y="5544"/>
                  </a:lnTo>
                  <a:lnTo>
                    <a:pt x="4765" y="3787"/>
                  </a:lnTo>
                  <a:lnTo>
                    <a:pt x="5982" y="3787"/>
                  </a:lnTo>
                  <a:lnTo>
                    <a:pt x="5982" y="1299"/>
                  </a:lnTo>
                  <a:lnTo>
                    <a:pt x="5982" y="1284"/>
                  </a:lnTo>
                  <a:lnTo>
                    <a:pt x="5981" y="1269"/>
                  </a:lnTo>
                  <a:lnTo>
                    <a:pt x="5979" y="1255"/>
                  </a:lnTo>
                  <a:lnTo>
                    <a:pt x="5976" y="1240"/>
                  </a:lnTo>
                  <a:lnTo>
                    <a:pt x="5973" y="1227"/>
                  </a:lnTo>
                  <a:lnTo>
                    <a:pt x="5969" y="1212"/>
                  </a:lnTo>
                  <a:lnTo>
                    <a:pt x="5964" y="1199"/>
                  </a:lnTo>
                  <a:lnTo>
                    <a:pt x="5959" y="1186"/>
                  </a:lnTo>
                  <a:lnTo>
                    <a:pt x="5953" y="1173"/>
                  </a:lnTo>
                  <a:lnTo>
                    <a:pt x="5946" y="1160"/>
                  </a:lnTo>
                  <a:lnTo>
                    <a:pt x="5940" y="1148"/>
                  </a:lnTo>
                  <a:lnTo>
                    <a:pt x="5932" y="1137"/>
                  </a:lnTo>
                  <a:lnTo>
                    <a:pt x="5924" y="1125"/>
                  </a:lnTo>
                  <a:lnTo>
                    <a:pt x="5915" y="1114"/>
                  </a:lnTo>
                  <a:lnTo>
                    <a:pt x="5896" y="1093"/>
                  </a:lnTo>
                  <a:lnTo>
                    <a:pt x="5876" y="1074"/>
                  </a:lnTo>
                  <a:lnTo>
                    <a:pt x="5865" y="1066"/>
                  </a:lnTo>
                  <a:lnTo>
                    <a:pt x="5854" y="1057"/>
                  </a:lnTo>
                  <a:lnTo>
                    <a:pt x="5841" y="1051"/>
                  </a:lnTo>
                  <a:lnTo>
                    <a:pt x="5829" y="1043"/>
                  </a:lnTo>
                  <a:lnTo>
                    <a:pt x="5817" y="1037"/>
                  </a:lnTo>
                  <a:lnTo>
                    <a:pt x="5804" y="1031"/>
                  </a:lnTo>
                  <a:lnTo>
                    <a:pt x="5791" y="1026"/>
                  </a:lnTo>
                  <a:lnTo>
                    <a:pt x="5777" y="1021"/>
                  </a:lnTo>
                  <a:lnTo>
                    <a:pt x="5763" y="1017"/>
                  </a:lnTo>
                  <a:lnTo>
                    <a:pt x="5749" y="1014"/>
                  </a:lnTo>
                  <a:lnTo>
                    <a:pt x="5735" y="1012"/>
                  </a:lnTo>
                  <a:lnTo>
                    <a:pt x="5720" y="1009"/>
                  </a:lnTo>
                  <a:lnTo>
                    <a:pt x="5705" y="1008"/>
                  </a:lnTo>
                  <a:lnTo>
                    <a:pt x="5691" y="1008"/>
                  </a:lnTo>
                  <a:close/>
                  <a:moveTo>
                    <a:pt x="1559" y="342"/>
                  </a:moveTo>
                  <a:lnTo>
                    <a:pt x="4423" y="342"/>
                  </a:lnTo>
                  <a:lnTo>
                    <a:pt x="4423" y="1008"/>
                  </a:lnTo>
                  <a:lnTo>
                    <a:pt x="1559" y="1008"/>
                  </a:lnTo>
                  <a:lnTo>
                    <a:pt x="1559" y="342"/>
                  </a:lnTo>
                  <a:close/>
                  <a:moveTo>
                    <a:pt x="5104" y="3310"/>
                  </a:moveTo>
                  <a:lnTo>
                    <a:pt x="4765" y="3310"/>
                  </a:lnTo>
                  <a:lnTo>
                    <a:pt x="4765" y="2632"/>
                  </a:lnTo>
                  <a:lnTo>
                    <a:pt x="4423" y="2632"/>
                  </a:lnTo>
                  <a:lnTo>
                    <a:pt x="4423" y="5202"/>
                  </a:lnTo>
                  <a:lnTo>
                    <a:pt x="3016" y="5202"/>
                  </a:lnTo>
                  <a:lnTo>
                    <a:pt x="2992" y="5201"/>
                  </a:lnTo>
                  <a:lnTo>
                    <a:pt x="2970" y="5198"/>
                  </a:lnTo>
                  <a:lnTo>
                    <a:pt x="2949" y="5194"/>
                  </a:lnTo>
                  <a:lnTo>
                    <a:pt x="2929" y="5188"/>
                  </a:lnTo>
                  <a:lnTo>
                    <a:pt x="2910" y="5181"/>
                  </a:lnTo>
                  <a:lnTo>
                    <a:pt x="2892" y="5172"/>
                  </a:lnTo>
                  <a:lnTo>
                    <a:pt x="2874" y="5162"/>
                  </a:lnTo>
                  <a:lnTo>
                    <a:pt x="2859" y="5150"/>
                  </a:lnTo>
                  <a:lnTo>
                    <a:pt x="2843" y="5136"/>
                  </a:lnTo>
                  <a:lnTo>
                    <a:pt x="2829" y="5123"/>
                  </a:lnTo>
                  <a:lnTo>
                    <a:pt x="2815" y="5107"/>
                  </a:lnTo>
                  <a:lnTo>
                    <a:pt x="2803" y="5090"/>
                  </a:lnTo>
                  <a:lnTo>
                    <a:pt x="2791" y="5073"/>
                  </a:lnTo>
                  <a:lnTo>
                    <a:pt x="2779" y="5054"/>
                  </a:lnTo>
                  <a:lnTo>
                    <a:pt x="2769" y="5034"/>
                  </a:lnTo>
                  <a:lnTo>
                    <a:pt x="2759" y="5012"/>
                  </a:lnTo>
                  <a:lnTo>
                    <a:pt x="2752" y="4991"/>
                  </a:lnTo>
                  <a:lnTo>
                    <a:pt x="2743" y="4969"/>
                  </a:lnTo>
                  <a:lnTo>
                    <a:pt x="2736" y="4945"/>
                  </a:lnTo>
                  <a:lnTo>
                    <a:pt x="2729" y="4922"/>
                  </a:lnTo>
                  <a:lnTo>
                    <a:pt x="2723" y="4896"/>
                  </a:lnTo>
                  <a:lnTo>
                    <a:pt x="2718" y="4872"/>
                  </a:lnTo>
                  <a:lnTo>
                    <a:pt x="2709" y="4819"/>
                  </a:lnTo>
                  <a:lnTo>
                    <a:pt x="2701" y="4766"/>
                  </a:lnTo>
                  <a:lnTo>
                    <a:pt x="2697" y="4710"/>
                  </a:lnTo>
                  <a:lnTo>
                    <a:pt x="2695" y="4654"/>
                  </a:lnTo>
                  <a:lnTo>
                    <a:pt x="2694" y="4598"/>
                  </a:lnTo>
                  <a:lnTo>
                    <a:pt x="2694" y="4542"/>
                  </a:lnTo>
                  <a:lnTo>
                    <a:pt x="2695" y="4485"/>
                  </a:lnTo>
                  <a:lnTo>
                    <a:pt x="2698" y="4430"/>
                  </a:lnTo>
                  <a:lnTo>
                    <a:pt x="2701" y="4377"/>
                  </a:lnTo>
                  <a:lnTo>
                    <a:pt x="2706" y="4324"/>
                  </a:lnTo>
                  <a:lnTo>
                    <a:pt x="2710" y="4274"/>
                  </a:lnTo>
                  <a:lnTo>
                    <a:pt x="2721" y="4183"/>
                  </a:lnTo>
                  <a:lnTo>
                    <a:pt x="2733" y="4106"/>
                  </a:lnTo>
                  <a:lnTo>
                    <a:pt x="2743" y="4047"/>
                  </a:lnTo>
                  <a:lnTo>
                    <a:pt x="2752" y="3994"/>
                  </a:lnTo>
                  <a:lnTo>
                    <a:pt x="2701" y="4005"/>
                  </a:lnTo>
                  <a:lnTo>
                    <a:pt x="2643" y="4018"/>
                  </a:lnTo>
                  <a:lnTo>
                    <a:pt x="2567" y="4031"/>
                  </a:lnTo>
                  <a:lnTo>
                    <a:pt x="2478" y="4044"/>
                  </a:lnTo>
                  <a:lnTo>
                    <a:pt x="2429" y="4051"/>
                  </a:lnTo>
                  <a:lnTo>
                    <a:pt x="2379" y="4057"/>
                  </a:lnTo>
                  <a:lnTo>
                    <a:pt x="2325" y="4061"/>
                  </a:lnTo>
                  <a:lnTo>
                    <a:pt x="2272" y="4065"/>
                  </a:lnTo>
                  <a:lnTo>
                    <a:pt x="2217" y="4069"/>
                  </a:lnTo>
                  <a:lnTo>
                    <a:pt x="2161" y="4070"/>
                  </a:lnTo>
                  <a:lnTo>
                    <a:pt x="2106" y="4070"/>
                  </a:lnTo>
                  <a:lnTo>
                    <a:pt x="2051" y="4068"/>
                  </a:lnTo>
                  <a:lnTo>
                    <a:pt x="1996" y="4064"/>
                  </a:lnTo>
                  <a:lnTo>
                    <a:pt x="1943" y="4058"/>
                  </a:lnTo>
                  <a:lnTo>
                    <a:pt x="1917" y="4054"/>
                  </a:lnTo>
                  <a:lnTo>
                    <a:pt x="1891" y="4050"/>
                  </a:lnTo>
                  <a:lnTo>
                    <a:pt x="1867" y="4044"/>
                  </a:lnTo>
                  <a:lnTo>
                    <a:pt x="1842" y="4039"/>
                  </a:lnTo>
                  <a:lnTo>
                    <a:pt x="1819" y="4032"/>
                  </a:lnTo>
                  <a:lnTo>
                    <a:pt x="1796" y="4025"/>
                  </a:lnTo>
                  <a:lnTo>
                    <a:pt x="1773" y="4016"/>
                  </a:lnTo>
                  <a:lnTo>
                    <a:pt x="1752" y="4007"/>
                  </a:lnTo>
                  <a:lnTo>
                    <a:pt x="1731" y="3999"/>
                  </a:lnTo>
                  <a:lnTo>
                    <a:pt x="1712" y="3987"/>
                  </a:lnTo>
                  <a:lnTo>
                    <a:pt x="1693" y="3976"/>
                  </a:lnTo>
                  <a:lnTo>
                    <a:pt x="1675" y="3964"/>
                  </a:lnTo>
                  <a:lnTo>
                    <a:pt x="1658" y="3952"/>
                  </a:lnTo>
                  <a:lnTo>
                    <a:pt x="1643" y="3937"/>
                  </a:lnTo>
                  <a:lnTo>
                    <a:pt x="1628" y="3923"/>
                  </a:lnTo>
                  <a:lnTo>
                    <a:pt x="1615" y="3906"/>
                  </a:lnTo>
                  <a:lnTo>
                    <a:pt x="1603" y="3889"/>
                  </a:lnTo>
                  <a:lnTo>
                    <a:pt x="1593" y="3871"/>
                  </a:lnTo>
                  <a:lnTo>
                    <a:pt x="1583" y="3852"/>
                  </a:lnTo>
                  <a:lnTo>
                    <a:pt x="1575" y="3832"/>
                  </a:lnTo>
                  <a:lnTo>
                    <a:pt x="1569" y="3811"/>
                  </a:lnTo>
                  <a:lnTo>
                    <a:pt x="1564" y="3789"/>
                  </a:lnTo>
                  <a:lnTo>
                    <a:pt x="1561" y="3765"/>
                  </a:lnTo>
                  <a:lnTo>
                    <a:pt x="1559" y="3741"/>
                  </a:lnTo>
                  <a:lnTo>
                    <a:pt x="1559" y="2632"/>
                  </a:lnTo>
                  <a:lnTo>
                    <a:pt x="1217" y="2632"/>
                  </a:lnTo>
                  <a:lnTo>
                    <a:pt x="1217" y="3296"/>
                  </a:lnTo>
                  <a:lnTo>
                    <a:pt x="876" y="3296"/>
                  </a:lnTo>
                  <a:lnTo>
                    <a:pt x="876" y="2141"/>
                  </a:lnTo>
                  <a:lnTo>
                    <a:pt x="5104" y="2141"/>
                  </a:lnTo>
                  <a:lnTo>
                    <a:pt x="5104" y="3310"/>
                  </a:lnTo>
                  <a:close/>
                  <a:moveTo>
                    <a:pt x="5350" y="1722"/>
                  </a:moveTo>
                  <a:lnTo>
                    <a:pt x="5350" y="1722"/>
                  </a:lnTo>
                  <a:lnTo>
                    <a:pt x="5325" y="1721"/>
                  </a:lnTo>
                  <a:lnTo>
                    <a:pt x="5303" y="1718"/>
                  </a:lnTo>
                  <a:lnTo>
                    <a:pt x="5280" y="1712"/>
                  </a:lnTo>
                  <a:lnTo>
                    <a:pt x="5258" y="1704"/>
                  </a:lnTo>
                  <a:lnTo>
                    <a:pt x="5238" y="1694"/>
                  </a:lnTo>
                  <a:lnTo>
                    <a:pt x="5219" y="1682"/>
                  </a:lnTo>
                  <a:lnTo>
                    <a:pt x="5201" y="1669"/>
                  </a:lnTo>
                  <a:lnTo>
                    <a:pt x="5184" y="1654"/>
                  </a:lnTo>
                  <a:lnTo>
                    <a:pt x="5169" y="1637"/>
                  </a:lnTo>
                  <a:lnTo>
                    <a:pt x="5155" y="1619"/>
                  </a:lnTo>
                  <a:lnTo>
                    <a:pt x="5144" y="1601"/>
                  </a:lnTo>
                  <a:lnTo>
                    <a:pt x="5134" y="1579"/>
                  </a:lnTo>
                  <a:lnTo>
                    <a:pt x="5126" y="1558"/>
                  </a:lnTo>
                  <a:lnTo>
                    <a:pt x="5121" y="1536"/>
                  </a:lnTo>
                  <a:lnTo>
                    <a:pt x="5117" y="1512"/>
                  </a:lnTo>
                  <a:lnTo>
                    <a:pt x="5116" y="1489"/>
                  </a:lnTo>
                  <a:lnTo>
                    <a:pt x="5117" y="1466"/>
                  </a:lnTo>
                  <a:lnTo>
                    <a:pt x="5121" y="1442"/>
                  </a:lnTo>
                  <a:lnTo>
                    <a:pt x="5126" y="1420"/>
                  </a:lnTo>
                  <a:lnTo>
                    <a:pt x="5134" y="1399"/>
                  </a:lnTo>
                  <a:lnTo>
                    <a:pt x="5144" y="1379"/>
                  </a:lnTo>
                  <a:lnTo>
                    <a:pt x="5155" y="1359"/>
                  </a:lnTo>
                  <a:lnTo>
                    <a:pt x="5169" y="1341"/>
                  </a:lnTo>
                  <a:lnTo>
                    <a:pt x="5184" y="1324"/>
                  </a:lnTo>
                  <a:lnTo>
                    <a:pt x="5201" y="1309"/>
                  </a:lnTo>
                  <a:lnTo>
                    <a:pt x="5219" y="1296"/>
                  </a:lnTo>
                  <a:lnTo>
                    <a:pt x="5238" y="1284"/>
                  </a:lnTo>
                  <a:lnTo>
                    <a:pt x="5258" y="1275"/>
                  </a:lnTo>
                  <a:lnTo>
                    <a:pt x="5280" y="1267"/>
                  </a:lnTo>
                  <a:lnTo>
                    <a:pt x="5303" y="1261"/>
                  </a:lnTo>
                  <a:lnTo>
                    <a:pt x="5325" y="1257"/>
                  </a:lnTo>
                  <a:lnTo>
                    <a:pt x="5350" y="1256"/>
                  </a:lnTo>
                  <a:lnTo>
                    <a:pt x="5373" y="1257"/>
                  </a:lnTo>
                  <a:lnTo>
                    <a:pt x="5396" y="1261"/>
                  </a:lnTo>
                  <a:lnTo>
                    <a:pt x="5419" y="1267"/>
                  </a:lnTo>
                  <a:lnTo>
                    <a:pt x="5440" y="1275"/>
                  </a:lnTo>
                  <a:lnTo>
                    <a:pt x="5460" y="1284"/>
                  </a:lnTo>
                  <a:lnTo>
                    <a:pt x="5479" y="1296"/>
                  </a:lnTo>
                  <a:lnTo>
                    <a:pt x="5497" y="1309"/>
                  </a:lnTo>
                  <a:lnTo>
                    <a:pt x="5513" y="1324"/>
                  </a:lnTo>
                  <a:lnTo>
                    <a:pt x="5529" y="1341"/>
                  </a:lnTo>
                  <a:lnTo>
                    <a:pt x="5542" y="1359"/>
                  </a:lnTo>
                  <a:lnTo>
                    <a:pt x="5554" y="1379"/>
                  </a:lnTo>
                  <a:lnTo>
                    <a:pt x="5564" y="1399"/>
                  </a:lnTo>
                  <a:lnTo>
                    <a:pt x="5571" y="1420"/>
                  </a:lnTo>
                  <a:lnTo>
                    <a:pt x="5577" y="1442"/>
                  </a:lnTo>
                  <a:lnTo>
                    <a:pt x="5580" y="1466"/>
                  </a:lnTo>
                  <a:lnTo>
                    <a:pt x="5582" y="1489"/>
                  </a:lnTo>
                  <a:lnTo>
                    <a:pt x="5580" y="1512"/>
                  </a:lnTo>
                  <a:lnTo>
                    <a:pt x="5577" y="1536"/>
                  </a:lnTo>
                  <a:lnTo>
                    <a:pt x="5571" y="1558"/>
                  </a:lnTo>
                  <a:lnTo>
                    <a:pt x="5564" y="1579"/>
                  </a:lnTo>
                  <a:lnTo>
                    <a:pt x="5554" y="1601"/>
                  </a:lnTo>
                  <a:lnTo>
                    <a:pt x="5542" y="1619"/>
                  </a:lnTo>
                  <a:lnTo>
                    <a:pt x="5529" y="1637"/>
                  </a:lnTo>
                  <a:lnTo>
                    <a:pt x="5513" y="1654"/>
                  </a:lnTo>
                  <a:lnTo>
                    <a:pt x="5497" y="1669"/>
                  </a:lnTo>
                  <a:lnTo>
                    <a:pt x="5479" y="1682"/>
                  </a:lnTo>
                  <a:lnTo>
                    <a:pt x="5460" y="1694"/>
                  </a:lnTo>
                  <a:lnTo>
                    <a:pt x="5440" y="1704"/>
                  </a:lnTo>
                  <a:lnTo>
                    <a:pt x="5419" y="1712"/>
                  </a:lnTo>
                  <a:lnTo>
                    <a:pt x="5396" y="1718"/>
                  </a:lnTo>
                  <a:lnTo>
                    <a:pt x="5373" y="1721"/>
                  </a:lnTo>
                  <a:lnTo>
                    <a:pt x="5350" y="1722"/>
                  </a:lnTo>
                  <a:close/>
                  <a:moveTo>
                    <a:pt x="4016" y="2679"/>
                  </a:moveTo>
                  <a:lnTo>
                    <a:pt x="2045" y="2679"/>
                  </a:lnTo>
                  <a:lnTo>
                    <a:pt x="2045" y="3023"/>
                  </a:lnTo>
                  <a:lnTo>
                    <a:pt x="4016" y="3023"/>
                  </a:lnTo>
                  <a:lnTo>
                    <a:pt x="4016" y="2679"/>
                  </a:lnTo>
                  <a:close/>
                  <a:moveTo>
                    <a:pt x="2045" y="3695"/>
                  </a:moveTo>
                  <a:lnTo>
                    <a:pt x="4016" y="3695"/>
                  </a:lnTo>
                  <a:lnTo>
                    <a:pt x="4016" y="3352"/>
                  </a:lnTo>
                  <a:lnTo>
                    <a:pt x="2045" y="3352"/>
                  </a:lnTo>
                  <a:lnTo>
                    <a:pt x="2045" y="3695"/>
                  </a:lnTo>
                  <a:close/>
                </a:path>
              </a:pathLst>
            </a:custGeom>
            <a:solidFill>
              <a:srgbClr val="FFFFFF"/>
            </a:solidFill>
            <a:ln>
              <a:noFill/>
            </a:ln>
          </p:spPr>
          <p:txBody>
            <a:bodyPr lIns="91412" tIns="45705" rIns="91412" bIns="45705"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FFFFFF"/>
                </a:solidFill>
                <a:effectLst/>
                <a:uLnTx/>
                <a:uFillTx/>
                <a:cs typeface="+mn-ea"/>
                <a:sym typeface="+mn-lt"/>
              </a:endParaRPr>
            </a:p>
          </p:txBody>
        </p:sp>
        <p:sp>
          <p:nvSpPr>
            <p:cNvPr id="20" name="KSO_Shape"/>
            <p:cNvSpPr/>
            <p:nvPr/>
          </p:nvSpPr>
          <p:spPr bwMode="auto">
            <a:xfrm>
              <a:off x="4615759" y="4527802"/>
              <a:ext cx="753927" cy="747876"/>
            </a:xfrm>
            <a:custGeom>
              <a:avLst/>
              <a:gdLst>
                <a:gd name="T0" fmla="*/ 0 w 1438275"/>
                <a:gd name="T1" fmla="*/ 2252360 h 1425575"/>
                <a:gd name="T2" fmla="*/ 365180 w 1438275"/>
                <a:gd name="T3" fmla="*/ 2252360 h 1425575"/>
                <a:gd name="T4" fmla="*/ 365180 w 1438275"/>
                <a:gd name="T5" fmla="*/ 2946274 h 1425575"/>
                <a:gd name="T6" fmla="*/ 2979731 w 1438275"/>
                <a:gd name="T7" fmla="*/ 2946274 h 1425575"/>
                <a:gd name="T8" fmla="*/ 2979731 w 1438275"/>
                <a:gd name="T9" fmla="*/ 2252360 h 1425575"/>
                <a:gd name="T10" fmla="*/ 3341959 w 1438275"/>
                <a:gd name="T11" fmla="*/ 2252360 h 1425575"/>
                <a:gd name="T12" fmla="*/ 3341959 w 1438275"/>
                <a:gd name="T13" fmla="*/ 3315771 h 1425575"/>
                <a:gd name="T14" fmla="*/ 0 w 1438275"/>
                <a:gd name="T15" fmla="*/ 3315771 h 1425575"/>
                <a:gd name="T16" fmla="*/ 1209893 w 1438275"/>
                <a:gd name="T17" fmla="*/ 0 h 1425575"/>
                <a:gd name="T18" fmla="*/ 2154199 w 1438275"/>
                <a:gd name="T19" fmla="*/ 0 h 1425575"/>
                <a:gd name="T20" fmla="*/ 2154199 w 1438275"/>
                <a:gd name="T21" fmla="*/ 1183932 h 1425575"/>
                <a:gd name="T22" fmla="*/ 2725946 w 1438275"/>
                <a:gd name="T23" fmla="*/ 1183932 h 1425575"/>
                <a:gd name="T24" fmla="*/ 1682783 w 1438275"/>
                <a:gd name="T25" fmla="*/ 2632679 h 1425575"/>
                <a:gd name="T26" fmla="*/ 1681307 w 1438275"/>
                <a:gd name="T27" fmla="*/ 2632679 h 1425575"/>
                <a:gd name="T28" fmla="*/ 638144 w 1438275"/>
                <a:gd name="T29" fmla="*/ 1183932 h 1425575"/>
                <a:gd name="T30" fmla="*/ 1209893 w 1438275"/>
                <a:gd name="T31" fmla="*/ 1183932 h 142557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438275" h="1425575">
                  <a:moveTo>
                    <a:pt x="0" y="968375"/>
                  </a:moveTo>
                  <a:lnTo>
                    <a:pt x="157162" y="968375"/>
                  </a:lnTo>
                  <a:lnTo>
                    <a:pt x="157162" y="1266715"/>
                  </a:lnTo>
                  <a:lnTo>
                    <a:pt x="1282383" y="1266715"/>
                  </a:lnTo>
                  <a:lnTo>
                    <a:pt x="1282383" y="968375"/>
                  </a:lnTo>
                  <a:lnTo>
                    <a:pt x="1438275" y="968375"/>
                  </a:lnTo>
                  <a:lnTo>
                    <a:pt x="1438275" y="1425575"/>
                  </a:lnTo>
                  <a:lnTo>
                    <a:pt x="0" y="1425575"/>
                  </a:lnTo>
                  <a:lnTo>
                    <a:pt x="0" y="968375"/>
                  </a:lnTo>
                  <a:close/>
                  <a:moveTo>
                    <a:pt x="520700" y="0"/>
                  </a:moveTo>
                  <a:lnTo>
                    <a:pt x="927100" y="0"/>
                  </a:lnTo>
                  <a:lnTo>
                    <a:pt x="927100" y="509017"/>
                  </a:lnTo>
                  <a:lnTo>
                    <a:pt x="1173162" y="509017"/>
                  </a:lnTo>
                  <a:lnTo>
                    <a:pt x="724217" y="1131888"/>
                  </a:lnTo>
                  <a:lnTo>
                    <a:pt x="723582" y="1131888"/>
                  </a:lnTo>
                  <a:lnTo>
                    <a:pt x="274637" y="509017"/>
                  </a:lnTo>
                  <a:lnTo>
                    <a:pt x="520700" y="509017"/>
                  </a:lnTo>
                  <a:lnTo>
                    <a:pt x="520700" y="0"/>
                  </a:lnTo>
                  <a:close/>
                </a:path>
              </a:pathLst>
            </a:custGeom>
            <a:solidFill>
              <a:srgbClr val="FFFFFF"/>
            </a:solidFill>
            <a:ln>
              <a:noFill/>
            </a:ln>
          </p:spPr>
          <p:txBody>
            <a:bodyPr lIns="91412" tIns="45705" rIns="91412" bIns="45705"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dirty="0">
                <a:ln>
                  <a:noFill/>
                </a:ln>
                <a:solidFill>
                  <a:srgbClr val="FFFFFF"/>
                </a:solidFill>
                <a:effectLst/>
                <a:uLnTx/>
                <a:uFillTx/>
                <a:cs typeface="+mn-ea"/>
                <a:sym typeface="+mn-lt"/>
              </a:endParaRPr>
            </a:p>
          </p:txBody>
        </p:sp>
      </p:grpSp>
      <p:grpSp>
        <p:nvGrpSpPr>
          <p:cNvPr id="25" name="组合 24"/>
          <p:cNvGrpSpPr/>
          <p:nvPr/>
        </p:nvGrpSpPr>
        <p:grpSpPr>
          <a:xfrm>
            <a:off x="2266628" y="1868914"/>
            <a:ext cx="2699694" cy="1193782"/>
            <a:chOff x="1895297" y="2159076"/>
            <a:chExt cx="2228941" cy="985618"/>
          </a:xfrm>
        </p:grpSpPr>
        <p:sp>
          <p:nvSpPr>
            <p:cNvPr id="26"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7"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28" name="组合 27"/>
          <p:cNvGrpSpPr/>
          <p:nvPr/>
        </p:nvGrpSpPr>
        <p:grpSpPr>
          <a:xfrm>
            <a:off x="852999" y="4375883"/>
            <a:ext cx="2699694" cy="1193782"/>
            <a:chOff x="1895297" y="2159076"/>
            <a:chExt cx="2228941" cy="985618"/>
          </a:xfrm>
        </p:grpSpPr>
        <p:sp>
          <p:nvSpPr>
            <p:cNvPr id="29"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1" name="组合 30"/>
          <p:cNvGrpSpPr/>
          <p:nvPr/>
        </p:nvGrpSpPr>
        <p:grpSpPr>
          <a:xfrm flipH="1">
            <a:off x="7324160" y="1146976"/>
            <a:ext cx="2699694" cy="1193782"/>
            <a:chOff x="1895297" y="2159076"/>
            <a:chExt cx="2228941" cy="985618"/>
          </a:xfrm>
        </p:grpSpPr>
        <p:sp>
          <p:nvSpPr>
            <p:cNvPr id="32"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3"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4" name="组合 33"/>
          <p:cNvGrpSpPr/>
          <p:nvPr/>
        </p:nvGrpSpPr>
        <p:grpSpPr>
          <a:xfrm flipH="1">
            <a:off x="8032861" y="4620675"/>
            <a:ext cx="2699694" cy="1193782"/>
            <a:chOff x="1895297" y="2159076"/>
            <a:chExt cx="2228941" cy="985618"/>
          </a:xfrm>
        </p:grpSpPr>
        <p:sp>
          <p:nvSpPr>
            <p:cNvPr id="35"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6"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anim calcmode="lin" valueType="num">
                                      <p:cBhvr>
                                        <p:cTn id="8" dur="500" fill="hold"/>
                                        <p:tgtEl>
                                          <p:spTgt spid="25"/>
                                        </p:tgtEl>
                                        <p:attrNameLst>
                                          <p:attrName>ppt_x</p:attrName>
                                        </p:attrNameLst>
                                      </p:cBhvr>
                                      <p:tavLst>
                                        <p:tav tm="0">
                                          <p:val>
                                            <p:strVal val="#ppt_x"/>
                                          </p:val>
                                        </p:tav>
                                        <p:tav tm="100000">
                                          <p:val>
                                            <p:strVal val="#ppt_x"/>
                                          </p:val>
                                        </p:tav>
                                      </p:tavLst>
                                    </p:anim>
                                    <p:anim calcmode="lin" valueType="num">
                                      <p:cBhvr>
                                        <p:cTn id="9" dur="500" fill="hold"/>
                                        <p:tgtEl>
                                          <p:spTgt spid="25"/>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anim calcmode="lin" valueType="num">
                                      <p:cBhvr>
                                        <p:cTn id="20" dur="500" fill="hold"/>
                                        <p:tgtEl>
                                          <p:spTgt spid="28"/>
                                        </p:tgtEl>
                                        <p:attrNameLst>
                                          <p:attrName>ppt_x</p:attrName>
                                        </p:attrNameLst>
                                      </p:cBhvr>
                                      <p:tavLst>
                                        <p:tav tm="0">
                                          <p:val>
                                            <p:strVal val="#ppt_x"/>
                                          </p:val>
                                        </p:tav>
                                        <p:tav tm="100000">
                                          <p:val>
                                            <p:strVal val="#ppt_x"/>
                                          </p:val>
                                        </p:tav>
                                      </p:tavLst>
                                    </p:anim>
                                    <p:anim calcmode="lin" valueType="num">
                                      <p:cBhvr>
                                        <p:cTn id="21" dur="500" fill="hold"/>
                                        <p:tgtEl>
                                          <p:spTgt spid="28"/>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anim calcmode="lin" valueType="num">
                                      <p:cBhvr>
                                        <p:cTn id="32" dur="500" fill="hold"/>
                                        <p:tgtEl>
                                          <p:spTgt spid="9"/>
                                        </p:tgtEl>
                                        <p:attrNameLst>
                                          <p:attrName>ppt_x</p:attrName>
                                        </p:attrNameLst>
                                      </p:cBhvr>
                                      <p:tavLst>
                                        <p:tav tm="0">
                                          <p:val>
                                            <p:strVal val="#ppt_x"/>
                                          </p:val>
                                        </p:tav>
                                        <p:tav tm="100000">
                                          <p:val>
                                            <p:strVal val="#ppt_x"/>
                                          </p:val>
                                        </p:tav>
                                      </p:tavLst>
                                    </p:anim>
                                    <p:anim calcmode="lin" valueType="num">
                                      <p:cBhvr>
                                        <p:cTn id="33"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8"/>
          <p:cNvGrpSpPr/>
          <p:nvPr/>
        </p:nvGrpSpPr>
        <p:grpSpPr>
          <a:xfrm>
            <a:off x="3614128" y="2544488"/>
            <a:ext cx="4950926" cy="3167998"/>
            <a:chOff x="3614128" y="2420663"/>
            <a:chExt cx="4950926" cy="3167998"/>
          </a:xfrm>
        </p:grpSpPr>
        <p:sp>
          <p:nvSpPr>
            <p:cNvPr id="10" name="Freeform 33"/>
            <p:cNvSpPr/>
            <p:nvPr/>
          </p:nvSpPr>
          <p:spPr bwMode="auto">
            <a:xfrm>
              <a:off x="6849439" y="4096223"/>
              <a:ext cx="1715615" cy="1492438"/>
            </a:xfrm>
            <a:custGeom>
              <a:avLst/>
              <a:gdLst>
                <a:gd name="T0" fmla="*/ 70 w 1000"/>
                <a:gd name="T1" fmla="*/ 712 h 868"/>
                <a:gd name="T2" fmla="*/ 788 w 1000"/>
                <a:gd name="T3" fmla="*/ 534 h 868"/>
                <a:gd name="T4" fmla="*/ 1000 w 1000"/>
                <a:gd name="T5" fmla="*/ 38 h 868"/>
                <a:gd name="T6" fmla="*/ 316 w 1000"/>
                <a:gd name="T7" fmla="*/ 198 h 868"/>
                <a:gd name="T8" fmla="*/ 0 w 1000"/>
                <a:gd name="T9" fmla="*/ 630 h 868"/>
                <a:gd name="T10" fmla="*/ 566 w 1000"/>
                <a:gd name="T11" fmla="*/ 360 h 868"/>
                <a:gd name="T12" fmla="*/ 70 w 1000"/>
                <a:gd name="T13" fmla="*/ 712 h 868"/>
              </a:gdLst>
              <a:ahLst/>
              <a:cxnLst>
                <a:cxn ang="0">
                  <a:pos x="T0" y="T1"/>
                </a:cxn>
                <a:cxn ang="0">
                  <a:pos x="T2" y="T3"/>
                </a:cxn>
                <a:cxn ang="0">
                  <a:pos x="T4" y="T5"/>
                </a:cxn>
                <a:cxn ang="0">
                  <a:pos x="T6" y="T7"/>
                </a:cxn>
                <a:cxn ang="0">
                  <a:pos x="T8" y="T9"/>
                </a:cxn>
                <a:cxn ang="0">
                  <a:pos x="T10" y="T11"/>
                </a:cxn>
                <a:cxn ang="0">
                  <a:pos x="T12" y="T13"/>
                </a:cxn>
              </a:cxnLst>
              <a:rect l="0" t="0" r="r" b="b"/>
              <a:pathLst>
                <a:path w="1000" h="868">
                  <a:moveTo>
                    <a:pt x="70" y="712"/>
                  </a:moveTo>
                  <a:cubicBezTo>
                    <a:pt x="70" y="712"/>
                    <a:pt x="485" y="868"/>
                    <a:pt x="788" y="534"/>
                  </a:cubicBezTo>
                  <a:cubicBezTo>
                    <a:pt x="980" y="322"/>
                    <a:pt x="1000" y="38"/>
                    <a:pt x="1000" y="38"/>
                  </a:cubicBezTo>
                  <a:cubicBezTo>
                    <a:pt x="1000" y="38"/>
                    <a:pt x="586" y="0"/>
                    <a:pt x="316" y="198"/>
                  </a:cubicBezTo>
                  <a:cubicBezTo>
                    <a:pt x="46" y="396"/>
                    <a:pt x="0" y="630"/>
                    <a:pt x="0" y="630"/>
                  </a:cubicBezTo>
                  <a:cubicBezTo>
                    <a:pt x="0" y="630"/>
                    <a:pt x="208" y="440"/>
                    <a:pt x="566" y="360"/>
                  </a:cubicBezTo>
                  <a:cubicBezTo>
                    <a:pt x="566" y="360"/>
                    <a:pt x="262" y="522"/>
                    <a:pt x="70" y="712"/>
                  </a:cubicBezTo>
                  <a:close/>
                </a:path>
              </a:pathLst>
            </a:custGeom>
            <a:solidFill>
              <a:schemeClr val="tx1">
                <a:lumMod val="75000"/>
                <a:lumOff val="25000"/>
              </a:schemeClr>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1" name="Freeform 34"/>
            <p:cNvSpPr/>
            <p:nvPr/>
          </p:nvSpPr>
          <p:spPr bwMode="auto">
            <a:xfrm>
              <a:off x="6018181" y="2420663"/>
              <a:ext cx="1455618" cy="2609477"/>
            </a:xfrm>
            <a:custGeom>
              <a:avLst/>
              <a:gdLst>
                <a:gd name="T0" fmla="*/ 325 w 849"/>
                <a:gd name="T1" fmla="*/ 1518 h 1518"/>
                <a:gd name="T2" fmla="*/ 817 w 849"/>
                <a:gd name="T3" fmla="*/ 816 h 1518"/>
                <a:gd name="T4" fmla="*/ 539 w 849"/>
                <a:gd name="T5" fmla="*/ 0 h 1518"/>
                <a:gd name="T6" fmla="*/ 98 w 849"/>
                <a:gd name="T7" fmla="*/ 644 h 1518"/>
                <a:gd name="T8" fmla="*/ 189 w 849"/>
                <a:gd name="T9" fmla="*/ 1506 h 1518"/>
                <a:gd name="T10" fmla="*/ 455 w 849"/>
                <a:gd name="T11" fmla="*/ 706 h 1518"/>
                <a:gd name="T12" fmla="*/ 325 w 849"/>
                <a:gd name="T13" fmla="*/ 1518 h 1518"/>
              </a:gdLst>
              <a:ahLst/>
              <a:cxnLst>
                <a:cxn ang="0">
                  <a:pos x="T0" y="T1"/>
                </a:cxn>
                <a:cxn ang="0">
                  <a:pos x="T2" y="T3"/>
                </a:cxn>
                <a:cxn ang="0">
                  <a:pos x="T4" y="T5"/>
                </a:cxn>
                <a:cxn ang="0">
                  <a:pos x="T6" y="T7"/>
                </a:cxn>
                <a:cxn ang="0">
                  <a:pos x="T8" y="T9"/>
                </a:cxn>
                <a:cxn ang="0">
                  <a:pos x="T10" y="T11"/>
                </a:cxn>
                <a:cxn ang="0">
                  <a:pos x="T12" y="T13"/>
                </a:cxn>
              </a:cxnLst>
              <a:rect l="0" t="0" r="r" b="b"/>
              <a:pathLst>
                <a:path w="849" h="1518">
                  <a:moveTo>
                    <a:pt x="325" y="1518"/>
                  </a:moveTo>
                  <a:cubicBezTo>
                    <a:pt x="325" y="1518"/>
                    <a:pt x="785" y="1276"/>
                    <a:pt x="817" y="816"/>
                  </a:cubicBezTo>
                  <a:cubicBezTo>
                    <a:pt x="849" y="356"/>
                    <a:pt x="539" y="0"/>
                    <a:pt x="539" y="0"/>
                  </a:cubicBezTo>
                  <a:cubicBezTo>
                    <a:pt x="539" y="0"/>
                    <a:pt x="209" y="294"/>
                    <a:pt x="98" y="644"/>
                  </a:cubicBezTo>
                  <a:cubicBezTo>
                    <a:pt x="0" y="951"/>
                    <a:pt x="59" y="1290"/>
                    <a:pt x="189" y="1506"/>
                  </a:cubicBezTo>
                  <a:cubicBezTo>
                    <a:pt x="189" y="1506"/>
                    <a:pt x="167" y="1158"/>
                    <a:pt x="455" y="706"/>
                  </a:cubicBezTo>
                  <a:cubicBezTo>
                    <a:pt x="455" y="706"/>
                    <a:pt x="345" y="970"/>
                    <a:pt x="325" y="1518"/>
                  </a:cubicBezTo>
                  <a:close/>
                </a:path>
              </a:pathLst>
            </a:custGeom>
            <a:solidFill>
              <a:srgbClr val="C00000"/>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2" name="Freeform 35"/>
            <p:cNvSpPr/>
            <p:nvPr/>
          </p:nvSpPr>
          <p:spPr bwMode="auto">
            <a:xfrm>
              <a:off x="4615662" y="2554342"/>
              <a:ext cx="1633220" cy="2384239"/>
            </a:xfrm>
            <a:custGeom>
              <a:avLst/>
              <a:gdLst>
                <a:gd name="T0" fmla="*/ 700 w 952"/>
                <a:gd name="T1" fmla="*/ 1330 h 1386"/>
                <a:gd name="T2" fmla="*/ 760 w 952"/>
                <a:gd name="T3" fmla="*/ 522 h 1386"/>
                <a:gd name="T4" fmla="*/ 138 w 952"/>
                <a:gd name="T5" fmla="*/ 0 h 1386"/>
                <a:gd name="T6" fmla="*/ 122 w 952"/>
                <a:gd name="T7" fmla="*/ 820 h 1386"/>
                <a:gd name="T8" fmla="*/ 590 w 952"/>
                <a:gd name="T9" fmla="*/ 1386 h 1386"/>
                <a:gd name="T10" fmla="*/ 412 w 952"/>
                <a:gd name="T11" fmla="*/ 618 h 1386"/>
                <a:gd name="T12" fmla="*/ 700 w 952"/>
                <a:gd name="T13" fmla="*/ 1330 h 1386"/>
              </a:gdLst>
              <a:ahLst/>
              <a:cxnLst>
                <a:cxn ang="0">
                  <a:pos x="T0" y="T1"/>
                </a:cxn>
                <a:cxn ang="0">
                  <a:pos x="T2" y="T3"/>
                </a:cxn>
                <a:cxn ang="0">
                  <a:pos x="T4" y="T5"/>
                </a:cxn>
                <a:cxn ang="0">
                  <a:pos x="T6" y="T7"/>
                </a:cxn>
                <a:cxn ang="0">
                  <a:pos x="T8" y="T9"/>
                </a:cxn>
                <a:cxn ang="0">
                  <a:pos x="T10" y="T11"/>
                </a:cxn>
                <a:cxn ang="0">
                  <a:pos x="T12" y="T13"/>
                </a:cxn>
              </a:cxnLst>
              <a:rect l="0" t="0" r="r" b="b"/>
              <a:pathLst>
                <a:path w="952" h="1386">
                  <a:moveTo>
                    <a:pt x="700" y="1330"/>
                  </a:moveTo>
                  <a:cubicBezTo>
                    <a:pt x="700" y="1330"/>
                    <a:pt x="952" y="916"/>
                    <a:pt x="760" y="522"/>
                  </a:cubicBezTo>
                  <a:cubicBezTo>
                    <a:pt x="571" y="134"/>
                    <a:pt x="138" y="0"/>
                    <a:pt x="138" y="0"/>
                  </a:cubicBezTo>
                  <a:cubicBezTo>
                    <a:pt x="138" y="0"/>
                    <a:pt x="0" y="476"/>
                    <a:pt x="122" y="820"/>
                  </a:cubicBezTo>
                  <a:cubicBezTo>
                    <a:pt x="241" y="1156"/>
                    <a:pt x="462" y="1316"/>
                    <a:pt x="590" y="1386"/>
                  </a:cubicBezTo>
                  <a:cubicBezTo>
                    <a:pt x="590" y="1386"/>
                    <a:pt x="422" y="1170"/>
                    <a:pt x="412" y="618"/>
                  </a:cubicBezTo>
                  <a:cubicBezTo>
                    <a:pt x="412" y="618"/>
                    <a:pt x="548" y="1094"/>
                    <a:pt x="700" y="1330"/>
                  </a:cubicBezTo>
                  <a:close/>
                </a:path>
              </a:pathLst>
            </a:custGeom>
            <a:solidFill>
              <a:schemeClr val="tx1">
                <a:lumMod val="75000"/>
                <a:lumOff val="25000"/>
              </a:schemeClr>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sp>
          <p:nvSpPr>
            <p:cNvPr id="13" name="Freeform 36"/>
            <p:cNvSpPr/>
            <p:nvPr/>
          </p:nvSpPr>
          <p:spPr bwMode="auto">
            <a:xfrm>
              <a:off x="3614128" y="4178630"/>
              <a:ext cx="1810824" cy="1237899"/>
            </a:xfrm>
            <a:custGeom>
              <a:avLst/>
              <a:gdLst>
                <a:gd name="T0" fmla="*/ 1056 w 1056"/>
                <a:gd name="T1" fmla="*/ 528 h 720"/>
                <a:gd name="T2" fmla="*/ 616 w 1056"/>
                <a:gd name="T3" fmla="*/ 80 h 720"/>
                <a:gd name="T4" fmla="*/ 0 w 1056"/>
                <a:gd name="T5" fmla="*/ 178 h 720"/>
                <a:gd name="T6" fmla="*/ 446 w 1056"/>
                <a:gd name="T7" fmla="*/ 596 h 720"/>
                <a:gd name="T8" fmla="*/ 1036 w 1056"/>
                <a:gd name="T9" fmla="*/ 622 h 720"/>
                <a:gd name="T10" fmla="*/ 504 w 1056"/>
                <a:gd name="T11" fmla="*/ 334 h 720"/>
                <a:gd name="T12" fmla="*/ 1056 w 1056"/>
                <a:gd name="T13" fmla="*/ 528 h 720"/>
              </a:gdLst>
              <a:ahLst/>
              <a:cxnLst>
                <a:cxn ang="0">
                  <a:pos x="T0" y="T1"/>
                </a:cxn>
                <a:cxn ang="0">
                  <a:pos x="T2" y="T3"/>
                </a:cxn>
                <a:cxn ang="0">
                  <a:pos x="T4" y="T5"/>
                </a:cxn>
                <a:cxn ang="0">
                  <a:pos x="T6" y="T7"/>
                </a:cxn>
                <a:cxn ang="0">
                  <a:pos x="T8" y="T9"/>
                </a:cxn>
                <a:cxn ang="0">
                  <a:pos x="T10" y="T11"/>
                </a:cxn>
                <a:cxn ang="0">
                  <a:pos x="T12" y="T13"/>
                </a:cxn>
              </a:cxnLst>
              <a:rect l="0" t="0" r="r" b="b"/>
              <a:pathLst>
                <a:path w="1056" h="720">
                  <a:moveTo>
                    <a:pt x="1056" y="528"/>
                  </a:moveTo>
                  <a:cubicBezTo>
                    <a:pt x="1056" y="528"/>
                    <a:pt x="950" y="160"/>
                    <a:pt x="616" y="80"/>
                  </a:cubicBezTo>
                  <a:cubicBezTo>
                    <a:pt x="282" y="0"/>
                    <a:pt x="0" y="178"/>
                    <a:pt x="0" y="178"/>
                  </a:cubicBezTo>
                  <a:cubicBezTo>
                    <a:pt x="0" y="178"/>
                    <a:pt x="190" y="477"/>
                    <a:pt x="446" y="596"/>
                  </a:cubicBezTo>
                  <a:cubicBezTo>
                    <a:pt x="712" y="720"/>
                    <a:pt x="952" y="660"/>
                    <a:pt x="1036" y="622"/>
                  </a:cubicBezTo>
                  <a:cubicBezTo>
                    <a:pt x="1036" y="622"/>
                    <a:pt x="786" y="594"/>
                    <a:pt x="504" y="334"/>
                  </a:cubicBezTo>
                  <a:cubicBezTo>
                    <a:pt x="504" y="334"/>
                    <a:pt x="824" y="508"/>
                    <a:pt x="1056" y="528"/>
                  </a:cubicBezTo>
                  <a:close/>
                </a:path>
              </a:pathLst>
            </a:custGeom>
            <a:solidFill>
              <a:srgbClr val="C00000"/>
            </a:solidFill>
            <a:ln w="6350">
              <a:noFill/>
            </a:ln>
          </p:spPr>
          <p:txBody>
            <a:bodyPr lIns="121885" tIns="60943" rIns="121885" bIns="60943"/>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0" cap="none" spc="0" normalizeH="0" baseline="0" noProof="0" dirty="0">
                <a:ln>
                  <a:noFill/>
                </a:ln>
                <a:solidFill>
                  <a:srgbClr val="44546A"/>
                </a:solidFill>
                <a:effectLst/>
                <a:uLnTx/>
                <a:uFillTx/>
                <a:cs typeface="+mn-ea"/>
                <a:sym typeface="+mn-lt"/>
              </a:endParaRPr>
            </a:p>
          </p:txBody>
        </p:sp>
      </p:grpSp>
      <p:grpSp>
        <p:nvGrpSpPr>
          <p:cNvPr id="14" name="组合 13"/>
          <p:cNvGrpSpPr/>
          <p:nvPr/>
        </p:nvGrpSpPr>
        <p:grpSpPr>
          <a:xfrm>
            <a:off x="1003257" y="3315761"/>
            <a:ext cx="2464718" cy="1161201"/>
            <a:chOff x="1895297" y="2159076"/>
            <a:chExt cx="2228941" cy="1050119"/>
          </a:xfrm>
        </p:grpSpPr>
        <p:sp>
          <p:nvSpPr>
            <p:cNvPr id="15" name="Rectangle 16"/>
            <p:cNvSpPr/>
            <p:nvPr/>
          </p:nvSpPr>
          <p:spPr>
            <a:xfrm flipH="1">
              <a:off x="1895297" y="2468130"/>
              <a:ext cx="2228941" cy="741065"/>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6"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17" name="组合 16"/>
          <p:cNvGrpSpPr/>
          <p:nvPr/>
        </p:nvGrpSpPr>
        <p:grpSpPr>
          <a:xfrm>
            <a:off x="2320287" y="1731507"/>
            <a:ext cx="2464718" cy="1161201"/>
            <a:chOff x="1895297" y="2159076"/>
            <a:chExt cx="2228941" cy="1050119"/>
          </a:xfrm>
        </p:grpSpPr>
        <p:sp>
          <p:nvSpPr>
            <p:cNvPr id="18" name="Rectangle 16"/>
            <p:cNvSpPr/>
            <p:nvPr/>
          </p:nvSpPr>
          <p:spPr>
            <a:xfrm flipH="1">
              <a:off x="1895297" y="2468130"/>
              <a:ext cx="2228941" cy="741065"/>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9"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20" name="组合 19"/>
          <p:cNvGrpSpPr/>
          <p:nvPr/>
        </p:nvGrpSpPr>
        <p:grpSpPr>
          <a:xfrm flipH="1">
            <a:off x="7473799" y="1902380"/>
            <a:ext cx="2464718" cy="1161201"/>
            <a:chOff x="1895297" y="2159076"/>
            <a:chExt cx="2228941" cy="1050119"/>
          </a:xfrm>
        </p:grpSpPr>
        <p:sp>
          <p:nvSpPr>
            <p:cNvPr id="21" name="Rectangle 16"/>
            <p:cNvSpPr/>
            <p:nvPr/>
          </p:nvSpPr>
          <p:spPr>
            <a:xfrm flipH="1">
              <a:off x="1895297" y="2468130"/>
              <a:ext cx="2228941" cy="74106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2"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23" name="组合 22"/>
          <p:cNvGrpSpPr/>
          <p:nvPr/>
        </p:nvGrpSpPr>
        <p:grpSpPr>
          <a:xfrm flipH="1">
            <a:off x="8876318" y="3879643"/>
            <a:ext cx="2464718" cy="1161201"/>
            <a:chOff x="1895297" y="2159076"/>
            <a:chExt cx="2228941" cy="1050119"/>
          </a:xfrm>
        </p:grpSpPr>
        <p:sp>
          <p:nvSpPr>
            <p:cNvPr id="24" name="Rectangle 16"/>
            <p:cNvSpPr/>
            <p:nvPr/>
          </p:nvSpPr>
          <p:spPr>
            <a:xfrm flipH="1">
              <a:off x="1895297" y="2468130"/>
              <a:ext cx="2228941" cy="74106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5" name="Title 11"/>
            <p:cNvSpPr txBox="1"/>
            <p:nvPr/>
          </p:nvSpPr>
          <p:spPr>
            <a:xfrm flipH="1">
              <a:off x="2517083" y="2159076"/>
              <a:ext cx="1607155" cy="361835"/>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anim calcmode="lin" valueType="num">
                                      <p:cBhvr>
                                        <p:cTn id="14" dur="500" fill="hold"/>
                                        <p:tgtEl>
                                          <p:spTgt spid="14"/>
                                        </p:tgtEl>
                                        <p:attrNameLst>
                                          <p:attrName>ppt_x</p:attrName>
                                        </p:attrNameLst>
                                      </p:cBhvr>
                                      <p:tavLst>
                                        <p:tav tm="0">
                                          <p:val>
                                            <p:strVal val="#ppt_x"/>
                                          </p:val>
                                        </p:tav>
                                        <p:tav tm="100000">
                                          <p:val>
                                            <p:strVal val="#ppt_x"/>
                                          </p:val>
                                        </p:tav>
                                      </p:tavLst>
                                    </p:anim>
                                    <p:anim calcmode="lin" valueType="num">
                                      <p:cBhvr>
                                        <p:cTn id="15" dur="50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anim calcmode="lin" valueType="num">
                                      <p:cBhvr>
                                        <p:cTn id="20" dur="500" fill="hold"/>
                                        <p:tgtEl>
                                          <p:spTgt spid="17"/>
                                        </p:tgtEl>
                                        <p:attrNameLst>
                                          <p:attrName>ppt_x</p:attrName>
                                        </p:attrNameLst>
                                      </p:cBhvr>
                                      <p:tavLst>
                                        <p:tav tm="0">
                                          <p:val>
                                            <p:strVal val="#ppt_x"/>
                                          </p:val>
                                        </p:tav>
                                        <p:tav tm="100000">
                                          <p:val>
                                            <p:strVal val="#ppt_x"/>
                                          </p:val>
                                        </p:tav>
                                      </p:tavLst>
                                    </p:anim>
                                    <p:anim calcmode="lin" valueType="num">
                                      <p:cBhvr>
                                        <p:cTn id="21" dur="500" fill="hold"/>
                                        <p:tgtEl>
                                          <p:spTgt spid="1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anim calcmode="lin" valueType="num">
                                      <p:cBhvr>
                                        <p:cTn id="26" dur="500" fill="hold"/>
                                        <p:tgtEl>
                                          <p:spTgt spid="20"/>
                                        </p:tgtEl>
                                        <p:attrNameLst>
                                          <p:attrName>ppt_x</p:attrName>
                                        </p:attrNameLst>
                                      </p:cBhvr>
                                      <p:tavLst>
                                        <p:tav tm="0">
                                          <p:val>
                                            <p:strVal val="#ppt_x"/>
                                          </p:val>
                                        </p:tav>
                                        <p:tav tm="100000">
                                          <p:val>
                                            <p:strVal val="#ppt_x"/>
                                          </p:val>
                                        </p:tav>
                                      </p:tavLst>
                                    </p:anim>
                                    <p:anim calcmode="lin" valueType="num">
                                      <p:cBhvr>
                                        <p:cTn id="27" dur="500" fill="hold"/>
                                        <p:tgtEl>
                                          <p:spTgt spid="20"/>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anim calcmode="lin" valueType="num">
                                      <p:cBhvr>
                                        <p:cTn id="32" dur="500" fill="hold"/>
                                        <p:tgtEl>
                                          <p:spTgt spid="23"/>
                                        </p:tgtEl>
                                        <p:attrNameLst>
                                          <p:attrName>ppt_x</p:attrName>
                                        </p:attrNameLst>
                                      </p:cBhvr>
                                      <p:tavLst>
                                        <p:tav tm="0">
                                          <p:val>
                                            <p:strVal val="#ppt_x"/>
                                          </p:val>
                                        </p:tav>
                                        <p:tav tm="100000">
                                          <p:val>
                                            <p:strVal val="#ppt_x"/>
                                          </p:val>
                                        </p:tav>
                                      </p:tavLst>
                                    </p:anim>
                                    <p:anim calcmode="lin" valueType="num">
                                      <p:cBhvr>
                                        <p:cTn id="33"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reeform 19"/>
          <p:cNvSpPr>
            <a:spLocks/>
          </p:cNvSpPr>
          <p:nvPr/>
        </p:nvSpPr>
        <p:spPr bwMode="auto">
          <a:xfrm>
            <a:off x="8889788" y="5543558"/>
            <a:ext cx="1187939" cy="1176701"/>
          </a:xfrm>
          <a:custGeom>
            <a:avLst/>
            <a:gdLst>
              <a:gd name="T0" fmla="*/ 0 w 1128"/>
              <a:gd name="T1" fmla="*/ 0 h 1174"/>
              <a:gd name="T2" fmla="*/ 1128 w 1128"/>
              <a:gd name="T3" fmla="*/ 151 h 1174"/>
              <a:gd name="T4" fmla="*/ 0 w 1128"/>
              <a:gd name="T5" fmla="*/ 1174 h 1174"/>
              <a:gd name="T6" fmla="*/ 0 w 1128"/>
              <a:gd name="T7" fmla="*/ 1174 h 1174"/>
              <a:gd name="T8" fmla="*/ 0 w 1128"/>
              <a:gd name="T9" fmla="*/ 0 h 1174"/>
            </a:gdLst>
            <a:ahLst/>
            <a:cxnLst>
              <a:cxn ang="0">
                <a:pos x="T0" y="T1"/>
              </a:cxn>
              <a:cxn ang="0">
                <a:pos x="T2" y="T3"/>
              </a:cxn>
              <a:cxn ang="0">
                <a:pos x="T4" y="T5"/>
              </a:cxn>
              <a:cxn ang="0">
                <a:pos x="T6" y="T7"/>
              </a:cxn>
              <a:cxn ang="0">
                <a:pos x="T8" y="T9"/>
              </a:cxn>
            </a:cxnLst>
            <a:rect l="0" t="0" r="r" b="b"/>
            <a:pathLst>
              <a:path w="1128" h="1174">
                <a:moveTo>
                  <a:pt x="0" y="0"/>
                </a:moveTo>
                <a:lnTo>
                  <a:pt x="1128" y="151"/>
                </a:lnTo>
                <a:lnTo>
                  <a:pt x="0" y="1174"/>
                </a:lnTo>
                <a:lnTo>
                  <a:pt x="0" y="1174"/>
                </a:lnTo>
                <a:lnTo>
                  <a:pt x="0" y="0"/>
                </a:lnTo>
                <a:close/>
              </a:path>
            </a:pathLst>
          </a:custGeom>
          <a:solidFill>
            <a:sysClr val="window" lastClr="FFFFFF">
              <a:lumMod val="65000"/>
            </a:sysClr>
          </a:solidFill>
          <a:ln w="0">
            <a:noFill/>
            <a:prstDash val="solid"/>
            <a:round/>
            <a:headEnd/>
            <a:tailEnd/>
          </a:ln>
          <a:effectLst>
            <a:outerShdw blurRad="114300" dir="12420000" sy="23000" kx="1200000" algn="br" rotWithShape="0">
              <a:prstClr val="black">
                <a:alpha val="25000"/>
              </a:prstClr>
            </a:outerShdw>
          </a:effectLst>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1" name="Freeform 20"/>
          <p:cNvSpPr>
            <a:spLocks/>
          </p:cNvSpPr>
          <p:nvPr/>
        </p:nvSpPr>
        <p:spPr bwMode="auto">
          <a:xfrm>
            <a:off x="7697638" y="5543558"/>
            <a:ext cx="1192151" cy="1176701"/>
          </a:xfrm>
          <a:custGeom>
            <a:avLst/>
            <a:gdLst>
              <a:gd name="T0" fmla="*/ 1130 w 1132"/>
              <a:gd name="T1" fmla="*/ 0 h 1174"/>
              <a:gd name="T2" fmla="*/ 1132 w 1132"/>
              <a:gd name="T3" fmla="*/ 0 h 1174"/>
              <a:gd name="T4" fmla="*/ 1132 w 1132"/>
              <a:gd name="T5" fmla="*/ 1174 h 1174"/>
              <a:gd name="T6" fmla="*/ 0 w 1132"/>
              <a:gd name="T7" fmla="*/ 151 h 1174"/>
              <a:gd name="T8" fmla="*/ 1130 w 1132"/>
              <a:gd name="T9" fmla="*/ 0 h 1174"/>
            </a:gdLst>
            <a:ahLst/>
            <a:cxnLst>
              <a:cxn ang="0">
                <a:pos x="T0" y="T1"/>
              </a:cxn>
              <a:cxn ang="0">
                <a:pos x="T2" y="T3"/>
              </a:cxn>
              <a:cxn ang="0">
                <a:pos x="T4" y="T5"/>
              </a:cxn>
              <a:cxn ang="0">
                <a:pos x="T6" y="T7"/>
              </a:cxn>
              <a:cxn ang="0">
                <a:pos x="T8" y="T9"/>
              </a:cxn>
            </a:cxnLst>
            <a:rect l="0" t="0" r="r" b="b"/>
            <a:pathLst>
              <a:path w="1132" h="1174">
                <a:moveTo>
                  <a:pt x="1130" y="0"/>
                </a:moveTo>
                <a:lnTo>
                  <a:pt x="1132" y="0"/>
                </a:lnTo>
                <a:lnTo>
                  <a:pt x="1132" y="1174"/>
                </a:lnTo>
                <a:lnTo>
                  <a:pt x="0" y="151"/>
                </a:lnTo>
                <a:lnTo>
                  <a:pt x="1130" y="0"/>
                </a:lnTo>
                <a:close/>
              </a:path>
            </a:pathLst>
          </a:custGeom>
          <a:solidFill>
            <a:sysClr val="window" lastClr="FFFFFF">
              <a:lumMod val="85000"/>
            </a:sysClr>
          </a:solidFill>
          <a:ln w="0">
            <a:noFill/>
            <a:prstDash val="solid"/>
            <a:round/>
            <a:headEnd/>
            <a:tailEnd/>
          </a:ln>
          <a:effectLst>
            <a:outerShdw blurRad="114300" dir="12420000" sy="23000" kx="1200000" algn="br" rotWithShape="0">
              <a:prstClr val="black">
                <a:alpha val="25000"/>
              </a:prstClr>
            </a:outerShdw>
          </a:effectLst>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2" name="Freeform 6"/>
          <p:cNvSpPr>
            <a:spLocks/>
          </p:cNvSpPr>
          <p:nvPr/>
        </p:nvSpPr>
        <p:spPr bwMode="auto">
          <a:xfrm>
            <a:off x="6962549" y="3310434"/>
            <a:ext cx="1927241" cy="473085"/>
          </a:xfrm>
          <a:custGeom>
            <a:avLst/>
            <a:gdLst>
              <a:gd name="T0" fmla="*/ 1829 w 1831"/>
              <a:gd name="T1" fmla="*/ 0 h 472"/>
              <a:gd name="T2" fmla="*/ 1831 w 1831"/>
              <a:gd name="T3" fmla="*/ 0 h 472"/>
              <a:gd name="T4" fmla="*/ 1831 w 1831"/>
              <a:gd name="T5" fmla="*/ 472 h 472"/>
              <a:gd name="T6" fmla="*/ 0 w 1831"/>
              <a:gd name="T7" fmla="*/ 246 h 472"/>
              <a:gd name="T8" fmla="*/ 1829 w 1831"/>
              <a:gd name="T9" fmla="*/ 0 h 472"/>
            </a:gdLst>
            <a:ahLst/>
            <a:cxnLst>
              <a:cxn ang="0">
                <a:pos x="T0" y="T1"/>
              </a:cxn>
              <a:cxn ang="0">
                <a:pos x="T2" y="T3"/>
              </a:cxn>
              <a:cxn ang="0">
                <a:pos x="T4" y="T5"/>
              </a:cxn>
              <a:cxn ang="0">
                <a:pos x="T6" y="T7"/>
              </a:cxn>
              <a:cxn ang="0">
                <a:pos x="T8" y="T9"/>
              </a:cxn>
            </a:cxnLst>
            <a:rect l="0" t="0" r="r" b="b"/>
            <a:pathLst>
              <a:path w="1831" h="472">
                <a:moveTo>
                  <a:pt x="1829" y="0"/>
                </a:moveTo>
                <a:lnTo>
                  <a:pt x="1831" y="0"/>
                </a:lnTo>
                <a:lnTo>
                  <a:pt x="1831" y="472"/>
                </a:lnTo>
                <a:lnTo>
                  <a:pt x="0" y="246"/>
                </a:lnTo>
                <a:lnTo>
                  <a:pt x="1829" y="0"/>
                </a:lnTo>
                <a:close/>
              </a:path>
            </a:pathLst>
          </a:custGeom>
          <a:solidFill>
            <a:sysClr val="windowText" lastClr="000000">
              <a:lumMod val="95000"/>
              <a:lumOff val="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3" name="Freeform 8"/>
          <p:cNvSpPr>
            <a:spLocks/>
          </p:cNvSpPr>
          <p:nvPr/>
        </p:nvSpPr>
        <p:spPr bwMode="auto">
          <a:xfrm>
            <a:off x="8889788" y="2129724"/>
            <a:ext cx="1929347" cy="1427275"/>
          </a:xfrm>
          <a:custGeom>
            <a:avLst/>
            <a:gdLst>
              <a:gd name="T0" fmla="*/ 2 w 1831"/>
              <a:gd name="T1" fmla="*/ 0 h 1424"/>
              <a:gd name="T2" fmla="*/ 1831 w 1831"/>
              <a:gd name="T3" fmla="*/ 410 h 1424"/>
              <a:gd name="T4" fmla="*/ 1831 w 1831"/>
              <a:gd name="T5" fmla="*/ 1424 h 1424"/>
              <a:gd name="T6" fmla="*/ 1825 w 1831"/>
              <a:gd name="T7" fmla="*/ 1424 h 1424"/>
              <a:gd name="T8" fmla="*/ 1825 w 1831"/>
              <a:gd name="T9" fmla="*/ 1424 h 1424"/>
              <a:gd name="T10" fmla="*/ 0 w 1831"/>
              <a:gd name="T11" fmla="*/ 1178 h 1424"/>
              <a:gd name="T12" fmla="*/ 0 w 1831"/>
              <a:gd name="T13" fmla="*/ 2 h 1424"/>
              <a:gd name="T14" fmla="*/ 2 w 1831"/>
              <a:gd name="T15" fmla="*/ 0 h 14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1" h="1424">
                <a:moveTo>
                  <a:pt x="2" y="0"/>
                </a:moveTo>
                <a:lnTo>
                  <a:pt x="1831" y="410"/>
                </a:lnTo>
                <a:lnTo>
                  <a:pt x="1831" y="1424"/>
                </a:lnTo>
                <a:lnTo>
                  <a:pt x="1825" y="1424"/>
                </a:lnTo>
                <a:lnTo>
                  <a:pt x="1825" y="1424"/>
                </a:lnTo>
                <a:lnTo>
                  <a:pt x="0" y="1178"/>
                </a:lnTo>
                <a:lnTo>
                  <a:pt x="0" y="2"/>
                </a:lnTo>
                <a:lnTo>
                  <a:pt x="2" y="0"/>
                </a:lnTo>
                <a:close/>
              </a:path>
            </a:pathLst>
          </a:custGeom>
          <a:solidFill>
            <a:srgbClr val="780000"/>
          </a:solidFill>
          <a:ln w="0">
            <a:noFill/>
            <a:prstDash val="solid"/>
            <a:round/>
            <a:headEnd/>
            <a:tailEnd/>
          </a:ln>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400">
              <a:solidFill>
                <a:prstClr val="black"/>
              </a:solidFill>
              <a:cs typeface="+mn-ea"/>
              <a:sym typeface="+mn-lt"/>
            </a:endParaRPr>
          </a:p>
        </p:txBody>
      </p:sp>
      <p:sp>
        <p:nvSpPr>
          <p:cNvPr id="44" name="Freeform 9"/>
          <p:cNvSpPr>
            <a:spLocks/>
          </p:cNvSpPr>
          <p:nvPr/>
        </p:nvSpPr>
        <p:spPr bwMode="auto">
          <a:xfrm>
            <a:off x="6958335" y="2131730"/>
            <a:ext cx="1931453" cy="1425271"/>
          </a:xfrm>
          <a:custGeom>
            <a:avLst/>
            <a:gdLst>
              <a:gd name="T0" fmla="*/ 1833 w 1833"/>
              <a:gd name="T1" fmla="*/ 0 h 1422"/>
              <a:gd name="T2" fmla="*/ 1833 w 1833"/>
              <a:gd name="T3" fmla="*/ 1176 h 1422"/>
              <a:gd name="T4" fmla="*/ 1831 w 1833"/>
              <a:gd name="T5" fmla="*/ 1176 h 1422"/>
              <a:gd name="T6" fmla="*/ 2 w 1833"/>
              <a:gd name="T7" fmla="*/ 1422 h 1422"/>
              <a:gd name="T8" fmla="*/ 2 w 1833"/>
              <a:gd name="T9" fmla="*/ 1422 h 1422"/>
              <a:gd name="T10" fmla="*/ 0 w 1833"/>
              <a:gd name="T11" fmla="*/ 1422 h 1422"/>
              <a:gd name="T12" fmla="*/ 0 w 1833"/>
              <a:gd name="T13" fmla="*/ 408 h 1422"/>
              <a:gd name="T14" fmla="*/ 1833 w 1833"/>
              <a:gd name="T15" fmla="*/ 0 h 14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33" h="1422">
                <a:moveTo>
                  <a:pt x="1833" y="0"/>
                </a:moveTo>
                <a:lnTo>
                  <a:pt x="1833" y="1176"/>
                </a:lnTo>
                <a:lnTo>
                  <a:pt x="1831" y="1176"/>
                </a:lnTo>
                <a:lnTo>
                  <a:pt x="2" y="1422"/>
                </a:lnTo>
                <a:lnTo>
                  <a:pt x="2" y="1422"/>
                </a:lnTo>
                <a:lnTo>
                  <a:pt x="0" y="1422"/>
                </a:lnTo>
                <a:lnTo>
                  <a:pt x="0" y="408"/>
                </a:lnTo>
                <a:lnTo>
                  <a:pt x="1833" y="0"/>
                </a:lnTo>
                <a:close/>
              </a:path>
            </a:pathLst>
          </a:custGeom>
          <a:solidFill>
            <a:srgbClr val="FF0000"/>
          </a:solidFill>
          <a:ln w="0">
            <a:noFill/>
            <a:prstDash val="solid"/>
            <a:round/>
            <a:headEnd/>
            <a:tailEnd/>
          </a:ln>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400">
              <a:solidFill>
                <a:prstClr val="black"/>
              </a:solidFill>
              <a:cs typeface="+mn-ea"/>
              <a:sym typeface="+mn-lt"/>
            </a:endParaRPr>
          </a:p>
        </p:txBody>
      </p:sp>
      <p:sp>
        <p:nvSpPr>
          <p:cNvPr id="45" name="Freeform 14"/>
          <p:cNvSpPr>
            <a:spLocks/>
          </p:cNvSpPr>
          <p:nvPr/>
        </p:nvSpPr>
        <p:spPr bwMode="auto">
          <a:xfrm>
            <a:off x="8889788" y="4541260"/>
            <a:ext cx="1586024" cy="388892"/>
          </a:xfrm>
          <a:custGeom>
            <a:avLst/>
            <a:gdLst>
              <a:gd name="T0" fmla="*/ 0 w 1506"/>
              <a:gd name="T1" fmla="*/ 0 h 389"/>
              <a:gd name="T2" fmla="*/ 1506 w 1506"/>
              <a:gd name="T3" fmla="*/ 203 h 389"/>
              <a:gd name="T4" fmla="*/ 0 w 1506"/>
              <a:gd name="T5" fmla="*/ 389 h 389"/>
              <a:gd name="T6" fmla="*/ 0 w 1506"/>
              <a:gd name="T7" fmla="*/ 389 h 389"/>
              <a:gd name="T8" fmla="*/ 0 w 1506"/>
              <a:gd name="T9" fmla="*/ 0 h 389"/>
            </a:gdLst>
            <a:ahLst/>
            <a:cxnLst>
              <a:cxn ang="0">
                <a:pos x="T0" y="T1"/>
              </a:cxn>
              <a:cxn ang="0">
                <a:pos x="T2" y="T3"/>
              </a:cxn>
              <a:cxn ang="0">
                <a:pos x="T4" y="T5"/>
              </a:cxn>
              <a:cxn ang="0">
                <a:pos x="T6" y="T7"/>
              </a:cxn>
              <a:cxn ang="0">
                <a:pos x="T8" y="T9"/>
              </a:cxn>
            </a:cxnLst>
            <a:rect l="0" t="0" r="r" b="b"/>
            <a:pathLst>
              <a:path w="1506" h="389">
                <a:moveTo>
                  <a:pt x="0" y="0"/>
                </a:moveTo>
                <a:lnTo>
                  <a:pt x="1506" y="203"/>
                </a:lnTo>
                <a:lnTo>
                  <a:pt x="0" y="389"/>
                </a:lnTo>
                <a:lnTo>
                  <a:pt x="0" y="389"/>
                </a:lnTo>
                <a:lnTo>
                  <a:pt x="0" y="0"/>
                </a:lnTo>
                <a:close/>
              </a:path>
            </a:pathLst>
          </a:custGeom>
          <a:solidFill>
            <a:sysClr val="windowText" lastClr="000000">
              <a:lumMod val="95000"/>
              <a:lumOff val="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6" name="Freeform 15"/>
          <p:cNvSpPr>
            <a:spLocks/>
          </p:cNvSpPr>
          <p:nvPr/>
        </p:nvSpPr>
        <p:spPr bwMode="auto">
          <a:xfrm>
            <a:off x="7297446" y="3567023"/>
            <a:ext cx="1592343" cy="1176701"/>
          </a:xfrm>
          <a:custGeom>
            <a:avLst/>
            <a:gdLst>
              <a:gd name="T0" fmla="*/ 1512 w 1512"/>
              <a:gd name="T1" fmla="*/ 0 h 1174"/>
              <a:gd name="T2" fmla="*/ 1512 w 1512"/>
              <a:gd name="T3" fmla="*/ 971 h 1174"/>
              <a:gd name="T4" fmla="*/ 1510 w 1512"/>
              <a:gd name="T5" fmla="*/ 971 h 1174"/>
              <a:gd name="T6" fmla="*/ 1 w 1512"/>
              <a:gd name="T7" fmla="*/ 1174 h 1174"/>
              <a:gd name="T8" fmla="*/ 1 w 1512"/>
              <a:gd name="T9" fmla="*/ 1174 h 1174"/>
              <a:gd name="T10" fmla="*/ 0 w 1512"/>
              <a:gd name="T11" fmla="*/ 1174 h 1174"/>
              <a:gd name="T12" fmla="*/ 0 w 1512"/>
              <a:gd name="T13" fmla="*/ 338 h 1174"/>
              <a:gd name="T14" fmla="*/ 1512 w 1512"/>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2" h="1174">
                <a:moveTo>
                  <a:pt x="1512" y="0"/>
                </a:moveTo>
                <a:lnTo>
                  <a:pt x="1512" y="971"/>
                </a:lnTo>
                <a:lnTo>
                  <a:pt x="1510" y="971"/>
                </a:lnTo>
                <a:lnTo>
                  <a:pt x="1" y="1174"/>
                </a:lnTo>
                <a:lnTo>
                  <a:pt x="1" y="1174"/>
                </a:lnTo>
                <a:lnTo>
                  <a:pt x="0" y="1174"/>
                </a:lnTo>
                <a:lnTo>
                  <a:pt x="0" y="338"/>
                </a:lnTo>
                <a:lnTo>
                  <a:pt x="1512" y="0"/>
                </a:lnTo>
                <a:close/>
              </a:path>
            </a:pathLst>
          </a:custGeom>
          <a:solidFill>
            <a:sysClr val="windowText" lastClr="000000">
              <a:lumMod val="65000"/>
              <a:lumOff val="3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7" name="Freeform 16"/>
          <p:cNvSpPr>
            <a:spLocks/>
          </p:cNvSpPr>
          <p:nvPr/>
        </p:nvSpPr>
        <p:spPr bwMode="auto">
          <a:xfrm>
            <a:off x="8889789" y="3567023"/>
            <a:ext cx="1590237" cy="1176701"/>
          </a:xfrm>
          <a:custGeom>
            <a:avLst/>
            <a:gdLst>
              <a:gd name="T0" fmla="*/ 1 w 1510"/>
              <a:gd name="T1" fmla="*/ 0 h 1174"/>
              <a:gd name="T2" fmla="*/ 1510 w 1510"/>
              <a:gd name="T3" fmla="*/ 338 h 1174"/>
              <a:gd name="T4" fmla="*/ 1510 w 1510"/>
              <a:gd name="T5" fmla="*/ 1174 h 1174"/>
              <a:gd name="T6" fmla="*/ 1506 w 1510"/>
              <a:gd name="T7" fmla="*/ 1174 h 1174"/>
              <a:gd name="T8" fmla="*/ 1506 w 1510"/>
              <a:gd name="T9" fmla="*/ 1174 h 1174"/>
              <a:gd name="T10" fmla="*/ 0 w 1510"/>
              <a:gd name="T11" fmla="*/ 971 h 1174"/>
              <a:gd name="T12" fmla="*/ 0 w 1510"/>
              <a:gd name="T13" fmla="*/ 0 h 1174"/>
              <a:gd name="T14" fmla="*/ 1 w 1510"/>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0" h="1174">
                <a:moveTo>
                  <a:pt x="1" y="0"/>
                </a:moveTo>
                <a:lnTo>
                  <a:pt x="1510" y="338"/>
                </a:lnTo>
                <a:lnTo>
                  <a:pt x="1510" y="1174"/>
                </a:lnTo>
                <a:lnTo>
                  <a:pt x="1506" y="1174"/>
                </a:lnTo>
                <a:lnTo>
                  <a:pt x="1506" y="1174"/>
                </a:lnTo>
                <a:lnTo>
                  <a:pt x="0" y="971"/>
                </a:lnTo>
                <a:lnTo>
                  <a:pt x="0" y="0"/>
                </a:lnTo>
                <a:lnTo>
                  <a:pt x="1" y="0"/>
                </a:lnTo>
                <a:close/>
              </a:path>
            </a:pathLst>
          </a:custGeom>
          <a:solidFill>
            <a:sysClr val="windowText" lastClr="000000">
              <a:lumMod val="85000"/>
              <a:lumOff val="1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8" name="Freeform 21"/>
          <p:cNvSpPr>
            <a:spLocks/>
          </p:cNvSpPr>
          <p:nvPr/>
        </p:nvSpPr>
        <p:spPr bwMode="auto">
          <a:xfrm>
            <a:off x="7695533" y="4813884"/>
            <a:ext cx="1194257" cy="882024"/>
          </a:xfrm>
          <a:custGeom>
            <a:avLst/>
            <a:gdLst>
              <a:gd name="T0" fmla="*/ 1133 w 1133"/>
              <a:gd name="T1" fmla="*/ 0 h 879"/>
              <a:gd name="T2" fmla="*/ 1133 w 1133"/>
              <a:gd name="T3" fmla="*/ 728 h 879"/>
              <a:gd name="T4" fmla="*/ 1131 w 1133"/>
              <a:gd name="T5" fmla="*/ 728 h 879"/>
              <a:gd name="T6" fmla="*/ 1 w 1133"/>
              <a:gd name="T7" fmla="*/ 879 h 879"/>
              <a:gd name="T8" fmla="*/ 1 w 1133"/>
              <a:gd name="T9" fmla="*/ 879 h 879"/>
              <a:gd name="T10" fmla="*/ 0 w 1133"/>
              <a:gd name="T11" fmla="*/ 879 h 879"/>
              <a:gd name="T12" fmla="*/ 0 w 1133"/>
              <a:gd name="T13" fmla="*/ 253 h 879"/>
              <a:gd name="T14" fmla="*/ 1133 w 1133"/>
              <a:gd name="T15" fmla="*/ 0 h 8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3" h="879">
                <a:moveTo>
                  <a:pt x="1133" y="0"/>
                </a:moveTo>
                <a:lnTo>
                  <a:pt x="1133" y="728"/>
                </a:lnTo>
                <a:lnTo>
                  <a:pt x="1131" y="728"/>
                </a:lnTo>
                <a:lnTo>
                  <a:pt x="1" y="879"/>
                </a:lnTo>
                <a:lnTo>
                  <a:pt x="1" y="879"/>
                </a:lnTo>
                <a:lnTo>
                  <a:pt x="0" y="879"/>
                </a:lnTo>
                <a:lnTo>
                  <a:pt x="0" y="253"/>
                </a:lnTo>
                <a:lnTo>
                  <a:pt x="1133" y="0"/>
                </a:lnTo>
                <a:close/>
              </a:path>
            </a:pathLst>
          </a:custGeom>
          <a:solidFill>
            <a:sysClr val="window" lastClr="FFFFFF">
              <a:lumMod val="50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49" name="Freeform 22"/>
          <p:cNvSpPr>
            <a:spLocks/>
          </p:cNvSpPr>
          <p:nvPr/>
        </p:nvSpPr>
        <p:spPr bwMode="auto">
          <a:xfrm>
            <a:off x="8889789" y="4811879"/>
            <a:ext cx="1192151" cy="884029"/>
          </a:xfrm>
          <a:custGeom>
            <a:avLst/>
            <a:gdLst>
              <a:gd name="T0" fmla="*/ 1 w 1132"/>
              <a:gd name="T1" fmla="*/ 0 h 881"/>
              <a:gd name="T2" fmla="*/ 1132 w 1132"/>
              <a:gd name="T3" fmla="*/ 255 h 881"/>
              <a:gd name="T4" fmla="*/ 1132 w 1132"/>
              <a:gd name="T5" fmla="*/ 881 h 881"/>
              <a:gd name="T6" fmla="*/ 1128 w 1132"/>
              <a:gd name="T7" fmla="*/ 881 h 881"/>
              <a:gd name="T8" fmla="*/ 0 w 1132"/>
              <a:gd name="T9" fmla="*/ 730 h 881"/>
              <a:gd name="T10" fmla="*/ 0 w 1132"/>
              <a:gd name="T11" fmla="*/ 2 h 881"/>
              <a:gd name="T12" fmla="*/ 1 w 1132"/>
              <a:gd name="T13" fmla="*/ 0 h 881"/>
            </a:gdLst>
            <a:ahLst/>
            <a:cxnLst>
              <a:cxn ang="0">
                <a:pos x="T0" y="T1"/>
              </a:cxn>
              <a:cxn ang="0">
                <a:pos x="T2" y="T3"/>
              </a:cxn>
              <a:cxn ang="0">
                <a:pos x="T4" y="T5"/>
              </a:cxn>
              <a:cxn ang="0">
                <a:pos x="T6" y="T7"/>
              </a:cxn>
              <a:cxn ang="0">
                <a:pos x="T8" y="T9"/>
              </a:cxn>
              <a:cxn ang="0">
                <a:pos x="T10" y="T11"/>
              </a:cxn>
              <a:cxn ang="0">
                <a:pos x="T12" y="T13"/>
              </a:cxn>
            </a:cxnLst>
            <a:rect l="0" t="0" r="r" b="b"/>
            <a:pathLst>
              <a:path w="1132" h="881">
                <a:moveTo>
                  <a:pt x="1" y="0"/>
                </a:moveTo>
                <a:lnTo>
                  <a:pt x="1132" y="255"/>
                </a:lnTo>
                <a:lnTo>
                  <a:pt x="1132" y="881"/>
                </a:lnTo>
                <a:lnTo>
                  <a:pt x="1128" y="881"/>
                </a:lnTo>
                <a:lnTo>
                  <a:pt x="0" y="730"/>
                </a:lnTo>
                <a:lnTo>
                  <a:pt x="0" y="2"/>
                </a:lnTo>
                <a:lnTo>
                  <a:pt x="1" y="0"/>
                </a:lnTo>
                <a:close/>
              </a:path>
            </a:pathLst>
          </a:custGeom>
          <a:solidFill>
            <a:sysClr val="windowText" lastClr="000000">
              <a:lumMod val="65000"/>
              <a:lumOff val="3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0" name="Freeform 7"/>
          <p:cNvSpPr>
            <a:spLocks noEditPoints="1"/>
          </p:cNvSpPr>
          <p:nvPr/>
        </p:nvSpPr>
        <p:spPr bwMode="auto">
          <a:xfrm>
            <a:off x="7684574" y="2501869"/>
            <a:ext cx="459923" cy="684991"/>
          </a:xfrm>
          <a:custGeom>
            <a:avLst/>
            <a:gdLst>
              <a:gd name="T0" fmla="*/ 270 w 940"/>
              <a:gd name="T1" fmla="*/ 906 h 1400"/>
              <a:gd name="T2" fmla="*/ 264 w 940"/>
              <a:gd name="T3" fmla="*/ 951 h 1400"/>
              <a:gd name="T4" fmla="*/ 197 w 940"/>
              <a:gd name="T5" fmla="*/ 764 h 1400"/>
              <a:gd name="T6" fmla="*/ 169 w 940"/>
              <a:gd name="T7" fmla="*/ 822 h 1400"/>
              <a:gd name="T8" fmla="*/ 169 w 940"/>
              <a:gd name="T9" fmla="*/ 773 h 1400"/>
              <a:gd name="T10" fmla="*/ 197 w 940"/>
              <a:gd name="T11" fmla="*/ 734 h 1400"/>
              <a:gd name="T12" fmla="*/ 116 w 940"/>
              <a:gd name="T13" fmla="*/ 777 h 1400"/>
              <a:gd name="T14" fmla="*/ 122 w 940"/>
              <a:gd name="T15" fmla="*/ 833 h 1400"/>
              <a:gd name="T16" fmla="*/ 197 w 940"/>
              <a:gd name="T17" fmla="*/ 874 h 1400"/>
              <a:gd name="T18" fmla="*/ 148 w 940"/>
              <a:gd name="T19" fmla="*/ 934 h 1400"/>
              <a:gd name="T20" fmla="*/ 120 w 940"/>
              <a:gd name="T21" fmla="*/ 964 h 1400"/>
              <a:gd name="T22" fmla="*/ 197 w 940"/>
              <a:gd name="T23" fmla="*/ 998 h 1400"/>
              <a:gd name="T24" fmla="*/ 260 w 940"/>
              <a:gd name="T25" fmla="*/ 992 h 1400"/>
              <a:gd name="T26" fmla="*/ 321 w 940"/>
              <a:gd name="T27" fmla="*/ 923 h 1400"/>
              <a:gd name="T28" fmla="*/ 292 w 940"/>
              <a:gd name="T29" fmla="*/ 872 h 1400"/>
              <a:gd name="T30" fmla="*/ 234 w 940"/>
              <a:gd name="T31" fmla="*/ 767 h 1400"/>
              <a:gd name="T32" fmla="*/ 315 w 940"/>
              <a:gd name="T33" fmla="*/ 786 h 1400"/>
              <a:gd name="T34" fmla="*/ 234 w 940"/>
              <a:gd name="T35" fmla="*/ 711 h 1400"/>
              <a:gd name="T36" fmla="*/ 304 w 940"/>
              <a:gd name="T37" fmla="*/ 676 h 1400"/>
              <a:gd name="T38" fmla="*/ 396 w 940"/>
              <a:gd name="T39" fmla="*/ 812 h 1400"/>
              <a:gd name="T40" fmla="*/ 414 w 940"/>
              <a:gd name="T41" fmla="*/ 973 h 1400"/>
              <a:gd name="T42" fmla="*/ 311 w 940"/>
              <a:gd name="T43" fmla="*/ 1061 h 1400"/>
              <a:gd name="T44" fmla="*/ 116 w 940"/>
              <a:gd name="T45" fmla="*/ 1065 h 1400"/>
              <a:gd name="T46" fmla="*/ 13 w 940"/>
              <a:gd name="T47" fmla="*/ 990 h 1400"/>
              <a:gd name="T48" fmla="*/ 9 w 940"/>
              <a:gd name="T49" fmla="*/ 859 h 1400"/>
              <a:gd name="T50" fmla="*/ 86 w 940"/>
              <a:gd name="T51" fmla="*/ 700 h 1400"/>
              <a:gd name="T52" fmla="*/ 272 w 940"/>
              <a:gd name="T53" fmla="*/ 595 h 1400"/>
              <a:gd name="T54" fmla="*/ 214 w 940"/>
              <a:gd name="T55" fmla="*/ 457 h 1400"/>
              <a:gd name="T56" fmla="*/ 260 w 940"/>
              <a:gd name="T57" fmla="*/ 488 h 1400"/>
              <a:gd name="T58" fmla="*/ 307 w 940"/>
              <a:gd name="T59" fmla="*/ 485 h 1400"/>
              <a:gd name="T60" fmla="*/ 345 w 940"/>
              <a:gd name="T61" fmla="*/ 458 h 1400"/>
              <a:gd name="T62" fmla="*/ 92 w 940"/>
              <a:gd name="T63" fmla="*/ 466 h 1400"/>
              <a:gd name="T64" fmla="*/ 142 w 940"/>
              <a:gd name="T65" fmla="*/ 498 h 1400"/>
              <a:gd name="T66" fmla="*/ 189 w 940"/>
              <a:gd name="T67" fmla="*/ 466 h 1400"/>
              <a:gd name="T68" fmla="*/ 654 w 940"/>
              <a:gd name="T69" fmla="*/ 294 h 1400"/>
              <a:gd name="T70" fmla="*/ 600 w 940"/>
              <a:gd name="T71" fmla="*/ 325 h 1400"/>
              <a:gd name="T72" fmla="*/ 823 w 940"/>
              <a:gd name="T73" fmla="*/ 284 h 1400"/>
              <a:gd name="T74" fmla="*/ 940 w 940"/>
              <a:gd name="T75" fmla="*/ 822 h 1400"/>
              <a:gd name="T76" fmla="*/ 878 w 940"/>
              <a:gd name="T77" fmla="*/ 861 h 1400"/>
              <a:gd name="T78" fmla="*/ 805 w 940"/>
              <a:gd name="T79" fmla="*/ 649 h 1400"/>
              <a:gd name="T80" fmla="*/ 472 w 940"/>
              <a:gd name="T81" fmla="*/ 1400 h 1400"/>
              <a:gd name="T82" fmla="*/ 45 w 940"/>
              <a:gd name="T83" fmla="*/ 369 h 1400"/>
              <a:gd name="T84" fmla="*/ 45 w 940"/>
              <a:gd name="T85" fmla="*/ 296 h 1400"/>
              <a:gd name="T86" fmla="*/ 472 w 940"/>
              <a:gd name="T87" fmla="*/ 279 h 1400"/>
              <a:gd name="T88" fmla="*/ 656 w 940"/>
              <a:gd name="T89" fmla="*/ 363 h 1400"/>
              <a:gd name="T90" fmla="*/ 784 w 940"/>
              <a:gd name="T91" fmla="*/ 277 h 1400"/>
              <a:gd name="T92" fmla="*/ 709 w 940"/>
              <a:gd name="T93" fmla="*/ 41 h 1400"/>
              <a:gd name="T94" fmla="*/ 741 w 940"/>
              <a:gd name="T95" fmla="*/ 179 h 1400"/>
              <a:gd name="T96" fmla="*/ 653 w 940"/>
              <a:gd name="T97" fmla="*/ 281 h 1400"/>
              <a:gd name="T98" fmla="*/ 531 w 940"/>
              <a:gd name="T99" fmla="*/ 243 h 1400"/>
              <a:gd name="T100" fmla="*/ 499 w 940"/>
              <a:gd name="T101" fmla="*/ 105 h 1400"/>
              <a:gd name="T102" fmla="*/ 587 w 940"/>
              <a:gd name="T103" fmla="*/ 3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40" h="1400">
                <a:moveTo>
                  <a:pt x="234" y="887"/>
                </a:moveTo>
                <a:lnTo>
                  <a:pt x="236" y="887"/>
                </a:lnTo>
                <a:lnTo>
                  <a:pt x="257" y="896"/>
                </a:lnTo>
                <a:lnTo>
                  <a:pt x="270" y="906"/>
                </a:lnTo>
                <a:lnTo>
                  <a:pt x="275" y="917"/>
                </a:lnTo>
                <a:lnTo>
                  <a:pt x="277" y="926"/>
                </a:lnTo>
                <a:lnTo>
                  <a:pt x="274" y="939"/>
                </a:lnTo>
                <a:lnTo>
                  <a:pt x="264" y="951"/>
                </a:lnTo>
                <a:lnTo>
                  <a:pt x="251" y="960"/>
                </a:lnTo>
                <a:lnTo>
                  <a:pt x="234" y="964"/>
                </a:lnTo>
                <a:lnTo>
                  <a:pt x="234" y="887"/>
                </a:lnTo>
                <a:close/>
                <a:moveTo>
                  <a:pt x="197" y="764"/>
                </a:moveTo>
                <a:lnTo>
                  <a:pt x="197" y="835"/>
                </a:lnTo>
                <a:lnTo>
                  <a:pt x="191" y="833"/>
                </a:lnTo>
                <a:lnTo>
                  <a:pt x="182" y="829"/>
                </a:lnTo>
                <a:lnTo>
                  <a:pt x="169" y="822"/>
                </a:lnTo>
                <a:lnTo>
                  <a:pt x="159" y="812"/>
                </a:lnTo>
                <a:lnTo>
                  <a:pt x="155" y="797"/>
                </a:lnTo>
                <a:lnTo>
                  <a:pt x="159" y="782"/>
                </a:lnTo>
                <a:lnTo>
                  <a:pt x="169" y="773"/>
                </a:lnTo>
                <a:lnTo>
                  <a:pt x="182" y="767"/>
                </a:lnTo>
                <a:lnTo>
                  <a:pt x="197" y="764"/>
                </a:lnTo>
                <a:close/>
                <a:moveTo>
                  <a:pt x="197" y="711"/>
                </a:moveTo>
                <a:lnTo>
                  <a:pt x="197" y="734"/>
                </a:lnTo>
                <a:lnTo>
                  <a:pt x="169" y="737"/>
                </a:lnTo>
                <a:lnTo>
                  <a:pt x="146" y="747"/>
                </a:lnTo>
                <a:lnTo>
                  <a:pt x="127" y="760"/>
                </a:lnTo>
                <a:lnTo>
                  <a:pt x="116" y="777"/>
                </a:lnTo>
                <a:lnTo>
                  <a:pt x="110" y="797"/>
                </a:lnTo>
                <a:lnTo>
                  <a:pt x="112" y="814"/>
                </a:lnTo>
                <a:lnTo>
                  <a:pt x="116" y="825"/>
                </a:lnTo>
                <a:lnTo>
                  <a:pt x="122" y="833"/>
                </a:lnTo>
                <a:lnTo>
                  <a:pt x="135" y="846"/>
                </a:lnTo>
                <a:lnTo>
                  <a:pt x="155" y="857"/>
                </a:lnTo>
                <a:lnTo>
                  <a:pt x="176" y="866"/>
                </a:lnTo>
                <a:lnTo>
                  <a:pt x="197" y="874"/>
                </a:lnTo>
                <a:lnTo>
                  <a:pt x="197" y="964"/>
                </a:lnTo>
                <a:lnTo>
                  <a:pt x="176" y="956"/>
                </a:lnTo>
                <a:lnTo>
                  <a:pt x="159" y="947"/>
                </a:lnTo>
                <a:lnTo>
                  <a:pt x="148" y="934"/>
                </a:lnTo>
                <a:lnTo>
                  <a:pt x="140" y="921"/>
                </a:lnTo>
                <a:lnTo>
                  <a:pt x="101" y="939"/>
                </a:lnTo>
                <a:lnTo>
                  <a:pt x="108" y="953"/>
                </a:lnTo>
                <a:lnTo>
                  <a:pt x="120" y="964"/>
                </a:lnTo>
                <a:lnTo>
                  <a:pt x="138" y="979"/>
                </a:lnTo>
                <a:lnTo>
                  <a:pt x="157" y="986"/>
                </a:lnTo>
                <a:lnTo>
                  <a:pt x="176" y="994"/>
                </a:lnTo>
                <a:lnTo>
                  <a:pt x="197" y="998"/>
                </a:lnTo>
                <a:lnTo>
                  <a:pt x="197" y="1024"/>
                </a:lnTo>
                <a:lnTo>
                  <a:pt x="234" y="1024"/>
                </a:lnTo>
                <a:lnTo>
                  <a:pt x="234" y="998"/>
                </a:lnTo>
                <a:lnTo>
                  <a:pt x="260" y="992"/>
                </a:lnTo>
                <a:lnTo>
                  <a:pt x="287" y="981"/>
                </a:lnTo>
                <a:lnTo>
                  <a:pt x="305" y="964"/>
                </a:lnTo>
                <a:lnTo>
                  <a:pt x="317" y="945"/>
                </a:lnTo>
                <a:lnTo>
                  <a:pt x="321" y="923"/>
                </a:lnTo>
                <a:lnTo>
                  <a:pt x="319" y="908"/>
                </a:lnTo>
                <a:lnTo>
                  <a:pt x="313" y="896"/>
                </a:lnTo>
                <a:lnTo>
                  <a:pt x="309" y="889"/>
                </a:lnTo>
                <a:lnTo>
                  <a:pt x="292" y="872"/>
                </a:lnTo>
                <a:lnTo>
                  <a:pt x="274" y="861"/>
                </a:lnTo>
                <a:lnTo>
                  <a:pt x="259" y="855"/>
                </a:lnTo>
                <a:lnTo>
                  <a:pt x="234" y="848"/>
                </a:lnTo>
                <a:lnTo>
                  <a:pt x="234" y="767"/>
                </a:lnTo>
                <a:lnTo>
                  <a:pt x="251" y="777"/>
                </a:lnTo>
                <a:lnTo>
                  <a:pt x="264" y="788"/>
                </a:lnTo>
                <a:lnTo>
                  <a:pt x="275" y="805"/>
                </a:lnTo>
                <a:lnTo>
                  <a:pt x="315" y="786"/>
                </a:lnTo>
                <a:lnTo>
                  <a:pt x="294" y="762"/>
                </a:lnTo>
                <a:lnTo>
                  <a:pt x="268" y="745"/>
                </a:lnTo>
                <a:lnTo>
                  <a:pt x="234" y="735"/>
                </a:lnTo>
                <a:lnTo>
                  <a:pt x="234" y="711"/>
                </a:lnTo>
                <a:lnTo>
                  <a:pt x="197" y="711"/>
                </a:lnTo>
                <a:close/>
                <a:moveTo>
                  <a:pt x="148" y="659"/>
                </a:moveTo>
                <a:lnTo>
                  <a:pt x="270" y="659"/>
                </a:lnTo>
                <a:lnTo>
                  <a:pt x="304" y="676"/>
                </a:lnTo>
                <a:lnTo>
                  <a:pt x="332" y="700"/>
                </a:lnTo>
                <a:lnTo>
                  <a:pt x="356" y="730"/>
                </a:lnTo>
                <a:lnTo>
                  <a:pt x="377" y="769"/>
                </a:lnTo>
                <a:lnTo>
                  <a:pt x="396" y="812"/>
                </a:lnTo>
                <a:lnTo>
                  <a:pt x="411" y="863"/>
                </a:lnTo>
                <a:lnTo>
                  <a:pt x="420" y="904"/>
                </a:lnTo>
                <a:lnTo>
                  <a:pt x="422" y="939"/>
                </a:lnTo>
                <a:lnTo>
                  <a:pt x="414" y="973"/>
                </a:lnTo>
                <a:lnTo>
                  <a:pt x="401" y="1003"/>
                </a:lnTo>
                <a:lnTo>
                  <a:pt x="379" y="1027"/>
                </a:lnTo>
                <a:lnTo>
                  <a:pt x="349" y="1048"/>
                </a:lnTo>
                <a:lnTo>
                  <a:pt x="311" y="1061"/>
                </a:lnTo>
                <a:lnTo>
                  <a:pt x="264" y="1071"/>
                </a:lnTo>
                <a:lnTo>
                  <a:pt x="210" y="1074"/>
                </a:lnTo>
                <a:lnTo>
                  <a:pt x="159" y="1072"/>
                </a:lnTo>
                <a:lnTo>
                  <a:pt x="116" y="1065"/>
                </a:lnTo>
                <a:lnTo>
                  <a:pt x="80" y="1052"/>
                </a:lnTo>
                <a:lnTo>
                  <a:pt x="50" y="1035"/>
                </a:lnTo>
                <a:lnTo>
                  <a:pt x="28" y="1014"/>
                </a:lnTo>
                <a:lnTo>
                  <a:pt x="13" y="990"/>
                </a:lnTo>
                <a:lnTo>
                  <a:pt x="3" y="962"/>
                </a:lnTo>
                <a:lnTo>
                  <a:pt x="0" y="930"/>
                </a:lnTo>
                <a:lnTo>
                  <a:pt x="2" y="896"/>
                </a:lnTo>
                <a:lnTo>
                  <a:pt x="9" y="859"/>
                </a:lnTo>
                <a:lnTo>
                  <a:pt x="22" y="810"/>
                </a:lnTo>
                <a:lnTo>
                  <a:pt x="41" y="767"/>
                </a:lnTo>
                <a:lnTo>
                  <a:pt x="62" y="730"/>
                </a:lnTo>
                <a:lnTo>
                  <a:pt x="86" y="700"/>
                </a:lnTo>
                <a:lnTo>
                  <a:pt x="116" y="676"/>
                </a:lnTo>
                <a:lnTo>
                  <a:pt x="148" y="659"/>
                </a:lnTo>
                <a:close/>
                <a:moveTo>
                  <a:pt x="150" y="595"/>
                </a:moveTo>
                <a:lnTo>
                  <a:pt x="272" y="595"/>
                </a:lnTo>
                <a:lnTo>
                  <a:pt x="272" y="644"/>
                </a:lnTo>
                <a:lnTo>
                  <a:pt x="150" y="644"/>
                </a:lnTo>
                <a:lnTo>
                  <a:pt x="150" y="595"/>
                </a:lnTo>
                <a:close/>
                <a:moveTo>
                  <a:pt x="214" y="457"/>
                </a:moveTo>
                <a:lnTo>
                  <a:pt x="225" y="462"/>
                </a:lnTo>
                <a:lnTo>
                  <a:pt x="236" y="470"/>
                </a:lnTo>
                <a:lnTo>
                  <a:pt x="247" y="481"/>
                </a:lnTo>
                <a:lnTo>
                  <a:pt x="260" y="488"/>
                </a:lnTo>
                <a:lnTo>
                  <a:pt x="272" y="496"/>
                </a:lnTo>
                <a:lnTo>
                  <a:pt x="283" y="498"/>
                </a:lnTo>
                <a:lnTo>
                  <a:pt x="296" y="492"/>
                </a:lnTo>
                <a:lnTo>
                  <a:pt x="307" y="485"/>
                </a:lnTo>
                <a:lnTo>
                  <a:pt x="319" y="475"/>
                </a:lnTo>
                <a:lnTo>
                  <a:pt x="328" y="468"/>
                </a:lnTo>
                <a:lnTo>
                  <a:pt x="336" y="462"/>
                </a:lnTo>
                <a:lnTo>
                  <a:pt x="345" y="458"/>
                </a:lnTo>
                <a:lnTo>
                  <a:pt x="272" y="580"/>
                </a:lnTo>
                <a:lnTo>
                  <a:pt x="148" y="580"/>
                </a:lnTo>
                <a:lnTo>
                  <a:pt x="75" y="458"/>
                </a:lnTo>
                <a:lnTo>
                  <a:pt x="92" y="466"/>
                </a:lnTo>
                <a:lnTo>
                  <a:pt x="107" y="481"/>
                </a:lnTo>
                <a:lnTo>
                  <a:pt x="120" y="488"/>
                </a:lnTo>
                <a:lnTo>
                  <a:pt x="131" y="496"/>
                </a:lnTo>
                <a:lnTo>
                  <a:pt x="142" y="498"/>
                </a:lnTo>
                <a:lnTo>
                  <a:pt x="155" y="492"/>
                </a:lnTo>
                <a:lnTo>
                  <a:pt x="167" y="485"/>
                </a:lnTo>
                <a:lnTo>
                  <a:pt x="178" y="475"/>
                </a:lnTo>
                <a:lnTo>
                  <a:pt x="189" y="466"/>
                </a:lnTo>
                <a:lnTo>
                  <a:pt x="200" y="458"/>
                </a:lnTo>
                <a:lnTo>
                  <a:pt x="214" y="457"/>
                </a:lnTo>
                <a:close/>
                <a:moveTo>
                  <a:pt x="619" y="294"/>
                </a:moveTo>
                <a:lnTo>
                  <a:pt x="654" y="294"/>
                </a:lnTo>
                <a:lnTo>
                  <a:pt x="673" y="325"/>
                </a:lnTo>
                <a:lnTo>
                  <a:pt x="654" y="357"/>
                </a:lnTo>
                <a:lnTo>
                  <a:pt x="619" y="357"/>
                </a:lnTo>
                <a:lnTo>
                  <a:pt x="600" y="325"/>
                </a:lnTo>
                <a:lnTo>
                  <a:pt x="619" y="294"/>
                </a:lnTo>
                <a:close/>
                <a:moveTo>
                  <a:pt x="784" y="277"/>
                </a:moveTo>
                <a:lnTo>
                  <a:pt x="805" y="277"/>
                </a:lnTo>
                <a:lnTo>
                  <a:pt x="823" y="284"/>
                </a:lnTo>
                <a:lnTo>
                  <a:pt x="838" y="299"/>
                </a:lnTo>
                <a:lnTo>
                  <a:pt x="846" y="318"/>
                </a:lnTo>
                <a:lnTo>
                  <a:pt x="940" y="801"/>
                </a:lnTo>
                <a:lnTo>
                  <a:pt x="940" y="822"/>
                </a:lnTo>
                <a:lnTo>
                  <a:pt x="930" y="840"/>
                </a:lnTo>
                <a:lnTo>
                  <a:pt x="917" y="853"/>
                </a:lnTo>
                <a:lnTo>
                  <a:pt x="898" y="861"/>
                </a:lnTo>
                <a:lnTo>
                  <a:pt x="878" y="861"/>
                </a:lnTo>
                <a:lnTo>
                  <a:pt x="859" y="853"/>
                </a:lnTo>
                <a:lnTo>
                  <a:pt x="846" y="840"/>
                </a:lnTo>
                <a:lnTo>
                  <a:pt x="837" y="822"/>
                </a:lnTo>
                <a:lnTo>
                  <a:pt x="805" y="649"/>
                </a:lnTo>
                <a:lnTo>
                  <a:pt x="805" y="1400"/>
                </a:lnTo>
                <a:lnTo>
                  <a:pt x="681" y="951"/>
                </a:lnTo>
                <a:lnTo>
                  <a:pt x="615" y="951"/>
                </a:lnTo>
                <a:lnTo>
                  <a:pt x="472" y="1400"/>
                </a:lnTo>
                <a:lnTo>
                  <a:pt x="472" y="384"/>
                </a:lnTo>
                <a:lnTo>
                  <a:pt x="80" y="384"/>
                </a:lnTo>
                <a:lnTo>
                  <a:pt x="62" y="380"/>
                </a:lnTo>
                <a:lnTo>
                  <a:pt x="45" y="369"/>
                </a:lnTo>
                <a:lnTo>
                  <a:pt x="33" y="352"/>
                </a:lnTo>
                <a:lnTo>
                  <a:pt x="30" y="331"/>
                </a:lnTo>
                <a:lnTo>
                  <a:pt x="33" y="310"/>
                </a:lnTo>
                <a:lnTo>
                  <a:pt x="45" y="296"/>
                </a:lnTo>
                <a:lnTo>
                  <a:pt x="62" y="284"/>
                </a:lnTo>
                <a:lnTo>
                  <a:pt x="80" y="279"/>
                </a:lnTo>
                <a:lnTo>
                  <a:pt x="472" y="279"/>
                </a:lnTo>
                <a:lnTo>
                  <a:pt x="472" y="279"/>
                </a:lnTo>
                <a:lnTo>
                  <a:pt x="555" y="279"/>
                </a:lnTo>
                <a:lnTo>
                  <a:pt x="615" y="449"/>
                </a:lnTo>
                <a:lnTo>
                  <a:pt x="621" y="363"/>
                </a:lnTo>
                <a:lnTo>
                  <a:pt x="656" y="363"/>
                </a:lnTo>
                <a:lnTo>
                  <a:pt x="664" y="438"/>
                </a:lnTo>
                <a:lnTo>
                  <a:pt x="711" y="279"/>
                </a:lnTo>
                <a:lnTo>
                  <a:pt x="778" y="279"/>
                </a:lnTo>
                <a:lnTo>
                  <a:pt x="784" y="277"/>
                </a:lnTo>
                <a:close/>
                <a:moveTo>
                  <a:pt x="621" y="0"/>
                </a:moveTo>
                <a:lnTo>
                  <a:pt x="653" y="3"/>
                </a:lnTo>
                <a:lnTo>
                  <a:pt x="683" y="18"/>
                </a:lnTo>
                <a:lnTo>
                  <a:pt x="709" y="41"/>
                </a:lnTo>
                <a:lnTo>
                  <a:pt x="728" y="69"/>
                </a:lnTo>
                <a:lnTo>
                  <a:pt x="741" y="105"/>
                </a:lnTo>
                <a:lnTo>
                  <a:pt x="745" y="142"/>
                </a:lnTo>
                <a:lnTo>
                  <a:pt x="741" y="179"/>
                </a:lnTo>
                <a:lnTo>
                  <a:pt x="728" y="213"/>
                </a:lnTo>
                <a:lnTo>
                  <a:pt x="709" y="243"/>
                </a:lnTo>
                <a:lnTo>
                  <a:pt x="683" y="266"/>
                </a:lnTo>
                <a:lnTo>
                  <a:pt x="653" y="281"/>
                </a:lnTo>
                <a:lnTo>
                  <a:pt x="621" y="284"/>
                </a:lnTo>
                <a:lnTo>
                  <a:pt x="587" y="281"/>
                </a:lnTo>
                <a:lnTo>
                  <a:pt x="557" y="266"/>
                </a:lnTo>
                <a:lnTo>
                  <a:pt x="531" y="243"/>
                </a:lnTo>
                <a:lnTo>
                  <a:pt x="512" y="213"/>
                </a:lnTo>
                <a:lnTo>
                  <a:pt x="499" y="179"/>
                </a:lnTo>
                <a:lnTo>
                  <a:pt x="495" y="142"/>
                </a:lnTo>
                <a:lnTo>
                  <a:pt x="499" y="105"/>
                </a:lnTo>
                <a:lnTo>
                  <a:pt x="512" y="69"/>
                </a:lnTo>
                <a:lnTo>
                  <a:pt x="531" y="41"/>
                </a:lnTo>
                <a:lnTo>
                  <a:pt x="557" y="18"/>
                </a:lnTo>
                <a:lnTo>
                  <a:pt x="587" y="3"/>
                </a:lnTo>
                <a:lnTo>
                  <a:pt x="621"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1" name="Freeform 22"/>
          <p:cNvSpPr>
            <a:spLocks noEditPoints="1"/>
          </p:cNvSpPr>
          <p:nvPr/>
        </p:nvSpPr>
        <p:spPr bwMode="auto">
          <a:xfrm>
            <a:off x="8078757" y="5086447"/>
            <a:ext cx="313761" cy="336899"/>
          </a:xfrm>
          <a:custGeom>
            <a:avLst/>
            <a:gdLst>
              <a:gd name="T0" fmla="*/ 5 w 1668"/>
              <a:gd name="T1" fmla="*/ 1188 h 1790"/>
              <a:gd name="T2" fmla="*/ 467 w 1668"/>
              <a:gd name="T3" fmla="*/ 1188 h 1790"/>
              <a:gd name="T4" fmla="*/ 467 w 1668"/>
              <a:gd name="T5" fmla="*/ 1790 h 1790"/>
              <a:gd name="T6" fmla="*/ 5 w 1668"/>
              <a:gd name="T7" fmla="*/ 1790 h 1790"/>
              <a:gd name="T8" fmla="*/ 5 w 1668"/>
              <a:gd name="T9" fmla="*/ 1188 h 1790"/>
              <a:gd name="T10" fmla="*/ 605 w 1668"/>
              <a:gd name="T11" fmla="*/ 900 h 1790"/>
              <a:gd name="T12" fmla="*/ 1067 w 1668"/>
              <a:gd name="T13" fmla="*/ 900 h 1790"/>
              <a:gd name="T14" fmla="*/ 1067 w 1668"/>
              <a:gd name="T15" fmla="*/ 1790 h 1790"/>
              <a:gd name="T16" fmla="*/ 605 w 1668"/>
              <a:gd name="T17" fmla="*/ 1790 h 1790"/>
              <a:gd name="T18" fmla="*/ 605 w 1668"/>
              <a:gd name="T19" fmla="*/ 900 h 1790"/>
              <a:gd name="T20" fmla="*/ 1206 w 1668"/>
              <a:gd name="T21" fmla="*/ 382 h 1790"/>
              <a:gd name="T22" fmla="*/ 1668 w 1668"/>
              <a:gd name="T23" fmla="*/ 382 h 1790"/>
              <a:gd name="T24" fmla="*/ 1668 w 1668"/>
              <a:gd name="T25" fmla="*/ 1790 h 1790"/>
              <a:gd name="T26" fmla="*/ 1206 w 1668"/>
              <a:gd name="T27" fmla="*/ 1790 h 1790"/>
              <a:gd name="T28" fmla="*/ 1206 w 1668"/>
              <a:gd name="T29" fmla="*/ 382 h 1790"/>
              <a:gd name="T30" fmla="*/ 937 w 1668"/>
              <a:gd name="T31" fmla="*/ 0 h 1790"/>
              <a:gd name="T32" fmla="*/ 1101 w 1668"/>
              <a:gd name="T33" fmla="*/ 492 h 1790"/>
              <a:gd name="T34" fmla="*/ 923 w 1668"/>
              <a:gd name="T35" fmla="*/ 415 h 1790"/>
              <a:gd name="T36" fmla="*/ 901 w 1668"/>
              <a:gd name="T37" fmla="*/ 450 h 1790"/>
              <a:gd name="T38" fmla="*/ 876 w 1668"/>
              <a:gd name="T39" fmla="*/ 484 h 1790"/>
              <a:gd name="T40" fmla="*/ 849 w 1668"/>
              <a:gd name="T41" fmla="*/ 517 h 1790"/>
              <a:gd name="T42" fmla="*/ 819 w 1668"/>
              <a:gd name="T43" fmla="*/ 547 h 1790"/>
              <a:gd name="T44" fmla="*/ 787 w 1668"/>
              <a:gd name="T45" fmla="*/ 577 h 1790"/>
              <a:gd name="T46" fmla="*/ 752 w 1668"/>
              <a:gd name="T47" fmla="*/ 604 h 1790"/>
              <a:gd name="T48" fmla="*/ 714 w 1668"/>
              <a:gd name="T49" fmla="*/ 629 h 1790"/>
              <a:gd name="T50" fmla="*/ 673 w 1668"/>
              <a:gd name="T51" fmla="*/ 652 h 1790"/>
              <a:gd name="T52" fmla="*/ 629 w 1668"/>
              <a:gd name="T53" fmla="*/ 671 h 1790"/>
              <a:gd name="T54" fmla="*/ 582 w 1668"/>
              <a:gd name="T55" fmla="*/ 687 h 1790"/>
              <a:gd name="T56" fmla="*/ 532 w 1668"/>
              <a:gd name="T57" fmla="*/ 701 h 1790"/>
              <a:gd name="T58" fmla="*/ 477 w 1668"/>
              <a:gd name="T59" fmla="*/ 711 h 1790"/>
              <a:gd name="T60" fmla="*/ 420 w 1668"/>
              <a:gd name="T61" fmla="*/ 718 h 1790"/>
              <a:gd name="T62" fmla="*/ 359 w 1668"/>
              <a:gd name="T63" fmla="*/ 720 h 1790"/>
              <a:gd name="T64" fmla="*/ 295 w 1668"/>
              <a:gd name="T65" fmla="*/ 718 h 1790"/>
              <a:gd name="T66" fmla="*/ 228 w 1668"/>
              <a:gd name="T67" fmla="*/ 711 h 1790"/>
              <a:gd name="T68" fmla="*/ 156 w 1668"/>
              <a:gd name="T69" fmla="*/ 701 h 1790"/>
              <a:gd name="T70" fmla="*/ 80 w 1668"/>
              <a:gd name="T71" fmla="*/ 686 h 1790"/>
              <a:gd name="T72" fmla="*/ 0 w 1668"/>
              <a:gd name="T73" fmla="*/ 665 h 1790"/>
              <a:gd name="T74" fmla="*/ 71 w 1668"/>
              <a:gd name="T75" fmla="*/ 659 h 1790"/>
              <a:gd name="T76" fmla="*/ 139 w 1668"/>
              <a:gd name="T77" fmla="*/ 651 h 1790"/>
              <a:gd name="T78" fmla="*/ 204 w 1668"/>
              <a:gd name="T79" fmla="*/ 638 h 1790"/>
              <a:gd name="T80" fmla="*/ 265 w 1668"/>
              <a:gd name="T81" fmla="*/ 623 h 1790"/>
              <a:gd name="T82" fmla="*/ 323 w 1668"/>
              <a:gd name="T83" fmla="*/ 605 h 1790"/>
              <a:gd name="T84" fmla="*/ 376 w 1668"/>
              <a:gd name="T85" fmla="*/ 584 h 1790"/>
              <a:gd name="T86" fmla="*/ 425 w 1668"/>
              <a:gd name="T87" fmla="*/ 560 h 1790"/>
              <a:gd name="T88" fmla="*/ 471 w 1668"/>
              <a:gd name="T89" fmla="*/ 532 h 1790"/>
              <a:gd name="T90" fmla="*/ 513 w 1668"/>
              <a:gd name="T91" fmla="*/ 501 h 1790"/>
              <a:gd name="T92" fmla="*/ 549 w 1668"/>
              <a:gd name="T93" fmla="*/ 466 h 1790"/>
              <a:gd name="T94" fmla="*/ 581 w 1668"/>
              <a:gd name="T95" fmla="*/ 429 h 1790"/>
              <a:gd name="T96" fmla="*/ 609 w 1668"/>
              <a:gd name="T97" fmla="*/ 387 h 1790"/>
              <a:gd name="T98" fmla="*/ 630 w 1668"/>
              <a:gd name="T99" fmla="*/ 343 h 1790"/>
              <a:gd name="T100" fmla="*/ 648 w 1668"/>
              <a:gd name="T101" fmla="*/ 295 h 1790"/>
              <a:gd name="T102" fmla="*/ 482 w 1668"/>
              <a:gd name="T103" fmla="*/ 223 h 1790"/>
              <a:gd name="T104" fmla="*/ 937 w 1668"/>
              <a:gd name="T105" fmla="*/ 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68" h="1790">
                <a:moveTo>
                  <a:pt x="5" y="1188"/>
                </a:moveTo>
                <a:lnTo>
                  <a:pt x="467" y="1188"/>
                </a:lnTo>
                <a:lnTo>
                  <a:pt x="467" y="1790"/>
                </a:lnTo>
                <a:lnTo>
                  <a:pt x="5" y="1790"/>
                </a:lnTo>
                <a:lnTo>
                  <a:pt x="5" y="1188"/>
                </a:lnTo>
                <a:close/>
                <a:moveTo>
                  <a:pt x="605" y="900"/>
                </a:moveTo>
                <a:lnTo>
                  <a:pt x="1067" y="900"/>
                </a:lnTo>
                <a:lnTo>
                  <a:pt x="1067" y="1790"/>
                </a:lnTo>
                <a:lnTo>
                  <a:pt x="605" y="1790"/>
                </a:lnTo>
                <a:lnTo>
                  <a:pt x="605" y="900"/>
                </a:lnTo>
                <a:close/>
                <a:moveTo>
                  <a:pt x="1206" y="382"/>
                </a:moveTo>
                <a:lnTo>
                  <a:pt x="1668" y="382"/>
                </a:lnTo>
                <a:lnTo>
                  <a:pt x="1668" y="1790"/>
                </a:lnTo>
                <a:lnTo>
                  <a:pt x="1206" y="1790"/>
                </a:lnTo>
                <a:lnTo>
                  <a:pt x="1206" y="382"/>
                </a:lnTo>
                <a:close/>
                <a:moveTo>
                  <a:pt x="937" y="0"/>
                </a:moveTo>
                <a:lnTo>
                  <a:pt x="1101" y="492"/>
                </a:lnTo>
                <a:lnTo>
                  <a:pt x="923" y="415"/>
                </a:lnTo>
                <a:lnTo>
                  <a:pt x="901" y="450"/>
                </a:lnTo>
                <a:lnTo>
                  <a:pt x="876" y="484"/>
                </a:lnTo>
                <a:lnTo>
                  <a:pt x="849" y="517"/>
                </a:lnTo>
                <a:lnTo>
                  <a:pt x="819" y="547"/>
                </a:lnTo>
                <a:lnTo>
                  <a:pt x="787" y="577"/>
                </a:lnTo>
                <a:lnTo>
                  <a:pt x="752" y="604"/>
                </a:lnTo>
                <a:lnTo>
                  <a:pt x="714" y="629"/>
                </a:lnTo>
                <a:lnTo>
                  <a:pt x="673" y="652"/>
                </a:lnTo>
                <a:lnTo>
                  <a:pt x="629" y="671"/>
                </a:lnTo>
                <a:lnTo>
                  <a:pt x="582" y="687"/>
                </a:lnTo>
                <a:lnTo>
                  <a:pt x="532" y="701"/>
                </a:lnTo>
                <a:lnTo>
                  <a:pt x="477" y="711"/>
                </a:lnTo>
                <a:lnTo>
                  <a:pt x="420" y="718"/>
                </a:lnTo>
                <a:lnTo>
                  <a:pt x="359" y="720"/>
                </a:lnTo>
                <a:lnTo>
                  <a:pt x="295" y="718"/>
                </a:lnTo>
                <a:lnTo>
                  <a:pt x="228" y="711"/>
                </a:lnTo>
                <a:lnTo>
                  <a:pt x="156" y="701"/>
                </a:lnTo>
                <a:lnTo>
                  <a:pt x="80" y="686"/>
                </a:lnTo>
                <a:lnTo>
                  <a:pt x="0" y="665"/>
                </a:lnTo>
                <a:lnTo>
                  <a:pt x="71" y="659"/>
                </a:lnTo>
                <a:lnTo>
                  <a:pt x="139" y="651"/>
                </a:lnTo>
                <a:lnTo>
                  <a:pt x="204" y="638"/>
                </a:lnTo>
                <a:lnTo>
                  <a:pt x="265" y="623"/>
                </a:lnTo>
                <a:lnTo>
                  <a:pt x="323" y="605"/>
                </a:lnTo>
                <a:lnTo>
                  <a:pt x="376" y="584"/>
                </a:lnTo>
                <a:lnTo>
                  <a:pt x="425" y="560"/>
                </a:lnTo>
                <a:lnTo>
                  <a:pt x="471" y="532"/>
                </a:lnTo>
                <a:lnTo>
                  <a:pt x="513" y="501"/>
                </a:lnTo>
                <a:lnTo>
                  <a:pt x="549" y="466"/>
                </a:lnTo>
                <a:lnTo>
                  <a:pt x="581" y="429"/>
                </a:lnTo>
                <a:lnTo>
                  <a:pt x="609" y="387"/>
                </a:lnTo>
                <a:lnTo>
                  <a:pt x="630" y="343"/>
                </a:lnTo>
                <a:lnTo>
                  <a:pt x="648" y="295"/>
                </a:lnTo>
                <a:lnTo>
                  <a:pt x="482" y="223"/>
                </a:lnTo>
                <a:lnTo>
                  <a:pt x="937"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2" name="Freeform 23"/>
          <p:cNvSpPr>
            <a:spLocks noEditPoints="1"/>
          </p:cNvSpPr>
          <p:nvPr/>
        </p:nvSpPr>
        <p:spPr bwMode="auto">
          <a:xfrm>
            <a:off x="7807682" y="3913661"/>
            <a:ext cx="484979" cy="483425"/>
          </a:xfrm>
          <a:custGeom>
            <a:avLst/>
            <a:gdLst>
              <a:gd name="T0" fmla="*/ 1732 w 1873"/>
              <a:gd name="T1" fmla="*/ 1644 h 1867"/>
              <a:gd name="T2" fmla="*/ 1869 w 1873"/>
              <a:gd name="T3" fmla="*/ 1760 h 1867"/>
              <a:gd name="T4" fmla="*/ 4 w 1873"/>
              <a:gd name="T5" fmla="*/ 1867 h 1867"/>
              <a:gd name="T6" fmla="*/ 141 w 1873"/>
              <a:gd name="T7" fmla="*/ 1760 h 1867"/>
              <a:gd name="T8" fmla="*/ 1352 w 1873"/>
              <a:gd name="T9" fmla="*/ 661 h 1867"/>
              <a:gd name="T10" fmla="*/ 1656 w 1873"/>
              <a:gd name="T11" fmla="*/ 823 h 1867"/>
              <a:gd name="T12" fmla="*/ 1604 w 1873"/>
              <a:gd name="T13" fmla="*/ 1416 h 1867"/>
              <a:gd name="T14" fmla="*/ 1656 w 1873"/>
              <a:gd name="T15" fmla="*/ 1577 h 1867"/>
              <a:gd name="T16" fmla="*/ 1352 w 1873"/>
              <a:gd name="T17" fmla="*/ 1416 h 1867"/>
              <a:gd name="T18" fmla="*/ 1404 w 1873"/>
              <a:gd name="T19" fmla="*/ 823 h 1867"/>
              <a:gd name="T20" fmla="*/ 1352 w 1873"/>
              <a:gd name="T21" fmla="*/ 661 h 1867"/>
              <a:gd name="T22" fmla="*/ 1278 w 1873"/>
              <a:gd name="T23" fmla="*/ 661 h 1867"/>
              <a:gd name="T24" fmla="*/ 1226 w 1873"/>
              <a:gd name="T25" fmla="*/ 823 h 1867"/>
              <a:gd name="T26" fmla="*/ 1278 w 1873"/>
              <a:gd name="T27" fmla="*/ 1416 h 1867"/>
              <a:gd name="T28" fmla="*/ 974 w 1873"/>
              <a:gd name="T29" fmla="*/ 1577 h 1867"/>
              <a:gd name="T30" fmla="*/ 1026 w 1873"/>
              <a:gd name="T31" fmla="*/ 1416 h 1867"/>
              <a:gd name="T32" fmla="*/ 974 w 1873"/>
              <a:gd name="T33" fmla="*/ 823 h 1867"/>
              <a:gd name="T34" fmla="*/ 595 w 1873"/>
              <a:gd name="T35" fmla="*/ 661 h 1867"/>
              <a:gd name="T36" fmla="*/ 899 w 1873"/>
              <a:gd name="T37" fmla="*/ 823 h 1867"/>
              <a:gd name="T38" fmla="*/ 846 w 1873"/>
              <a:gd name="T39" fmla="*/ 1416 h 1867"/>
              <a:gd name="T40" fmla="*/ 899 w 1873"/>
              <a:gd name="T41" fmla="*/ 1577 h 1867"/>
              <a:gd name="T42" fmla="*/ 595 w 1873"/>
              <a:gd name="T43" fmla="*/ 1416 h 1867"/>
              <a:gd name="T44" fmla="*/ 647 w 1873"/>
              <a:gd name="T45" fmla="*/ 823 h 1867"/>
              <a:gd name="T46" fmla="*/ 595 w 1873"/>
              <a:gd name="T47" fmla="*/ 661 h 1867"/>
              <a:gd name="T48" fmla="*/ 521 w 1873"/>
              <a:gd name="T49" fmla="*/ 661 h 1867"/>
              <a:gd name="T50" fmla="*/ 469 w 1873"/>
              <a:gd name="T51" fmla="*/ 823 h 1867"/>
              <a:gd name="T52" fmla="*/ 521 w 1873"/>
              <a:gd name="T53" fmla="*/ 1416 h 1867"/>
              <a:gd name="T54" fmla="*/ 217 w 1873"/>
              <a:gd name="T55" fmla="*/ 1577 h 1867"/>
              <a:gd name="T56" fmla="*/ 269 w 1873"/>
              <a:gd name="T57" fmla="*/ 1416 h 1867"/>
              <a:gd name="T58" fmla="*/ 217 w 1873"/>
              <a:gd name="T59" fmla="*/ 823 h 1867"/>
              <a:gd name="T60" fmla="*/ 937 w 1873"/>
              <a:gd name="T61" fmla="*/ 0 h 1867"/>
              <a:gd name="T62" fmla="*/ 1873 w 1873"/>
              <a:gd name="T63" fmla="*/ 592 h 1867"/>
              <a:gd name="T64" fmla="*/ 469 w 1873"/>
              <a:gd name="T65" fmla="*/ 295 h 1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73" h="1867">
                <a:moveTo>
                  <a:pt x="141" y="1644"/>
                </a:moveTo>
                <a:lnTo>
                  <a:pt x="1732" y="1644"/>
                </a:lnTo>
                <a:lnTo>
                  <a:pt x="1732" y="1760"/>
                </a:lnTo>
                <a:lnTo>
                  <a:pt x="1869" y="1760"/>
                </a:lnTo>
                <a:lnTo>
                  <a:pt x="1869" y="1867"/>
                </a:lnTo>
                <a:lnTo>
                  <a:pt x="4" y="1867"/>
                </a:lnTo>
                <a:lnTo>
                  <a:pt x="4" y="1760"/>
                </a:lnTo>
                <a:lnTo>
                  <a:pt x="141" y="1760"/>
                </a:lnTo>
                <a:lnTo>
                  <a:pt x="141" y="1644"/>
                </a:lnTo>
                <a:close/>
                <a:moveTo>
                  <a:pt x="1352" y="661"/>
                </a:moveTo>
                <a:lnTo>
                  <a:pt x="1656" y="661"/>
                </a:lnTo>
                <a:lnTo>
                  <a:pt x="1656" y="823"/>
                </a:lnTo>
                <a:lnTo>
                  <a:pt x="1604" y="823"/>
                </a:lnTo>
                <a:lnTo>
                  <a:pt x="1604" y="1416"/>
                </a:lnTo>
                <a:lnTo>
                  <a:pt x="1656" y="1416"/>
                </a:lnTo>
                <a:lnTo>
                  <a:pt x="1656" y="1577"/>
                </a:lnTo>
                <a:lnTo>
                  <a:pt x="1352" y="1577"/>
                </a:lnTo>
                <a:lnTo>
                  <a:pt x="1352" y="1416"/>
                </a:lnTo>
                <a:lnTo>
                  <a:pt x="1404" y="1416"/>
                </a:lnTo>
                <a:lnTo>
                  <a:pt x="1404" y="823"/>
                </a:lnTo>
                <a:lnTo>
                  <a:pt x="1352" y="823"/>
                </a:lnTo>
                <a:lnTo>
                  <a:pt x="1352" y="661"/>
                </a:lnTo>
                <a:close/>
                <a:moveTo>
                  <a:pt x="974" y="661"/>
                </a:moveTo>
                <a:lnTo>
                  <a:pt x="1278" y="661"/>
                </a:lnTo>
                <a:lnTo>
                  <a:pt x="1278" y="823"/>
                </a:lnTo>
                <a:lnTo>
                  <a:pt x="1226" y="823"/>
                </a:lnTo>
                <a:lnTo>
                  <a:pt x="1226" y="1416"/>
                </a:lnTo>
                <a:lnTo>
                  <a:pt x="1278" y="1416"/>
                </a:lnTo>
                <a:lnTo>
                  <a:pt x="1278" y="1577"/>
                </a:lnTo>
                <a:lnTo>
                  <a:pt x="974" y="1577"/>
                </a:lnTo>
                <a:lnTo>
                  <a:pt x="974" y="1416"/>
                </a:lnTo>
                <a:lnTo>
                  <a:pt x="1026" y="1416"/>
                </a:lnTo>
                <a:lnTo>
                  <a:pt x="1026" y="823"/>
                </a:lnTo>
                <a:lnTo>
                  <a:pt x="974" y="823"/>
                </a:lnTo>
                <a:lnTo>
                  <a:pt x="974" y="661"/>
                </a:lnTo>
                <a:close/>
                <a:moveTo>
                  <a:pt x="595" y="661"/>
                </a:moveTo>
                <a:lnTo>
                  <a:pt x="899" y="661"/>
                </a:lnTo>
                <a:lnTo>
                  <a:pt x="899" y="823"/>
                </a:lnTo>
                <a:lnTo>
                  <a:pt x="846" y="823"/>
                </a:lnTo>
                <a:lnTo>
                  <a:pt x="846" y="1416"/>
                </a:lnTo>
                <a:lnTo>
                  <a:pt x="899" y="1416"/>
                </a:lnTo>
                <a:lnTo>
                  <a:pt x="899" y="1577"/>
                </a:lnTo>
                <a:lnTo>
                  <a:pt x="595" y="1577"/>
                </a:lnTo>
                <a:lnTo>
                  <a:pt x="595" y="1416"/>
                </a:lnTo>
                <a:lnTo>
                  <a:pt x="647" y="1416"/>
                </a:lnTo>
                <a:lnTo>
                  <a:pt x="647" y="823"/>
                </a:lnTo>
                <a:lnTo>
                  <a:pt x="595" y="823"/>
                </a:lnTo>
                <a:lnTo>
                  <a:pt x="595" y="661"/>
                </a:lnTo>
                <a:close/>
                <a:moveTo>
                  <a:pt x="217" y="661"/>
                </a:moveTo>
                <a:lnTo>
                  <a:pt x="521" y="661"/>
                </a:lnTo>
                <a:lnTo>
                  <a:pt x="521" y="823"/>
                </a:lnTo>
                <a:lnTo>
                  <a:pt x="469" y="823"/>
                </a:lnTo>
                <a:lnTo>
                  <a:pt x="469" y="1416"/>
                </a:lnTo>
                <a:lnTo>
                  <a:pt x="521" y="1416"/>
                </a:lnTo>
                <a:lnTo>
                  <a:pt x="521" y="1577"/>
                </a:lnTo>
                <a:lnTo>
                  <a:pt x="217" y="1577"/>
                </a:lnTo>
                <a:lnTo>
                  <a:pt x="217" y="1416"/>
                </a:lnTo>
                <a:lnTo>
                  <a:pt x="269" y="1416"/>
                </a:lnTo>
                <a:lnTo>
                  <a:pt x="269" y="823"/>
                </a:lnTo>
                <a:lnTo>
                  <a:pt x="217" y="823"/>
                </a:lnTo>
                <a:lnTo>
                  <a:pt x="217" y="661"/>
                </a:lnTo>
                <a:close/>
                <a:moveTo>
                  <a:pt x="937" y="0"/>
                </a:moveTo>
                <a:lnTo>
                  <a:pt x="1404" y="295"/>
                </a:lnTo>
                <a:lnTo>
                  <a:pt x="1873" y="592"/>
                </a:lnTo>
                <a:lnTo>
                  <a:pt x="0" y="592"/>
                </a:lnTo>
                <a:lnTo>
                  <a:pt x="469" y="295"/>
                </a:lnTo>
                <a:lnTo>
                  <a:pt x="937"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53" name="TextBox 52"/>
          <p:cNvSpPr txBox="1"/>
          <p:nvPr/>
        </p:nvSpPr>
        <p:spPr>
          <a:xfrm>
            <a:off x="9328901" y="2581206"/>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97%</a:t>
            </a:r>
          </a:p>
        </p:txBody>
      </p:sp>
      <p:sp>
        <p:nvSpPr>
          <p:cNvPr id="54" name="TextBox 53"/>
          <p:cNvSpPr txBox="1"/>
          <p:nvPr/>
        </p:nvSpPr>
        <p:spPr>
          <a:xfrm>
            <a:off x="9157240" y="3863784"/>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75%</a:t>
            </a:r>
          </a:p>
        </p:txBody>
      </p:sp>
      <p:sp>
        <p:nvSpPr>
          <p:cNvPr id="55" name="TextBox 54"/>
          <p:cNvSpPr txBox="1"/>
          <p:nvPr/>
        </p:nvSpPr>
        <p:spPr>
          <a:xfrm>
            <a:off x="8958197" y="4975915"/>
            <a:ext cx="1051121" cy="584775"/>
          </a:xfrm>
          <a:prstGeom prst="rect">
            <a:avLst/>
          </a:prstGeom>
          <a:noFill/>
        </p:spPr>
        <p:txBody>
          <a:bodyPr wrap="square" rtlCol="0">
            <a:spAutoFit/>
          </a:bodyPr>
          <a:lstStyle/>
          <a:p>
            <a:pPr algn="ctr" fontAlgn="base">
              <a:spcBef>
                <a:spcPct val="0"/>
              </a:spcBef>
              <a:spcAft>
                <a:spcPct val="0"/>
              </a:spcAft>
            </a:pPr>
            <a:r>
              <a:rPr lang="en-US" sz="3200" dirty="0">
                <a:solidFill>
                  <a:prstClr val="white"/>
                </a:solidFill>
                <a:cs typeface="+mn-ea"/>
                <a:sym typeface="+mn-lt"/>
              </a:rPr>
              <a:t>51%</a:t>
            </a:r>
          </a:p>
        </p:txBody>
      </p:sp>
      <p:sp>
        <p:nvSpPr>
          <p:cNvPr id="56" name="Oval 36"/>
          <p:cNvSpPr/>
          <p:nvPr/>
        </p:nvSpPr>
        <p:spPr>
          <a:xfrm>
            <a:off x="1268735" y="2690072"/>
            <a:ext cx="831587" cy="831587"/>
          </a:xfrm>
          <a:prstGeom prst="ellipse">
            <a:avLst/>
          </a:prstGeom>
          <a:solidFill>
            <a:srgbClr val="FF0000"/>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133" b="0" i="0" u="none" strike="noStrike" kern="0" cap="none" spc="0" normalizeH="0" baseline="0" noProof="0">
              <a:ln>
                <a:noFill/>
              </a:ln>
              <a:solidFill>
                <a:prstClr val="white"/>
              </a:solidFill>
              <a:effectLst/>
              <a:uLnTx/>
              <a:uFillTx/>
              <a:cs typeface="+mn-ea"/>
              <a:sym typeface="+mn-lt"/>
            </a:endParaRPr>
          </a:p>
        </p:txBody>
      </p:sp>
      <p:sp>
        <p:nvSpPr>
          <p:cNvPr id="57" name="TextBox 56"/>
          <p:cNvSpPr txBox="1"/>
          <p:nvPr/>
        </p:nvSpPr>
        <p:spPr>
          <a:xfrm>
            <a:off x="2459756" y="2830691"/>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p>
        </p:txBody>
      </p:sp>
      <p:sp>
        <p:nvSpPr>
          <p:cNvPr id="58" name="TextBox 57"/>
          <p:cNvSpPr txBox="1"/>
          <p:nvPr/>
        </p:nvSpPr>
        <p:spPr>
          <a:xfrm>
            <a:off x="2459756" y="2519267"/>
            <a:ext cx="3159339"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p>
        </p:txBody>
      </p:sp>
      <p:sp>
        <p:nvSpPr>
          <p:cNvPr id="59" name="Oval 42"/>
          <p:cNvSpPr/>
          <p:nvPr/>
        </p:nvSpPr>
        <p:spPr>
          <a:xfrm>
            <a:off x="1268735" y="4069266"/>
            <a:ext cx="831587" cy="831587"/>
          </a:xfrm>
          <a:prstGeom prst="ellipse">
            <a:avLst/>
          </a:prstGeom>
          <a:solidFill>
            <a:sysClr val="windowText" lastClr="000000">
              <a:lumMod val="75000"/>
              <a:lumOff val="25000"/>
            </a:sysClr>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133" b="0" i="0" u="none" strike="noStrike" kern="0" cap="none" spc="0" normalizeH="0" baseline="0" noProof="0">
              <a:ln>
                <a:noFill/>
              </a:ln>
              <a:solidFill>
                <a:prstClr val="white"/>
              </a:solidFill>
              <a:effectLst/>
              <a:uLnTx/>
              <a:uFillTx/>
              <a:cs typeface="+mn-ea"/>
              <a:sym typeface="+mn-lt"/>
            </a:endParaRPr>
          </a:p>
        </p:txBody>
      </p:sp>
      <p:sp>
        <p:nvSpPr>
          <p:cNvPr id="60" name="TextBox 59"/>
          <p:cNvSpPr txBox="1"/>
          <p:nvPr/>
        </p:nvSpPr>
        <p:spPr>
          <a:xfrm>
            <a:off x="2459756" y="4209884"/>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p>
        </p:txBody>
      </p:sp>
      <p:sp>
        <p:nvSpPr>
          <p:cNvPr id="61" name="TextBox 60"/>
          <p:cNvSpPr txBox="1"/>
          <p:nvPr/>
        </p:nvSpPr>
        <p:spPr>
          <a:xfrm>
            <a:off x="2459756" y="3898460"/>
            <a:ext cx="3197092"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p>
        </p:txBody>
      </p:sp>
      <p:sp>
        <p:nvSpPr>
          <p:cNvPr id="62" name="Oval 47"/>
          <p:cNvSpPr/>
          <p:nvPr/>
        </p:nvSpPr>
        <p:spPr>
          <a:xfrm>
            <a:off x="1268735" y="5448460"/>
            <a:ext cx="831587" cy="831587"/>
          </a:xfrm>
          <a:prstGeom prst="ellipse">
            <a:avLst/>
          </a:prstGeom>
          <a:solidFill>
            <a:sysClr val="window" lastClr="FFFFFF">
              <a:lumMod val="85000"/>
            </a:sysClr>
          </a:solidFill>
          <a:ln w="9525" cap="flat" cmpd="sng" algn="ctr">
            <a:noFill/>
            <a:prstDash val="solid"/>
          </a:ln>
          <a:effectLst>
            <a:reflection blurRad="6350" stA="20000" endPos="13000" dir="5400000" sy="-100000" algn="bl" rotWithShape="0"/>
          </a:effectLst>
          <a:scene3d>
            <a:camera prst="orthographicFront">
              <a:rot lat="0" lon="0" rev="0"/>
            </a:camera>
            <a:lightRig rig="contrasting" dir="t">
              <a:rot lat="0" lon="0" rev="7800000"/>
            </a:lightRig>
          </a:scene3d>
          <a:sp3d>
            <a:bevelT w="139700" h="1397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133" b="0" i="0" u="none" strike="noStrike" kern="0" cap="none" spc="0" normalizeH="0" baseline="0" noProof="0">
              <a:ln>
                <a:noFill/>
              </a:ln>
              <a:solidFill>
                <a:prstClr val="white"/>
              </a:solidFill>
              <a:effectLst/>
              <a:uLnTx/>
              <a:uFillTx/>
              <a:cs typeface="+mn-ea"/>
              <a:sym typeface="+mn-lt"/>
            </a:endParaRPr>
          </a:p>
        </p:txBody>
      </p:sp>
      <p:sp>
        <p:nvSpPr>
          <p:cNvPr id="63" name="TextBox 62"/>
          <p:cNvSpPr txBox="1"/>
          <p:nvPr/>
        </p:nvSpPr>
        <p:spPr>
          <a:xfrm>
            <a:off x="2459756" y="5589079"/>
            <a:ext cx="2364979" cy="1015663"/>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 This is a sample letter that has been placed text here.</a:t>
            </a:r>
          </a:p>
        </p:txBody>
      </p:sp>
      <p:sp>
        <p:nvSpPr>
          <p:cNvPr id="64" name="TextBox 63"/>
          <p:cNvSpPr txBox="1"/>
          <p:nvPr/>
        </p:nvSpPr>
        <p:spPr>
          <a:xfrm>
            <a:off x="2459756" y="5277655"/>
            <a:ext cx="3037907" cy="369332"/>
          </a:xfrm>
          <a:prstGeom prst="rect">
            <a:avLst/>
          </a:prstGeom>
          <a:noFill/>
        </p:spPr>
        <p:txBody>
          <a:bodyPr wrap="square" rtlCol="0">
            <a:spAutoFit/>
          </a:bodyPr>
          <a:lstStyle/>
          <a:p>
            <a:pPr fontAlgn="base">
              <a:spcBef>
                <a:spcPct val="0"/>
              </a:spcBef>
              <a:spcAft>
                <a:spcPct val="0"/>
              </a:spcAft>
            </a:pPr>
            <a:r>
              <a:rPr lang="en-US" dirty="0">
                <a:solidFill>
                  <a:prstClr val="black"/>
                </a:solidFill>
                <a:cs typeface="+mn-ea"/>
                <a:sym typeface="+mn-lt"/>
              </a:rPr>
              <a:t>Main Heading text here</a:t>
            </a:r>
          </a:p>
        </p:txBody>
      </p:sp>
      <p:sp>
        <p:nvSpPr>
          <p:cNvPr id="65" name="Freeform 7"/>
          <p:cNvSpPr>
            <a:spLocks noEditPoints="1"/>
          </p:cNvSpPr>
          <p:nvPr/>
        </p:nvSpPr>
        <p:spPr bwMode="auto">
          <a:xfrm>
            <a:off x="1541175" y="2892362"/>
            <a:ext cx="286707" cy="427008"/>
          </a:xfrm>
          <a:custGeom>
            <a:avLst/>
            <a:gdLst>
              <a:gd name="T0" fmla="*/ 270 w 940"/>
              <a:gd name="T1" fmla="*/ 906 h 1400"/>
              <a:gd name="T2" fmla="*/ 264 w 940"/>
              <a:gd name="T3" fmla="*/ 951 h 1400"/>
              <a:gd name="T4" fmla="*/ 197 w 940"/>
              <a:gd name="T5" fmla="*/ 764 h 1400"/>
              <a:gd name="T6" fmla="*/ 169 w 940"/>
              <a:gd name="T7" fmla="*/ 822 h 1400"/>
              <a:gd name="T8" fmla="*/ 169 w 940"/>
              <a:gd name="T9" fmla="*/ 773 h 1400"/>
              <a:gd name="T10" fmla="*/ 197 w 940"/>
              <a:gd name="T11" fmla="*/ 734 h 1400"/>
              <a:gd name="T12" fmla="*/ 116 w 940"/>
              <a:gd name="T13" fmla="*/ 777 h 1400"/>
              <a:gd name="T14" fmla="*/ 122 w 940"/>
              <a:gd name="T15" fmla="*/ 833 h 1400"/>
              <a:gd name="T16" fmla="*/ 197 w 940"/>
              <a:gd name="T17" fmla="*/ 874 h 1400"/>
              <a:gd name="T18" fmla="*/ 148 w 940"/>
              <a:gd name="T19" fmla="*/ 934 h 1400"/>
              <a:gd name="T20" fmla="*/ 120 w 940"/>
              <a:gd name="T21" fmla="*/ 964 h 1400"/>
              <a:gd name="T22" fmla="*/ 197 w 940"/>
              <a:gd name="T23" fmla="*/ 998 h 1400"/>
              <a:gd name="T24" fmla="*/ 260 w 940"/>
              <a:gd name="T25" fmla="*/ 992 h 1400"/>
              <a:gd name="T26" fmla="*/ 321 w 940"/>
              <a:gd name="T27" fmla="*/ 923 h 1400"/>
              <a:gd name="T28" fmla="*/ 292 w 940"/>
              <a:gd name="T29" fmla="*/ 872 h 1400"/>
              <a:gd name="T30" fmla="*/ 234 w 940"/>
              <a:gd name="T31" fmla="*/ 767 h 1400"/>
              <a:gd name="T32" fmla="*/ 315 w 940"/>
              <a:gd name="T33" fmla="*/ 786 h 1400"/>
              <a:gd name="T34" fmla="*/ 234 w 940"/>
              <a:gd name="T35" fmla="*/ 711 h 1400"/>
              <a:gd name="T36" fmla="*/ 304 w 940"/>
              <a:gd name="T37" fmla="*/ 676 h 1400"/>
              <a:gd name="T38" fmla="*/ 396 w 940"/>
              <a:gd name="T39" fmla="*/ 812 h 1400"/>
              <a:gd name="T40" fmla="*/ 414 w 940"/>
              <a:gd name="T41" fmla="*/ 973 h 1400"/>
              <a:gd name="T42" fmla="*/ 311 w 940"/>
              <a:gd name="T43" fmla="*/ 1061 h 1400"/>
              <a:gd name="T44" fmla="*/ 116 w 940"/>
              <a:gd name="T45" fmla="*/ 1065 h 1400"/>
              <a:gd name="T46" fmla="*/ 13 w 940"/>
              <a:gd name="T47" fmla="*/ 990 h 1400"/>
              <a:gd name="T48" fmla="*/ 9 w 940"/>
              <a:gd name="T49" fmla="*/ 859 h 1400"/>
              <a:gd name="T50" fmla="*/ 86 w 940"/>
              <a:gd name="T51" fmla="*/ 700 h 1400"/>
              <a:gd name="T52" fmla="*/ 272 w 940"/>
              <a:gd name="T53" fmla="*/ 595 h 1400"/>
              <a:gd name="T54" fmla="*/ 214 w 940"/>
              <a:gd name="T55" fmla="*/ 457 h 1400"/>
              <a:gd name="T56" fmla="*/ 260 w 940"/>
              <a:gd name="T57" fmla="*/ 488 h 1400"/>
              <a:gd name="T58" fmla="*/ 307 w 940"/>
              <a:gd name="T59" fmla="*/ 485 h 1400"/>
              <a:gd name="T60" fmla="*/ 345 w 940"/>
              <a:gd name="T61" fmla="*/ 458 h 1400"/>
              <a:gd name="T62" fmla="*/ 92 w 940"/>
              <a:gd name="T63" fmla="*/ 466 h 1400"/>
              <a:gd name="T64" fmla="*/ 142 w 940"/>
              <a:gd name="T65" fmla="*/ 498 h 1400"/>
              <a:gd name="T66" fmla="*/ 189 w 940"/>
              <a:gd name="T67" fmla="*/ 466 h 1400"/>
              <a:gd name="T68" fmla="*/ 654 w 940"/>
              <a:gd name="T69" fmla="*/ 294 h 1400"/>
              <a:gd name="T70" fmla="*/ 600 w 940"/>
              <a:gd name="T71" fmla="*/ 325 h 1400"/>
              <a:gd name="T72" fmla="*/ 823 w 940"/>
              <a:gd name="T73" fmla="*/ 284 h 1400"/>
              <a:gd name="T74" fmla="*/ 940 w 940"/>
              <a:gd name="T75" fmla="*/ 822 h 1400"/>
              <a:gd name="T76" fmla="*/ 878 w 940"/>
              <a:gd name="T77" fmla="*/ 861 h 1400"/>
              <a:gd name="T78" fmla="*/ 805 w 940"/>
              <a:gd name="T79" fmla="*/ 649 h 1400"/>
              <a:gd name="T80" fmla="*/ 472 w 940"/>
              <a:gd name="T81" fmla="*/ 1400 h 1400"/>
              <a:gd name="T82" fmla="*/ 45 w 940"/>
              <a:gd name="T83" fmla="*/ 369 h 1400"/>
              <a:gd name="T84" fmla="*/ 45 w 940"/>
              <a:gd name="T85" fmla="*/ 296 h 1400"/>
              <a:gd name="T86" fmla="*/ 472 w 940"/>
              <a:gd name="T87" fmla="*/ 279 h 1400"/>
              <a:gd name="T88" fmla="*/ 656 w 940"/>
              <a:gd name="T89" fmla="*/ 363 h 1400"/>
              <a:gd name="T90" fmla="*/ 784 w 940"/>
              <a:gd name="T91" fmla="*/ 277 h 1400"/>
              <a:gd name="T92" fmla="*/ 709 w 940"/>
              <a:gd name="T93" fmla="*/ 41 h 1400"/>
              <a:gd name="T94" fmla="*/ 741 w 940"/>
              <a:gd name="T95" fmla="*/ 179 h 1400"/>
              <a:gd name="T96" fmla="*/ 653 w 940"/>
              <a:gd name="T97" fmla="*/ 281 h 1400"/>
              <a:gd name="T98" fmla="*/ 531 w 940"/>
              <a:gd name="T99" fmla="*/ 243 h 1400"/>
              <a:gd name="T100" fmla="*/ 499 w 940"/>
              <a:gd name="T101" fmla="*/ 105 h 1400"/>
              <a:gd name="T102" fmla="*/ 587 w 940"/>
              <a:gd name="T103" fmla="*/ 3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40" h="1400">
                <a:moveTo>
                  <a:pt x="234" y="887"/>
                </a:moveTo>
                <a:lnTo>
                  <a:pt x="236" y="887"/>
                </a:lnTo>
                <a:lnTo>
                  <a:pt x="257" y="896"/>
                </a:lnTo>
                <a:lnTo>
                  <a:pt x="270" y="906"/>
                </a:lnTo>
                <a:lnTo>
                  <a:pt x="275" y="917"/>
                </a:lnTo>
                <a:lnTo>
                  <a:pt x="277" y="926"/>
                </a:lnTo>
                <a:lnTo>
                  <a:pt x="274" y="939"/>
                </a:lnTo>
                <a:lnTo>
                  <a:pt x="264" y="951"/>
                </a:lnTo>
                <a:lnTo>
                  <a:pt x="251" y="960"/>
                </a:lnTo>
                <a:lnTo>
                  <a:pt x="234" y="964"/>
                </a:lnTo>
                <a:lnTo>
                  <a:pt x="234" y="887"/>
                </a:lnTo>
                <a:close/>
                <a:moveTo>
                  <a:pt x="197" y="764"/>
                </a:moveTo>
                <a:lnTo>
                  <a:pt x="197" y="835"/>
                </a:lnTo>
                <a:lnTo>
                  <a:pt x="191" y="833"/>
                </a:lnTo>
                <a:lnTo>
                  <a:pt x="182" y="829"/>
                </a:lnTo>
                <a:lnTo>
                  <a:pt x="169" y="822"/>
                </a:lnTo>
                <a:lnTo>
                  <a:pt x="159" y="812"/>
                </a:lnTo>
                <a:lnTo>
                  <a:pt x="155" y="797"/>
                </a:lnTo>
                <a:lnTo>
                  <a:pt x="159" y="782"/>
                </a:lnTo>
                <a:lnTo>
                  <a:pt x="169" y="773"/>
                </a:lnTo>
                <a:lnTo>
                  <a:pt x="182" y="767"/>
                </a:lnTo>
                <a:lnTo>
                  <a:pt x="197" y="764"/>
                </a:lnTo>
                <a:close/>
                <a:moveTo>
                  <a:pt x="197" y="711"/>
                </a:moveTo>
                <a:lnTo>
                  <a:pt x="197" y="734"/>
                </a:lnTo>
                <a:lnTo>
                  <a:pt x="169" y="737"/>
                </a:lnTo>
                <a:lnTo>
                  <a:pt x="146" y="747"/>
                </a:lnTo>
                <a:lnTo>
                  <a:pt x="127" y="760"/>
                </a:lnTo>
                <a:lnTo>
                  <a:pt x="116" y="777"/>
                </a:lnTo>
                <a:lnTo>
                  <a:pt x="110" y="797"/>
                </a:lnTo>
                <a:lnTo>
                  <a:pt x="112" y="814"/>
                </a:lnTo>
                <a:lnTo>
                  <a:pt x="116" y="825"/>
                </a:lnTo>
                <a:lnTo>
                  <a:pt x="122" y="833"/>
                </a:lnTo>
                <a:lnTo>
                  <a:pt x="135" y="846"/>
                </a:lnTo>
                <a:lnTo>
                  <a:pt x="155" y="857"/>
                </a:lnTo>
                <a:lnTo>
                  <a:pt x="176" y="866"/>
                </a:lnTo>
                <a:lnTo>
                  <a:pt x="197" y="874"/>
                </a:lnTo>
                <a:lnTo>
                  <a:pt x="197" y="964"/>
                </a:lnTo>
                <a:lnTo>
                  <a:pt x="176" y="956"/>
                </a:lnTo>
                <a:lnTo>
                  <a:pt x="159" y="947"/>
                </a:lnTo>
                <a:lnTo>
                  <a:pt x="148" y="934"/>
                </a:lnTo>
                <a:lnTo>
                  <a:pt x="140" y="921"/>
                </a:lnTo>
                <a:lnTo>
                  <a:pt x="101" y="939"/>
                </a:lnTo>
                <a:lnTo>
                  <a:pt x="108" y="953"/>
                </a:lnTo>
                <a:lnTo>
                  <a:pt x="120" y="964"/>
                </a:lnTo>
                <a:lnTo>
                  <a:pt x="138" y="979"/>
                </a:lnTo>
                <a:lnTo>
                  <a:pt x="157" y="986"/>
                </a:lnTo>
                <a:lnTo>
                  <a:pt x="176" y="994"/>
                </a:lnTo>
                <a:lnTo>
                  <a:pt x="197" y="998"/>
                </a:lnTo>
                <a:lnTo>
                  <a:pt x="197" y="1024"/>
                </a:lnTo>
                <a:lnTo>
                  <a:pt x="234" y="1024"/>
                </a:lnTo>
                <a:lnTo>
                  <a:pt x="234" y="998"/>
                </a:lnTo>
                <a:lnTo>
                  <a:pt x="260" y="992"/>
                </a:lnTo>
                <a:lnTo>
                  <a:pt x="287" y="981"/>
                </a:lnTo>
                <a:lnTo>
                  <a:pt x="305" y="964"/>
                </a:lnTo>
                <a:lnTo>
                  <a:pt x="317" y="945"/>
                </a:lnTo>
                <a:lnTo>
                  <a:pt x="321" y="923"/>
                </a:lnTo>
                <a:lnTo>
                  <a:pt x="319" y="908"/>
                </a:lnTo>
                <a:lnTo>
                  <a:pt x="313" y="896"/>
                </a:lnTo>
                <a:lnTo>
                  <a:pt x="309" y="889"/>
                </a:lnTo>
                <a:lnTo>
                  <a:pt x="292" y="872"/>
                </a:lnTo>
                <a:lnTo>
                  <a:pt x="274" y="861"/>
                </a:lnTo>
                <a:lnTo>
                  <a:pt x="259" y="855"/>
                </a:lnTo>
                <a:lnTo>
                  <a:pt x="234" y="848"/>
                </a:lnTo>
                <a:lnTo>
                  <a:pt x="234" y="767"/>
                </a:lnTo>
                <a:lnTo>
                  <a:pt x="251" y="777"/>
                </a:lnTo>
                <a:lnTo>
                  <a:pt x="264" y="788"/>
                </a:lnTo>
                <a:lnTo>
                  <a:pt x="275" y="805"/>
                </a:lnTo>
                <a:lnTo>
                  <a:pt x="315" y="786"/>
                </a:lnTo>
                <a:lnTo>
                  <a:pt x="294" y="762"/>
                </a:lnTo>
                <a:lnTo>
                  <a:pt x="268" y="745"/>
                </a:lnTo>
                <a:lnTo>
                  <a:pt x="234" y="735"/>
                </a:lnTo>
                <a:lnTo>
                  <a:pt x="234" y="711"/>
                </a:lnTo>
                <a:lnTo>
                  <a:pt x="197" y="711"/>
                </a:lnTo>
                <a:close/>
                <a:moveTo>
                  <a:pt x="148" y="659"/>
                </a:moveTo>
                <a:lnTo>
                  <a:pt x="270" y="659"/>
                </a:lnTo>
                <a:lnTo>
                  <a:pt x="304" y="676"/>
                </a:lnTo>
                <a:lnTo>
                  <a:pt x="332" y="700"/>
                </a:lnTo>
                <a:lnTo>
                  <a:pt x="356" y="730"/>
                </a:lnTo>
                <a:lnTo>
                  <a:pt x="377" y="769"/>
                </a:lnTo>
                <a:lnTo>
                  <a:pt x="396" y="812"/>
                </a:lnTo>
                <a:lnTo>
                  <a:pt x="411" y="863"/>
                </a:lnTo>
                <a:lnTo>
                  <a:pt x="420" y="904"/>
                </a:lnTo>
                <a:lnTo>
                  <a:pt x="422" y="939"/>
                </a:lnTo>
                <a:lnTo>
                  <a:pt x="414" y="973"/>
                </a:lnTo>
                <a:lnTo>
                  <a:pt x="401" y="1003"/>
                </a:lnTo>
                <a:lnTo>
                  <a:pt x="379" y="1027"/>
                </a:lnTo>
                <a:lnTo>
                  <a:pt x="349" y="1048"/>
                </a:lnTo>
                <a:lnTo>
                  <a:pt x="311" y="1061"/>
                </a:lnTo>
                <a:lnTo>
                  <a:pt x="264" y="1071"/>
                </a:lnTo>
                <a:lnTo>
                  <a:pt x="210" y="1074"/>
                </a:lnTo>
                <a:lnTo>
                  <a:pt x="159" y="1072"/>
                </a:lnTo>
                <a:lnTo>
                  <a:pt x="116" y="1065"/>
                </a:lnTo>
                <a:lnTo>
                  <a:pt x="80" y="1052"/>
                </a:lnTo>
                <a:lnTo>
                  <a:pt x="50" y="1035"/>
                </a:lnTo>
                <a:lnTo>
                  <a:pt x="28" y="1014"/>
                </a:lnTo>
                <a:lnTo>
                  <a:pt x="13" y="990"/>
                </a:lnTo>
                <a:lnTo>
                  <a:pt x="3" y="962"/>
                </a:lnTo>
                <a:lnTo>
                  <a:pt x="0" y="930"/>
                </a:lnTo>
                <a:lnTo>
                  <a:pt x="2" y="896"/>
                </a:lnTo>
                <a:lnTo>
                  <a:pt x="9" y="859"/>
                </a:lnTo>
                <a:lnTo>
                  <a:pt x="22" y="810"/>
                </a:lnTo>
                <a:lnTo>
                  <a:pt x="41" y="767"/>
                </a:lnTo>
                <a:lnTo>
                  <a:pt x="62" y="730"/>
                </a:lnTo>
                <a:lnTo>
                  <a:pt x="86" y="700"/>
                </a:lnTo>
                <a:lnTo>
                  <a:pt x="116" y="676"/>
                </a:lnTo>
                <a:lnTo>
                  <a:pt x="148" y="659"/>
                </a:lnTo>
                <a:close/>
                <a:moveTo>
                  <a:pt x="150" y="595"/>
                </a:moveTo>
                <a:lnTo>
                  <a:pt x="272" y="595"/>
                </a:lnTo>
                <a:lnTo>
                  <a:pt x="272" y="644"/>
                </a:lnTo>
                <a:lnTo>
                  <a:pt x="150" y="644"/>
                </a:lnTo>
                <a:lnTo>
                  <a:pt x="150" y="595"/>
                </a:lnTo>
                <a:close/>
                <a:moveTo>
                  <a:pt x="214" y="457"/>
                </a:moveTo>
                <a:lnTo>
                  <a:pt x="225" y="462"/>
                </a:lnTo>
                <a:lnTo>
                  <a:pt x="236" y="470"/>
                </a:lnTo>
                <a:lnTo>
                  <a:pt x="247" y="481"/>
                </a:lnTo>
                <a:lnTo>
                  <a:pt x="260" y="488"/>
                </a:lnTo>
                <a:lnTo>
                  <a:pt x="272" y="496"/>
                </a:lnTo>
                <a:lnTo>
                  <a:pt x="283" y="498"/>
                </a:lnTo>
                <a:lnTo>
                  <a:pt x="296" y="492"/>
                </a:lnTo>
                <a:lnTo>
                  <a:pt x="307" y="485"/>
                </a:lnTo>
                <a:lnTo>
                  <a:pt x="319" y="475"/>
                </a:lnTo>
                <a:lnTo>
                  <a:pt x="328" y="468"/>
                </a:lnTo>
                <a:lnTo>
                  <a:pt x="336" y="462"/>
                </a:lnTo>
                <a:lnTo>
                  <a:pt x="345" y="458"/>
                </a:lnTo>
                <a:lnTo>
                  <a:pt x="272" y="580"/>
                </a:lnTo>
                <a:lnTo>
                  <a:pt x="148" y="580"/>
                </a:lnTo>
                <a:lnTo>
                  <a:pt x="75" y="458"/>
                </a:lnTo>
                <a:lnTo>
                  <a:pt x="92" y="466"/>
                </a:lnTo>
                <a:lnTo>
                  <a:pt x="107" y="481"/>
                </a:lnTo>
                <a:lnTo>
                  <a:pt x="120" y="488"/>
                </a:lnTo>
                <a:lnTo>
                  <a:pt x="131" y="496"/>
                </a:lnTo>
                <a:lnTo>
                  <a:pt x="142" y="498"/>
                </a:lnTo>
                <a:lnTo>
                  <a:pt x="155" y="492"/>
                </a:lnTo>
                <a:lnTo>
                  <a:pt x="167" y="485"/>
                </a:lnTo>
                <a:lnTo>
                  <a:pt x="178" y="475"/>
                </a:lnTo>
                <a:lnTo>
                  <a:pt x="189" y="466"/>
                </a:lnTo>
                <a:lnTo>
                  <a:pt x="200" y="458"/>
                </a:lnTo>
                <a:lnTo>
                  <a:pt x="214" y="457"/>
                </a:lnTo>
                <a:close/>
                <a:moveTo>
                  <a:pt x="619" y="294"/>
                </a:moveTo>
                <a:lnTo>
                  <a:pt x="654" y="294"/>
                </a:lnTo>
                <a:lnTo>
                  <a:pt x="673" y="325"/>
                </a:lnTo>
                <a:lnTo>
                  <a:pt x="654" y="357"/>
                </a:lnTo>
                <a:lnTo>
                  <a:pt x="619" y="357"/>
                </a:lnTo>
                <a:lnTo>
                  <a:pt x="600" y="325"/>
                </a:lnTo>
                <a:lnTo>
                  <a:pt x="619" y="294"/>
                </a:lnTo>
                <a:close/>
                <a:moveTo>
                  <a:pt x="784" y="277"/>
                </a:moveTo>
                <a:lnTo>
                  <a:pt x="805" y="277"/>
                </a:lnTo>
                <a:lnTo>
                  <a:pt x="823" y="284"/>
                </a:lnTo>
                <a:lnTo>
                  <a:pt x="838" y="299"/>
                </a:lnTo>
                <a:lnTo>
                  <a:pt x="846" y="318"/>
                </a:lnTo>
                <a:lnTo>
                  <a:pt x="940" y="801"/>
                </a:lnTo>
                <a:lnTo>
                  <a:pt x="940" y="822"/>
                </a:lnTo>
                <a:lnTo>
                  <a:pt x="930" y="840"/>
                </a:lnTo>
                <a:lnTo>
                  <a:pt x="917" y="853"/>
                </a:lnTo>
                <a:lnTo>
                  <a:pt x="898" y="861"/>
                </a:lnTo>
                <a:lnTo>
                  <a:pt x="878" y="861"/>
                </a:lnTo>
                <a:lnTo>
                  <a:pt x="859" y="853"/>
                </a:lnTo>
                <a:lnTo>
                  <a:pt x="846" y="840"/>
                </a:lnTo>
                <a:lnTo>
                  <a:pt x="837" y="822"/>
                </a:lnTo>
                <a:lnTo>
                  <a:pt x="805" y="649"/>
                </a:lnTo>
                <a:lnTo>
                  <a:pt x="805" y="1400"/>
                </a:lnTo>
                <a:lnTo>
                  <a:pt x="681" y="951"/>
                </a:lnTo>
                <a:lnTo>
                  <a:pt x="615" y="951"/>
                </a:lnTo>
                <a:lnTo>
                  <a:pt x="472" y="1400"/>
                </a:lnTo>
                <a:lnTo>
                  <a:pt x="472" y="384"/>
                </a:lnTo>
                <a:lnTo>
                  <a:pt x="80" y="384"/>
                </a:lnTo>
                <a:lnTo>
                  <a:pt x="62" y="380"/>
                </a:lnTo>
                <a:lnTo>
                  <a:pt x="45" y="369"/>
                </a:lnTo>
                <a:lnTo>
                  <a:pt x="33" y="352"/>
                </a:lnTo>
                <a:lnTo>
                  <a:pt x="30" y="331"/>
                </a:lnTo>
                <a:lnTo>
                  <a:pt x="33" y="310"/>
                </a:lnTo>
                <a:lnTo>
                  <a:pt x="45" y="296"/>
                </a:lnTo>
                <a:lnTo>
                  <a:pt x="62" y="284"/>
                </a:lnTo>
                <a:lnTo>
                  <a:pt x="80" y="279"/>
                </a:lnTo>
                <a:lnTo>
                  <a:pt x="472" y="279"/>
                </a:lnTo>
                <a:lnTo>
                  <a:pt x="472" y="279"/>
                </a:lnTo>
                <a:lnTo>
                  <a:pt x="555" y="279"/>
                </a:lnTo>
                <a:lnTo>
                  <a:pt x="615" y="449"/>
                </a:lnTo>
                <a:lnTo>
                  <a:pt x="621" y="363"/>
                </a:lnTo>
                <a:lnTo>
                  <a:pt x="656" y="363"/>
                </a:lnTo>
                <a:lnTo>
                  <a:pt x="664" y="438"/>
                </a:lnTo>
                <a:lnTo>
                  <a:pt x="711" y="279"/>
                </a:lnTo>
                <a:lnTo>
                  <a:pt x="778" y="279"/>
                </a:lnTo>
                <a:lnTo>
                  <a:pt x="784" y="277"/>
                </a:lnTo>
                <a:close/>
                <a:moveTo>
                  <a:pt x="621" y="0"/>
                </a:moveTo>
                <a:lnTo>
                  <a:pt x="653" y="3"/>
                </a:lnTo>
                <a:lnTo>
                  <a:pt x="683" y="18"/>
                </a:lnTo>
                <a:lnTo>
                  <a:pt x="709" y="41"/>
                </a:lnTo>
                <a:lnTo>
                  <a:pt x="728" y="69"/>
                </a:lnTo>
                <a:lnTo>
                  <a:pt x="741" y="105"/>
                </a:lnTo>
                <a:lnTo>
                  <a:pt x="745" y="142"/>
                </a:lnTo>
                <a:lnTo>
                  <a:pt x="741" y="179"/>
                </a:lnTo>
                <a:lnTo>
                  <a:pt x="728" y="213"/>
                </a:lnTo>
                <a:lnTo>
                  <a:pt x="709" y="243"/>
                </a:lnTo>
                <a:lnTo>
                  <a:pt x="683" y="266"/>
                </a:lnTo>
                <a:lnTo>
                  <a:pt x="653" y="281"/>
                </a:lnTo>
                <a:lnTo>
                  <a:pt x="621" y="284"/>
                </a:lnTo>
                <a:lnTo>
                  <a:pt x="587" y="281"/>
                </a:lnTo>
                <a:lnTo>
                  <a:pt x="557" y="266"/>
                </a:lnTo>
                <a:lnTo>
                  <a:pt x="531" y="243"/>
                </a:lnTo>
                <a:lnTo>
                  <a:pt x="512" y="213"/>
                </a:lnTo>
                <a:lnTo>
                  <a:pt x="499" y="179"/>
                </a:lnTo>
                <a:lnTo>
                  <a:pt x="495" y="142"/>
                </a:lnTo>
                <a:lnTo>
                  <a:pt x="499" y="105"/>
                </a:lnTo>
                <a:lnTo>
                  <a:pt x="512" y="69"/>
                </a:lnTo>
                <a:lnTo>
                  <a:pt x="531" y="41"/>
                </a:lnTo>
                <a:lnTo>
                  <a:pt x="557" y="18"/>
                </a:lnTo>
                <a:lnTo>
                  <a:pt x="587" y="3"/>
                </a:lnTo>
                <a:lnTo>
                  <a:pt x="621"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66" name="Freeform 23"/>
          <p:cNvSpPr>
            <a:spLocks noEditPoints="1"/>
          </p:cNvSpPr>
          <p:nvPr/>
        </p:nvSpPr>
        <p:spPr bwMode="auto">
          <a:xfrm>
            <a:off x="1503422" y="4304533"/>
            <a:ext cx="362213" cy="361053"/>
          </a:xfrm>
          <a:custGeom>
            <a:avLst/>
            <a:gdLst>
              <a:gd name="T0" fmla="*/ 1732 w 1873"/>
              <a:gd name="T1" fmla="*/ 1644 h 1867"/>
              <a:gd name="T2" fmla="*/ 1869 w 1873"/>
              <a:gd name="T3" fmla="*/ 1760 h 1867"/>
              <a:gd name="T4" fmla="*/ 4 w 1873"/>
              <a:gd name="T5" fmla="*/ 1867 h 1867"/>
              <a:gd name="T6" fmla="*/ 141 w 1873"/>
              <a:gd name="T7" fmla="*/ 1760 h 1867"/>
              <a:gd name="T8" fmla="*/ 1352 w 1873"/>
              <a:gd name="T9" fmla="*/ 661 h 1867"/>
              <a:gd name="T10" fmla="*/ 1656 w 1873"/>
              <a:gd name="T11" fmla="*/ 823 h 1867"/>
              <a:gd name="T12" fmla="*/ 1604 w 1873"/>
              <a:gd name="T13" fmla="*/ 1416 h 1867"/>
              <a:gd name="T14" fmla="*/ 1656 w 1873"/>
              <a:gd name="T15" fmla="*/ 1577 h 1867"/>
              <a:gd name="T16" fmla="*/ 1352 w 1873"/>
              <a:gd name="T17" fmla="*/ 1416 h 1867"/>
              <a:gd name="T18" fmla="*/ 1404 w 1873"/>
              <a:gd name="T19" fmla="*/ 823 h 1867"/>
              <a:gd name="T20" fmla="*/ 1352 w 1873"/>
              <a:gd name="T21" fmla="*/ 661 h 1867"/>
              <a:gd name="T22" fmla="*/ 1278 w 1873"/>
              <a:gd name="T23" fmla="*/ 661 h 1867"/>
              <a:gd name="T24" fmla="*/ 1226 w 1873"/>
              <a:gd name="T25" fmla="*/ 823 h 1867"/>
              <a:gd name="T26" fmla="*/ 1278 w 1873"/>
              <a:gd name="T27" fmla="*/ 1416 h 1867"/>
              <a:gd name="T28" fmla="*/ 974 w 1873"/>
              <a:gd name="T29" fmla="*/ 1577 h 1867"/>
              <a:gd name="T30" fmla="*/ 1026 w 1873"/>
              <a:gd name="T31" fmla="*/ 1416 h 1867"/>
              <a:gd name="T32" fmla="*/ 974 w 1873"/>
              <a:gd name="T33" fmla="*/ 823 h 1867"/>
              <a:gd name="T34" fmla="*/ 595 w 1873"/>
              <a:gd name="T35" fmla="*/ 661 h 1867"/>
              <a:gd name="T36" fmla="*/ 899 w 1873"/>
              <a:gd name="T37" fmla="*/ 823 h 1867"/>
              <a:gd name="T38" fmla="*/ 846 w 1873"/>
              <a:gd name="T39" fmla="*/ 1416 h 1867"/>
              <a:gd name="T40" fmla="*/ 899 w 1873"/>
              <a:gd name="T41" fmla="*/ 1577 h 1867"/>
              <a:gd name="T42" fmla="*/ 595 w 1873"/>
              <a:gd name="T43" fmla="*/ 1416 h 1867"/>
              <a:gd name="T44" fmla="*/ 647 w 1873"/>
              <a:gd name="T45" fmla="*/ 823 h 1867"/>
              <a:gd name="T46" fmla="*/ 595 w 1873"/>
              <a:gd name="T47" fmla="*/ 661 h 1867"/>
              <a:gd name="T48" fmla="*/ 521 w 1873"/>
              <a:gd name="T49" fmla="*/ 661 h 1867"/>
              <a:gd name="T50" fmla="*/ 469 w 1873"/>
              <a:gd name="T51" fmla="*/ 823 h 1867"/>
              <a:gd name="T52" fmla="*/ 521 w 1873"/>
              <a:gd name="T53" fmla="*/ 1416 h 1867"/>
              <a:gd name="T54" fmla="*/ 217 w 1873"/>
              <a:gd name="T55" fmla="*/ 1577 h 1867"/>
              <a:gd name="T56" fmla="*/ 269 w 1873"/>
              <a:gd name="T57" fmla="*/ 1416 h 1867"/>
              <a:gd name="T58" fmla="*/ 217 w 1873"/>
              <a:gd name="T59" fmla="*/ 823 h 1867"/>
              <a:gd name="T60" fmla="*/ 937 w 1873"/>
              <a:gd name="T61" fmla="*/ 0 h 1867"/>
              <a:gd name="T62" fmla="*/ 1873 w 1873"/>
              <a:gd name="T63" fmla="*/ 592 h 1867"/>
              <a:gd name="T64" fmla="*/ 469 w 1873"/>
              <a:gd name="T65" fmla="*/ 295 h 1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73" h="1867">
                <a:moveTo>
                  <a:pt x="141" y="1644"/>
                </a:moveTo>
                <a:lnTo>
                  <a:pt x="1732" y="1644"/>
                </a:lnTo>
                <a:lnTo>
                  <a:pt x="1732" y="1760"/>
                </a:lnTo>
                <a:lnTo>
                  <a:pt x="1869" y="1760"/>
                </a:lnTo>
                <a:lnTo>
                  <a:pt x="1869" y="1867"/>
                </a:lnTo>
                <a:lnTo>
                  <a:pt x="4" y="1867"/>
                </a:lnTo>
                <a:lnTo>
                  <a:pt x="4" y="1760"/>
                </a:lnTo>
                <a:lnTo>
                  <a:pt x="141" y="1760"/>
                </a:lnTo>
                <a:lnTo>
                  <a:pt x="141" y="1644"/>
                </a:lnTo>
                <a:close/>
                <a:moveTo>
                  <a:pt x="1352" y="661"/>
                </a:moveTo>
                <a:lnTo>
                  <a:pt x="1656" y="661"/>
                </a:lnTo>
                <a:lnTo>
                  <a:pt x="1656" y="823"/>
                </a:lnTo>
                <a:lnTo>
                  <a:pt x="1604" y="823"/>
                </a:lnTo>
                <a:lnTo>
                  <a:pt x="1604" y="1416"/>
                </a:lnTo>
                <a:lnTo>
                  <a:pt x="1656" y="1416"/>
                </a:lnTo>
                <a:lnTo>
                  <a:pt x="1656" y="1577"/>
                </a:lnTo>
                <a:lnTo>
                  <a:pt x="1352" y="1577"/>
                </a:lnTo>
                <a:lnTo>
                  <a:pt x="1352" y="1416"/>
                </a:lnTo>
                <a:lnTo>
                  <a:pt x="1404" y="1416"/>
                </a:lnTo>
                <a:lnTo>
                  <a:pt x="1404" y="823"/>
                </a:lnTo>
                <a:lnTo>
                  <a:pt x="1352" y="823"/>
                </a:lnTo>
                <a:lnTo>
                  <a:pt x="1352" y="661"/>
                </a:lnTo>
                <a:close/>
                <a:moveTo>
                  <a:pt x="974" y="661"/>
                </a:moveTo>
                <a:lnTo>
                  <a:pt x="1278" y="661"/>
                </a:lnTo>
                <a:lnTo>
                  <a:pt x="1278" y="823"/>
                </a:lnTo>
                <a:lnTo>
                  <a:pt x="1226" y="823"/>
                </a:lnTo>
                <a:lnTo>
                  <a:pt x="1226" y="1416"/>
                </a:lnTo>
                <a:lnTo>
                  <a:pt x="1278" y="1416"/>
                </a:lnTo>
                <a:lnTo>
                  <a:pt x="1278" y="1577"/>
                </a:lnTo>
                <a:lnTo>
                  <a:pt x="974" y="1577"/>
                </a:lnTo>
                <a:lnTo>
                  <a:pt x="974" y="1416"/>
                </a:lnTo>
                <a:lnTo>
                  <a:pt x="1026" y="1416"/>
                </a:lnTo>
                <a:lnTo>
                  <a:pt x="1026" y="823"/>
                </a:lnTo>
                <a:lnTo>
                  <a:pt x="974" y="823"/>
                </a:lnTo>
                <a:lnTo>
                  <a:pt x="974" y="661"/>
                </a:lnTo>
                <a:close/>
                <a:moveTo>
                  <a:pt x="595" y="661"/>
                </a:moveTo>
                <a:lnTo>
                  <a:pt x="899" y="661"/>
                </a:lnTo>
                <a:lnTo>
                  <a:pt x="899" y="823"/>
                </a:lnTo>
                <a:lnTo>
                  <a:pt x="846" y="823"/>
                </a:lnTo>
                <a:lnTo>
                  <a:pt x="846" y="1416"/>
                </a:lnTo>
                <a:lnTo>
                  <a:pt x="899" y="1416"/>
                </a:lnTo>
                <a:lnTo>
                  <a:pt x="899" y="1577"/>
                </a:lnTo>
                <a:lnTo>
                  <a:pt x="595" y="1577"/>
                </a:lnTo>
                <a:lnTo>
                  <a:pt x="595" y="1416"/>
                </a:lnTo>
                <a:lnTo>
                  <a:pt x="647" y="1416"/>
                </a:lnTo>
                <a:lnTo>
                  <a:pt x="647" y="823"/>
                </a:lnTo>
                <a:lnTo>
                  <a:pt x="595" y="823"/>
                </a:lnTo>
                <a:lnTo>
                  <a:pt x="595" y="661"/>
                </a:lnTo>
                <a:close/>
                <a:moveTo>
                  <a:pt x="217" y="661"/>
                </a:moveTo>
                <a:lnTo>
                  <a:pt x="521" y="661"/>
                </a:lnTo>
                <a:lnTo>
                  <a:pt x="521" y="823"/>
                </a:lnTo>
                <a:lnTo>
                  <a:pt x="469" y="823"/>
                </a:lnTo>
                <a:lnTo>
                  <a:pt x="469" y="1416"/>
                </a:lnTo>
                <a:lnTo>
                  <a:pt x="521" y="1416"/>
                </a:lnTo>
                <a:lnTo>
                  <a:pt x="521" y="1577"/>
                </a:lnTo>
                <a:lnTo>
                  <a:pt x="217" y="1577"/>
                </a:lnTo>
                <a:lnTo>
                  <a:pt x="217" y="1416"/>
                </a:lnTo>
                <a:lnTo>
                  <a:pt x="269" y="1416"/>
                </a:lnTo>
                <a:lnTo>
                  <a:pt x="269" y="823"/>
                </a:lnTo>
                <a:lnTo>
                  <a:pt x="217" y="823"/>
                </a:lnTo>
                <a:lnTo>
                  <a:pt x="217" y="661"/>
                </a:lnTo>
                <a:close/>
                <a:moveTo>
                  <a:pt x="937" y="0"/>
                </a:moveTo>
                <a:lnTo>
                  <a:pt x="1404" y="295"/>
                </a:lnTo>
                <a:lnTo>
                  <a:pt x="1873" y="592"/>
                </a:lnTo>
                <a:lnTo>
                  <a:pt x="0" y="592"/>
                </a:lnTo>
                <a:lnTo>
                  <a:pt x="469" y="295"/>
                </a:lnTo>
                <a:lnTo>
                  <a:pt x="937"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67" name="Freeform 22"/>
          <p:cNvSpPr>
            <a:spLocks noEditPoints="1"/>
          </p:cNvSpPr>
          <p:nvPr/>
        </p:nvSpPr>
        <p:spPr bwMode="auto">
          <a:xfrm>
            <a:off x="1527649" y="5695804"/>
            <a:ext cx="313761" cy="336899"/>
          </a:xfrm>
          <a:custGeom>
            <a:avLst/>
            <a:gdLst>
              <a:gd name="T0" fmla="*/ 5 w 1668"/>
              <a:gd name="T1" fmla="*/ 1188 h 1790"/>
              <a:gd name="T2" fmla="*/ 467 w 1668"/>
              <a:gd name="T3" fmla="*/ 1188 h 1790"/>
              <a:gd name="T4" fmla="*/ 467 w 1668"/>
              <a:gd name="T5" fmla="*/ 1790 h 1790"/>
              <a:gd name="T6" fmla="*/ 5 w 1668"/>
              <a:gd name="T7" fmla="*/ 1790 h 1790"/>
              <a:gd name="T8" fmla="*/ 5 w 1668"/>
              <a:gd name="T9" fmla="*/ 1188 h 1790"/>
              <a:gd name="T10" fmla="*/ 605 w 1668"/>
              <a:gd name="T11" fmla="*/ 900 h 1790"/>
              <a:gd name="T12" fmla="*/ 1067 w 1668"/>
              <a:gd name="T13" fmla="*/ 900 h 1790"/>
              <a:gd name="T14" fmla="*/ 1067 w 1668"/>
              <a:gd name="T15" fmla="*/ 1790 h 1790"/>
              <a:gd name="T16" fmla="*/ 605 w 1668"/>
              <a:gd name="T17" fmla="*/ 1790 h 1790"/>
              <a:gd name="T18" fmla="*/ 605 w 1668"/>
              <a:gd name="T19" fmla="*/ 900 h 1790"/>
              <a:gd name="T20" fmla="*/ 1206 w 1668"/>
              <a:gd name="T21" fmla="*/ 382 h 1790"/>
              <a:gd name="T22" fmla="*/ 1668 w 1668"/>
              <a:gd name="T23" fmla="*/ 382 h 1790"/>
              <a:gd name="T24" fmla="*/ 1668 w 1668"/>
              <a:gd name="T25" fmla="*/ 1790 h 1790"/>
              <a:gd name="T26" fmla="*/ 1206 w 1668"/>
              <a:gd name="T27" fmla="*/ 1790 h 1790"/>
              <a:gd name="T28" fmla="*/ 1206 w 1668"/>
              <a:gd name="T29" fmla="*/ 382 h 1790"/>
              <a:gd name="T30" fmla="*/ 937 w 1668"/>
              <a:gd name="T31" fmla="*/ 0 h 1790"/>
              <a:gd name="T32" fmla="*/ 1101 w 1668"/>
              <a:gd name="T33" fmla="*/ 492 h 1790"/>
              <a:gd name="T34" fmla="*/ 923 w 1668"/>
              <a:gd name="T35" fmla="*/ 415 h 1790"/>
              <a:gd name="T36" fmla="*/ 901 w 1668"/>
              <a:gd name="T37" fmla="*/ 450 h 1790"/>
              <a:gd name="T38" fmla="*/ 876 w 1668"/>
              <a:gd name="T39" fmla="*/ 484 h 1790"/>
              <a:gd name="T40" fmla="*/ 849 w 1668"/>
              <a:gd name="T41" fmla="*/ 517 h 1790"/>
              <a:gd name="T42" fmla="*/ 819 w 1668"/>
              <a:gd name="T43" fmla="*/ 547 h 1790"/>
              <a:gd name="T44" fmla="*/ 787 w 1668"/>
              <a:gd name="T45" fmla="*/ 577 h 1790"/>
              <a:gd name="T46" fmla="*/ 752 w 1668"/>
              <a:gd name="T47" fmla="*/ 604 h 1790"/>
              <a:gd name="T48" fmla="*/ 714 w 1668"/>
              <a:gd name="T49" fmla="*/ 629 h 1790"/>
              <a:gd name="T50" fmla="*/ 673 w 1668"/>
              <a:gd name="T51" fmla="*/ 652 h 1790"/>
              <a:gd name="T52" fmla="*/ 629 w 1668"/>
              <a:gd name="T53" fmla="*/ 671 h 1790"/>
              <a:gd name="T54" fmla="*/ 582 w 1668"/>
              <a:gd name="T55" fmla="*/ 687 h 1790"/>
              <a:gd name="T56" fmla="*/ 532 w 1668"/>
              <a:gd name="T57" fmla="*/ 701 h 1790"/>
              <a:gd name="T58" fmla="*/ 477 w 1668"/>
              <a:gd name="T59" fmla="*/ 711 h 1790"/>
              <a:gd name="T60" fmla="*/ 420 w 1668"/>
              <a:gd name="T61" fmla="*/ 718 h 1790"/>
              <a:gd name="T62" fmla="*/ 359 w 1668"/>
              <a:gd name="T63" fmla="*/ 720 h 1790"/>
              <a:gd name="T64" fmla="*/ 295 w 1668"/>
              <a:gd name="T65" fmla="*/ 718 h 1790"/>
              <a:gd name="T66" fmla="*/ 228 w 1668"/>
              <a:gd name="T67" fmla="*/ 711 h 1790"/>
              <a:gd name="T68" fmla="*/ 156 w 1668"/>
              <a:gd name="T69" fmla="*/ 701 h 1790"/>
              <a:gd name="T70" fmla="*/ 80 w 1668"/>
              <a:gd name="T71" fmla="*/ 686 h 1790"/>
              <a:gd name="T72" fmla="*/ 0 w 1668"/>
              <a:gd name="T73" fmla="*/ 665 h 1790"/>
              <a:gd name="T74" fmla="*/ 71 w 1668"/>
              <a:gd name="T75" fmla="*/ 659 h 1790"/>
              <a:gd name="T76" fmla="*/ 139 w 1668"/>
              <a:gd name="T77" fmla="*/ 651 h 1790"/>
              <a:gd name="T78" fmla="*/ 204 w 1668"/>
              <a:gd name="T79" fmla="*/ 638 h 1790"/>
              <a:gd name="T80" fmla="*/ 265 w 1668"/>
              <a:gd name="T81" fmla="*/ 623 h 1790"/>
              <a:gd name="T82" fmla="*/ 323 w 1668"/>
              <a:gd name="T83" fmla="*/ 605 h 1790"/>
              <a:gd name="T84" fmla="*/ 376 w 1668"/>
              <a:gd name="T85" fmla="*/ 584 h 1790"/>
              <a:gd name="T86" fmla="*/ 425 w 1668"/>
              <a:gd name="T87" fmla="*/ 560 h 1790"/>
              <a:gd name="T88" fmla="*/ 471 w 1668"/>
              <a:gd name="T89" fmla="*/ 532 h 1790"/>
              <a:gd name="T90" fmla="*/ 513 w 1668"/>
              <a:gd name="T91" fmla="*/ 501 h 1790"/>
              <a:gd name="T92" fmla="*/ 549 w 1668"/>
              <a:gd name="T93" fmla="*/ 466 h 1790"/>
              <a:gd name="T94" fmla="*/ 581 w 1668"/>
              <a:gd name="T95" fmla="*/ 429 h 1790"/>
              <a:gd name="T96" fmla="*/ 609 w 1668"/>
              <a:gd name="T97" fmla="*/ 387 h 1790"/>
              <a:gd name="T98" fmla="*/ 630 w 1668"/>
              <a:gd name="T99" fmla="*/ 343 h 1790"/>
              <a:gd name="T100" fmla="*/ 648 w 1668"/>
              <a:gd name="T101" fmla="*/ 295 h 1790"/>
              <a:gd name="T102" fmla="*/ 482 w 1668"/>
              <a:gd name="T103" fmla="*/ 223 h 1790"/>
              <a:gd name="T104" fmla="*/ 937 w 1668"/>
              <a:gd name="T105" fmla="*/ 0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68" h="1790">
                <a:moveTo>
                  <a:pt x="5" y="1188"/>
                </a:moveTo>
                <a:lnTo>
                  <a:pt x="467" y="1188"/>
                </a:lnTo>
                <a:lnTo>
                  <a:pt x="467" y="1790"/>
                </a:lnTo>
                <a:lnTo>
                  <a:pt x="5" y="1790"/>
                </a:lnTo>
                <a:lnTo>
                  <a:pt x="5" y="1188"/>
                </a:lnTo>
                <a:close/>
                <a:moveTo>
                  <a:pt x="605" y="900"/>
                </a:moveTo>
                <a:lnTo>
                  <a:pt x="1067" y="900"/>
                </a:lnTo>
                <a:lnTo>
                  <a:pt x="1067" y="1790"/>
                </a:lnTo>
                <a:lnTo>
                  <a:pt x="605" y="1790"/>
                </a:lnTo>
                <a:lnTo>
                  <a:pt x="605" y="900"/>
                </a:lnTo>
                <a:close/>
                <a:moveTo>
                  <a:pt x="1206" y="382"/>
                </a:moveTo>
                <a:lnTo>
                  <a:pt x="1668" y="382"/>
                </a:lnTo>
                <a:lnTo>
                  <a:pt x="1668" y="1790"/>
                </a:lnTo>
                <a:lnTo>
                  <a:pt x="1206" y="1790"/>
                </a:lnTo>
                <a:lnTo>
                  <a:pt x="1206" y="382"/>
                </a:lnTo>
                <a:close/>
                <a:moveTo>
                  <a:pt x="937" y="0"/>
                </a:moveTo>
                <a:lnTo>
                  <a:pt x="1101" y="492"/>
                </a:lnTo>
                <a:lnTo>
                  <a:pt x="923" y="415"/>
                </a:lnTo>
                <a:lnTo>
                  <a:pt x="901" y="450"/>
                </a:lnTo>
                <a:lnTo>
                  <a:pt x="876" y="484"/>
                </a:lnTo>
                <a:lnTo>
                  <a:pt x="849" y="517"/>
                </a:lnTo>
                <a:lnTo>
                  <a:pt x="819" y="547"/>
                </a:lnTo>
                <a:lnTo>
                  <a:pt x="787" y="577"/>
                </a:lnTo>
                <a:lnTo>
                  <a:pt x="752" y="604"/>
                </a:lnTo>
                <a:lnTo>
                  <a:pt x="714" y="629"/>
                </a:lnTo>
                <a:lnTo>
                  <a:pt x="673" y="652"/>
                </a:lnTo>
                <a:lnTo>
                  <a:pt x="629" y="671"/>
                </a:lnTo>
                <a:lnTo>
                  <a:pt x="582" y="687"/>
                </a:lnTo>
                <a:lnTo>
                  <a:pt x="532" y="701"/>
                </a:lnTo>
                <a:lnTo>
                  <a:pt x="477" y="711"/>
                </a:lnTo>
                <a:lnTo>
                  <a:pt x="420" y="718"/>
                </a:lnTo>
                <a:lnTo>
                  <a:pt x="359" y="720"/>
                </a:lnTo>
                <a:lnTo>
                  <a:pt x="295" y="718"/>
                </a:lnTo>
                <a:lnTo>
                  <a:pt x="228" y="711"/>
                </a:lnTo>
                <a:lnTo>
                  <a:pt x="156" y="701"/>
                </a:lnTo>
                <a:lnTo>
                  <a:pt x="80" y="686"/>
                </a:lnTo>
                <a:lnTo>
                  <a:pt x="0" y="665"/>
                </a:lnTo>
                <a:lnTo>
                  <a:pt x="71" y="659"/>
                </a:lnTo>
                <a:lnTo>
                  <a:pt x="139" y="651"/>
                </a:lnTo>
                <a:lnTo>
                  <a:pt x="204" y="638"/>
                </a:lnTo>
                <a:lnTo>
                  <a:pt x="265" y="623"/>
                </a:lnTo>
                <a:lnTo>
                  <a:pt x="323" y="605"/>
                </a:lnTo>
                <a:lnTo>
                  <a:pt x="376" y="584"/>
                </a:lnTo>
                <a:lnTo>
                  <a:pt x="425" y="560"/>
                </a:lnTo>
                <a:lnTo>
                  <a:pt x="471" y="532"/>
                </a:lnTo>
                <a:lnTo>
                  <a:pt x="513" y="501"/>
                </a:lnTo>
                <a:lnTo>
                  <a:pt x="549" y="466"/>
                </a:lnTo>
                <a:lnTo>
                  <a:pt x="581" y="429"/>
                </a:lnTo>
                <a:lnTo>
                  <a:pt x="609" y="387"/>
                </a:lnTo>
                <a:lnTo>
                  <a:pt x="630" y="343"/>
                </a:lnTo>
                <a:lnTo>
                  <a:pt x="648" y="295"/>
                </a:lnTo>
                <a:lnTo>
                  <a:pt x="482" y="223"/>
                </a:lnTo>
                <a:lnTo>
                  <a:pt x="937" y="0"/>
                </a:lnTo>
                <a:close/>
              </a:path>
            </a:pathLst>
          </a:custGeom>
          <a:solidFill>
            <a:sysClr val="windowText" lastClr="000000">
              <a:lumMod val="75000"/>
              <a:lumOff val="25000"/>
            </a:sysClr>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cxnSp>
        <p:nvCxnSpPr>
          <p:cNvPr id="68" name="Straight Connector 55"/>
          <p:cNvCxnSpPr/>
          <p:nvPr/>
        </p:nvCxnSpPr>
        <p:spPr>
          <a:xfrm>
            <a:off x="5891535" y="2453059"/>
            <a:ext cx="0" cy="4064000"/>
          </a:xfrm>
          <a:prstGeom prst="line">
            <a:avLst/>
          </a:prstGeom>
          <a:noFill/>
          <a:ln w="9525" cap="flat" cmpd="sng" algn="ctr">
            <a:solidFill>
              <a:sysClr val="window" lastClr="FFFFFF">
                <a:lumMod val="85000"/>
              </a:sysClr>
            </a:solidFill>
            <a:prstDash val="solid"/>
            <a:headEnd type="oval"/>
            <a:tailEnd type="oval"/>
          </a:ln>
          <a:effectLst/>
        </p:spPr>
      </p:cxnSp>
      <p:sp>
        <p:nvSpPr>
          <p:cNvPr id="69" name="Oval 57"/>
          <p:cNvSpPr/>
          <p:nvPr/>
        </p:nvSpPr>
        <p:spPr>
          <a:xfrm>
            <a:off x="5789935" y="3004266"/>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70" name="Oval 59"/>
          <p:cNvSpPr/>
          <p:nvPr/>
        </p:nvSpPr>
        <p:spPr>
          <a:xfrm>
            <a:off x="5789935" y="4383459"/>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71" name="Oval 62"/>
          <p:cNvSpPr/>
          <p:nvPr/>
        </p:nvSpPr>
        <p:spPr>
          <a:xfrm>
            <a:off x="5789935" y="5762654"/>
            <a:ext cx="203200" cy="203200"/>
          </a:xfrm>
          <a:prstGeom prst="ellipse">
            <a:avLst/>
          </a:prstGeom>
          <a:solidFill>
            <a:sysClr val="window" lastClr="FFFFFF"/>
          </a:solidFill>
          <a:ln w="9525" cap="flat" cmpd="sng" algn="ctr">
            <a:solidFill>
              <a:sysClr val="window" lastClr="FFFFFF">
                <a:lumMod val="85000"/>
              </a:sysClr>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grpSp>
        <p:nvGrpSpPr>
          <p:cNvPr id="72" name="组合 71"/>
          <p:cNvGrpSpPr/>
          <p:nvPr/>
        </p:nvGrpSpPr>
        <p:grpSpPr>
          <a:xfrm>
            <a:off x="339551" y="248225"/>
            <a:ext cx="2385498" cy="460375"/>
            <a:chOff x="7098014" y="3113743"/>
            <a:chExt cx="2385498" cy="460375"/>
          </a:xfrm>
        </p:grpSpPr>
        <p:sp>
          <p:nvSpPr>
            <p:cNvPr id="73"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74"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5"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2871055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1000"/>
                                        <p:tgtEl>
                                          <p:spTgt spid="5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wipe(left)">
                                      <p:cBhvr>
                                        <p:cTn id="10" dur="1000"/>
                                        <p:tgtEl>
                                          <p:spTgt spid="5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wipe(left)">
                                      <p:cBhvr>
                                        <p:cTn id="13" dur="1000"/>
                                        <p:tgtEl>
                                          <p:spTgt spid="5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5"/>
                                        </p:tgtEl>
                                        <p:attrNameLst>
                                          <p:attrName>style.visibility</p:attrName>
                                        </p:attrNameLst>
                                      </p:cBhvr>
                                      <p:to>
                                        <p:strVal val="visible"/>
                                      </p:to>
                                    </p:set>
                                    <p:animEffect transition="in" filter="wipe(left)">
                                      <p:cBhvr>
                                        <p:cTn id="16" dur="1000"/>
                                        <p:tgtEl>
                                          <p:spTgt spid="6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anim calcmode="lin" valueType="num">
                                      <p:cBhvr>
                                        <p:cTn id="21" dur="1000" fill="hold"/>
                                        <p:tgtEl>
                                          <p:spTgt spid="53"/>
                                        </p:tgtEl>
                                        <p:attrNameLst>
                                          <p:attrName>ppt_w</p:attrName>
                                        </p:attrNameLst>
                                      </p:cBhvr>
                                      <p:tavLst>
                                        <p:tav tm="0">
                                          <p:val>
                                            <p:fltVal val="0"/>
                                          </p:val>
                                        </p:tav>
                                        <p:tav tm="100000">
                                          <p:val>
                                            <p:strVal val="#ppt_w"/>
                                          </p:val>
                                        </p:tav>
                                      </p:tavLst>
                                    </p:anim>
                                    <p:anim calcmode="lin" valueType="num">
                                      <p:cBhvr>
                                        <p:cTn id="22" dur="1000" fill="hold"/>
                                        <p:tgtEl>
                                          <p:spTgt spid="53"/>
                                        </p:tgtEl>
                                        <p:attrNameLst>
                                          <p:attrName>ppt_h</p:attrName>
                                        </p:attrNameLst>
                                      </p:cBhvr>
                                      <p:tavLst>
                                        <p:tav tm="0">
                                          <p:val>
                                            <p:fltVal val="0"/>
                                          </p:val>
                                        </p:tav>
                                        <p:tav tm="100000">
                                          <p:val>
                                            <p:strVal val="#ppt_h"/>
                                          </p:val>
                                        </p:tav>
                                      </p:tavLst>
                                    </p:anim>
                                    <p:animEffect transition="in" filter="fade">
                                      <p:cBhvr>
                                        <p:cTn id="23" dur="1000"/>
                                        <p:tgtEl>
                                          <p:spTgt spid="5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 calcmode="lin" valueType="num">
                                      <p:cBhvr>
                                        <p:cTn id="26" dur="1000" fill="hold"/>
                                        <p:tgtEl>
                                          <p:spTgt spid="50"/>
                                        </p:tgtEl>
                                        <p:attrNameLst>
                                          <p:attrName>ppt_w</p:attrName>
                                        </p:attrNameLst>
                                      </p:cBhvr>
                                      <p:tavLst>
                                        <p:tav tm="0">
                                          <p:val>
                                            <p:fltVal val="0"/>
                                          </p:val>
                                        </p:tav>
                                        <p:tav tm="100000">
                                          <p:val>
                                            <p:strVal val="#ppt_w"/>
                                          </p:val>
                                        </p:tav>
                                      </p:tavLst>
                                    </p:anim>
                                    <p:anim calcmode="lin" valueType="num">
                                      <p:cBhvr>
                                        <p:cTn id="27" dur="1000" fill="hold"/>
                                        <p:tgtEl>
                                          <p:spTgt spid="50"/>
                                        </p:tgtEl>
                                        <p:attrNameLst>
                                          <p:attrName>ppt_h</p:attrName>
                                        </p:attrNameLst>
                                      </p:cBhvr>
                                      <p:tavLst>
                                        <p:tav tm="0">
                                          <p:val>
                                            <p:fltVal val="0"/>
                                          </p:val>
                                        </p:tav>
                                        <p:tav tm="100000">
                                          <p:val>
                                            <p:strVal val="#ppt_h"/>
                                          </p:val>
                                        </p:tav>
                                      </p:tavLst>
                                    </p:anim>
                                    <p:animEffect transition="in" filter="fade">
                                      <p:cBhvr>
                                        <p:cTn id="28" dur="1000"/>
                                        <p:tgtEl>
                                          <p:spTgt spid="5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59"/>
                                        </p:tgtEl>
                                        <p:attrNameLst>
                                          <p:attrName>style.visibility</p:attrName>
                                        </p:attrNameLst>
                                      </p:cBhvr>
                                      <p:to>
                                        <p:strVal val="visible"/>
                                      </p:to>
                                    </p:set>
                                    <p:animEffect transition="in" filter="wipe(left)">
                                      <p:cBhvr>
                                        <p:cTn id="33" dur="1000"/>
                                        <p:tgtEl>
                                          <p:spTgt spid="59"/>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1000"/>
                                        <p:tgtEl>
                                          <p:spTgt spid="6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animEffect transition="in" filter="wipe(left)">
                                      <p:cBhvr>
                                        <p:cTn id="39" dur="1000"/>
                                        <p:tgtEl>
                                          <p:spTgt spid="6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wipe(left)">
                                      <p:cBhvr>
                                        <p:cTn id="42" dur="1000"/>
                                        <p:tgtEl>
                                          <p:spTgt spid="66"/>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52"/>
                                        </p:tgtEl>
                                        <p:attrNameLst>
                                          <p:attrName>style.visibility</p:attrName>
                                        </p:attrNameLst>
                                      </p:cBhvr>
                                      <p:to>
                                        <p:strVal val="visible"/>
                                      </p:to>
                                    </p:set>
                                    <p:anim calcmode="lin" valueType="num">
                                      <p:cBhvr>
                                        <p:cTn id="47" dur="1000" fill="hold"/>
                                        <p:tgtEl>
                                          <p:spTgt spid="52"/>
                                        </p:tgtEl>
                                        <p:attrNameLst>
                                          <p:attrName>ppt_w</p:attrName>
                                        </p:attrNameLst>
                                      </p:cBhvr>
                                      <p:tavLst>
                                        <p:tav tm="0">
                                          <p:val>
                                            <p:fltVal val="0"/>
                                          </p:val>
                                        </p:tav>
                                        <p:tav tm="100000">
                                          <p:val>
                                            <p:strVal val="#ppt_w"/>
                                          </p:val>
                                        </p:tav>
                                      </p:tavLst>
                                    </p:anim>
                                    <p:anim calcmode="lin" valueType="num">
                                      <p:cBhvr>
                                        <p:cTn id="48" dur="1000" fill="hold"/>
                                        <p:tgtEl>
                                          <p:spTgt spid="52"/>
                                        </p:tgtEl>
                                        <p:attrNameLst>
                                          <p:attrName>ppt_h</p:attrName>
                                        </p:attrNameLst>
                                      </p:cBhvr>
                                      <p:tavLst>
                                        <p:tav tm="0">
                                          <p:val>
                                            <p:fltVal val="0"/>
                                          </p:val>
                                        </p:tav>
                                        <p:tav tm="100000">
                                          <p:val>
                                            <p:strVal val="#ppt_h"/>
                                          </p:val>
                                        </p:tav>
                                      </p:tavLst>
                                    </p:anim>
                                    <p:animEffect transition="in" filter="fade">
                                      <p:cBhvr>
                                        <p:cTn id="49" dur="1000"/>
                                        <p:tgtEl>
                                          <p:spTgt spid="5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54"/>
                                        </p:tgtEl>
                                        <p:attrNameLst>
                                          <p:attrName>style.visibility</p:attrName>
                                        </p:attrNameLst>
                                      </p:cBhvr>
                                      <p:to>
                                        <p:strVal val="visible"/>
                                      </p:to>
                                    </p:set>
                                    <p:anim calcmode="lin" valueType="num">
                                      <p:cBhvr>
                                        <p:cTn id="52" dur="1000" fill="hold"/>
                                        <p:tgtEl>
                                          <p:spTgt spid="54"/>
                                        </p:tgtEl>
                                        <p:attrNameLst>
                                          <p:attrName>ppt_w</p:attrName>
                                        </p:attrNameLst>
                                      </p:cBhvr>
                                      <p:tavLst>
                                        <p:tav tm="0">
                                          <p:val>
                                            <p:fltVal val="0"/>
                                          </p:val>
                                        </p:tav>
                                        <p:tav tm="100000">
                                          <p:val>
                                            <p:strVal val="#ppt_w"/>
                                          </p:val>
                                        </p:tav>
                                      </p:tavLst>
                                    </p:anim>
                                    <p:anim calcmode="lin" valueType="num">
                                      <p:cBhvr>
                                        <p:cTn id="53" dur="1000" fill="hold"/>
                                        <p:tgtEl>
                                          <p:spTgt spid="54"/>
                                        </p:tgtEl>
                                        <p:attrNameLst>
                                          <p:attrName>ppt_h</p:attrName>
                                        </p:attrNameLst>
                                      </p:cBhvr>
                                      <p:tavLst>
                                        <p:tav tm="0">
                                          <p:val>
                                            <p:fltVal val="0"/>
                                          </p:val>
                                        </p:tav>
                                        <p:tav tm="100000">
                                          <p:val>
                                            <p:strVal val="#ppt_h"/>
                                          </p:val>
                                        </p:tav>
                                      </p:tavLst>
                                    </p:anim>
                                    <p:animEffect transition="in" filter="fade">
                                      <p:cBhvr>
                                        <p:cTn id="54" dur="1000"/>
                                        <p:tgtEl>
                                          <p:spTgt spid="5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2"/>
                                        </p:tgtEl>
                                        <p:attrNameLst>
                                          <p:attrName>style.visibility</p:attrName>
                                        </p:attrNameLst>
                                      </p:cBhvr>
                                      <p:to>
                                        <p:strVal val="visible"/>
                                      </p:to>
                                    </p:set>
                                    <p:animEffect transition="in" filter="wipe(left)">
                                      <p:cBhvr>
                                        <p:cTn id="59" dur="1000"/>
                                        <p:tgtEl>
                                          <p:spTgt spid="62"/>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wipe(left)">
                                      <p:cBhvr>
                                        <p:cTn id="62" dur="1000"/>
                                        <p:tgtEl>
                                          <p:spTgt spid="63"/>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64"/>
                                        </p:tgtEl>
                                        <p:attrNameLst>
                                          <p:attrName>style.visibility</p:attrName>
                                        </p:attrNameLst>
                                      </p:cBhvr>
                                      <p:to>
                                        <p:strVal val="visible"/>
                                      </p:to>
                                    </p:set>
                                    <p:animEffect transition="in" filter="wipe(left)">
                                      <p:cBhvr>
                                        <p:cTn id="65" dur="1000"/>
                                        <p:tgtEl>
                                          <p:spTgt spid="64"/>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67"/>
                                        </p:tgtEl>
                                        <p:attrNameLst>
                                          <p:attrName>style.visibility</p:attrName>
                                        </p:attrNameLst>
                                      </p:cBhvr>
                                      <p:to>
                                        <p:strVal val="visible"/>
                                      </p:to>
                                    </p:set>
                                    <p:animEffect transition="in" filter="wipe(left)">
                                      <p:cBhvr>
                                        <p:cTn id="68" dur="1000"/>
                                        <p:tgtEl>
                                          <p:spTgt spid="67"/>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51"/>
                                        </p:tgtEl>
                                        <p:attrNameLst>
                                          <p:attrName>style.visibility</p:attrName>
                                        </p:attrNameLst>
                                      </p:cBhvr>
                                      <p:to>
                                        <p:strVal val="visible"/>
                                      </p:to>
                                    </p:set>
                                    <p:anim calcmode="lin" valueType="num">
                                      <p:cBhvr>
                                        <p:cTn id="73" dur="1000" fill="hold"/>
                                        <p:tgtEl>
                                          <p:spTgt spid="51"/>
                                        </p:tgtEl>
                                        <p:attrNameLst>
                                          <p:attrName>ppt_w</p:attrName>
                                        </p:attrNameLst>
                                      </p:cBhvr>
                                      <p:tavLst>
                                        <p:tav tm="0">
                                          <p:val>
                                            <p:fltVal val="0"/>
                                          </p:val>
                                        </p:tav>
                                        <p:tav tm="100000">
                                          <p:val>
                                            <p:strVal val="#ppt_w"/>
                                          </p:val>
                                        </p:tav>
                                      </p:tavLst>
                                    </p:anim>
                                    <p:anim calcmode="lin" valueType="num">
                                      <p:cBhvr>
                                        <p:cTn id="74" dur="1000" fill="hold"/>
                                        <p:tgtEl>
                                          <p:spTgt spid="51"/>
                                        </p:tgtEl>
                                        <p:attrNameLst>
                                          <p:attrName>ppt_h</p:attrName>
                                        </p:attrNameLst>
                                      </p:cBhvr>
                                      <p:tavLst>
                                        <p:tav tm="0">
                                          <p:val>
                                            <p:fltVal val="0"/>
                                          </p:val>
                                        </p:tav>
                                        <p:tav tm="100000">
                                          <p:val>
                                            <p:strVal val="#ppt_h"/>
                                          </p:val>
                                        </p:tav>
                                      </p:tavLst>
                                    </p:anim>
                                    <p:animEffect transition="in" filter="fade">
                                      <p:cBhvr>
                                        <p:cTn id="75" dur="1000"/>
                                        <p:tgtEl>
                                          <p:spTgt spid="51"/>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55"/>
                                        </p:tgtEl>
                                        <p:attrNameLst>
                                          <p:attrName>style.visibility</p:attrName>
                                        </p:attrNameLst>
                                      </p:cBhvr>
                                      <p:to>
                                        <p:strVal val="visible"/>
                                      </p:to>
                                    </p:set>
                                    <p:anim calcmode="lin" valueType="num">
                                      <p:cBhvr>
                                        <p:cTn id="78" dur="1000" fill="hold"/>
                                        <p:tgtEl>
                                          <p:spTgt spid="55"/>
                                        </p:tgtEl>
                                        <p:attrNameLst>
                                          <p:attrName>ppt_w</p:attrName>
                                        </p:attrNameLst>
                                      </p:cBhvr>
                                      <p:tavLst>
                                        <p:tav tm="0">
                                          <p:val>
                                            <p:fltVal val="0"/>
                                          </p:val>
                                        </p:tav>
                                        <p:tav tm="100000">
                                          <p:val>
                                            <p:strVal val="#ppt_w"/>
                                          </p:val>
                                        </p:tav>
                                      </p:tavLst>
                                    </p:anim>
                                    <p:anim calcmode="lin" valueType="num">
                                      <p:cBhvr>
                                        <p:cTn id="79" dur="1000" fill="hold"/>
                                        <p:tgtEl>
                                          <p:spTgt spid="55"/>
                                        </p:tgtEl>
                                        <p:attrNameLst>
                                          <p:attrName>ppt_h</p:attrName>
                                        </p:attrNameLst>
                                      </p:cBhvr>
                                      <p:tavLst>
                                        <p:tav tm="0">
                                          <p:val>
                                            <p:fltVal val="0"/>
                                          </p:val>
                                        </p:tav>
                                        <p:tav tm="100000">
                                          <p:val>
                                            <p:strVal val="#ppt_h"/>
                                          </p:val>
                                        </p:tav>
                                      </p:tavLst>
                                    </p:anim>
                                    <p:animEffect transition="in" filter="fade">
                                      <p:cBhvr>
                                        <p:cTn id="80"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p:bldP spid="54" grpId="0"/>
      <p:bldP spid="55" grpId="0"/>
      <p:bldP spid="56" grpId="0" animBg="1"/>
      <p:bldP spid="57" grpId="0"/>
      <p:bldP spid="58" grpId="0"/>
      <p:bldP spid="59" grpId="0" animBg="1"/>
      <p:bldP spid="60" grpId="0"/>
      <p:bldP spid="61" grpId="0"/>
      <p:bldP spid="62" grpId="0" animBg="1"/>
      <p:bldP spid="63" grpId="0"/>
      <p:bldP spid="64" grpId="0"/>
      <p:bldP spid="65" grpId="0" animBg="1"/>
      <p:bldP spid="66" grpId="0" animBg="1"/>
      <p:bldP spid="6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6"/>
          <p:cNvSpPr>
            <a:spLocks noChangeShapeType="1"/>
          </p:cNvSpPr>
          <p:nvPr/>
        </p:nvSpPr>
        <p:spPr bwMode="auto">
          <a:xfrm>
            <a:off x="3098066"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5" name="Line 7"/>
          <p:cNvSpPr>
            <a:spLocks noChangeShapeType="1"/>
          </p:cNvSpPr>
          <p:nvPr/>
        </p:nvSpPr>
        <p:spPr bwMode="auto">
          <a:xfrm>
            <a:off x="384201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6" name="Line 8"/>
          <p:cNvSpPr>
            <a:spLocks noChangeShapeType="1"/>
          </p:cNvSpPr>
          <p:nvPr/>
        </p:nvSpPr>
        <p:spPr bwMode="auto">
          <a:xfrm>
            <a:off x="4588374"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7" name="Line 9"/>
          <p:cNvSpPr>
            <a:spLocks noChangeShapeType="1"/>
          </p:cNvSpPr>
          <p:nvPr/>
        </p:nvSpPr>
        <p:spPr bwMode="auto">
          <a:xfrm>
            <a:off x="533232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8" name="Line 10"/>
          <p:cNvSpPr>
            <a:spLocks noChangeShapeType="1"/>
          </p:cNvSpPr>
          <p:nvPr/>
        </p:nvSpPr>
        <p:spPr bwMode="auto">
          <a:xfrm>
            <a:off x="6078682"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9" name="Line 11"/>
          <p:cNvSpPr>
            <a:spLocks noChangeShapeType="1"/>
          </p:cNvSpPr>
          <p:nvPr/>
        </p:nvSpPr>
        <p:spPr bwMode="auto">
          <a:xfrm>
            <a:off x="6820225"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0" name="Line 12"/>
          <p:cNvSpPr>
            <a:spLocks noChangeShapeType="1"/>
          </p:cNvSpPr>
          <p:nvPr/>
        </p:nvSpPr>
        <p:spPr bwMode="auto">
          <a:xfrm>
            <a:off x="7564174"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1" name="Line 13"/>
          <p:cNvSpPr>
            <a:spLocks noChangeShapeType="1"/>
          </p:cNvSpPr>
          <p:nvPr/>
        </p:nvSpPr>
        <p:spPr bwMode="auto">
          <a:xfrm>
            <a:off x="831053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2" name="Line 14"/>
          <p:cNvSpPr>
            <a:spLocks noChangeShapeType="1"/>
          </p:cNvSpPr>
          <p:nvPr/>
        </p:nvSpPr>
        <p:spPr bwMode="auto">
          <a:xfrm>
            <a:off x="905448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3" name="Line 15"/>
          <p:cNvSpPr>
            <a:spLocks noChangeShapeType="1"/>
          </p:cNvSpPr>
          <p:nvPr/>
        </p:nvSpPr>
        <p:spPr bwMode="auto">
          <a:xfrm>
            <a:off x="9798433" y="2633387"/>
            <a:ext cx="0" cy="2982253"/>
          </a:xfrm>
          <a:prstGeom prst="line">
            <a:avLst/>
          </a:prstGeom>
          <a:noFill/>
          <a:ln w="9525">
            <a:solidFill>
              <a:schemeClr val="bg1">
                <a:lumMod val="85000"/>
              </a:schemeClr>
            </a:solidFill>
            <a:prstDash val="solid"/>
            <a:round/>
            <a:headEnd type="triangle"/>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4" name="TextBox 13"/>
          <p:cNvSpPr txBox="1"/>
          <p:nvPr/>
        </p:nvSpPr>
        <p:spPr>
          <a:xfrm>
            <a:off x="2761458"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10%</a:t>
            </a:r>
          </a:p>
        </p:txBody>
      </p:sp>
      <p:sp>
        <p:nvSpPr>
          <p:cNvPr id="15" name="TextBox 14"/>
          <p:cNvSpPr txBox="1"/>
          <p:nvPr/>
        </p:nvSpPr>
        <p:spPr>
          <a:xfrm>
            <a:off x="3505407"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20%</a:t>
            </a:r>
          </a:p>
        </p:txBody>
      </p:sp>
      <p:sp>
        <p:nvSpPr>
          <p:cNvPr id="16" name="TextBox 15"/>
          <p:cNvSpPr txBox="1"/>
          <p:nvPr/>
        </p:nvSpPr>
        <p:spPr>
          <a:xfrm>
            <a:off x="4251766"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30%</a:t>
            </a:r>
          </a:p>
        </p:txBody>
      </p:sp>
      <p:sp>
        <p:nvSpPr>
          <p:cNvPr id="17" name="TextBox 16"/>
          <p:cNvSpPr txBox="1"/>
          <p:nvPr/>
        </p:nvSpPr>
        <p:spPr>
          <a:xfrm>
            <a:off x="4995717"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40%</a:t>
            </a:r>
          </a:p>
        </p:txBody>
      </p:sp>
      <p:sp>
        <p:nvSpPr>
          <p:cNvPr id="18" name="TextBox 17"/>
          <p:cNvSpPr txBox="1"/>
          <p:nvPr/>
        </p:nvSpPr>
        <p:spPr>
          <a:xfrm>
            <a:off x="5742074"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50%</a:t>
            </a:r>
          </a:p>
        </p:txBody>
      </p:sp>
      <p:sp>
        <p:nvSpPr>
          <p:cNvPr id="19" name="TextBox 18"/>
          <p:cNvSpPr txBox="1"/>
          <p:nvPr/>
        </p:nvSpPr>
        <p:spPr>
          <a:xfrm>
            <a:off x="6483617"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60%</a:t>
            </a:r>
          </a:p>
        </p:txBody>
      </p:sp>
      <p:sp>
        <p:nvSpPr>
          <p:cNvPr id="20" name="TextBox 19"/>
          <p:cNvSpPr txBox="1"/>
          <p:nvPr/>
        </p:nvSpPr>
        <p:spPr>
          <a:xfrm>
            <a:off x="7227566"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70%</a:t>
            </a:r>
          </a:p>
        </p:txBody>
      </p:sp>
      <p:sp>
        <p:nvSpPr>
          <p:cNvPr id="21" name="TextBox 20"/>
          <p:cNvSpPr txBox="1"/>
          <p:nvPr/>
        </p:nvSpPr>
        <p:spPr>
          <a:xfrm>
            <a:off x="7973925"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80%</a:t>
            </a:r>
          </a:p>
        </p:txBody>
      </p:sp>
      <p:sp>
        <p:nvSpPr>
          <p:cNvPr id="22" name="TextBox 21"/>
          <p:cNvSpPr txBox="1"/>
          <p:nvPr/>
        </p:nvSpPr>
        <p:spPr>
          <a:xfrm>
            <a:off x="8717875" y="2157272"/>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90%</a:t>
            </a:r>
          </a:p>
        </p:txBody>
      </p:sp>
      <p:sp>
        <p:nvSpPr>
          <p:cNvPr id="23" name="TextBox 22"/>
          <p:cNvSpPr txBox="1"/>
          <p:nvPr/>
        </p:nvSpPr>
        <p:spPr>
          <a:xfrm>
            <a:off x="9461825" y="2157271"/>
            <a:ext cx="673216" cy="666977"/>
          </a:xfrm>
          <a:prstGeom prst="rect">
            <a:avLst/>
          </a:prstGeom>
          <a:noFill/>
        </p:spPr>
        <p:txBody>
          <a:bodyPr wrap="square" rtlCol="0">
            <a:spAutoFit/>
          </a:bodyPr>
          <a:lstStyle/>
          <a:p>
            <a:pPr algn="ctr"/>
            <a:r>
              <a:rPr lang="en-US" sz="1867" dirty="0">
                <a:solidFill>
                  <a:schemeClr val="tx1">
                    <a:lumMod val="50000"/>
                    <a:lumOff val="50000"/>
                  </a:schemeClr>
                </a:solidFill>
                <a:cs typeface="+mn-ea"/>
                <a:sym typeface="+mn-lt"/>
              </a:rPr>
              <a:t>100%</a:t>
            </a:r>
          </a:p>
        </p:txBody>
      </p:sp>
      <p:sp>
        <p:nvSpPr>
          <p:cNvPr id="24" name="TextBox 23"/>
          <p:cNvSpPr txBox="1"/>
          <p:nvPr/>
        </p:nvSpPr>
        <p:spPr>
          <a:xfrm>
            <a:off x="1238251" y="4970823"/>
            <a:ext cx="1062656" cy="296514"/>
          </a:xfrm>
          <a:prstGeom prst="rect">
            <a:avLst/>
          </a:prstGeom>
          <a:noFill/>
        </p:spPr>
        <p:txBody>
          <a:bodyPr wrap="square" rtlCol="0">
            <a:spAutoFit/>
          </a:bodyPr>
          <a:lstStyle/>
          <a:p>
            <a:r>
              <a:rPr lang="en-US" sz="1333" dirty="0">
                <a:cs typeface="+mn-ea"/>
                <a:sym typeface="+mn-lt"/>
              </a:rPr>
              <a:t>January</a:t>
            </a:r>
          </a:p>
        </p:txBody>
      </p:sp>
      <p:sp>
        <p:nvSpPr>
          <p:cNvPr id="25" name="TextBox 24"/>
          <p:cNvSpPr txBox="1"/>
          <p:nvPr/>
        </p:nvSpPr>
        <p:spPr>
          <a:xfrm>
            <a:off x="1238251" y="4572048"/>
            <a:ext cx="1062656" cy="297454"/>
          </a:xfrm>
          <a:prstGeom prst="rect">
            <a:avLst/>
          </a:prstGeom>
          <a:noFill/>
        </p:spPr>
        <p:txBody>
          <a:bodyPr wrap="square" rtlCol="0">
            <a:spAutoFit/>
          </a:bodyPr>
          <a:lstStyle/>
          <a:p>
            <a:r>
              <a:rPr lang="en-US" sz="1333" dirty="0">
                <a:cs typeface="+mn-ea"/>
                <a:sym typeface="+mn-lt"/>
              </a:rPr>
              <a:t>February</a:t>
            </a:r>
          </a:p>
        </p:txBody>
      </p:sp>
      <p:sp>
        <p:nvSpPr>
          <p:cNvPr id="26" name="TextBox 25"/>
          <p:cNvSpPr txBox="1"/>
          <p:nvPr/>
        </p:nvSpPr>
        <p:spPr>
          <a:xfrm>
            <a:off x="1238251" y="4173271"/>
            <a:ext cx="1062656" cy="296514"/>
          </a:xfrm>
          <a:prstGeom prst="rect">
            <a:avLst/>
          </a:prstGeom>
          <a:noFill/>
        </p:spPr>
        <p:txBody>
          <a:bodyPr wrap="square" rtlCol="0">
            <a:spAutoFit/>
          </a:bodyPr>
          <a:lstStyle/>
          <a:p>
            <a:r>
              <a:rPr lang="en-US" sz="1333" dirty="0">
                <a:cs typeface="+mn-ea"/>
                <a:sym typeface="+mn-lt"/>
              </a:rPr>
              <a:t>march</a:t>
            </a:r>
          </a:p>
        </p:txBody>
      </p:sp>
      <p:sp>
        <p:nvSpPr>
          <p:cNvPr id="27" name="TextBox 26"/>
          <p:cNvSpPr txBox="1"/>
          <p:nvPr/>
        </p:nvSpPr>
        <p:spPr>
          <a:xfrm>
            <a:off x="1238251" y="3774493"/>
            <a:ext cx="1062656" cy="296514"/>
          </a:xfrm>
          <a:prstGeom prst="rect">
            <a:avLst/>
          </a:prstGeom>
          <a:noFill/>
        </p:spPr>
        <p:txBody>
          <a:bodyPr wrap="square" rtlCol="0">
            <a:spAutoFit/>
          </a:bodyPr>
          <a:lstStyle/>
          <a:p>
            <a:r>
              <a:rPr lang="en-US" sz="1333" dirty="0">
                <a:cs typeface="+mn-ea"/>
                <a:sym typeface="+mn-lt"/>
              </a:rPr>
              <a:t>April</a:t>
            </a:r>
          </a:p>
        </p:txBody>
      </p:sp>
      <p:sp>
        <p:nvSpPr>
          <p:cNvPr id="28" name="TextBox 27"/>
          <p:cNvSpPr txBox="1"/>
          <p:nvPr/>
        </p:nvSpPr>
        <p:spPr>
          <a:xfrm>
            <a:off x="1238251" y="3375715"/>
            <a:ext cx="1062656" cy="296514"/>
          </a:xfrm>
          <a:prstGeom prst="rect">
            <a:avLst/>
          </a:prstGeom>
          <a:noFill/>
        </p:spPr>
        <p:txBody>
          <a:bodyPr wrap="square" rtlCol="0">
            <a:spAutoFit/>
          </a:bodyPr>
          <a:lstStyle/>
          <a:p>
            <a:r>
              <a:rPr lang="en-US" sz="1333" dirty="0">
                <a:cs typeface="+mn-ea"/>
                <a:sym typeface="+mn-lt"/>
              </a:rPr>
              <a:t>may</a:t>
            </a:r>
          </a:p>
        </p:txBody>
      </p:sp>
      <p:sp>
        <p:nvSpPr>
          <p:cNvPr id="29" name="TextBox 28"/>
          <p:cNvSpPr txBox="1"/>
          <p:nvPr/>
        </p:nvSpPr>
        <p:spPr>
          <a:xfrm>
            <a:off x="1238251" y="2976938"/>
            <a:ext cx="1062656" cy="296514"/>
          </a:xfrm>
          <a:prstGeom prst="rect">
            <a:avLst/>
          </a:prstGeom>
          <a:noFill/>
        </p:spPr>
        <p:txBody>
          <a:bodyPr wrap="square" rtlCol="0">
            <a:spAutoFit/>
          </a:bodyPr>
          <a:lstStyle/>
          <a:p>
            <a:r>
              <a:rPr lang="en-US" sz="1333" dirty="0">
                <a:cs typeface="+mn-ea"/>
                <a:sym typeface="+mn-lt"/>
              </a:rPr>
              <a:t>June</a:t>
            </a:r>
          </a:p>
        </p:txBody>
      </p:sp>
      <p:sp>
        <p:nvSpPr>
          <p:cNvPr id="30" name="Line 23"/>
          <p:cNvSpPr>
            <a:spLocks noChangeShapeType="1"/>
          </p:cNvSpPr>
          <p:nvPr/>
        </p:nvSpPr>
        <p:spPr bwMode="auto">
          <a:xfrm>
            <a:off x="2354115" y="2633387"/>
            <a:ext cx="0" cy="2972829"/>
          </a:xfrm>
          <a:prstGeom prst="line">
            <a:avLst/>
          </a:prstGeom>
          <a:noFill/>
          <a:ln w="9525">
            <a:solidFill>
              <a:schemeClr val="bg1">
                <a:lumMod val="85000"/>
              </a:schemeClr>
            </a:solidFill>
            <a:prstDash val="solid"/>
            <a:round/>
            <a:headEnd type="oval"/>
            <a:tailEnd type="oval"/>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dirty="0">
              <a:cs typeface="+mn-ea"/>
              <a:sym typeface="+mn-lt"/>
            </a:endParaRPr>
          </a:p>
        </p:txBody>
      </p:sp>
      <p:sp>
        <p:nvSpPr>
          <p:cNvPr id="31" name="Rectangle 16"/>
          <p:cNvSpPr>
            <a:spLocks noChangeArrowheads="1"/>
          </p:cNvSpPr>
          <p:nvPr/>
        </p:nvSpPr>
        <p:spPr bwMode="auto">
          <a:xfrm>
            <a:off x="2354116" y="3007300"/>
            <a:ext cx="4873449" cy="267571"/>
          </a:xfrm>
          <a:prstGeom prst="rect">
            <a:avLst/>
          </a:prstGeom>
          <a:solidFill>
            <a:schemeClr val="tx1">
              <a:lumMod val="65000"/>
              <a:lumOff val="35000"/>
            </a:schemeClr>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2" name="Rectangle 17"/>
          <p:cNvSpPr>
            <a:spLocks noChangeArrowheads="1"/>
          </p:cNvSpPr>
          <p:nvPr/>
        </p:nvSpPr>
        <p:spPr bwMode="auto">
          <a:xfrm>
            <a:off x="2354115" y="3408027"/>
            <a:ext cx="7036976" cy="264027"/>
          </a:xfrm>
          <a:prstGeom prst="rect">
            <a:avLst/>
          </a:prstGeom>
          <a:solidFill>
            <a:srgbClr val="780000"/>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3" name="Rectangle 18"/>
          <p:cNvSpPr>
            <a:spLocks noChangeArrowheads="1"/>
          </p:cNvSpPr>
          <p:nvPr/>
        </p:nvSpPr>
        <p:spPr bwMode="auto">
          <a:xfrm>
            <a:off x="2354116" y="3805210"/>
            <a:ext cx="3314817" cy="265797"/>
          </a:xfrm>
          <a:prstGeom prst="rect">
            <a:avLst/>
          </a:prstGeom>
          <a:solidFill>
            <a:schemeClr val="bg1">
              <a:lumMod val="75000"/>
            </a:schemeClr>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4" name="Rectangle 19"/>
          <p:cNvSpPr>
            <a:spLocks noChangeArrowheads="1"/>
          </p:cNvSpPr>
          <p:nvPr/>
        </p:nvSpPr>
        <p:spPr bwMode="auto">
          <a:xfrm>
            <a:off x="2354115" y="4204163"/>
            <a:ext cx="5546667" cy="264027"/>
          </a:xfrm>
          <a:prstGeom prst="rect">
            <a:avLst/>
          </a:prstGeom>
          <a:solidFill>
            <a:schemeClr val="tx1">
              <a:lumMod val="85000"/>
              <a:lumOff val="15000"/>
            </a:schemeClr>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5" name="Rectangle 20"/>
          <p:cNvSpPr>
            <a:spLocks noChangeArrowheads="1"/>
          </p:cNvSpPr>
          <p:nvPr/>
        </p:nvSpPr>
        <p:spPr bwMode="auto">
          <a:xfrm>
            <a:off x="2354115" y="4601346"/>
            <a:ext cx="6363760" cy="267571"/>
          </a:xfrm>
          <a:prstGeom prst="rect">
            <a:avLst/>
          </a:prstGeom>
          <a:solidFill>
            <a:srgbClr val="FF0000"/>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6" name="Rectangle 22"/>
          <p:cNvSpPr>
            <a:spLocks noChangeArrowheads="1"/>
          </p:cNvSpPr>
          <p:nvPr/>
        </p:nvSpPr>
        <p:spPr bwMode="auto">
          <a:xfrm>
            <a:off x="2354116" y="5002071"/>
            <a:ext cx="4129501" cy="265797"/>
          </a:xfrm>
          <a:prstGeom prst="rect">
            <a:avLst/>
          </a:prstGeom>
          <a:solidFill>
            <a:schemeClr val="tx1">
              <a:lumMod val="50000"/>
              <a:lumOff val="50000"/>
            </a:schemeClr>
          </a:solidFill>
          <a:ln w="9525">
            <a:noFill/>
            <a:prstDash val="solid"/>
            <a:miter lim="800000"/>
            <a:headEnd/>
            <a:tailEnd/>
          </a:ln>
          <a:effectLst/>
          <a:scene3d>
            <a:camera prst="orthographicFront">
              <a:rot lat="0" lon="0" rev="0"/>
            </a:camera>
            <a:lightRig rig="balanced" dir="t">
              <a:rot lat="0" lon="0" rev="8700000"/>
            </a:lightRig>
          </a:scene3d>
          <a:sp3d>
            <a:bevelT w="190500" h="38100"/>
          </a:sp3d>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7" name="TextBox 36"/>
          <p:cNvSpPr txBox="1"/>
          <p:nvPr/>
        </p:nvSpPr>
        <p:spPr>
          <a:xfrm>
            <a:off x="1556602" y="6015136"/>
            <a:ext cx="8534400" cy="461665"/>
          </a:xfrm>
          <a:prstGeom prst="rect">
            <a:avLst/>
          </a:prstGeom>
          <a:noFill/>
        </p:spPr>
        <p:txBody>
          <a:bodyPr wrap="square" rtlCol="0">
            <a:spAutoFit/>
          </a:bodyPr>
          <a:lstStyle/>
          <a:p>
            <a:pPr algn="ctr"/>
            <a:r>
              <a:rPr lang="en-US" sz="1200" dirty="0">
                <a:solidFill>
                  <a:schemeClr val="bg1">
                    <a:lumMod val="50000"/>
                  </a:scheme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schemeClr val="bg1">
                  <a:lumMod val="50000"/>
                </a:schemeClr>
              </a:solidFill>
              <a:cs typeface="+mn-ea"/>
              <a:sym typeface="+mn-lt"/>
            </a:endParaRPr>
          </a:p>
        </p:txBody>
      </p:sp>
      <p:grpSp>
        <p:nvGrpSpPr>
          <p:cNvPr id="38" name="组合 37"/>
          <p:cNvGrpSpPr/>
          <p:nvPr/>
        </p:nvGrpSpPr>
        <p:grpSpPr>
          <a:xfrm>
            <a:off x="339551" y="248225"/>
            <a:ext cx="2385498" cy="460375"/>
            <a:chOff x="7098014" y="3113743"/>
            <a:chExt cx="2385498" cy="460375"/>
          </a:xfrm>
        </p:grpSpPr>
        <p:sp>
          <p:nvSpPr>
            <p:cNvPr id="39"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0"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1"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581163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wipe(left)">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left)">
                                      <p:cBhvr>
                                        <p:cTn id="3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6"/>
          <p:cNvSpPr>
            <a:spLocks/>
          </p:cNvSpPr>
          <p:nvPr/>
        </p:nvSpPr>
        <p:spPr bwMode="auto">
          <a:xfrm flipH="1">
            <a:off x="1" y="2315764"/>
            <a:ext cx="5605740" cy="4546595"/>
          </a:xfrm>
          <a:custGeom>
            <a:avLst/>
            <a:gdLst>
              <a:gd name="T0" fmla="*/ 0 w 4332"/>
              <a:gd name="T1" fmla="*/ 0 h 3638"/>
              <a:gd name="T2" fmla="*/ 980 w 4332"/>
              <a:gd name="T3" fmla="*/ 256 h 3638"/>
              <a:gd name="T4" fmla="*/ 1963 w 4332"/>
              <a:gd name="T5" fmla="*/ 503 h 3638"/>
              <a:gd name="T6" fmla="*/ 1555 w 4332"/>
              <a:gd name="T7" fmla="*/ 919 h 3638"/>
              <a:gd name="T8" fmla="*/ 4332 w 4332"/>
              <a:gd name="T9" fmla="*/ 3638 h 3638"/>
              <a:gd name="T10" fmla="*/ 3139 w 4332"/>
              <a:gd name="T11" fmla="*/ 3638 h 3638"/>
              <a:gd name="T12" fmla="*/ 2297 w 4332"/>
              <a:gd name="T13" fmla="*/ 2813 h 3638"/>
              <a:gd name="T14" fmla="*/ 2503 w 4332"/>
              <a:gd name="T15" fmla="*/ 2603 h 3638"/>
              <a:gd name="T16" fmla="*/ 2691 w 4332"/>
              <a:gd name="T17" fmla="*/ 2412 h 3638"/>
              <a:gd name="T18" fmla="*/ 2432 w 4332"/>
              <a:gd name="T19" fmla="*/ 2347 h 3638"/>
              <a:gd name="T20" fmla="*/ 1675 w 4332"/>
              <a:gd name="T21" fmla="*/ 2157 h 3638"/>
              <a:gd name="T22" fmla="*/ 1677 w 4332"/>
              <a:gd name="T23" fmla="*/ 2157 h 3638"/>
              <a:gd name="T24" fmla="*/ 1556 w 4332"/>
              <a:gd name="T25" fmla="*/ 2125 h 3638"/>
              <a:gd name="T26" fmla="*/ 953 w 4332"/>
              <a:gd name="T27" fmla="*/ 1536 h 3638"/>
              <a:gd name="T28" fmla="*/ 547 w 4332"/>
              <a:gd name="T29" fmla="*/ 1954 h 3638"/>
              <a:gd name="T30" fmla="*/ 277 w 4332"/>
              <a:gd name="T31" fmla="*/ 977 h 3638"/>
              <a:gd name="T32" fmla="*/ 0 w 4332"/>
              <a:gd name="T33" fmla="*/ 0 h 36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332" h="3638">
                <a:moveTo>
                  <a:pt x="0" y="0"/>
                </a:moveTo>
                <a:lnTo>
                  <a:pt x="980" y="256"/>
                </a:lnTo>
                <a:lnTo>
                  <a:pt x="1963" y="503"/>
                </a:lnTo>
                <a:lnTo>
                  <a:pt x="1555" y="919"/>
                </a:lnTo>
                <a:lnTo>
                  <a:pt x="4332" y="3638"/>
                </a:lnTo>
                <a:lnTo>
                  <a:pt x="3139" y="3638"/>
                </a:lnTo>
                <a:lnTo>
                  <a:pt x="2297" y="2813"/>
                </a:lnTo>
                <a:lnTo>
                  <a:pt x="2503" y="2603"/>
                </a:lnTo>
                <a:lnTo>
                  <a:pt x="2691" y="2412"/>
                </a:lnTo>
                <a:lnTo>
                  <a:pt x="2432" y="2347"/>
                </a:lnTo>
                <a:lnTo>
                  <a:pt x="1675" y="2157"/>
                </a:lnTo>
                <a:lnTo>
                  <a:pt x="1677" y="2157"/>
                </a:lnTo>
                <a:lnTo>
                  <a:pt x="1556" y="2125"/>
                </a:lnTo>
                <a:lnTo>
                  <a:pt x="953" y="1536"/>
                </a:lnTo>
                <a:lnTo>
                  <a:pt x="547" y="1954"/>
                </a:lnTo>
                <a:lnTo>
                  <a:pt x="277" y="977"/>
                </a:lnTo>
                <a:lnTo>
                  <a:pt x="0" y="0"/>
                </a:lnTo>
                <a:close/>
              </a:path>
            </a:pathLst>
          </a:custGeom>
          <a:solidFill>
            <a:srgbClr val="780000"/>
          </a:solidFill>
          <a:ln w="0">
            <a:noFill/>
            <a:prstDash val="solid"/>
            <a:round/>
            <a:headEnd/>
            <a:tailEnd/>
          </a:ln>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400">
              <a:solidFill>
                <a:prstClr val="black"/>
              </a:solidFill>
              <a:cs typeface="+mn-ea"/>
              <a:sym typeface="+mn-lt"/>
            </a:endParaRPr>
          </a:p>
        </p:txBody>
      </p:sp>
      <p:sp>
        <p:nvSpPr>
          <p:cNvPr id="15" name="Freeform 7"/>
          <p:cNvSpPr>
            <a:spLocks/>
          </p:cNvSpPr>
          <p:nvPr/>
        </p:nvSpPr>
        <p:spPr bwMode="auto">
          <a:xfrm flipH="1">
            <a:off x="1938341" y="4950772"/>
            <a:ext cx="2635940" cy="1911593"/>
          </a:xfrm>
          <a:custGeom>
            <a:avLst/>
            <a:gdLst>
              <a:gd name="T0" fmla="*/ 0 w 2037"/>
              <a:gd name="T1" fmla="*/ 0 h 1530"/>
              <a:gd name="T2" fmla="*/ 754 w 2037"/>
              <a:gd name="T3" fmla="*/ 197 h 1530"/>
              <a:gd name="T4" fmla="*/ 1511 w 2037"/>
              <a:gd name="T5" fmla="*/ 388 h 1530"/>
              <a:gd name="T6" fmla="*/ 1197 w 2037"/>
              <a:gd name="T7" fmla="*/ 708 h 1530"/>
              <a:gd name="T8" fmla="*/ 2037 w 2037"/>
              <a:gd name="T9" fmla="*/ 1530 h 1530"/>
              <a:gd name="T10" fmla="*/ 1088 w 2037"/>
              <a:gd name="T11" fmla="*/ 1530 h 1530"/>
              <a:gd name="T12" fmla="*/ 733 w 2037"/>
              <a:gd name="T13" fmla="*/ 1183 h 1530"/>
              <a:gd name="T14" fmla="*/ 421 w 2037"/>
              <a:gd name="T15" fmla="*/ 1505 h 1530"/>
              <a:gd name="T16" fmla="*/ 213 w 2037"/>
              <a:gd name="T17" fmla="*/ 751 h 1530"/>
              <a:gd name="T18" fmla="*/ 0 w 2037"/>
              <a:gd name="T19" fmla="*/ 0 h 1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1530">
                <a:moveTo>
                  <a:pt x="0" y="0"/>
                </a:moveTo>
                <a:lnTo>
                  <a:pt x="754" y="197"/>
                </a:lnTo>
                <a:lnTo>
                  <a:pt x="1511" y="388"/>
                </a:lnTo>
                <a:lnTo>
                  <a:pt x="1197" y="708"/>
                </a:lnTo>
                <a:lnTo>
                  <a:pt x="2037" y="1530"/>
                </a:lnTo>
                <a:lnTo>
                  <a:pt x="1088" y="1530"/>
                </a:lnTo>
                <a:lnTo>
                  <a:pt x="733" y="1183"/>
                </a:lnTo>
                <a:lnTo>
                  <a:pt x="421" y="1505"/>
                </a:lnTo>
                <a:lnTo>
                  <a:pt x="213" y="751"/>
                </a:lnTo>
                <a:lnTo>
                  <a:pt x="0" y="0"/>
                </a:lnTo>
                <a:close/>
              </a:path>
            </a:pathLst>
          </a:custGeom>
          <a:solidFill>
            <a:srgbClr val="FF0000"/>
          </a:solidFill>
          <a:ln w="0">
            <a:noFill/>
            <a:prstDash val="solid"/>
            <a:round/>
            <a:headEnd/>
            <a:tailEnd/>
          </a:ln>
        </p:spPr>
        <p:txBody>
          <a:bodyPr vert="horz" wrap="square" lIns="121920" tIns="60960" rIns="121920" bIns="60960" numCol="1" anchor="t" anchorCtr="0" compatLnSpc="1">
            <a:prstTxWarp prst="textNoShape">
              <a:avLst/>
            </a:prstTxWarp>
          </a:bodyPr>
          <a:lstStyle/>
          <a:p>
            <a:pPr fontAlgn="base">
              <a:spcBef>
                <a:spcPct val="0"/>
              </a:spcBef>
              <a:spcAft>
                <a:spcPct val="0"/>
              </a:spcAft>
            </a:pPr>
            <a:endParaRPr lang="en-US" sz="2400">
              <a:solidFill>
                <a:prstClr val="black"/>
              </a:solidFill>
              <a:cs typeface="+mn-ea"/>
              <a:sym typeface="+mn-lt"/>
            </a:endParaRPr>
          </a:p>
        </p:txBody>
      </p:sp>
      <p:sp>
        <p:nvSpPr>
          <p:cNvPr id="16" name="Title 1"/>
          <p:cNvSpPr txBox="1">
            <a:spLocks/>
          </p:cNvSpPr>
          <p:nvPr/>
        </p:nvSpPr>
        <p:spPr>
          <a:xfrm>
            <a:off x="6629400" y="2411014"/>
            <a:ext cx="4394200" cy="2133600"/>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spcAft>
                <a:spcPct val="0"/>
              </a:spcAft>
            </a:pPr>
            <a:r>
              <a:rPr lang="en-US" sz="3600" dirty="0">
                <a:solidFill>
                  <a:prstClr val="white">
                    <a:lumMod val="50000"/>
                  </a:prstClr>
                </a:solidFill>
                <a:latin typeface="+mn-lt"/>
                <a:ea typeface="+mn-ea"/>
                <a:cs typeface="+mn-ea"/>
                <a:sym typeface="+mn-lt"/>
              </a:rPr>
              <a:t>Business</a:t>
            </a:r>
          </a:p>
          <a:p>
            <a:pPr algn="r" fontAlgn="base">
              <a:spcAft>
                <a:spcPct val="0"/>
              </a:spcAft>
            </a:pPr>
            <a:r>
              <a:rPr lang="en-US" sz="3600" dirty="0">
                <a:solidFill>
                  <a:srgbClr val="FF0000"/>
                </a:solidFill>
                <a:latin typeface="+mn-lt"/>
                <a:ea typeface="+mn-ea"/>
                <a:cs typeface="+mn-ea"/>
                <a:sym typeface="+mn-lt"/>
              </a:rPr>
              <a:t>Presentations</a:t>
            </a:r>
          </a:p>
          <a:p>
            <a:pPr algn="r" fontAlgn="base">
              <a:spcAft>
                <a:spcPct val="0"/>
              </a:spcAft>
            </a:pPr>
            <a:r>
              <a:rPr lang="en-US" sz="3600" dirty="0">
                <a:solidFill>
                  <a:prstClr val="black"/>
                </a:solidFill>
                <a:latin typeface="+mn-lt"/>
                <a:ea typeface="+mn-ea"/>
                <a:cs typeface="+mn-ea"/>
                <a:sym typeface="+mn-lt"/>
              </a:rPr>
              <a:t>All ready</a:t>
            </a:r>
          </a:p>
        </p:txBody>
      </p:sp>
      <p:sp>
        <p:nvSpPr>
          <p:cNvPr id="17" name="TextBox 16"/>
          <p:cNvSpPr txBox="1"/>
          <p:nvPr/>
        </p:nvSpPr>
        <p:spPr>
          <a:xfrm>
            <a:off x="6299200" y="4557592"/>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18" name="TextBox 17"/>
          <p:cNvSpPr txBox="1"/>
          <p:nvPr/>
        </p:nvSpPr>
        <p:spPr>
          <a:xfrm>
            <a:off x="3612408" y="2823764"/>
            <a:ext cx="1670792" cy="830997"/>
          </a:xfrm>
          <a:prstGeom prst="rect">
            <a:avLst/>
          </a:prstGeom>
          <a:noFill/>
        </p:spPr>
        <p:txBody>
          <a:bodyPr wrap="square" rtlCol="0">
            <a:spAutoFit/>
          </a:bodyPr>
          <a:lstStyle/>
          <a:p>
            <a:pPr algn="ctr" fontAlgn="base">
              <a:spcBef>
                <a:spcPct val="0"/>
              </a:spcBef>
              <a:spcAft>
                <a:spcPct val="0"/>
              </a:spcAft>
            </a:pPr>
            <a:r>
              <a:rPr lang="en-US" sz="4800" dirty="0">
                <a:solidFill>
                  <a:prstClr val="white"/>
                </a:solidFill>
                <a:cs typeface="+mn-ea"/>
                <a:sym typeface="+mn-lt"/>
              </a:rPr>
              <a:t>2030</a:t>
            </a:r>
          </a:p>
        </p:txBody>
      </p:sp>
      <p:sp>
        <p:nvSpPr>
          <p:cNvPr id="19" name="TextBox 18"/>
          <p:cNvSpPr txBox="1"/>
          <p:nvPr/>
        </p:nvSpPr>
        <p:spPr>
          <a:xfrm>
            <a:off x="2828269" y="5365511"/>
            <a:ext cx="1670792" cy="666786"/>
          </a:xfrm>
          <a:prstGeom prst="rect">
            <a:avLst/>
          </a:prstGeom>
          <a:noFill/>
        </p:spPr>
        <p:txBody>
          <a:bodyPr wrap="square" rtlCol="0">
            <a:spAutoFit/>
          </a:bodyPr>
          <a:lstStyle/>
          <a:p>
            <a:pPr algn="ctr" fontAlgn="base">
              <a:spcBef>
                <a:spcPct val="0"/>
              </a:spcBef>
              <a:spcAft>
                <a:spcPct val="0"/>
              </a:spcAft>
            </a:pPr>
            <a:r>
              <a:rPr lang="en-US" sz="3733" dirty="0">
                <a:solidFill>
                  <a:prstClr val="white"/>
                </a:solidFill>
                <a:cs typeface="+mn-ea"/>
                <a:sym typeface="+mn-lt"/>
              </a:rPr>
              <a:t>2020</a:t>
            </a:r>
          </a:p>
        </p:txBody>
      </p:sp>
      <p:grpSp>
        <p:nvGrpSpPr>
          <p:cNvPr id="20" name="组合 19"/>
          <p:cNvGrpSpPr/>
          <p:nvPr/>
        </p:nvGrpSpPr>
        <p:grpSpPr>
          <a:xfrm>
            <a:off x="339551" y="248225"/>
            <a:ext cx="2385498" cy="460375"/>
            <a:chOff x="7098014" y="3113743"/>
            <a:chExt cx="2385498" cy="460375"/>
          </a:xfrm>
        </p:grpSpPr>
        <p:sp>
          <p:nvSpPr>
            <p:cNvPr id="21"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22"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23"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2015453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1000"/>
                                        <p:tgtEl>
                                          <p:spTgt spid="14"/>
                                        </p:tgtEl>
                                      </p:cBhvr>
                                    </p:animEffect>
                                    <p:anim calcmode="lin" valueType="num">
                                      <p:cBhvr>
                                        <p:cTn id="25" dur="1000" fill="hold"/>
                                        <p:tgtEl>
                                          <p:spTgt spid="14"/>
                                        </p:tgtEl>
                                        <p:attrNameLst>
                                          <p:attrName>ppt_x</p:attrName>
                                        </p:attrNameLst>
                                      </p:cBhvr>
                                      <p:tavLst>
                                        <p:tav tm="0">
                                          <p:val>
                                            <p:strVal val="#ppt_x"/>
                                          </p:val>
                                        </p:tav>
                                        <p:tav tm="100000">
                                          <p:val>
                                            <p:strVal val="#ppt_x"/>
                                          </p:val>
                                        </p:tav>
                                      </p:tavLst>
                                    </p:anim>
                                    <p:anim calcmode="lin" valueType="num">
                                      <p:cBhvr>
                                        <p:cTn id="2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03</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5498" cy="460375"/>
            <a:chOff x="7098014" y="3113743"/>
            <a:chExt cx="2385498" cy="460375"/>
          </a:xfrm>
        </p:grpSpPr>
        <p:sp>
          <p:nvSpPr>
            <p:cNvPr id="5" name="矩形: 圆角 4"/>
            <p:cNvSpPr/>
            <p:nvPr/>
          </p:nvSpPr>
          <p:spPr>
            <a:xfrm>
              <a:off x="7098014" y="318174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318888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02</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3113743"/>
              <a:ext cx="1515465"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337"/>
          <p:cNvGrpSpPr/>
          <p:nvPr/>
        </p:nvGrpSpPr>
        <p:grpSpPr>
          <a:xfrm>
            <a:off x="4620349" y="2545237"/>
            <a:ext cx="2937593" cy="2674880"/>
            <a:chOff x="4309529" y="2263228"/>
            <a:chExt cx="3557641" cy="3238898"/>
          </a:xfrm>
        </p:grpSpPr>
        <p:sp>
          <p:nvSpPr>
            <p:cNvPr id="10" name="Freeform 41"/>
            <p:cNvSpPr/>
            <p:nvPr/>
          </p:nvSpPr>
          <p:spPr bwMode="auto">
            <a:xfrm>
              <a:off x="5089885" y="2269856"/>
              <a:ext cx="400768" cy="376634"/>
            </a:xfrm>
            <a:custGeom>
              <a:avLst/>
              <a:gdLst>
                <a:gd name="T0" fmla="*/ 107 w 400"/>
                <a:gd name="T1" fmla="*/ 376 h 376"/>
                <a:gd name="T2" fmla="*/ 147 w 400"/>
                <a:gd name="T3" fmla="*/ 376 h 376"/>
                <a:gd name="T4" fmla="*/ 237 w 400"/>
                <a:gd name="T5" fmla="*/ 216 h 376"/>
                <a:gd name="T6" fmla="*/ 340 w 400"/>
                <a:gd name="T7" fmla="*/ 216 h 376"/>
                <a:gd name="T8" fmla="*/ 400 w 400"/>
                <a:gd name="T9" fmla="*/ 188 h 376"/>
                <a:gd name="T10" fmla="*/ 340 w 400"/>
                <a:gd name="T11" fmla="*/ 160 h 376"/>
                <a:gd name="T12" fmla="*/ 237 w 400"/>
                <a:gd name="T13" fmla="*/ 160 h 376"/>
                <a:gd name="T14" fmla="*/ 147 w 400"/>
                <a:gd name="T15" fmla="*/ 0 h 376"/>
                <a:gd name="T16" fmla="*/ 107 w 400"/>
                <a:gd name="T17" fmla="*/ 0 h 376"/>
                <a:gd name="T18" fmla="*/ 157 w 400"/>
                <a:gd name="T19" fmla="*/ 160 h 376"/>
                <a:gd name="T20" fmla="*/ 85 w 400"/>
                <a:gd name="T21" fmla="*/ 160 h 376"/>
                <a:gd name="T22" fmla="*/ 40 w 400"/>
                <a:gd name="T23" fmla="*/ 120 h 376"/>
                <a:gd name="T24" fmla="*/ 0 w 400"/>
                <a:gd name="T25" fmla="*/ 120 h 376"/>
                <a:gd name="T26" fmla="*/ 32 w 400"/>
                <a:gd name="T27" fmla="*/ 188 h 376"/>
                <a:gd name="T28" fmla="*/ 0 w 400"/>
                <a:gd name="T29" fmla="*/ 256 h 376"/>
                <a:gd name="T30" fmla="*/ 40 w 400"/>
                <a:gd name="T31" fmla="*/ 256 h 376"/>
                <a:gd name="T32" fmla="*/ 85 w 400"/>
                <a:gd name="T33" fmla="*/ 216 h 376"/>
                <a:gd name="T34" fmla="*/ 157 w 400"/>
                <a:gd name="T35" fmla="*/ 216 h 376"/>
                <a:gd name="T36" fmla="*/ 107 w 400"/>
                <a:gd name="T37" fmla="*/ 37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0" h="376">
                  <a:moveTo>
                    <a:pt x="107" y="376"/>
                  </a:moveTo>
                  <a:cubicBezTo>
                    <a:pt x="147" y="376"/>
                    <a:pt x="147" y="376"/>
                    <a:pt x="147" y="376"/>
                  </a:cubicBezTo>
                  <a:cubicBezTo>
                    <a:pt x="237" y="216"/>
                    <a:pt x="237" y="216"/>
                    <a:pt x="237" y="216"/>
                  </a:cubicBezTo>
                  <a:cubicBezTo>
                    <a:pt x="340" y="216"/>
                    <a:pt x="340" y="216"/>
                    <a:pt x="340" y="216"/>
                  </a:cubicBezTo>
                  <a:cubicBezTo>
                    <a:pt x="340" y="216"/>
                    <a:pt x="400" y="216"/>
                    <a:pt x="400" y="188"/>
                  </a:cubicBezTo>
                  <a:cubicBezTo>
                    <a:pt x="400" y="160"/>
                    <a:pt x="340" y="160"/>
                    <a:pt x="340" y="160"/>
                  </a:cubicBezTo>
                  <a:cubicBezTo>
                    <a:pt x="237" y="160"/>
                    <a:pt x="237" y="160"/>
                    <a:pt x="237" y="160"/>
                  </a:cubicBezTo>
                  <a:cubicBezTo>
                    <a:pt x="147" y="0"/>
                    <a:pt x="147" y="0"/>
                    <a:pt x="147" y="0"/>
                  </a:cubicBezTo>
                  <a:cubicBezTo>
                    <a:pt x="107" y="0"/>
                    <a:pt x="107" y="0"/>
                    <a:pt x="107" y="0"/>
                  </a:cubicBezTo>
                  <a:cubicBezTo>
                    <a:pt x="157" y="160"/>
                    <a:pt x="157" y="160"/>
                    <a:pt x="157" y="160"/>
                  </a:cubicBezTo>
                  <a:cubicBezTo>
                    <a:pt x="85" y="160"/>
                    <a:pt x="85" y="160"/>
                    <a:pt x="85" y="160"/>
                  </a:cubicBezTo>
                  <a:cubicBezTo>
                    <a:pt x="40" y="120"/>
                    <a:pt x="40" y="120"/>
                    <a:pt x="40" y="120"/>
                  </a:cubicBezTo>
                  <a:cubicBezTo>
                    <a:pt x="0" y="120"/>
                    <a:pt x="0" y="120"/>
                    <a:pt x="0" y="120"/>
                  </a:cubicBezTo>
                  <a:cubicBezTo>
                    <a:pt x="32" y="188"/>
                    <a:pt x="32" y="188"/>
                    <a:pt x="32" y="188"/>
                  </a:cubicBezTo>
                  <a:cubicBezTo>
                    <a:pt x="0" y="256"/>
                    <a:pt x="0" y="256"/>
                    <a:pt x="0" y="256"/>
                  </a:cubicBezTo>
                  <a:cubicBezTo>
                    <a:pt x="40" y="256"/>
                    <a:pt x="40" y="256"/>
                    <a:pt x="40" y="256"/>
                  </a:cubicBezTo>
                  <a:cubicBezTo>
                    <a:pt x="85" y="216"/>
                    <a:pt x="85" y="216"/>
                    <a:pt x="85" y="216"/>
                  </a:cubicBezTo>
                  <a:cubicBezTo>
                    <a:pt x="157" y="216"/>
                    <a:pt x="157" y="216"/>
                    <a:pt x="157" y="216"/>
                  </a:cubicBezTo>
                  <a:lnTo>
                    <a:pt x="107" y="376"/>
                  </a:ln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1" name="Freeform 73"/>
            <p:cNvSpPr>
              <a:spLocks noEditPoints="1"/>
            </p:cNvSpPr>
            <p:nvPr/>
          </p:nvSpPr>
          <p:spPr bwMode="auto">
            <a:xfrm>
              <a:off x="6705634" y="2263228"/>
              <a:ext cx="362443" cy="374309"/>
            </a:xfrm>
            <a:custGeom>
              <a:avLst/>
              <a:gdLst>
                <a:gd name="T0" fmla="*/ 117 w 320"/>
                <a:gd name="T1" fmla="*/ 262 h 328"/>
                <a:gd name="T2" fmla="*/ 101 w 320"/>
                <a:gd name="T3" fmla="*/ 278 h 328"/>
                <a:gd name="T4" fmla="*/ 50 w 320"/>
                <a:gd name="T5" fmla="*/ 278 h 328"/>
                <a:gd name="T6" fmla="*/ 39 w 320"/>
                <a:gd name="T7" fmla="*/ 253 h 328"/>
                <a:gd name="T8" fmla="*/ 50 w 320"/>
                <a:gd name="T9" fmla="*/ 228 h 328"/>
                <a:gd name="T10" fmla="*/ 109 w 320"/>
                <a:gd name="T11" fmla="*/ 169 h 328"/>
                <a:gd name="T12" fmla="*/ 162 w 320"/>
                <a:gd name="T13" fmla="*/ 155 h 328"/>
                <a:gd name="T14" fmla="*/ 190 w 320"/>
                <a:gd name="T15" fmla="*/ 155 h 328"/>
                <a:gd name="T16" fmla="*/ 190 w 320"/>
                <a:gd name="T17" fmla="*/ 127 h 328"/>
                <a:gd name="T18" fmla="*/ 82 w 320"/>
                <a:gd name="T19" fmla="*/ 141 h 328"/>
                <a:gd name="T20" fmla="*/ 22 w 320"/>
                <a:gd name="T21" fmla="*/ 200 h 328"/>
                <a:gd name="T22" fmla="*/ 0 w 320"/>
                <a:gd name="T23" fmla="*/ 253 h 328"/>
                <a:gd name="T24" fmla="*/ 22 w 320"/>
                <a:gd name="T25" fmla="*/ 306 h 328"/>
                <a:gd name="T26" fmla="*/ 75 w 320"/>
                <a:gd name="T27" fmla="*/ 328 h 328"/>
                <a:gd name="T28" fmla="*/ 129 w 320"/>
                <a:gd name="T29" fmla="*/ 306 h 328"/>
                <a:gd name="T30" fmla="*/ 145 w 320"/>
                <a:gd name="T31" fmla="*/ 290 h 328"/>
                <a:gd name="T32" fmla="*/ 145 w 320"/>
                <a:gd name="T33" fmla="*/ 262 h 328"/>
                <a:gd name="T34" fmla="*/ 117 w 320"/>
                <a:gd name="T35" fmla="*/ 262 h 328"/>
                <a:gd name="T36" fmla="*/ 298 w 320"/>
                <a:gd name="T37" fmla="*/ 32 h 328"/>
                <a:gd name="T38" fmla="*/ 195 w 320"/>
                <a:gd name="T39" fmla="*/ 28 h 328"/>
                <a:gd name="T40" fmla="*/ 175 w 320"/>
                <a:gd name="T41" fmla="*/ 48 h 328"/>
                <a:gd name="T42" fmla="*/ 175 w 320"/>
                <a:gd name="T43" fmla="*/ 76 h 328"/>
                <a:gd name="T44" fmla="*/ 203 w 320"/>
                <a:gd name="T45" fmla="*/ 76 h 328"/>
                <a:gd name="T46" fmla="*/ 223 w 320"/>
                <a:gd name="T47" fmla="*/ 56 h 328"/>
                <a:gd name="T48" fmla="*/ 270 w 320"/>
                <a:gd name="T49" fmla="*/ 60 h 328"/>
                <a:gd name="T50" fmla="*/ 280 w 320"/>
                <a:gd name="T51" fmla="*/ 85 h 328"/>
                <a:gd name="T52" fmla="*/ 270 w 320"/>
                <a:gd name="T53" fmla="*/ 110 h 328"/>
                <a:gd name="T54" fmla="*/ 206 w 320"/>
                <a:gd name="T55" fmla="*/ 173 h 328"/>
                <a:gd name="T56" fmla="*/ 158 w 320"/>
                <a:gd name="T57" fmla="*/ 183 h 328"/>
                <a:gd name="T58" fmla="*/ 129 w 320"/>
                <a:gd name="T59" fmla="*/ 183 h 328"/>
                <a:gd name="T60" fmla="*/ 130 w 320"/>
                <a:gd name="T61" fmla="*/ 211 h 328"/>
                <a:gd name="T62" fmla="*/ 174 w 320"/>
                <a:gd name="T63" fmla="*/ 231 h 328"/>
                <a:gd name="T64" fmla="*/ 234 w 320"/>
                <a:gd name="T65" fmla="*/ 202 h 328"/>
                <a:gd name="T66" fmla="*/ 298 w 320"/>
                <a:gd name="T67" fmla="*/ 138 h 328"/>
                <a:gd name="T68" fmla="*/ 320 w 320"/>
                <a:gd name="T69" fmla="*/ 85 h 328"/>
                <a:gd name="T70" fmla="*/ 298 w 320"/>
                <a:gd name="T71" fmla="*/ 32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0" h="328">
                  <a:moveTo>
                    <a:pt x="117" y="262"/>
                  </a:moveTo>
                  <a:cubicBezTo>
                    <a:pt x="101" y="278"/>
                    <a:pt x="101" y="278"/>
                    <a:pt x="101" y="278"/>
                  </a:cubicBezTo>
                  <a:cubicBezTo>
                    <a:pt x="87" y="292"/>
                    <a:pt x="64" y="292"/>
                    <a:pt x="50" y="278"/>
                  </a:cubicBezTo>
                  <a:cubicBezTo>
                    <a:pt x="43" y="271"/>
                    <a:pt x="39" y="262"/>
                    <a:pt x="39" y="253"/>
                  </a:cubicBezTo>
                  <a:cubicBezTo>
                    <a:pt x="39" y="243"/>
                    <a:pt x="43" y="234"/>
                    <a:pt x="50" y="228"/>
                  </a:cubicBezTo>
                  <a:cubicBezTo>
                    <a:pt x="109" y="169"/>
                    <a:pt x="109" y="169"/>
                    <a:pt x="109" y="169"/>
                  </a:cubicBezTo>
                  <a:cubicBezTo>
                    <a:pt x="122" y="156"/>
                    <a:pt x="145" y="138"/>
                    <a:pt x="162" y="155"/>
                  </a:cubicBezTo>
                  <a:cubicBezTo>
                    <a:pt x="170" y="163"/>
                    <a:pt x="182" y="163"/>
                    <a:pt x="190" y="155"/>
                  </a:cubicBezTo>
                  <a:cubicBezTo>
                    <a:pt x="198" y="147"/>
                    <a:pt x="198" y="135"/>
                    <a:pt x="190" y="127"/>
                  </a:cubicBezTo>
                  <a:cubicBezTo>
                    <a:pt x="161" y="98"/>
                    <a:pt x="119" y="104"/>
                    <a:pt x="82" y="141"/>
                  </a:cubicBezTo>
                  <a:cubicBezTo>
                    <a:pt x="22" y="200"/>
                    <a:pt x="22" y="200"/>
                    <a:pt x="22" y="200"/>
                  </a:cubicBezTo>
                  <a:cubicBezTo>
                    <a:pt x="8" y="214"/>
                    <a:pt x="0" y="233"/>
                    <a:pt x="0" y="253"/>
                  </a:cubicBezTo>
                  <a:cubicBezTo>
                    <a:pt x="0" y="273"/>
                    <a:pt x="8" y="292"/>
                    <a:pt x="22" y="306"/>
                  </a:cubicBezTo>
                  <a:cubicBezTo>
                    <a:pt x="37" y="321"/>
                    <a:pt x="56" y="328"/>
                    <a:pt x="75" y="328"/>
                  </a:cubicBezTo>
                  <a:cubicBezTo>
                    <a:pt x="95" y="328"/>
                    <a:pt x="114" y="321"/>
                    <a:pt x="129" y="306"/>
                  </a:cubicBezTo>
                  <a:cubicBezTo>
                    <a:pt x="145" y="290"/>
                    <a:pt x="145" y="290"/>
                    <a:pt x="145" y="290"/>
                  </a:cubicBezTo>
                  <a:cubicBezTo>
                    <a:pt x="153" y="282"/>
                    <a:pt x="153" y="270"/>
                    <a:pt x="145" y="262"/>
                  </a:cubicBezTo>
                  <a:cubicBezTo>
                    <a:pt x="137" y="254"/>
                    <a:pt x="125" y="254"/>
                    <a:pt x="117" y="262"/>
                  </a:cubicBezTo>
                  <a:close/>
                  <a:moveTo>
                    <a:pt x="298" y="32"/>
                  </a:moveTo>
                  <a:cubicBezTo>
                    <a:pt x="267" y="1"/>
                    <a:pt x="223" y="0"/>
                    <a:pt x="195" y="28"/>
                  </a:cubicBezTo>
                  <a:cubicBezTo>
                    <a:pt x="175" y="48"/>
                    <a:pt x="175" y="48"/>
                    <a:pt x="175" y="48"/>
                  </a:cubicBezTo>
                  <a:cubicBezTo>
                    <a:pt x="167" y="56"/>
                    <a:pt x="167" y="68"/>
                    <a:pt x="175" y="76"/>
                  </a:cubicBezTo>
                  <a:cubicBezTo>
                    <a:pt x="182" y="84"/>
                    <a:pt x="195" y="84"/>
                    <a:pt x="203" y="76"/>
                  </a:cubicBezTo>
                  <a:cubicBezTo>
                    <a:pt x="223" y="56"/>
                    <a:pt x="223" y="56"/>
                    <a:pt x="223" y="56"/>
                  </a:cubicBezTo>
                  <a:cubicBezTo>
                    <a:pt x="238" y="42"/>
                    <a:pt x="257" y="48"/>
                    <a:pt x="270" y="60"/>
                  </a:cubicBezTo>
                  <a:cubicBezTo>
                    <a:pt x="276" y="67"/>
                    <a:pt x="280" y="76"/>
                    <a:pt x="280" y="85"/>
                  </a:cubicBezTo>
                  <a:cubicBezTo>
                    <a:pt x="280" y="95"/>
                    <a:pt x="276" y="104"/>
                    <a:pt x="270" y="110"/>
                  </a:cubicBezTo>
                  <a:cubicBezTo>
                    <a:pt x="206" y="173"/>
                    <a:pt x="206" y="173"/>
                    <a:pt x="206" y="173"/>
                  </a:cubicBezTo>
                  <a:cubicBezTo>
                    <a:pt x="177" y="202"/>
                    <a:pt x="163" y="189"/>
                    <a:pt x="158" y="183"/>
                  </a:cubicBezTo>
                  <a:cubicBezTo>
                    <a:pt x="150" y="175"/>
                    <a:pt x="137" y="175"/>
                    <a:pt x="129" y="183"/>
                  </a:cubicBezTo>
                  <a:cubicBezTo>
                    <a:pt x="122" y="191"/>
                    <a:pt x="122" y="203"/>
                    <a:pt x="130" y="211"/>
                  </a:cubicBezTo>
                  <a:cubicBezTo>
                    <a:pt x="143" y="224"/>
                    <a:pt x="158" y="231"/>
                    <a:pt x="174" y="231"/>
                  </a:cubicBezTo>
                  <a:cubicBezTo>
                    <a:pt x="194" y="231"/>
                    <a:pt x="214" y="221"/>
                    <a:pt x="234" y="202"/>
                  </a:cubicBezTo>
                  <a:cubicBezTo>
                    <a:pt x="298" y="138"/>
                    <a:pt x="298" y="138"/>
                    <a:pt x="298" y="138"/>
                  </a:cubicBezTo>
                  <a:cubicBezTo>
                    <a:pt x="312" y="124"/>
                    <a:pt x="320" y="105"/>
                    <a:pt x="320" y="85"/>
                  </a:cubicBezTo>
                  <a:cubicBezTo>
                    <a:pt x="320" y="65"/>
                    <a:pt x="312" y="46"/>
                    <a:pt x="298" y="32"/>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2" name="Freeform 146"/>
            <p:cNvSpPr>
              <a:spLocks noEditPoints="1"/>
            </p:cNvSpPr>
            <p:nvPr/>
          </p:nvSpPr>
          <p:spPr bwMode="auto">
            <a:xfrm>
              <a:off x="5081886" y="5069356"/>
              <a:ext cx="347865" cy="432770"/>
            </a:xfrm>
            <a:custGeom>
              <a:avLst/>
              <a:gdLst>
                <a:gd name="T0" fmla="*/ 274 w 280"/>
                <a:gd name="T1" fmla="*/ 233 h 352"/>
                <a:gd name="T2" fmla="*/ 140 w 280"/>
                <a:gd name="T3" fmla="*/ 280 h 352"/>
                <a:gd name="T4" fmla="*/ 5 w 280"/>
                <a:gd name="T5" fmla="*/ 233 h 352"/>
                <a:gd name="T6" fmla="*/ 0 w 280"/>
                <a:gd name="T7" fmla="*/ 233 h 352"/>
                <a:gd name="T8" fmla="*/ 0 w 280"/>
                <a:gd name="T9" fmla="*/ 273 h 352"/>
                <a:gd name="T10" fmla="*/ 140 w 280"/>
                <a:gd name="T11" fmla="*/ 352 h 352"/>
                <a:gd name="T12" fmla="*/ 280 w 280"/>
                <a:gd name="T13" fmla="*/ 273 h 352"/>
                <a:gd name="T14" fmla="*/ 280 w 280"/>
                <a:gd name="T15" fmla="*/ 233 h 352"/>
                <a:gd name="T16" fmla="*/ 274 w 280"/>
                <a:gd name="T17" fmla="*/ 233 h 352"/>
                <a:gd name="T18" fmla="*/ 275 w 280"/>
                <a:gd name="T19" fmla="*/ 130 h 352"/>
                <a:gd name="T20" fmla="*/ 140 w 280"/>
                <a:gd name="T21" fmla="*/ 172 h 352"/>
                <a:gd name="T22" fmla="*/ 5 w 280"/>
                <a:gd name="T23" fmla="*/ 130 h 352"/>
                <a:gd name="T24" fmla="*/ 0 w 280"/>
                <a:gd name="T25" fmla="*/ 130 h 352"/>
                <a:gd name="T26" fmla="*/ 0 w 280"/>
                <a:gd name="T27" fmla="*/ 177 h 352"/>
                <a:gd name="T28" fmla="*/ 140 w 280"/>
                <a:gd name="T29" fmla="*/ 241 h 352"/>
                <a:gd name="T30" fmla="*/ 280 w 280"/>
                <a:gd name="T31" fmla="*/ 177 h 352"/>
                <a:gd name="T32" fmla="*/ 280 w 280"/>
                <a:gd name="T33" fmla="*/ 130 h 352"/>
                <a:gd name="T34" fmla="*/ 275 w 280"/>
                <a:gd name="T35" fmla="*/ 130 h 352"/>
                <a:gd name="T36" fmla="*/ 140 w 280"/>
                <a:gd name="T37" fmla="*/ 0 h 352"/>
                <a:gd name="T38" fmla="*/ 0 w 280"/>
                <a:gd name="T39" fmla="*/ 53 h 352"/>
                <a:gd name="T40" fmla="*/ 0 w 280"/>
                <a:gd name="T41" fmla="*/ 78 h 352"/>
                <a:gd name="T42" fmla="*/ 140 w 280"/>
                <a:gd name="T43" fmla="*/ 134 h 352"/>
                <a:gd name="T44" fmla="*/ 280 w 280"/>
                <a:gd name="T45" fmla="*/ 78 h 352"/>
                <a:gd name="T46" fmla="*/ 280 w 280"/>
                <a:gd name="T47" fmla="*/ 53 h 352"/>
                <a:gd name="T48" fmla="*/ 140 w 280"/>
                <a:gd name="T49" fmla="*/ 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0" h="352">
                  <a:moveTo>
                    <a:pt x="274" y="233"/>
                  </a:moveTo>
                  <a:cubicBezTo>
                    <a:pt x="257" y="260"/>
                    <a:pt x="204" y="280"/>
                    <a:pt x="140" y="280"/>
                  </a:cubicBezTo>
                  <a:cubicBezTo>
                    <a:pt x="76" y="280"/>
                    <a:pt x="22" y="260"/>
                    <a:pt x="5" y="233"/>
                  </a:cubicBezTo>
                  <a:cubicBezTo>
                    <a:pt x="2" y="227"/>
                    <a:pt x="0" y="230"/>
                    <a:pt x="0" y="233"/>
                  </a:cubicBezTo>
                  <a:cubicBezTo>
                    <a:pt x="0" y="236"/>
                    <a:pt x="0" y="273"/>
                    <a:pt x="0" y="273"/>
                  </a:cubicBezTo>
                  <a:cubicBezTo>
                    <a:pt x="0" y="312"/>
                    <a:pt x="62" y="352"/>
                    <a:pt x="140" y="352"/>
                  </a:cubicBezTo>
                  <a:cubicBezTo>
                    <a:pt x="217" y="352"/>
                    <a:pt x="280" y="312"/>
                    <a:pt x="280" y="273"/>
                  </a:cubicBezTo>
                  <a:cubicBezTo>
                    <a:pt x="280" y="273"/>
                    <a:pt x="280" y="236"/>
                    <a:pt x="280" y="233"/>
                  </a:cubicBezTo>
                  <a:cubicBezTo>
                    <a:pt x="280" y="230"/>
                    <a:pt x="278" y="227"/>
                    <a:pt x="274" y="233"/>
                  </a:cubicBezTo>
                  <a:close/>
                  <a:moveTo>
                    <a:pt x="275" y="130"/>
                  </a:moveTo>
                  <a:cubicBezTo>
                    <a:pt x="258" y="155"/>
                    <a:pt x="204" y="172"/>
                    <a:pt x="140" y="172"/>
                  </a:cubicBezTo>
                  <a:cubicBezTo>
                    <a:pt x="76" y="172"/>
                    <a:pt x="22" y="155"/>
                    <a:pt x="5" y="130"/>
                  </a:cubicBezTo>
                  <a:cubicBezTo>
                    <a:pt x="2" y="125"/>
                    <a:pt x="0" y="128"/>
                    <a:pt x="0" y="130"/>
                  </a:cubicBezTo>
                  <a:cubicBezTo>
                    <a:pt x="0" y="133"/>
                    <a:pt x="0" y="177"/>
                    <a:pt x="0" y="177"/>
                  </a:cubicBezTo>
                  <a:cubicBezTo>
                    <a:pt x="0" y="213"/>
                    <a:pt x="62" y="241"/>
                    <a:pt x="140" y="241"/>
                  </a:cubicBezTo>
                  <a:cubicBezTo>
                    <a:pt x="217" y="241"/>
                    <a:pt x="280" y="213"/>
                    <a:pt x="280" y="177"/>
                  </a:cubicBezTo>
                  <a:cubicBezTo>
                    <a:pt x="280" y="177"/>
                    <a:pt x="280" y="133"/>
                    <a:pt x="280" y="130"/>
                  </a:cubicBezTo>
                  <a:cubicBezTo>
                    <a:pt x="280" y="128"/>
                    <a:pt x="278" y="125"/>
                    <a:pt x="275" y="130"/>
                  </a:cubicBezTo>
                  <a:close/>
                  <a:moveTo>
                    <a:pt x="140" y="0"/>
                  </a:moveTo>
                  <a:cubicBezTo>
                    <a:pt x="62" y="0"/>
                    <a:pt x="0" y="23"/>
                    <a:pt x="0" y="53"/>
                  </a:cubicBezTo>
                  <a:cubicBezTo>
                    <a:pt x="0" y="78"/>
                    <a:pt x="0" y="78"/>
                    <a:pt x="0" y="78"/>
                  </a:cubicBezTo>
                  <a:cubicBezTo>
                    <a:pt x="0" y="109"/>
                    <a:pt x="62" y="134"/>
                    <a:pt x="140" y="134"/>
                  </a:cubicBezTo>
                  <a:cubicBezTo>
                    <a:pt x="217" y="134"/>
                    <a:pt x="280" y="109"/>
                    <a:pt x="280" y="78"/>
                  </a:cubicBezTo>
                  <a:cubicBezTo>
                    <a:pt x="280" y="53"/>
                    <a:pt x="280" y="53"/>
                    <a:pt x="280" y="53"/>
                  </a:cubicBezTo>
                  <a:cubicBezTo>
                    <a:pt x="280" y="23"/>
                    <a:pt x="217" y="0"/>
                    <a:pt x="140" y="0"/>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3" name="Freeform 153"/>
            <p:cNvSpPr>
              <a:spLocks noEditPoints="1"/>
            </p:cNvSpPr>
            <p:nvPr/>
          </p:nvSpPr>
          <p:spPr bwMode="auto">
            <a:xfrm>
              <a:off x="4309529" y="3660098"/>
              <a:ext cx="334550" cy="359250"/>
            </a:xfrm>
            <a:custGeom>
              <a:avLst/>
              <a:gdLst>
                <a:gd name="T0" fmla="*/ 207 w 328"/>
                <a:gd name="T1" fmla="*/ 333 h 352"/>
                <a:gd name="T2" fmla="*/ 218 w 328"/>
                <a:gd name="T3" fmla="*/ 345 h 352"/>
                <a:gd name="T4" fmla="*/ 298 w 328"/>
                <a:gd name="T5" fmla="*/ 352 h 352"/>
                <a:gd name="T6" fmla="*/ 311 w 328"/>
                <a:gd name="T7" fmla="*/ 342 h 352"/>
                <a:gd name="T8" fmla="*/ 317 w 328"/>
                <a:gd name="T9" fmla="*/ 276 h 352"/>
                <a:gd name="T10" fmla="*/ 213 w 328"/>
                <a:gd name="T11" fmla="*/ 267 h 352"/>
                <a:gd name="T12" fmla="*/ 207 w 328"/>
                <a:gd name="T13" fmla="*/ 333 h 352"/>
                <a:gd name="T14" fmla="*/ 11 w 328"/>
                <a:gd name="T15" fmla="*/ 276 h 352"/>
                <a:gd name="T16" fmla="*/ 17 w 328"/>
                <a:gd name="T17" fmla="*/ 342 h 352"/>
                <a:gd name="T18" fmla="*/ 30 w 328"/>
                <a:gd name="T19" fmla="*/ 352 h 352"/>
                <a:gd name="T20" fmla="*/ 110 w 328"/>
                <a:gd name="T21" fmla="*/ 345 h 352"/>
                <a:gd name="T22" fmla="*/ 120 w 328"/>
                <a:gd name="T23" fmla="*/ 333 h 352"/>
                <a:gd name="T24" fmla="*/ 114 w 328"/>
                <a:gd name="T25" fmla="*/ 267 h 352"/>
                <a:gd name="T26" fmla="*/ 11 w 328"/>
                <a:gd name="T27" fmla="*/ 276 h 352"/>
                <a:gd name="T28" fmla="*/ 0 w 328"/>
                <a:gd name="T29" fmla="*/ 168 h 352"/>
                <a:gd name="T30" fmla="*/ 7 w 328"/>
                <a:gd name="T31" fmla="*/ 235 h 352"/>
                <a:gd name="T32" fmla="*/ 110 w 328"/>
                <a:gd name="T33" fmla="*/ 227 h 352"/>
                <a:gd name="T34" fmla="*/ 104 w 328"/>
                <a:gd name="T35" fmla="*/ 159 h 352"/>
                <a:gd name="T36" fmla="*/ 104 w 328"/>
                <a:gd name="T37" fmla="*/ 154 h 352"/>
                <a:gd name="T38" fmla="*/ 164 w 328"/>
                <a:gd name="T39" fmla="*/ 98 h 352"/>
                <a:gd name="T40" fmla="*/ 224 w 328"/>
                <a:gd name="T41" fmla="*/ 154 h 352"/>
                <a:gd name="T42" fmla="*/ 224 w 328"/>
                <a:gd name="T43" fmla="*/ 159 h 352"/>
                <a:gd name="T44" fmla="*/ 217 w 328"/>
                <a:gd name="T45" fmla="*/ 227 h 352"/>
                <a:gd name="T46" fmla="*/ 321 w 328"/>
                <a:gd name="T47" fmla="*/ 235 h 352"/>
                <a:gd name="T48" fmla="*/ 327 w 328"/>
                <a:gd name="T49" fmla="*/ 168 h 352"/>
                <a:gd name="T50" fmla="*/ 328 w 328"/>
                <a:gd name="T51" fmla="*/ 154 h 352"/>
                <a:gd name="T52" fmla="*/ 164 w 328"/>
                <a:gd name="T53" fmla="*/ 0 h 352"/>
                <a:gd name="T54" fmla="*/ 0 w 328"/>
                <a:gd name="T55" fmla="*/ 154 h 352"/>
                <a:gd name="T56" fmla="*/ 0 w 328"/>
                <a:gd name="T57" fmla="*/ 168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8" h="352">
                  <a:moveTo>
                    <a:pt x="207" y="333"/>
                  </a:moveTo>
                  <a:cubicBezTo>
                    <a:pt x="206" y="339"/>
                    <a:pt x="211" y="345"/>
                    <a:pt x="218" y="345"/>
                  </a:cubicBezTo>
                  <a:cubicBezTo>
                    <a:pt x="298" y="352"/>
                    <a:pt x="298" y="352"/>
                    <a:pt x="298" y="352"/>
                  </a:cubicBezTo>
                  <a:cubicBezTo>
                    <a:pt x="304" y="352"/>
                    <a:pt x="310" y="348"/>
                    <a:pt x="311" y="342"/>
                  </a:cubicBezTo>
                  <a:cubicBezTo>
                    <a:pt x="317" y="276"/>
                    <a:pt x="317" y="276"/>
                    <a:pt x="317" y="276"/>
                  </a:cubicBezTo>
                  <a:cubicBezTo>
                    <a:pt x="213" y="267"/>
                    <a:pt x="213" y="267"/>
                    <a:pt x="213" y="267"/>
                  </a:cubicBezTo>
                  <a:lnTo>
                    <a:pt x="207" y="333"/>
                  </a:lnTo>
                  <a:close/>
                  <a:moveTo>
                    <a:pt x="11" y="276"/>
                  </a:moveTo>
                  <a:cubicBezTo>
                    <a:pt x="17" y="342"/>
                    <a:pt x="17" y="342"/>
                    <a:pt x="17" y="342"/>
                  </a:cubicBezTo>
                  <a:cubicBezTo>
                    <a:pt x="17" y="348"/>
                    <a:pt x="23" y="352"/>
                    <a:pt x="30" y="352"/>
                  </a:cubicBezTo>
                  <a:cubicBezTo>
                    <a:pt x="110" y="345"/>
                    <a:pt x="110" y="345"/>
                    <a:pt x="110" y="345"/>
                  </a:cubicBezTo>
                  <a:cubicBezTo>
                    <a:pt x="116" y="345"/>
                    <a:pt x="121" y="339"/>
                    <a:pt x="120" y="333"/>
                  </a:cubicBezTo>
                  <a:cubicBezTo>
                    <a:pt x="114" y="267"/>
                    <a:pt x="114" y="267"/>
                    <a:pt x="114" y="267"/>
                  </a:cubicBezTo>
                  <a:lnTo>
                    <a:pt x="11" y="276"/>
                  </a:lnTo>
                  <a:close/>
                  <a:moveTo>
                    <a:pt x="0" y="168"/>
                  </a:moveTo>
                  <a:cubicBezTo>
                    <a:pt x="7" y="235"/>
                    <a:pt x="7" y="235"/>
                    <a:pt x="7" y="235"/>
                  </a:cubicBezTo>
                  <a:cubicBezTo>
                    <a:pt x="110" y="227"/>
                    <a:pt x="110" y="227"/>
                    <a:pt x="110" y="227"/>
                  </a:cubicBezTo>
                  <a:cubicBezTo>
                    <a:pt x="104" y="159"/>
                    <a:pt x="104" y="159"/>
                    <a:pt x="104" y="159"/>
                  </a:cubicBezTo>
                  <a:cubicBezTo>
                    <a:pt x="104" y="157"/>
                    <a:pt x="104" y="156"/>
                    <a:pt x="104" y="154"/>
                  </a:cubicBezTo>
                  <a:cubicBezTo>
                    <a:pt x="104" y="123"/>
                    <a:pt x="131" y="98"/>
                    <a:pt x="164" y="98"/>
                  </a:cubicBezTo>
                  <a:cubicBezTo>
                    <a:pt x="197" y="98"/>
                    <a:pt x="224" y="123"/>
                    <a:pt x="224" y="154"/>
                  </a:cubicBezTo>
                  <a:cubicBezTo>
                    <a:pt x="224" y="156"/>
                    <a:pt x="224" y="157"/>
                    <a:pt x="224" y="159"/>
                  </a:cubicBezTo>
                  <a:cubicBezTo>
                    <a:pt x="217" y="227"/>
                    <a:pt x="217" y="227"/>
                    <a:pt x="217" y="227"/>
                  </a:cubicBezTo>
                  <a:cubicBezTo>
                    <a:pt x="321" y="235"/>
                    <a:pt x="321" y="235"/>
                    <a:pt x="321" y="235"/>
                  </a:cubicBezTo>
                  <a:cubicBezTo>
                    <a:pt x="327" y="168"/>
                    <a:pt x="327" y="168"/>
                    <a:pt x="327" y="168"/>
                  </a:cubicBezTo>
                  <a:cubicBezTo>
                    <a:pt x="328" y="163"/>
                    <a:pt x="328" y="159"/>
                    <a:pt x="328" y="154"/>
                  </a:cubicBezTo>
                  <a:cubicBezTo>
                    <a:pt x="328" y="69"/>
                    <a:pt x="254" y="0"/>
                    <a:pt x="164" y="0"/>
                  </a:cubicBezTo>
                  <a:cubicBezTo>
                    <a:pt x="73" y="0"/>
                    <a:pt x="0" y="69"/>
                    <a:pt x="0" y="154"/>
                  </a:cubicBezTo>
                  <a:cubicBezTo>
                    <a:pt x="0" y="159"/>
                    <a:pt x="0" y="163"/>
                    <a:pt x="0" y="168"/>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4" name="Freeform 154"/>
            <p:cNvSpPr>
              <a:spLocks noEditPoints="1"/>
            </p:cNvSpPr>
            <p:nvPr/>
          </p:nvSpPr>
          <p:spPr bwMode="auto">
            <a:xfrm>
              <a:off x="7506059" y="3608784"/>
              <a:ext cx="361111" cy="361158"/>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sp>
          <p:nvSpPr>
            <p:cNvPr id="15" name="Freeform 34"/>
            <p:cNvSpPr>
              <a:spLocks noEditPoints="1"/>
            </p:cNvSpPr>
            <p:nvPr/>
          </p:nvSpPr>
          <p:spPr bwMode="auto">
            <a:xfrm>
              <a:off x="6756876" y="5069356"/>
              <a:ext cx="351505" cy="351550"/>
            </a:xfrm>
            <a:custGeom>
              <a:avLst/>
              <a:gdLst>
                <a:gd name="T0" fmla="*/ 222 w 368"/>
                <a:gd name="T1" fmla="*/ 0 h 368"/>
                <a:gd name="T2" fmla="*/ 77 w 368"/>
                <a:gd name="T3" fmla="*/ 133 h 368"/>
                <a:gd name="T4" fmla="*/ 0 w 368"/>
                <a:gd name="T5" fmla="*/ 247 h 368"/>
                <a:gd name="T6" fmla="*/ 121 w 368"/>
                <a:gd name="T7" fmla="*/ 368 h 368"/>
                <a:gd name="T8" fmla="*/ 234 w 368"/>
                <a:gd name="T9" fmla="*/ 290 h 368"/>
                <a:gd name="T10" fmla="*/ 368 w 368"/>
                <a:gd name="T11" fmla="*/ 145 h 368"/>
                <a:gd name="T12" fmla="*/ 222 w 368"/>
                <a:gd name="T13" fmla="*/ 0 h 368"/>
                <a:gd name="T14" fmla="*/ 121 w 368"/>
                <a:gd name="T15" fmla="*/ 327 h 368"/>
                <a:gd name="T16" fmla="*/ 40 w 368"/>
                <a:gd name="T17" fmla="*/ 247 h 368"/>
                <a:gd name="T18" fmla="*/ 80 w 368"/>
                <a:gd name="T19" fmla="*/ 177 h 368"/>
                <a:gd name="T20" fmla="*/ 191 w 368"/>
                <a:gd name="T21" fmla="*/ 287 h 368"/>
                <a:gd name="T22" fmla="*/ 121 w 368"/>
                <a:gd name="T23" fmla="*/ 327 h 368"/>
                <a:gd name="T24" fmla="*/ 122 w 368"/>
                <a:gd name="T25" fmla="*/ 166 h 368"/>
                <a:gd name="T26" fmla="*/ 202 w 368"/>
                <a:gd name="T27" fmla="*/ 245 h 368"/>
                <a:gd name="T28" fmla="*/ 122 w 368"/>
                <a:gd name="T29" fmla="*/ 166 h 368"/>
                <a:gd name="T30" fmla="*/ 243 w 368"/>
                <a:gd name="T31" fmla="*/ 245 h 368"/>
                <a:gd name="T32" fmla="*/ 122 w 368"/>
                <a:gd name="T33" fmla="*/ 125 h 368"/>
                <a:gd name="T34" fmla="*/ 222 w 368"/>
                <a:gd name="T35" fmla="*/ 44 h 368"/>
                <a:gd name="T36" fmla="*/ 324 w 368"/>
                <a:gd name="T37" fmla="*/ 145 h 368"/>
                <a:gd name="T38" fmla="*/ 243 w 368"/>
                <a:gd name="T39" fmla="*/ 245 h 368"/>
                <a:gd name="T40" fmla="*/ 41 w 368"/>
                <a:gd name="T41" fmla="*/ 86 h 368"/>
                <a:gd name="T42" fmla="*/ 83 w 368"/>
                <a:gd name="T43" fmla="*/ 45 h 368"/>
                <a:gd name="T44" fmla="*/ 41 w 368"/>
                <a:gd name="T45" fmla="*/ 3 h 368"/>
                <a:gd name="T46" fmla="*/ 0 w 368"/>
                <a:gd name="T47" fmla="*/ 45 h 368"/>
                <a:gd name="T48" fmla="*/ 41 w 368"/>
                <a:gd name="T49" fmla="*/ 86 h 368"/>
                <a:gd name="T50" fmla="*/ 41 w 368"/>
                <a:gd name="T51" fmla="*/ 22 h 368"/>
                <a:gd name="T52" fmla="*/ 64 w 368"/>
                <a:gd name="T53" fmla="*/ 45 h 368"/>
                <a:gd name="T54" fmla="*/ 41 w 368"/>
                <a:gd name="T55" fmla="*/ 68 h 368"/>
                <a:gd name="T56" fmla="*/ 18 w 368"/>
                <a:gd name="T57" fmla="*/ 45 h 368"/>
                <a:gd name="T58" fmla="*/ 41 w 368"/>
                <a:gd name="T59" fmla="*/ 22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8" h="368">
                  <a:moveTo>
                    <a:pt x="222" y="0"/>
                  </a:moveTo>
                  <a:cubicBezTo>
                    <a:pt x="146" y="0"/>
                    <a:pt x="83" y="59"/>
                    <a:pt x="77" y="133"/>
                  </a:cubicBezTo>
                  <a:cubicBezTo>
                    <a:pt x="32" y="151"/>
                    <a:pt x="0" y="195"/>
                    <a:pt x="0" y="247"/>
                  </a:cubicBezTo>
                  <a:cubicBezTo>
                    <a:pt x="0" y="313"/>
                    <a:pt x="54" y="368"/>
                    <a:pt x="121" y="368"/>
                  </a:cubicBezTo>
                  <a:cubicBezTo>
                    <a:pt x="173" y="368"/>
                    <a:pt x="217" y="336"/>
                    <a:pt x="234" y="290"/>
                  </a:cubicBezTo>
                  <a:cubicBezTo>
                    <a:pt x="309" y="284"/>
                    <a:pt x="368" y="221"/>
                    <a:pt x="368" y="145"/>
                  </a:cubicBezTo>
                  <a:cubicBezTo>
                    <a:pt x="368" y="65"/>
                    <a:pt x="302" y="0"/>
                    <a:pt x="222" y="0"/>
                  </a:cubicBezTo>
                  <a:close/>
                  <a:moveTo>
                    <a:pt x="121" y="327"/>
                  </a:moveTo>
                  <a:cubicBezTo>
                    <a:pt x="77" y="327"/>
                    <a:pt x="40" y="291"/>
                    <a:pt x="40" y="247"/>
                  </a:cubicBezTo>
                  <a:cubicBezTo>
                    <a:pt x="40" y="217"/>
                    <a:pt x="56" y="191"/>
                    <a:pt x="80" y="177"/>
                  </a:cubicBezTo>
                  <a:cubicBezTo>
                    <a:pt x="92" y="232"/>
                    <a:pt x="136" y="275"/>
                    <a:pt x="191" y="287"/>
                  </a:cubicBezTo>
                  <a:cubicBezTo>
                    <a:pt x="177" y="311"/>
                    <a:pt x="151" y="327"/>
                    <a:pt x="121" y="327"/>
                  </a:cubicBezTo>
                  <a:close/>
                  <a:moveTo>
                    <a:pt x="122" y="166"/>
                  </a:moveTo>
                  <a:cubicBezTo>
                    <a:pt x="166" y="166"/>
                    <a:pt x="201" y="202"/>
                    <a:pt x="202" y="245"/>
                  </a:cubicBezTo>
                  <a:cubicBezTo>
                    <a:pt x="162" y="237"/>
                    <a:pt x="131" y="206"/>
                    <a:pt x="122" y="166"/>
                  </a:cubicBezTo>
                  <a:close/>
                  <a:moveTo>
                    <a:pt x="243" y="245"/>
                  </a:moveTo>
                  <a:cubicBezTo>
                    <a:pt x="242" y="179"/>
                    <a:pt x="188" y="126"/>
                    <a:pt x="122" y="125"/>
                  </a:cubicBezTo>
                  <a:cubicBezTo>
                    <a:pt x="132" y="79"/>
                    <a:pt x="173" y="44"/>
                    <a:pt x="222" y="44"/>
                  </a:cubicBezTo>
                  <a:cubicBezTo>
                    <a:pt x="278" y="44"/>
                    <a:pt x="324" y="89"/>
                    <a:pt x="324" y="145"/>
                  </a:cubicBezTo>
                  <a:cubicBezTo>
                    <a:pt x="324" y="194"/>
                    <a:pt x="289" y="236"/>
                    <a:pt x="243" y="245"/>
                  </a:cubicBezTo>
                  <a:close/>
                  <a:moveTo>
                    <a:pt x="41" y="86"/>
                  </a:moveTo>
                  <a:cubicBezTo>
                    <a:pt x="64" y="86"/>
                    <a:pt x="83" y="68"/>
                    <a:pt x="83" y="45"/>
                  </a:cubicBezTo>
                  <a:cubicBezTo>
                    <a:pt x="83" y="22"/>
                    <a:pt x="64" y="3"/>
                    <a:pt x="41" y="3"/>
                  </a:cubicBezTo>
                  <a:cubicBezTo>
                    <a:pt x="18" y="3"/>
                    <a:pt x="0" y="22"/>
                    <a:pt x="0" y="45"/>
                  </a:cubicBezTo>
                  <a:cubicBezTo>
                    <a:pt x="0" y="68"/>
                    <a:pt x="18" y="86"/>
                    <a:pt x="41" y="86"/>
                  </a:cubicBezTo>
                  <a:close/>
                  <a:moveTo>
                    <a:pt x="41" y="22"/>
                  </a:moveTo>
                  <a:cubicBezTo>
                    <a:pt x="54" y="22"/>
                    <a:pt x="64" y="32"/>
                    <a:pt x="64" y="45"/>
                  </a:cubicBezTo>
                  <a:cubicBezTo>
                    <a:pt x="64" y="57"/>
                    <a:pt x="54" y="68"/>
                    <a:pt x="41" y="68"/>
                  </a:cubicBezTo>
                  <a:cubicBezTo>
                    <a:pt x="29" y="68"/>
                    <a:pt x="18" y="57"/>
                    <a:pt x="18" y="45"/>
                  </a:cubicBezTo>
                  <a:cubicBezTo>
                    <a:pt x="18" y="32"/>
                    <a:pt x="29" y="22"/>
                    <a:pt x="41" y="22"/>
                  </a:cubicBezTo>
                  <a:close/>
                </a:path>
              </a:pathLst>
            </a:custGeom>
            <a:solidFill>
              <a:srgbClr val="FFFFFF"/>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3200" b="0" i="0" u="none" strike="noStrike" kern="0" cap="none" spc="0" normalizeH="0" baseline="0" noProof="0" dirty="0">
                <a:ln>
                  <a:noFill/>
                </a:ln>
                <a:solidFill>
                  <a:srgbClr val="000000"/>
                </a:solidFill>
                <a:effectLst/>
                <a:uLnTx/>
                <a:uFillTx/>
                <a:cs typeface="+mn-ea"/>
                <a:sym typeface="+mn-lt"/>
              </a:endParaRPr>
            </a:p>
          </p:txBody>
        </p:sp>
      </p:grpSp>
      <p:grpSp>
        <p:nvGrpSpPr>
          <p:cNvPr id="16" name="组合 15"/>
          <p:cNvGrpSpPr/>
          <p:nvPr/>
        </p:nvGrpSpPr>
        <p:grpSpPr>
          <a:xfrm>
            <a:off x="4250870" y="2036397"/>
            <a:ext cx="3691851" cy="3699606"/>
            <a:chOff x="4250870" y="2036397"/>
            <a:chExt cx="3691851" cy="3699606"/>
          </a:xfrm>
        </p:grpSpPr>
        <p:grpSp>
          <p:nvGrpSpPr>
            <p:cNvPr id="17" name="组合 330"/>
            <p:cNvGrpSpPr/>
            <p:nvPr/>
          </p:nvGrpSpPr>
          <p:grpSpPr>
            <a:xfrm>
              <a:off x="4250870" y="2036397"/>
              <a:ext cx="3691851" cy="3699606"/>
              <a:chOff x="3814386" y="1600200"/>
              <a:chExt cx="4563229" cy="4572000"/>
            </a:xfrm>
          </p:grpSpPr>
          <p:sp>
            <p:nvSpPr>
              <p:cNvPr id="19" name="Freeform 5"/>
              <p:cNvSpPr/>
              <p:nvPr/>
            </p:nvSpPr>
            <p:spPr bwMode="auto">
              <a:xfrm>
                <a:off x="6995616" y="2780475"/>
                <a:ext cx="1381999" cy="2166344"/>
              </a:xfrm>
              <a:custGeom>
                <a:avLst/>
                <a:gdLst>
                  <a:gd name="T0" fmla="*/ 111 w 731"/>
                  <a:gd name="T1" fmla="*/ 870 h 1146"/>
                  <a:gd name="T2" fmla="*/ 507 w 731"/>
                  <a:gd name="T3" fmla="*/ 1086 h 1146"/>
                  <a:gd name="T4" fmla="*/ 649 w 731"/>
                  <a:gd name="T5" fmla="*/ 917 h 1146"/>
                  <a:gd name="T6" fmla="*/ 617 w 731"/>
                  <a:gd name="T7" fmla="*/ 140 h 1146"/>
                  <a:gd name="T8" fmla="*/ 484 w 731"/>
                  <a:gd name="T9" fmla="*/ 52 h 1146"/>
                  <a:gd name="T10" fmla="*/ 75 w 731"/>
                  <a:gd name="T11" fmla="*/ 302 h 1146"/>
                  <a:gd name="T12" fmla="*/ 23 w 731"/>
                  <a:gd name="T13" fmla="*/ 401 h 1146"/>
                  <a:gd name="T14" fmla="*/ 41 w 731"/>
                  <a:gd name="T15" fmla="*/ 692 h 1146"/>
                  <a:gd name="T16" fmla="*/ 111 w 731"/>
                  <a:gd name="T17" fmla="*/ 87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1" h="1146">
                    <a:moveTo>
                      <a:pt x="111" y="870"/>
                    </a:moveTo>
                    <a:cubicBezTo>
                      <a:pt x="176" y="904"/>
                      <a:pt x="507" y="1086"/>
                      <a:pt x="507" y="1086"/>
                    </a:cubicBezTo>
                    <a:cubicBezTo>
                      <a:pt x="507" y="1086"/>
                      <a:pt x="584" y="1146"/>
                      <a:pt x="649" y="917"/>
                    </a:cubicBezTo>
                    <a:cubicBezTo>
                      <a:pt x="714" y="689"/>
                      <a:pt x="731" y="416"/>
                      <a:pt x="617" y="140"/>
                    </a:cubicBezTo>
                    <a:cubicBezTo>
                      <a:pt x="602" y="104"/>
                      <a:pt x="565" y="0"/>
                      <a:pt x="484" y="52"/>
                    </a:cubicBezTo>
                    <a:cubicBezTo>
                      <a:pt x="403" y="103"/>
                      <a:pt x="75" y="302"/>
                      <a:pt x="75" y="302"/>
                    </a:cubicBezTo>
                    <a:cubicBezTo>
                      <a:pt x="75" y="302"/>
                      <a:pt x="11" y="338"/>
                      <a:pt x="23" y="401"/>
                    </a:cubicBezTo>
                    <a:cubicBezTo>
                      <a:pt x="36" y="463"/>
                      <a:pt x="60" y="594"/>
                      <a:pt x="41" y="692"/>
                    </a:cubicBezTo>
                    <a:cubicBezTo>
                      <a:pt x="23" y="782"/>
                      <a:pt x="0" y="813"/>
                      <a:pt x="111" y="870"/>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0" name="Freeform 6"/>
              <p:cNvSpPr/>
              <p:nvPr/>
            </p:nvSpPr>
            <p:spPr bwMode="auto">
              <a:xfrm>
                <a:off x="6167419" y="1610223"/>
                <a:ext cx="1881925" cy="1701501"/>
              </a:xfrm>
              <a:custGeom>
                <a:avLst/>
                <a:gdLst>
                  <a:gd name="T0" fmla="*/ 517 w 995"/>
                  <a:gd name="T1" fmla="*/ 834 h 900"/>
                  <a:gd name="T2" fmla="*/ 905 w 995"/>
                  <a:gd name="T3" fmla="*/ 604 h 900"/>
                  <a:gd name="T4" fmla="*/ 831 w 995"/>
                  <a:gd name="T5" fmla="*/ 395 h 900"/>
                  <a:gd name="T6" fmla="*/ 147 w 995"/>
                  <a:gd name="T7" fmla="*/ 26 h 900"/>
                  <a:gd name="T8" fmla="*/ 3 w 995"/>
                  <a:gd name="T9" fmla="*/ 96 h 900"/>
                  <a:gd name="T10" fmla="*/ 9 w 995"/>
                  <a:gd name="T11" fmla="*/ 576 h 900"/>
                  <a:gd name="T12" fmla="*/ 68 w 995"/>
                  <a:gd name="T13" fmla="*/ 670 h 900"/>
                  <a:gd name="T14" fmla="*/ 328 w 995"/>
                  <a:gd name="T15" fmla="*/ 804 h 900"/>
                  <a:gd name="T16" fmla="*/ 517 w 995"/>
                  <a:gd name="T17" fmla="*/ 834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5" h="900">
                    <a:moveTo>
                      <a:pt x="517" y="834"/>
                    </a:moveTo>
                    <a:cubicBezTo>
                      <a:pt x="579" y="796"/>
                      <a:pt x="905" y="604"/>
                      <a:pt x="905" y="604"/>
                    </a:cubicBezTo>
                    <a:cubicBezTo>
                      <a:pt x="905" y="604"/>
                      <a:pt x="995" y="568"/>
                      <a:pt x="831" y="395"/>
                    </a:cubicBezTo>
                    <a:cubicBezTo>
                      <a:pt x="669" y="223"/>
                      <a:pt x="442" y="70"/>
                      <a:pt x="147" y="26"/>
                    </a:cubicBezTo>
                    <a:cubicBezTo>
                      <a:pt x="108" y="21"/>
                      <a:pt x="0" y="0"/>
                      <a:pt x="3" y="96"/>
                    </a:cubicBezTo>
                    <a:cubicBezTo>
                      <a:pt x="6" y="192"/>
                      <a:pt x="9" y="576"/>
                      <a:pt x="9" y="576"/>
                    </a:cubicBezTo>
                    <a:cubicBezTo>
                      <a:pt x="9" y="576"/>
                      <a:pt x="8" y="649"/>
                      <a:pt x="68" y="670"/>
                    </a:cubicBezTo>
                    <a:cubicBezTo>
                      <a:pt x="128" y="692"/>
                      <a:pt x="253" y="737"/>
                      <a:pt x="328" y="804"/>
                    </a:cubicBezTo>
                    <a:cubicBezTo>
                      <a:pt x="396" y="865"/>
                      <a:pt x="411" y="900"/>
                      <a:pt x="517" y="834"/>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1" name="Freeform 7"/>
              <p:cNvSpPr/>
              <p:nvPr/>
            </p:nvSpPr>
            <p:spPr bwMode="auto">
              <a:xfrm>
                <a:off x="6154889" y="4460676"/>
                <a:ext cx="1865636" cy="1711524"/>
              </a:xfrm>
              <a:custGeom>
                <a:avLst/>
                <a:gdLst>
                  <a:gd name="T0" fmla="*/ 7 w 987"/>
                  <a:gd name="T1" fmla="*/ 357 h 905"/>
                  <a:gd name="T2" fmla="*/ 23 w 987"/>
                  <a:gd name="T3" fmla="*/ 808 h 905"/>
                  <a:gd name="T4" fmla="*/ 242 w 987"/>
                  <a:gd name="T5" fmla="*/ 844 h 905"/>
                  <a:gd name="T6" fmla="*/ 894 w 987"/>
                  <a:gd name="T7" fmla="*/ 420 h 905"/>
                  <a:gd name="T8" fmla="*/ 901 w 987"/>
                  <a:gd name="T9" fmla="*/ 261 h 905"/>
                  <a:gd name="T10" fmla="*/ 477 w 987"/>
                  <a:gd name="T11" fmla="*/ 36 h 905"/>
                  <a:gd name="T12" fmla="*/ 366 w 987"/>
                  <a:gd name="T13" fmla="*/ 43 h 905"/>
                  <a:gd name="T14" fmla="*/ 124 w 987"/>
                  <a:gd name="T15" fmla="*/ 206 h 905"/>
                  <a:gd name="T16" fmla="*/ 7 w 987"/>
                  <a:gd name="T17" fmla="*/ 357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7" h="905">
                    <a:moveTo>
                      <a:pt x="7" y="357"/>
                    </a:moveTo>
                    <a:cubicBezTo>
                      <a:pt x="11" y="430"/>
                      <a:pt x="23" y="808"/>
                      <a:pt x="23" y="808"/>
                    </a:cubicBezTo>
                    <a:cubicBezTo>
                      <a:pt x="23" y="808"/>
                      <a:pt x="11" y="905"/>
                      <a:pt x="242" y="844"/>
                    </a:cubicBezTo>
                    <a:cubicBezTo>
                      <a:pt x="470" y="783"/>
                      <a:pt x="714" y="658"/>
                      <a:pt x="894" y="420"/>
                    </a:cubicBezTo>
                    <a:cubicBezTo>
                      <a:pt x="917" y="389"/>
                      <a:pt x="987" y="304"/>
                      <a:pt x="901" y="261"/>
                    </a:cubicBezTo>
                    <a:cubicBezTo>
                      <a:pt x="815" y="217"/>
                      <a:pt x="477" y="36"/>
                      <a:pt x="477" y="36"/>
                    </a:cubicBezTo>
                    <a:cubicBezTo>
                      <a:pt x="477" y="36"/>
                      <a:pt x="413" y="0"/>
                      <a:pt x="366" y="43"/>
                    </a:cubicBezTo>
                    <a:cubicBezTo>
                      <a:pt x="318" y="85"/>
                      <a:pt x="219" y="173"/>
                      <a:pt x="124" y="206"/>
                    </a:cubicBezTo>
                    <a:cubicBezTo>
                      <a:pt x="38" y="237"/>
                      <a:pt x="0" y="232"/>
                      <a:pt x="7" y="357"/>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2" name="Freeform 8"/>
              <p:cNvSpPr/>
              <p:nvPr/>
            </p:nvSpPr>
            <p:spPr bwMode="auto">
              <a:xfrm>
                <a:off x="4146417" y="4436870"/>
                <a:ext cx="1886936" cy="1697742"/>
              </a:xfrm>
              <a:custGeom>
                <a:avLst/>
                <a:gdLst>
                  <a:gd name="T0" fmla="*/ 477 w 998"/>
                  <a:gd name="T1" fmla="*/ 67 h 898"/>
                  <a:gd name="T2" fmla="*/ 90 w 998"/>
                  <a:gd name="T3" fmla="*/ 299 h 898"/>
                  <a:gd name="T4" fmla="*/ 165 w 998"/>
                  <a:gd name="T5" fmla="*/ 508 h 898"/>
                  <a:gd name="T6" fmla="*/ 851 w 998"/>
                  <a:gd name="T7" fmla="*/ 873 h 898"/>
                  <a:gd name="T8" fmla="*/ 995 w 998"/>
                  <a:gd name="T9" fmla="*/ 802 h 898"/>
                  <a:gd name="T10" fmla="*/ 986 w 998"/>
                  <a:gd name="T11" fmla="*/ 323 h 898"/>
                  <a:gd name="T12" fmla="*/ 926 w 998"/>
                  <a:gd name="T13" fmla="*/ 229 h 898"/>
                  <a:gd name="T14" fmla="*/ 666 w 998"/>
                  <a:gd name="T15" fmla="*/ 96 h 898"/>
                  <a:gd name="T16" fmla="*/ 477 w 998"/>
                  <a:gd name="T17" fmla="*/ 67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8" h="898">
                    <a:moveTo>
                      <a:pt x="477" y="67"/>
                    </a:moveTo>
                    <a:cubicBezTo>
                      <a:pt x="415" y="106"/>
                      <a:pt x="90" y="299"/>
                      <a:pt x="90" y="299"/>
                    </a:cubicBezTo>
                    <a:cubicBezTo>
                      <a:pt x="90" y="299"/>
                      <a:pt x="0" y="336"/>
                      <a:pt x="165" y="508"/>
                    </a:cubicBezTo>
                    <a:cubicBezTo>
                      <a:pt x="328" y="679"/>
                      <a:pt x="556" y="831"/>
                      <a:pt x="851" y="873"/>
                    </a:cubicBezTo>
                    <a:cubicBezTo>
                      <a:pt x="890" y="878"/>
                      <a:pt x="998" y="898"/>
                      <a:pt x="995" y="802"/>
                    </a:cubicBezTo>
                    <a:cubicBezTo>
                      <a:pt x="991" y="706"/>
                      <a:pt x="986" y="323"/>
                      <a:pt x="986" y="323"/>
                    </a:cubicBezTo>
                    <a:cubicBezTo>
                      <a:pt x="986" y="323"/>
                      <a:pt x="986" y="250"/>
                      <a:pt x="926" y="229"/>
                    </a:cubicBezTo>
                    <a:cubicBezTo>
                      <a:pt x="866" y="208"/>
                      <a:pt x="741" y="163"/>
                      <a:pt x="666" y="96"/>
                    </a:cubicBezTo>
                    <a:cubicBezTo>
                      <a:pt x="597" y="36"/>
                      <a:pt x="582" y="0"/>
                      <a:pt x="477" y="67"/>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3" name="Freeform 11"/>
              <p:cNvSpPr/>
              <p:nvPr/>
            </p:nvSpPr>
            <p:spPr bwMode="auto">
              <a:xfrm>
                <a:off x="3814386" y="2785487"/>
                <a:ext cx="1381999" cy="2167597"/>
              </a:xfrm>
              <a:custGeom>
                <a:avLst/>
                <a:gdLst>
                  <a:gd name="T0" fmla="*/ 620 w 731"/>
                  <a:gd name="T1" fmla="*/ 276 h 1146"/>
                  <a:gd name="T2" fmla="*/ 224 w 731"/>
                  <a:gd name="T3" fmla="*/ 59 h 1146"/>
                  <a:gd name="T4" fmla="*/ 81 w 731"/>
                  <a:gd name="T5" fmla="*/ 229 h 1146"/>
                  <a:gd name="T6" fmla="*/ 113 w 731"/>
                  <a:gd name="T7" fmla="*/ 1006 h 1146"/>
                  <a:gd name="T8" fmla="*/ 246 w 731"/>
                  <a:gd name="T9" fmla="*/ 1094 h 1146"/>
                  <a:gd name="T10" fmla="*/ 656 w 731"/>
                  <a:gd name="T11" fmla="*/ 844 h 1146"/>
                  <a:gd name="T12" fmla="*/ 707 w 731"/>
                  <a:gd name="T13" fmla="*/ 745 h 1146"/>
                  <a:gd name="T14" fmla="*/ 690 w 731"/>
                  <a:gd name="T15" fmla="*/ 453 h 1146"/>
                  <a:gd name="T16" fmla="*/ 620 w 731"/>
                  <a:gd name="T17" fmla="*/ 276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1" h="1146">
                    <a:moveTo>
                      <a:pt x="620" y="276"/>
                    </a:moveTo>
                    <a:cubicBezTo>
                      <a:pt x="555" y="242"/>
                      <a:pt x="224" y="59"/>
                      <a:pt x="224" y="59"/>
                    </a:cubicBezTo>
                    <a:cubicBezTo>
                      <a:pt x="224" y="59"/>
                      <a:pt x="147" y="0"/>
                      <a:pt x="81" y="229"/>
                    </a:cubicBezTo>
                    <a:cubicBezTo>
                      <a:pt x="17" y="456"/>
                      <a:pt x="0" y="730"/>
                      <a:pt x="113" y="1006"/>
                    </a:cubicBezTo>
                    <a:cubicBezTo>
                      <a:pt x="128" y="1042"/>
                      <a:pt x="166" y="1146"/>
                      <a:pt x="246" y="1094"/>
                    </a:cubicBezTo>
                    <a:cubicBezTo>
                      <a:pt x="327" y="1042"/>
                      <a:pt x="656" y="844"/>
                      <a:pt x="656" y="844"/>
                    </a:cubicBezTo>
                    <a:cubicBezTo>
                      <a:pt x="656" y="844"/>
                      <a:pt x="719" y="807"/>
                      <a:pt x="707" y="745"/>
                    </a:cubicBezTo>
                    <a:cubicBezTo>
                      <a:pt x="695" y="682"/>
                      <a:pt x="670" y="552"/>
                      <a:pt x="690" y="453"/>
                    </a:cubicBezTo>
                    <a:cubicBezTo>
                      <a:pt x="708" y="363"/>
                      <a:pt x="731" y="333"/>
                      <a:pt x="620" y="276"/>
                    </a:cubicBezTo>
                    <a:close/>
                  </a:path>
                </a:pathLst>
              </a:custGeom>
              <a:solidFill>
                <a:schemeClr val="tx1">
                  <a:lumMod val="75000"/>
                  <a:lumOff val="25000"/>
                </a:schemeClr>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sp>
            <p:nvSpPr>
              <p:cNvPr id="24" name="Freeform 14"/>
              <p:cNvSpPr/>
              <p:nvPr/>
            </p:nvSpPr>
            <p:spPr bwMode="auto">
              <a:xfrm>
                <a:off x="4161452" y="1600200"/>
                <a:ext cx="1883178" cy="1682706"/>
              </a:xfrm>
              <a:custGeom>
                <a:avLst/>
                <a:gdLst>
                  <a:gd name="T0" fmla="*/ 982 w 996"/>
                  <a:gd name="T1" fmla="*/ 547 h 890"/>
                  <a:gd name="T2" fmla="*/ 982 w 996"/>
                  <a:gd name="T3" fmla="*/ 96 h 890"/>
                  <a:gd name="T4" fmla="*/ 764 w 996"/>
                  <a:gd name="T5" fmla="*/ 53 h 890"/>
                  <a:gd name="T6" fmla="*/ 98 w 996"/>
                  <a:gd name="T7" fmla="*/ 453 h 890"/>
                  <a:gd name="T8" fmla="*/ 85 w 996"/>
                  <a:gd name="T9" fmla="*/ 613 h 890"/>
                  <a:gd name="T10" fmla="*/ 501 w 996"/>
                  <a:gd name="T11" fmla="*/ 852 h 890"/>
                  <a:gd name="T12" fmla="*/ 612 w 996"/>
                  <a:gd name="T13" fmla="*/ 849 h 890"/>
                  <a:gd name="T14" fmla="*/ 859 w 996"/>
                  <a:gd name="T15" fmla="*/ 694 h 890"/>
                  <a:gd name="T16" fmla="*/ 982 w 996"/>
                  <a:gd name="T17" fmla="*/ 547 h 8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6" h="890">
                    <a:moveTo>
                      <a:pt x="982" y="547"/>
                    </a:moveTo>
                    <a:cubicBezTo>
                      <a:pt x="980" y="474"/>
                      <a:pt x="982" y="96"/>
                      <a:pt x="982" y="96"/>
                    </a:cubicBezTo>
                    <a:cubicBezTo>
                      <a:pt x="982" y="96"/>
                      <a:pt x="996" y="0"/>
                      <a:pt x="764" y="53"/>
                    </a:cubicBezTo>
                    <a:cubicBezTo>
                      <a:pt x="534" y="105"/>
                      <a:pt x="286" y="222"/>
                      <a:pt x="98" y="453"/>
                    </a:cubicBezTo>
                    <a:cubicBezTo>
                      <a:pt x="73" y="484"/>
                      <a:pt x="0" y="567"/>
                      <a:pt x="85" y="613"/>
                    </a:cubicBezTo>
                    <a:cubicBezTo>
                      <a:pt x="169" y="659"/>
                      <a:pt x="501" y="852"/>
                      <a:pt x="501" y="852"/>
                    </a:cubicBezTo>
                    <a:cubicBezTo>
                      <a:pt x="501" y="852"/>
                      <a:pt x="563" y="890"/>
                      <a:pt x="612" y="849"/>
                    </a:cubicBezTo>
                    <a:cubicBezTo>
                      <a:pt x="661" y="808"/>
                      <a:pt x="764" y="724"/>
                      <a:pt x="859" y="694"/>
                    </a:cubicBezTo>
                    <a:cubicBezTo>
                      <a:pt x="947" y="667"/>
                      <a:pt x="984" y="672"/>
                      <a:pt x="982" y="547"/>
                    </a:cubicBezTo>
                    <a:close/>
                  </a:path>
                </a:pathLst>
              </a:custGeom>
              <a:solidFill>
                <a:srgbClr val="C00000"/>
              </a:solidFill>
              <a:ln>
                <a:noFill/>
              </a:ln>
            </p:spPr>
            <p:txBody>
              <a:bodyPr vert="horz" wrap="square" lIns="121882" tIns="60941" rIns="121882" bIns="60941"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dirty="0">
                  <a:ln>
                    <a:noFill/>
                  </a:ln>
                  <a:solidFill>
                    <a:srgbClr val="000000"/>
                  </a:solidFill>
                  <a:effectLst/>
                  <a:uLnTx/>
                  <a:uFillTx/>
                  <a:cs typeface="+mn-ea"/>
                  <a:sym typeface="+mn-lt"/>
                </a:endParaRPr>
              </a:p>
            </p:txBody>
          </p:sp>
        </p:grpSp>
        <p:sp>
          <p:nvSpPr>
            <p:cNvPr id="18" name="Rectangle 24"/>
            <p:cNvSpPr/>
            <p:nvPr/>
          </p:nvSpPr>
          <p:spPr>
            <a:xfrm>
              <a:off x="5275894" y="3456008"/>
              <a:ext cx="1595796" cy="830983"/>
            </a:xfrm>
            <a:prstGeom prst="rect">
              <a:avLst/>
            </a:prstGeom>
          </p:spPr>
          <p:txBody>
            <a:bodyPr wrap="square" lIns="91424" tIns="45713" rIns="91424" bIns="45713">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75000"/>
                      <a:lumOff val="25000"/>
                    </a:prstClr>
                  </a:solidFill>
                  <a:effectLst/>
                  <a:uLnTx/>
                  <a:uFillTx/>
                  <a:cs typeface="+mn-ea"/>
                  <a:sym typeface="+mn-lt"/>
                </a:rPr>
                <a:t>点击</a:t>
              </a:r>
              <a:endParaRPr kumimoji="0" lang="en-US" altLang="zh-CN" sz="2400" b="1" i="0" u="none" strike="noStrike" kern="1200" cap="none" spc="0" normalizeH="0" baseline="0" noProof="0" dirty="0">
                <a:ln>
                  <a:noFill/>
                </a:ln>
                <a:solidFill>
                  <a:prstClr val="black">
                    <a:lumMod val="75000"/>
                    <a:lumOff val="25000"/>
                  </a:prstClr>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lumMod val="75000"/>
                      <a:lumOff val="25000"/>
                    </a:prstClr>
                  </a:solidFill>
                  <a:effectLst/>
                  <a:uLnTx/>
                  <a:uFillTx/>
                  <a:cs typeface="+mn-ea"/>
                  <a:sym typeface="+mn-lt"/>
                </a:rPr>
                <a:t>输入标题</a:t>
              </a:r>
              <a:endParaRPr kumimoji="0" lang="en-US" sz="2400" b="1" i="0" u="none" strike="noStrike" kern="1200" cap="none" spc="0" normalizeH="0" baseline="0" noProof="0" dirty="0">
                <a:ln>
                  <a:noFill/>
                </a:ln>
                <a:solidFill>
                  <a:prstClr val="black">
                    <a:lumMod val="75000"/>
                    <a:lumOff val="25000"/>
                  </a:prstClr>
                </a:solidFill>
                <a:effectLst/>
                <a:uLnTx/>
                <a:uFillTx/>
                <a:cs typeface="+mn-ea"/>
                <a:sym typeface="+mn-lt"/>
              </a:endParaRPr>
            </a:p>
          </p:txBody>
        </p:sp>
      </p:grpSp>
      <p:grpSp>
        <p:nvGrpSpPr>
          <p:cNvPr id="25" name="组合 24"/>
          <p:cNvGrpSpPr/>
          <p:nvPr/>
        </p:nvGrpSpPr>
        <p:grpSpPr>
          <a:xfrm>
            <a:off x="1681104" y="1586946"/>
            <a:ext cx="3004616" cy="876034"/>
            <a:chOff x="1681104" y="1586946"/>
            <a:chExt cx="3004616" cy="876034"/>
          </a:xfrm>
        </p:grpSpPr>
        <p:sp>
          <p:nvSpPr>
            <p:cNvPr id="26"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7"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28" name="组合 27"/>
          <p:cNvGrpSpPr/>
          <p:nvPr/>
        </p:nvGrpSpPr>
        <p:grpSpPr>
          <a:xfrm>
            <a:off x="1681104" y="5103541"/>
            <a:ext cx="3004616" cy="876034"/>
            <a:chOff x="1681104" y="1586946"/>
            <a:chExt cx="3004616" cy="876034"/>
          </a:xfrm>
        </p:grpSpPr>
        <p:sp>
          <p:nvSpPr>
            <p:cNvPr id="29"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grpSp>
        <p:nvGrpSpPr>
          <p:cNvPr id="31" name="组合 30"/>
          <p:cNvGrpSpPr/>
          <p:nvPr/>
        </p:nvGrpSpPr>
        <p:grpSpPr>
          <a:xfrm>
            <a:off x="1028682" y="3345244"/>
            <a:ext cx="3004616" cy="876034"/>
            <a:chOff x="1681104" y="1586946"/>
            <a:chExt cx="3004616" cy="876034"/>
          </a:xfrm>
        </p:grpSpPr>
        <p:sp>
          <p:nvSpPr>
            <p:cNvPr id="32" name="Rectangle 16"/>
            <p:cNvSpPr/>
            <p:nvPr/>
          </p:nvSpPr>
          <p:spPr>
            <a:xfrm flipH="1">
              <a:off x="1681104" y="1936169"/>
              <a:ext cx="3004613" cy="526811"/>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3"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34" name="组合 33"/>
          <p:cNvGrpSpPr/>
          <p:nvPr/>
        </p:nvGrpSpPr>
        <p:grpSpPr>
          <a:xfrm flipH="1">
            <a:off x="7653820" y="1586946"/>
            <a:ext cx="3004616" cy="876034"/>
            <a:chOff x="1681104" y="1586946"/>
            <a:chExt cx="3004616" cy="876034"/>
          </a:xfrm>
        </p:grpSpPr>
        <p:sp>
          <p:nvSpPr>
            <p:cNvPr id="35"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6"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37" name="组合 36"/>
          <p:cNvGrpSpPr/>
          <p:nvPr/>
        </p:nvGrpSpPr>
        <p:grpSpPr>
          <a:xfrm flipH="1">
            <a:off x="7653820" y="5103541"/>
            <a:ext cx="3004616" cy="876034"/>
            <a:chOff x="1681104" y="1586946"/>
            <a:chExt cx="3004616" cy="876034"/>
          </a:xfrm>
        </p:grpSpPr>
        <p:sp>
          <p:nvSpPr>
            <p:cNvPr id="38"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9"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18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40" name="组合 39"/>
          <p:cNvGrpSpPr/>
          <p:nvPr/>
        </p:nvGrpSpPr>
        <p:grpSpPr>
          <a:xfrm flipH="1">
            <a:off x="8306242" y="3345244"/>
            <a:ext cx="3004616" cy="876034"/>
            <a:chOff x="1681104" y="1586946"/>
            <a:chExt cx="3004616" cy="876034"/>
          </a:xfrm>
        </p:grpSpPr>
        <p:sp>
          <p:nvSpPr>
            <p:cNvPr id="41" name="Rectangle 16"/>
            <p:cNvSpPr/>
            <p:nvPr/>
          </p:nvSpPr>
          <p:spPr>
            <a:xfrm flipH="1">
              <a:off x="1681104" y="1936169"/>
              <a:ext cx="3004613" cy="52681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0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a:t>
              </a:r>
              <a:endParaRPr kumimoji="0" lang="en-US" altLang="zh-CN" sz="100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2" name="Title 11"/>
            <p:cNvSpPr txBox="1"/>
            <p:nvPr/>
          </p:nvSpPr>
          <p:spPr>
            <a:xfrm flipH="1">
              <a:off x="3078565" y="1586946"/>
              <a:ext cx="1607155" cy="36933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1800" b="0" i="0" u="none" strike="noStrike" kern="1200" cap="none" spc="0" normalizeH="0" baseline="0" noProof="0" dirty="0">
                <a:ln>
                  <a:noFill/>
                </a:ln>
                <a:solidFill>
                  <a:srgbClr val="C00000"/>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fltVal val="0"/>
                                          </p:val>
                                        </p:tav>
                                        <p:tav tm="100000">
                                          <p:val>
                                            <p:strVal val="#ppt_w"/>
                                          </p:val>
                                        </p:tav>
                                      </p:tavLst>
                                    </p:anim>
                                    <p:anim calcmode="lin" valueType="num">
                                      <p:cBhvr>
                                        <p:cTn id="8" dur="750" fill="hold"/>
                                        <p:tgtEl>
                                          <p:spTgt spid="9"/>
                                        </p:tgtEl>
                                        <p:attrNameLst>
                                          <p:attrName>ppt_h</p:attrName>
                                        </p:attrNameLst>
                                      </p:cBhvr>
                                      <p:tavLst>
                                        <p:tav tm="0">
                                          <p:val>
                                            <p:fltVal val="0"/>
                                          </p:val>
                                        </p:tav>
                                        <p:tav tm="100000">
                                          <p:val>
                                            <p:strVal val="#ppt_h"/>
                                          </p:val>
                                        </p:tav>
                                      </p:tavLst>
                                    </p:anim>
                                    <p:animEffect transition="in" filter="fade">
                                      <p:cBhvr>
                                        <p:cTn id="9" dur="750"/>
                                        <p:tgtEl>
                                          <p:spTgt spid="9"/>
                                        </p:tgtEl>
                                      </p:cBhvr>
                                    </p:animEffect>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anim calcmode="lin" valueType="num">
                                      <p:cBhvr>
                                        <p:cTn id="14" dur="500" fill="hold"/>
                                        <p:tgtEl>
                                          <p:spTgt spid="16"/>
                                        </p:tgtEl>
                                        <p:attrNameLst>
                                          <p:attrName>ppt_x</p:attrName>
                                        </p:attrNameLst>
                                      </p:cBhvr>
                                      <p:tavLst>
                                        <p:tav tm="0">
                                          <p:val>
                                            <p:strVal val="#ppt_x"/>
                                          </p:val>
                                        </p:tav>
                                        <p:tav tm="100000">
                                          <p:val>
                                            <p:strVal val="#ppt_x"/>
                                          </p:val>
                                        </p:tav>
                                      </p:tavLst>
                                    </p:anim>
                                    <p:anim calcmode="lin" valueType="num">
                                      <p:cBhvr>
                                        <p:cTn id="15" dur="500" fill="hold"/>
                                        <p:tgtEl>
                                          <p:spTgt spid="16"/>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anim calcmode="lin" valueType="num">
                                      <p:cBhvr>
                                        <p:cTn id="20" dur="500" fill="hold"/>
                                        <p:tgtEl>
                                          <p:spTgt spid="25"/>
                                        </p:tgtEl>
                                        <p:attrNameLst>
                                          <p:attrName>ppt_x</p:attrName>
                                        </p:attrNameLst>
                                      </p:cBhvr>
                                      <p:tavLst>
                                        <p:tav tm="0">
                                          <p:val>
                                            <p:strVal val="#ppt_x"/>
                                          </p:val>
                                        </p:tav>
                                        <p:tav tm="100000">
                                          <p:val>
                                            <p:strVal val="#ppt_x"/>
                                          </p:val>
                                        </p:tav>
                                      </p:tavLst>
                                    </p:anim>
                                    <p:anim calcmode="lin" valueType="num">
                                      <p:cBhvr>
                                        <p:cTn id="21" dur="500" fill="hold"/>
                                        <p:tgtEl>
                                          <p:spTgt spid="25"/>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par>
                          <p:cTn id="28" fill="hold">
                            <p:stCondLst>
                              <p:cond delay="2500"/>
                            </p:stCondLst>
                            <p:childTnLst>
                              <p:par>
                                <p:cTn id="29" presetID="42" presetClass="entr" presetSubtype="0" fill="hold" nodeType="after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anim calcmode="lin" valueType="num">
                                      <p:cBhvr>
                                        <p:cTn id="32" dur="500" fill="hold"/>
                                        <p:tgtEl>
                                          <p:spTgt spid="31"/>
                                        </p:tgtEl>
                                        <p:attrNameLst>
                                          <p:attrName>ppt_x</p:attrName>
                                        </p:attrNameLst>
                                      </p:cBhvr>
                                      <p:tavLst>
                                        <p:tav tm="0">
                                          <p:val>
                                            <p:strVal val="#ppt_x"/>
                                          </p:val>
                                        </p:tav>
                                        <p:tav tm="100000">
                                          <p:val>
                                            <p:strVal val="#ppt_x"/>
                                          </p:val>
                                        </p:tav>
                                      </p:tavLst>
                                    </p:anim>
                                    <p:anim calcmode="lin" valueType="num">
                                      <p:cBhvr>
                                        <p:cTn id="33" dur="500" fill="hold"/>
                                        <p:tgtEl>
                                          <p:spTgt spid="31"/>
                                        </p:tgtEl>
                                        <p:attrNameLst>
                                          <p:attrName>ppt_y</p:attrName>
                                        </p:attrNameLst>
                                      </p:cBhvr>
                                      <p:tavLst>
                                        <p:tav tm="0">
                                          <p:val>
                                            <p:strVal val="#ppt_y+.1"/>
                                          </p:val>
                                        </p:tav>
                                        <p:tav tm="100000">
                                          <p:val>
                                            <p:strVal val="#ppt_y"/>
                                          </p:val>
                                        </p:tav>
                                      </p:tavLst>
                                    </p:anim>
                                  </p:childTnLst>
                                </p:cTn>
                              </p:par>
                            </p:childTnLst>
                          </p:cTn>
                        </p:par>
                        <p:par>
                          <p:cTn id="34" fill="hold">
                            <p:stCondLst>
                              <p:cond delay="3000"/>
                            </p:stCondLst>
                            <p:childTnLst>
                              <p:par>
                                <p:cTn id="35" presetID="42" presetClass="entr" presetSubtype="0"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anim calcmode="lin" valueType="num">
                                      <p:cBhvr>
                                        <p:cTn id="38" dur="500" fill="hold"/>
                                        <p:tgtEl>
                                          <p:spTgt spid="40"/>
                                        </p:tgtEl>
                                        <p:attrNameLst>
                                          <p:attrName>ppt_x</p:attrName>
                                        </p:attrNameLst>
                                      </p:cBhvr>
                                      <p:tavLst>
                                        <p:tav tm="0">
                                          <p:val>
                                            <p:strVal val="#ppt_x"/>
                                          </p:val>
                                        </p:tav>
                                        <p:tav tm="100000">
                                          <p:val>
                                            <p:strVal val="#ppt_x"/>
                                          </p:val>
                                        </p:tav>
                                      </p:tavLst>
                                    </p:anim>
                                    <p:anim calcmode="lin" valueType="num">
                                      <p:cBhvr>
                                        <p:cTn id="39" dur="500" fill="hold"/>
                                        <p:tgtEl>
                                          <p:spTgt spid="40"/>
                                        </p:tgtEl>
                                        <p:attrNameLst>
                                          <p:attrName>ppt_y</p:attrName>
                                        </p:attrNameLst>
                                      </p:cBhvr>
                                      <p:tavLst>
                                        <p:tav tm="0">
                                          <p:val>
                                            <p:strVal val="#ppt_y+.1"/>
                                          </p:val>
                                        </p:tav>
                                        <p:tav tm="100000">
                                          <p:val>
                                            <p:strVal val="#ppt_y"/>
                                          </p:val>
                                        </p:tav>
                                      </p:tavLst>
                                    </p:anim>
                                  </p:childTnLst>
                                </p:cTn>
                              </p:par>
                            </p:childTnLst>
                          </p:cTn>
                        </p:par>
                        <p:par>
                          <p:cTn id="40" fill="hold">
                            <p:stCondLst>
                              <p:cond delay="3500"/>
                            </p:stCondLst>
                            <p:childTnLst>
                              <p:par>
                                <p:cTn id="41" presetID="42" presetClass="entr" presetSubtype="0"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anim calcmode="lin" valueType="num">
                                      <p:cBhvr>
                                        <p:cTn id="44" dur="500" fill="hold"/>
                                        <p:tgtEl>
                                          <p:spTgt spid="28"/>
                                        </p:tgtEl>
                                        <p:attrNameLst>
                                          <p:attrName>ppt_x</p:attrName>
                                        </p:attrNameLst>
                                      </p:cBhvr>
                                      <p:tavLst>
                                        <p:tav tm="0">
                                          <p:val>
                                            <p:strVal val="#ppt_x"/>
                                          </p:val>
                                        </p:tav>
                                        <p:tav tm="100000">
                                          <p:val>
                                            <p:strVal val="#ppt_x"/>
                                          </p:val>
                                        </p:tav>
                                      </p:tavLst>
                                    </p:anim>
                                    <p:anim calcmode="lin" valueType="num">
                                      <p:cBhvr>
                                        <p:cTn id="45" dur="500" fill="hold"/>
                                        <p:tgtEl>
                                          <p:spTgt spid="28"/>
                                        </p:tgtEl>
                                        <p:attrNameLst>
                                          <p:attrName>ppt_y</p:attrName>
                                        </p:attrNameLst>
                                      </p:cBhvr>
                                      <p:tavLst>
                                        <p:tav tm="0">
                                          <p:val>
                                            <p:strVal val="#ppt_y+.1"/>
                                          </p:val>
                                        </p:tav>
                                        <p:tav tm="100000">
                                          <p:val>
                                            <p:strVal val="#ppt_y"/>
                                          </p:val>
                                        </p:tav>
                                      </p:tavLst>
                                    </p:anim>
                                  </p:childTnLst>
                                </p:cTn>
                              </p:par>
                            </p:childTnLst>
                          </p:cTn>
                        </p:par>
                        <p:par>
                          <p:cTn id="46" fill="hold">
                            <p:stCondLst>
                              <p:cond delay="4000"/>
                            </p:stCondLst>
                            <p:childTnLst>
                              <p:par>
                                <p:cTn id="47" presetID="42" presetClass="entr" presetSubtype="0" fill="hold" nodeType="after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anim calcmode="lin" valueType="num">
                                      <p:cBhvr>
                                        <p:cTn id="50" dur="500" fill="hold"/>
                                        <p:tgtEl>
                                          <p:spTgt spid="37"/>
                                        </p:tgtEl>
                                        <p:attrNameLst>
                                          <p:attrName>ppt_x</p:attrName>
                                        </p:attrNameLst>
                                      </p:cBhvr>
                                      <p:tavLst>
                                        <p:tav tm="0">
                                          <p:val>
                                            <p:strVal val="#ppt_x"/>
                                          </p:val>
                                        </p:tav>
                                        <p:tav tm="100000">
                                          <p:val>
                                            <p:strVal val="#ppt_x"/>
                                          </p:val>
                                        </p:tav>
                                      </p:tavLst>
                                    </p:anim>
                                    <p:anim calcmode="lin" valueType="num">
                                      <p:cBhvr>
                                        <p:cTn id="51"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4" y="4097663"/>
            <a:chExt cx="2386460" cy="460375"/>
          </a:xfrm>
        </p:grpSpPr>
        <p:sp>
          <p:nvSpPr>
            <p:cNvPr id="5"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13" name="组合 12"/>
          <p:cNvGrpSpPr/>
          <p:nvPr/>
        </p:nvGrpSpPr>
        <p:grpSpPr>
          <a:xfrm>
            <a:off x="7849359" y="1984476"/>
            <a:ext cx="3224953" cy="1193782"/>
            <a:chOff x="7441854" y="1760275"/>
            <a:chExt cx="3224953" cy="1193782"/>
          </a:xfrm>
        </p:grpSpPr>
        <p:grpSp>
          <p:nvGrpSpPr>
            <p:cNvPr id="14" name="Group 7"/>
            <p:cNvGrpSpPr/>
            <p:nvPr/>
          </p:nvGrpSpPr>
          <p:grpSpPr>
            <a:xfrm>
              <a:off x="7441854" y="1801333"/>
              <a:ext cx="405596" cy="405596"/>
              <a:chOff x="8240384" y="2954053"/>
              <a:chExt cx="405596" cy="405596"/>
            </a:xfrm>
          </p:grpSpPr>
          <p:sp>
            <p:nvSpPr>
              <p:cNvPr id="18" name="Oval 39"/>
              <p:cNvSpPr/>
              <p:nvPr/>
            </p:nvSpPr>
            <p:spPr>
              <a:xfrm>
                <a:off x="8240384" y="2954053"/>
                <a:ext cx="405596" cy="405596"/>
              </a:xfrm>
              <a:prstGeom prst="ellipse">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19"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0" cap="none" spc="0" normalizeH="0" baseline="0" noProof="0" dirty="0">
                    <a:ln>
                      <a:noFill/>
                    </a:ln>
                    <a:solidFill>
                      <a:srgbClr val="FEFEFE"/>
                    </a:solidFill>
                    <a:effectLst/>
                    <a:uLnTx/>
                    <a:uFillTx/>
                    <a:cs typeface="+mn-ea"/>
                    <a:sym typeface="+mn-lt"/>
                  </a:rPr>
                  <a:t>2</a:t>
                </a:r>
              </a:p>
            </p:txBody>
          </p:sp>
        </p:grpSp>
        <p:grpSp>
          <p:nvGrpSpPr>
            <p:cNvPr id="15" name="组合 14"/>
            <p:cNvGrpSpPr/>
            <p:nvPr/>
          </p:nvGrpSpPr>
          <p:grpSpPr>
            <a:xfrm flipH="1">
              <a:off x="7967113" y="1760275"/>
              <a:ext cx="2699694" cy="1193782"/>
              <a:chOff x="1895297" y="2159076"/>
              <a:chExt cx="2228941" cy="985618"/>
            </a:xfrm>
          </p:grpSpPr>
          <p:sp>
            <p:nvSpPr>
              <p:cNvPr id="16"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7"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20" name="组合 19"/>
          <p:cNvGrpSpPr/>
          <p:nvPr/>
        </p:nvGrpSpPr>
        <p:grpSpPr>
          <a:xfrm>
            <a:off x="7849359" y="4027210"/>
            <a:ext cx="3224953" cy="1193782"/>
            <a:chOff x="7441854" y="1760275"/>
            <a:chExt cx="3224953" cy="1193782"/>
          </a:xfrm>
        </p:grpSpPr>
        <p:grpSp>
          <p:nvGrpSpPr>
            <p:cNvPr id="21" name="Group 7"/>
            <p:cNvGrpSpPr/>
            <p:nvPr/>
          </p:nvGrpSpPr>
          <p:grpSpPr>
            <a:xfrm>
              <a:off x="7441854" y="1801333"/>
              <a:ext cx="405596" cy="405596"/>
              <a:chOff x="8240384" y="2954053"/>
              <a:chExt cx="405596" cy="405596"/>
            </a:xfrm>
          </p:grpSpPr>
          <p:sp>
            <p:nvSpPr>
              <p:cNvPr id="25" name="Oval 39"/>
              <p:cNvSpPr/>
              <p:nvPr/>
            </p:nvSpPr>
            <p:spPr>
              <a:xfrm>
                <a:off x="8240384" y="2954053"/>
                <a:ext cx="405596" cy="405596"/>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26"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4</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22" name="组合 21"/>
            <p:cNvGrpSpPr/>
            <p:nvPr/>
          </p:nvGrpSpPr>
          <p:grpSpPr>
            <a:xfrm flipH="1">
              <a:off x="7967113" y="1760275"/>
              <a:ext cx="2699694" cy="1193782"/>
              <a:chOff x="1895297" y="2159076"/>
              <a:chExt cx="2228941" cy="985618"/>
            </a:xfrm>
          </p:grpSpPr>
          <p:sp>
            <p:nvSpPr>
              <p:cNvPr id="23" name="Rectangle 16"/>
              <p:cNvSpPr/>
              <p:nvPr/>
            </p:nvSpPr>
            <p:spPr>
              <a:xfrm flipH="1">
                <a:off x="1895297" y="2468130"/>
                <a:ext cx="2228941" cy="67656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24"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27" name="组合 26"/>
          <p:cNvGrpSpPr/>
          <p:nvPr/>
        </p:nvGrpSpPr>
        <p:grpSpPr>
          <a:xfrm flipH="1">
            <a:off x="1141839" y="1984476"/>
            <a:ext cx="3224953" cy="1193782"/>
            <a:chOff x="7441854" y="1760275"/>
            <a:chExt cx="3224953" cy="1193782"/>
          </a:xfrm>
        </p:grpSpPr>
        <p:grpSp>
          <p:nvGrpSpPr>
            <p:cNvPr id="28" name="Group 7"/>
            <p:cNvGrpSpPr/>
            <p:nvPr/>
          </p:nvGrpSpPr>
          <p:grpSpPr>
            <a:xfrm>
              <a:off x="7441854" y="1801333"/>
              <a:ext cx="405596" cy="405596"/>
              <a:chOff x="8240384" y="2954053"/>
              <a:chExt cx="405596" cy="405596"/>
            </a:xfrm>
          </p:grpSpPr>
          <p:sp>
            <p:nvSpPr>
              <p:cNvPr id="32" name="Oval 39"/>
              <p:cNvSpPr/>
              <p:nvPr/>
            </p:nvSpPr>
            <p:spPr>
              <a:xfrm>
                <a:off x="8240384" y="2954053"/>
                <a:ext cx="405596" cy="405596"/>
              </a:xfrm>
              <a:prstGeom prst="ellipse">
                <a:avLst/>
              </a:prstGeom>
              <a:solidFill>
                <a:srgbClr val="C00000"/>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33"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1</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29" name="组合 28"/>
            <p:cNvGrpSpPr/>
            <p:nvPr/>
          </p:nvGrpSpPr>
          <p:grpSpPr>
            <a:xfrm flipH="1">
              <a:off x="7967113" y="1760275"/>
              <a:ext cx="2699694" cy="1193782"/>
              <a:chOff x="1895297" y="2159076"/>
              <a:chExt cx="2228941" cy="985618"/>
            </a:xfrm>
          </p:grpSpPr>
          <p:sp>
            <p:nvSpPr>
              <p:cNvPr id="30"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1"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34" name="组合 33"/>
          <p:cNvGrpSpPr/>
          <p:nvPr/>
        </p:nvGrpSpPr>
        <p:grpSpPr>
          <a:xfrm flipH="1">
            <a:off x="1141839" y="4027210"/>
            <a:ext cx="3224953" cy="1193782"/>
            <a:chOff x="7441854" y="1760275"/>
            <a:chExt cx="3224953" cy="1193782"/>
          </a:xfrm>
        </p:grpSpPr>
        <p:grpSp>
          <p:nvGrpSpPr>
            <p:cNvPr id="35" name="Group 7"/>
            <p:cNvGrpSpPr/>
            <p:nvPr/>
          </p:nvGrpSpPr>
          <p:grpSpPr>
            <a:xfrm>
              <a:off x="7441854" y="1801333"/>
              <a:ext cx="405596" cy="405596"/>
              <a:chOff x="8240384" y="2954053"/>
              <a:chExt cx="405596" cy="405596"/>
            </a:xfrm>
          </p:grpSpPr>
          <p:sp>
            <p:nvSpPr>
              <p:cNvPr id="39" name="Oval 39"/>
              <p:cNvSpPr/>
              <p:nvPr/>
            </p:nvSpPr>
            <p:spPr>
              <a:xfrm>
                <a:off x="8240384" y="2954053"/>
                <a:ext cx="405596" cy="405596"/>
              </a:xfrm>
              <a:prstGeom prst="ellipse">
                <a:avLst/>
              </a:prstGeom>
              <a:solidFill>
                <a:schemeClr val="tx1">
                  <a:lumMod val="75000"/>
                  <a:lumOff val="25000"/>
                </a:schemeClr>
              </a:solidFill>
              <a:ln w="12700" cap="flat" cmpd="sng" algn="ctr">
                <a:noFill/>
                <a:prstDash val="solid"/>
                <a:miter lim="800000"/>
              </a:ln>
              <a:effectLst/>
            </p:spPr>
            <p:txBody>
              <a:bodyPr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cs typeface="+mn-ea"/>
                  <a:sym typeface="+mn-lt"/>
                </a:endParaRPr>
              </a:p>
            </p:txBody>
          </p:sp>
          <p:sp>
            <p:nvSpPr>
              <p:cNvPr id="40" name="TextBox 40"/>
              <p:cNvSpPr txBox="1"/>
              <p:nvPr/>
            </p:nvSpPr>
            <p:spPr>
              <a:xfrm>
                <a:off x="8250317" y="2987574"/>
                <a:ext cx="385731" cy="338554"/>
              </a:xfrm>
              <a:prstGeom prst="rect">
                <a:avLst/>
              </a:prstGeom>
              <a:noFill/>
            </p:spPr>
            <p:txBody>
              <a:bodyPr wrap="square" numCol="1" spcCol="45720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0" cap="none" spc="0" normalizeH="0" baseline="0" noProof="0" dirty="0">
                    <a:ln>
                      <a:noFill/>
                    </a:ln>
                    <a:solidFill>
                      <a:srgbClr val="FEFEFE"/>
                    </a:solidFill>
                    <a:effectLst/>
                    <a:uLnTx/>
                    <a:uFillTx/>
                    <a:cs typeface="+mn-ea"/>
                    <a:sym typeface="+mn-lt"/>
                  </a:rPr>
                  <a:t>3</a:t>
                </a:r>
                <a:endParaRPr kumimoji="0" lang="en-US" sz="1600" b="1" i="0" u="none" strike="noStrike" kern="0" cap="none" spc="0" normalizeH="0" baseline="0" noProof="0" dirty="0">
                  <a:ln>
                    <a:noFill/>
                  </a:ln>
                  <a:solidFill>
                    <a:srgbClr val="FEFEFE"/>
                  </a:solidFill>
                  <a:effectLst/>
                  <a:uLnTx/>
                  <a:uFillTx/>
                  <a:cs typeface="+mn-ea"/>
                  <a:sym typeface="+mn-lt"/>
                </a:endParaRPr>
              </a:p>
            </p:txBody>
          </p:sp>
        </p:grpSp>
        <p:grpSp>
          <p:nvGrpSpPr>
            <p:cNvPr id="36" name="组合 35"/>
            <p:cNvGrpSpPr/>
            <p:nvPr/>
          </p:nvGrpSpPr>
          <p:grpSpPr>
            <a:xfrm flipH="1">
              <a:off x="7967113" y="1760275"/>
              <a:ext cx="2699694" cy="1193782"/>
              <a:chOff x="1895297" y="2159076"/>
              <a:chExt cx="2228941" cy="985618"/>
            </a:xfrm>
          </p:grpSpPr>
          <p:sp>
            <p:nvSpPr>
              <p:cNvPr id="37" name="Rectangle 16"/>
              <p:cNvSpPr/>
              <p:nvPr/>
            </p:nvSpPr>
            <p:spPr>
              <a:xfrm flipH="1">
                <a:off x="1895297" y="2468130"/>
                <a:ext cx="2228941" cy="676564"/>
              </a:xfrm>
              <a:prstGeom prst="rect">
                <a:avLst/>
              </a:prstGeom>
            </p:spPr>
            <p:txBody>
              <a:bodyPr wrap="square">
                <a:spAutoFit/>
              </a:bodyPr>
              <a:lstStyle/>
              <a:p>
                <a:pPr marL="0" marR="0" lvl="0" indent="0" algn="r"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8" name="Title 11"/>
              <p:cNvSpPr txBox="1"/>
              <p:nvPr/>
            </p:nvSpPr>
            <p:spPr>
              <a:xfrm flipH="1">
                <a:off x="2517083" y="2159076"/>
                <a:ext cx="1607155" cy="330342"/>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49" name="组合 48"/>
          <p:cNvGrpSpPr/>
          <p:nvPr/>
        </p:nvGrpSpPr>
        <p:grpSpPr>
          <a:xfrm>
            <a:off x="4746652" y="4129537"/>
            <a:ext cx="2698696" cy="880901"/>
            <a:chOff x="4746652" y="2499360"/>
            <a:chExt cx="2698696" cy="880901"/>
          </a:xfrm>
        </p:grpSpPr>
        <p:sp>
          <p:nvSpPr>
            <p:cNvPr id="50" name="菱形 49"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1" name="菱形 50"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52"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45" name="组合 44"/>
          <p:cNvGrpSpPr/>
          <p:nvPr/>
        </p:nvGrpSpPr>
        <p:grpSpPr>
          <a:xfrm>
            <a:off x="4746652" y="3405410"/>
            <a:ext cx="2698696" cy="880901"/>
            <a:chOff x="4746652" y="2499360"/>
            <a:chExt cx="2698696" cy="880901"/>
          </a:xfrm>
        </p:grpSpPr>
        <p:sp>
          <p:nvSpPr>
            <p:cNvPr id="46" name="菱形 45"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7" name="菱形 46"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8"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41" name="组合 40"/>
          <p:cNvGrpSpPr/>
          <p:nvPr/>
        </p:nvGrpSpPr>
        <p:grpSpPr>
          <a:xfrm>
            <a:off x="4746652" y="2681284"/>
            <a:ext cx="2698696" cy="880901"/>
            <a:chOff x="4746652" y="2499360"/>
            <a:chExt cx="2698696" cy="880901"/>
          </a:xfrm>
        </p:grpSpPr>
        <p:sp>
          <p:nvSpPr>
            <p:cNvPr id="42" name="菱形 41"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3" name="菱形 42"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44"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9" name="组合 8"/>
          <p:cNvGrpSpPr/>
          <p:nvPr/>
        </p:nvGrpSpPr>
        <p:grpSpPr>
          <a:xfrm>
            <a:off x="4746652" y="1957158"/>
            <a:ext cx="2698696" cy="880901"/>
            <a:chOff x="4746652" y="2499360"/>
            <a:chExt cx="2698696" cy="880901"/>
          </a:xfrm>
        </p:grpSpPr>
        <p:sp>
          <p:nvSpPr>
            <p:cNvPr id="10" name="菱形 9"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568800"/>
              <a:ext cx="2698696" cy="81146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1" name="菱形 10" descr="e7d195523061f1c066b244f4f0640bbcf3715a5d8e4c1f9c0CC89F802DB1C6DCEED83B96BD2FE003EF101F1D2A7FDAC955EBEE173D2520FDFAE65A13FA12EC6F1609809A21EAC5BB0195E08AA6A710E6248429B268CDE7E0F88F10A96895837156FB42290AC6FF6844AC8D7BC66D84E1A375D7292B4D3C92710E9760418CBD08A66F9A20065CD769C6E57D7D5753DF6E"/>
            <p:cNvSpPr/>
            <p:nvPr/>
          </p:nvSpPr>
          <p:spPr>
            <a:xfrm>
              <a:off x="4746652" y="2499360"/>
              <a:ext cx="2698696" cy="811461"/>
            </a:xfrm>
            <a:prstGeom prst="diamond">
              <a:avLst/>
            </a:prstGeom>
            <a:noFill/>
            <a:ln>
              <a:gradFill>
                <a:gsLst>
                  <a:gs pos="20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Rectangle 30"/>
            <p:cNvSpPr/>
            <p:nvPr/>
          </p:nvSpPr>
          <p:spPr>
            <a:xfrm>
              <a:off x="6002243" y="2820194"/>
              <a:ext cx="242373" cy="272088"/>
            </a:xfrm>
            <a:custGeom>
              <a:avLst/>
              <a:gdLst>
                <a:gd name="connsiteX0" fmla="*/ 390720 w 540460"/>
                <a:gd name="connsiteY0" fmla="*/ 497063 h 606722"/>
                <a:gd name="connsiteX1" fmla="*/ 439286 w 540460"/>
                <a:gd name="connsiteY1" fmla="*/ 497063 h 606722"/>
                <a:gd name="connsiteX2" fmla="*/ 488030 w 540460"/>
                <a:gd name="connsiteY2" fmla="*/ 586283 h 606722"/>
                <a:gd name="connsiteX3" fmla="*/ 450583 w 540460"/>
                <a:gd name="connsiteY3" fmla="*/ 606722 h 606722"/>
                <a:gd name="connsiteX4" fmla="*/ 248884 w 540460"/>
                <a:gd name="connsiteY4" fmla="*/ 497063 h 606722"/>
                <a:gd name="connsiteX5" fmla="*/ 291576 w 540460"/>
                <a:gd name="connsiteY5" fmla="*/ 497063 h 606722"/>
                <a:gd name="connsiteX6" fmla="*/ 291576 w 540460"/>
                <a:gd name="connsiteY6" fmla="*/ 553868 h 606722"/>
                <a:gd name="connsiteX7" fmla="*/ 248884 w 540460"/>
                <a:gd name="connsiteY7" fmla="*/ 553868 h 606722"/>
                <a:gd name="connsiteX8" fmla="*/ 101059 w 540460"/>
                <a:gd name="connsiteY8" fmla="*/ 497063 h 606722"/>
                <a:gd name="connsiteX9" fmla="*/ 149669 w 540460"/>
                <a:gd name="connsiteY9" fmla="*/ 497063 h 606722"/>
                <a:gd name="connsiteX10" fmla="*/ 89752 w 540460"/>
                <a:gd name="connsiteY10" fmla="*/ 606722 h 606722"/>
                <a:gd name="connsiteX11" fmla="*/ 52359 w 540460"/>
                <a:gd name="connsiteY11" fmla="*/ 586283 h 606722"/>
                <a:gd name="connsiteX12" fmla="*/ 0 w 540460"/>
                <a:gd name="connsiteY12" fmla="*/ 383523 h 606722"/>
                <a:gd name="connsiteX13" fmla="*/ 540460 w 540460"/>
                <a:gd name="connsiteY13" fmla="*/ 383523 h 606722"/>
                <a:gd name="connsiteX14" fmla="*/ 540460 w 540460"/>
                <a:gd name="connsiteY14" fmla="*/ 454512 h 606722"/>
                <a:gd name="connsiteX15" fmla="*/ 0 w 540460"/>
                <a:gd name="connsiteY15" fmla="*/ 454512 h 606722"/>
                <a:gd name="connsiteX16" fmla="*/ 298642 w 540460"/>
                <a:gd name="connsiteY16" fmla="*/ 255690 h 606722"/>
                <a:gd name="connsiteX17" fmla="*/ 298642 w 540460"/>
                <a:gd name="connsiteY17" fmla="*/ 298260 h 606722"/>
                <a:gd name="connsiteX18" fmla="*/ 398243 w 540460"/>
                <a:gd name="connsiteY18" fmla="*/ 298260 h 606722"/>
                <a:gd name="connsiteX19" fmla="*/ 398243 w 540460"/>
                <a:gd name="connsiteY19" fmla="*/ 255690 h 606722"/>
                <a:gd name="connsiteX20" fmla="*/ 248886 w 540460"/>
                <a:gd name="connsiteY20" fmla="*/ 0 h 606722"/>
                <a:gd name="connsiteX21" fmla="*/ 291522 w 540460"/>
                <a:gd name="connsiteY21" fmla="*/ 0 h 606722"/>
                <a:gd name="connsiteX22" fmla="*/ 291522 w 540460"/>
                <a:gd name="connsiteY22" fmla="*/ 71010 h 606722"/>
                <a:gd name="connsiteX23" fmla="*/ 483514 w 540460"/>
                <a:gd name="connsiteY23" fmla="*/ 71010 h 606722"/>
                <a:gd name="connsiteX24" fmla="*/ 483514 w 540460"/>
                <a:gd name="connsiteY24" fmla="*/ 340831 h 606722"/>
                <a:gd name="connsiteX25" fmla="*/ 56805 w 540460"/>
                <a:gd name="connsiteY25" fmla="*/ 340831 h 606722"/>
                <a:gd name="connsiteX26" fmla="*/ 56805 w 540460"/>
                <a:gd name="connsiteY26" fmla="*/ 71010 h 606722"/>
                <a:gd name="connsiteX27" fmla="*/ 248886 w 540460"/>
                <a:gd name="connsiteY27" fmla="*/ 7101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460" h="606722">
                  <a:moveTo>
                    <a:pt x="390720" y="497063"/>
                  </a:moveTo>
                  <a:lnTo>
                    <a:pt x="439286" y="497063"/>
                  </a:lnTo>
                  <a:lnTo>
                    <a:pt x="488030" y="586283"/>
                  </a:lnTo>
                  <a:lnTo>
                    <a:pt x="450583" y="606722"/>
                  </a:lnTo>
                  <a:close/>
                  <a:moveTo>
                    <a:pt x="248884" y="497063"/>
                  </a:moveTo>
                  <a:lnTo>
                    <a:pt x="291576" y="497063"/>
                  </a:lnTo>
                  <a:lnTo>
                    <a:pt x="291576" y="553868"/>
                  </a:lnTo>
                  <a:lnTo>
                    <a:pt x="248884" y="553868"/>
                  </a:lnTo>
                  <a:close/>
                  <a:moveTo>
                    <a:pt x="101059" y="497063"/>
                  </a:moveTo>
                  <a:lnTo>
                    <a:pt x="149669" y="497063"/>
                  </a:lnTo>
                  <a:lnTo>
                    <a:pt x="89752" y="606722"/>
                  </a:lnTo>
                  <a:lnTo>
                    <a:pt x="52359" y="586283"/>
                  </a:lnTo>
                  <a:close/>
                  <a:moveTo>
                    <a:pt x="0" y="383523"/>
                  </a:moveTo>
                  <a:lnTo>
                    <a:pt x="540460" y="383523"/>
                  </a:lnTo>
                  <a:lnTo>
                    <a:pt x="540460" y="454512"/>
                  </a:lnTo>
                  <a:lnTo>
                    <a:pt x="0" y="454512"/>
                  </a:lnTo>
                  <a:close/>
                  <a:moveTo>
                    <a:pt x="298642" y="255690"/>
                  </a:moveTo>
                  <a:lnTo>
                    <a:pt x="298642" y="298260"/>
                  </a:lnTo>
                  <a:lnTo>
                    <a:pt x="398243" y="298260"/>
                  </a:lnTo>
                  <a:lnTo>
                    <a:pt x="398243" y="255690"/>
                  </a:lnTo>
                  <a:close/>
                  <a:moveTo>
                    <a:pt x="248886" y="0"/>
                  </a:moveTo>
                  <a:lnTo>
                    <a:pt x="291522" y="0"/>
                  </a:lnTo>
                  <a:lnTo>
                    <a:pt x="291522" y="71010"/>
                  </a:lnTo>
                  <a:lnTo>
                    <a:pt x="483514" y="71010"/>
                  </a:lnTo>
                  <a:lnTo>
                    <a:pt x="483514" y="340831"/>
                  </a:lnTo>
                  <a:lnTo>
                    <a:pt x="56805" y="340831"/>
                  </a:lnTo>
                  <a:lnTo>
                    <a:pt x="56805" y="71010"/>
                  </a:lnTo>
                  <a:lnTo>
                    <a:pt x="248886" y="71010"/>
                  </a:lnTo>
                  <a:close/>
                </a:path>
              </a:pathLst>
            </a:custGeom>
            <a:gradFill>
              <a:gsLst>
                <a:gs pos="0">
                  <a:schemeClr val="bg1">
                    <a:alpha val="17000"/>
                  </a:schemeClr>
                </a:gs>
                <a:gs pos="100000">
                  <a:schemeClr val="bg1"/>
                </a:gs>
              </a:gsLst>
              <a:lin ang="5400000" scaled="1"/>
            </a:gradFill>
            <a:ln w="12700" cap="flat" cmpd="sng" algn="ctr">
              <a:noFill/>
              <a:prstDash val="solid"/>
              <a:miter lim="800000"/>
            </a:ln>
            <a:effectLst/>
            <a:scene3d>
              <a:camera prst="perspectiveRelaxedModerately" fov="7200000">
                <a:rot lat="17990620" lon="0" rev="0"/>
              </a:camera>
              <a:lightRig rig="threePt" dir="t"/>
            </a:scene3d>
            <a:sp3d prstMaterial="matte"/>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anim calcmode="lin" valueType="num">
                                      <p:cBhvr>
                                        <p:cTn id="8" dur="500" fill="hold"/>
                                        <p:tgtEl>
                                          <p:spTgt spid="13"/>
                                        </p:tgtEl>
                                        <p:attrNameLst>
                                          <p:attrName>ppt_x</p:attrName>
                                        </p:attrNameLst>
                                      </p:cBhvr>
                                      <p:tavLst>
                                        <p:tav tm="0">
                                          <p:val>
                                            <p:strVal val="#ppt_x"/>
                                          </p:val>
                                        </p:tav>
                                        <p:tav tm="100000">
                                          <p:val>
                                            <p:strVal val="#ppt_x"/>
                                          </p:val>
                                        </p:tav>
                                      </p:tavLst>
                                    </p:anim>
                                    <p:anim calcmode="lin" valueType="num">
                                      <p:cBhvr>
                                        <p:cTn id="9" dur="500" fill="hold"/>
                                        <p:tgtEl>
                                          <p:spTgt spid="13"/>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anim calcmode="lin" valueType="num">
                                      <p:cBhvr>
                                        <p:cTn id="14" dur="500" fill="hold"/>
                                        <p:tgtEl>
                                          <p:spTgt spid="20"/>
                                        </p:tgtEl>
                                        <p:attrNameLst>
                                          <p:attrName>ppt_x</p:attrName>
                                        </p:attrNameLst>
                                      </p:cBhvr>
                                      <p:tavLst>
                                        <p:tav tm="0">
                                          <p:val>
                                            <p:strVal val="#ppt_x"/>
                                          </p:val>
                                        </p:tav>
                                        <p:tav tm="100000">
                                          <p:val>
                                            <p:strVal val="#ppt_x"/>
                                          </p:val>
                                        </p:tav>
                                      </p:tavLst>
                                    </p:anim>
                                    <p:anim calcmode="lin" valueType="num">
                                      <p:cBhvr>
                                        <p:cTn id="15" dur="5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anim calcmode="lin" valueType="num">
                                      <p:cBhvr>
                                        <p:cTn id="20" dur="500" fill="hold"/>
                                        <p:tgtEl>
                                          <p:spTgt spid="27"/>
                                        </p:tgtEl>
                                        <p:attrNameLst>
                                          <p:attrName>ppt_x</p:attrName>
                                        </p:attrNameLst>
                                      </p:cBhvr>
                                      <p:tavLst>
                                        <p:tav tm="0">
                                          <p:val>
                                            <p:strVal val="#ppt_x"/>
                                          </p:val>
                                        </p:tav>
                                        <p:tav tm="100000">
                                          <p:val>
                                            <p:strVal val="#ppt_x"/>
                                          </p:val>
                                        </p:tav>
                                      </p:tavLst>
                                    </p:anim>
                                    <p:anim calcmode="lin" valueType="num">
                                      <p:cBhvr>
                                        <p:cTn id="21" dur="500" fill="hold"/>
                                        <p:tgtEl>
                                          <p:spTgt spid="27"/>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p:cTn id="26" dur="500" fill="hold"/>
                                        <p:tgtEl>
                                          <p:spTgt spid="34"/>
                                        </p:tgtEl>
                                        <p:attrNameLst>
                                          <p:attrName>ppt_x</p:attrName>
                                        </p:attrNameLst>
                                      </p:cBhvr>
                                      <p:tavLst>
                                        <p:tav tm="0">
                                          <p:val>
                                            <p:strVal val="#ppt_x"/>
                                          </p:val>
                                        </p:tav>
                                        <p:tav tm="100000">
                                          <p:val>
                                            <p:strVal val="#ppt_x"/>
                                          </p:val>
                                        </p:tav>
                                      </p:tavLst>
                                    </p:anim>
                                    <p:anim calcmode="lin" valueType="num">
                                      <p:cBhvr>
                                        <p:cTn id="27" dur="5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6"/>
          <p:cNvSpPr>
            <a:spLocks noChangeShapeType="1"/>
          </p:cNvSpPr>
          <p:nvPr/>
        </p:nvSpPr>
        <p:spPr bwMode="auto">
          <a:xfrm>
            <a:off x="2923002" y="2717278"/>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5" name="Line 7"/>
          <p:cNvSpPr>
            <a:spLocks noChangeShapeType="1"/>
          </p:cNvSpPr>
          <p:nvPr/>
        </p:nvSpPr>
        <p:spPr bwMode="auto">
          <a:xfrm>
            <a:off x="2923002" y="3058060"/>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6" name="Line 8"/>
          <p:cNvSpPr>
            <a:spLocks noChangeShapeType="1"/>
          </p:cNvSpPr>
          <p:nvPr/>
        </p:nvSpPr>
        <p:spPr bwMode="auto">
          <a:xfrm>
            <a:off x="2923002" y="3400908"/>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7" name="Line 9"/>
          <p:cNvSpPr>
            <a:spLocks noChangeShapeType="1"/>
          </p:cNvSpPr>
          <p:nvPr/>
        </p:nvSpPr>
        <p:spPr bwMode="auto">
          <a:xfrm>
            <a:off x="2923002" y="3743755"/>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8" name="Line 10"/>
          <p:cNvSpPr>
            <a:spLocks noChangeShapeType="1"/>
          </p:cNvSpPr>
          <p:nvPr/>
        </p:nvSpPr>
        <p:spPr bwMode="auto">
          <a:xfrm>
            <a:off x="2923002" y="4082471"/>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9" name="Line 11"/>
          <p:cNvSpPr>
            <a:spLocks noChangeShapeType="1"/>
          </p:cNvSpPr>
          <p:nvPr/>
        </p:nvSpPr>
        <p:spPr bwMode="auto">
          <a:xfrm>
            <a:off x="2923002" y="4425319"/>
            <a:ext cx="520949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0" name="Line 12"/>
          <p:cNvSpPr>
            <a:spLocks noChangeShapeType="1"/>
          </p:cNvSpPr>
          <p:nvPr/>
        </p:nvSpPr>
        <p:spPr bwMode="auto">
          <a:xfrm>
            <a:off x="2923002" y="4776427"/>
            <a:ext cx="5221119" cy="0"/>
          </a:xfrm>
          <a:prstGeom prst="line">
            <a:avLst/>
          </a:prstGeom>
          <a:noFill/>
          <a:ln w="9">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1" name="Line 13"/>
          <p:cNvSpPr>
            <a:spLocks noChangeShapeType="1"/>
          </p:cNvSpPr>
          <p:nvPr/>
        </p:nvSpPr>
        <p:spPr bwMode="auto">
          <a:xfrm flipV="1">
            <a:off x="8144122" y="2715214"/>
            <a:ext cx="0" cy="2061213"/>
          </a:xfrm>
          <a:prstGeom prst="line">
            <a:avLst/>
          </a:prstGeom>
          <a:noFill/>
          <a:ln w="9">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2" name="Line 14"/>
          <p:cNvSpPr>
            <a:spLocks noChangeShapeType="1"/>
          </p:cNvSpPr>
          <p:nvPr/>
        </p:nvSpPr>
        <p:spPr bwMode="auto">
          <a:xfrm flipH="1">
            <a:off x="2923002" y="2715214"/>
            <a:ext cx="5221119" cy="0"/>
          </a:xfrm>
          <a:prstGeom prst="line">
            <a:avLst/>
          </a:prstGeom>
          <a:noFill/>
          <a:ln w="9">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3" name="Line 15"/>
          <p:cNvSpPr>
            <a:spLocks noChangeShapeType="1"/>
          </p:cNvSpPr>
          <p:nvPr/>
        </p:nvSpPr>
        <p:spPr bwMode="auto">
          <a:xfrm>
            <a:off x="2923002" y="2715214"/>
            <a:ext cx="0" cy="2061213"/>
          </a:xfrm>
          <a:prstGeom prst="line">
            <a:avLst/>
          </a:prstGeom>
          <a:noFill/>
          <a:ln w="9">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14" name="Line 16"/>
          <p:cNvSpPr>
            <a:spLocks noChangeShapeType="1"/>
          </p:cNvSpPr>
          <p:nvPr/>
        </p:nvSpPr>
        <p:spPr bwMode="auto">
          <a:xfrm>
            <a:off x="7481798" y="3058060"/>
            <a:ext cx="0" cy="170804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5" name="Line 17"/>
          <p:cNvSpPr>
            <a:spLocks noChangeShapeType="1"/>
          </p:cNvSpPr>
          <p:nvPr/>
        </p:nvSpPr>
        <p:spPr bwMode="auto">
          <a:xfrm>
            <a:off x="6178456" y="3572332"/>
            <a:ext cx="0" cy="1193769"/>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6" name="Line 18"/>
          <p:cNvSpPr>
            <a:spLocks noChangeShapeType="1"/>
          </p:cNvSpPr>
          <p:nvPr/>
        </p:nvSpPr>
        <p:spPr bwMode="auto">
          <a:xfrm>
            <a:off x="4877050" y="3264596"/>
            <a:ext cx="0" cy="1501505"/>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7" name="Line 19"/>
          <p:cNvSpPr>
            <a:spLocks noChangeShapeType="1"/>
          </p:cNvSpPr>
          <p:nvPr/>
        </p:nvSpPr>
        <p:spPr bwMode="auto">
          <a:xfrm>
            <a:off x="3573706" y="3299706"/>
            <a:ext cx="0" cy="1466395"/>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18" name="Line 20"/>
          <p:cNvSpPr>
            <a:spLocks noChangeShapeType="1"/>
          </p:cNvSpPr>
          <p:nvPr/>
        </p:nvSpPr>
        <p:spPr bwMode="auto">
          <a:xfrm>
            <a:off x="2894922" y="2717278"/>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19" name="Line 21"/>
          <p:cNvSpPr>
            <a:spLocks noChangeShapeType="1"/>
          </p:cNvSpPr>
          <p:nvPr/>
        </p:nvSpPr>
        <p:spPr bwMode="auto">
          <a:xfrm>
            <a:off x="2894922" y="3058060"/>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0" name="Line 22"/>
          <p:cNvSpPr>
            <a:spLocks noChangeShapeType="1"/>
          </p:cNvSpPr>
          <p:nvPr/>
        </p:nvSpPr>
        <p:spPr bwMode="auto">
          <a:xfrm>
            <a:off x="2894922" y="3400908"/>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1" name="Line 23"/>
          <p:cNvSpPr>
            <a:spLocks noChangeShapeType="1"/>
          </p:cNvSpPr>
          <p:nvPr/>
        </p:nvSpPr>
        <p:spPr bwMode="auto">
          <a:xfrm>
            <a:off x="2894922" y="3743755"/>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2" name="Line 24"/>
          <p:cNvSpPr>
            <a:spLocks noChangeShapeType="1"/>
          </p:cNvSpPr>
          <p:nvPr/>
        </p:nvSpPr>
        <p:spPr bwMode="auto">
          <a:xfrm>
            <a:off x="2894922" y="4082471"/>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3" name="Line 25"/>
          <p:cNvSpPr>
            <a:spLocks noChangeShapeType="1"/>
          </p:cNvSpPr>
          <p:nvPr/>
        </p:nvSpPr>
        <p:spPr bwMode="auto">
          <a:xfrm>
            <a:off x="2894922" y="4425319"/>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4" name="Line 26"/>
          <p:cNvSpPr>
            <a:spLocks noChangeShapeType="1"/>
          </p:cNvSpPr>
          <p:nvPr/>
        </p:nvSpPr>
        <p:spPr bwMode="auto">
          <a:xfrm>
            <a:off x="2894922" y="4766099"/>
            <a:ext cx="28079" cy="0"/>
          </a:xfrm>
          <a:prstGeom prst="line">
            <a:avLst/>
          </a:prstGeom>
          <a:noFill/>
          <a:ln w="6">
            <a:solidFill>
              <a:schemeClr val="bg1">
                <a:lumMod val="75000"/>
              </a:schemeClr>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67">
              <a:cs typeface="+mn-ea"/>
              <a:sym typeface="+mn-lt"/>
            </a:endParaRPr>
          </a:p>
        </p:txBody>
      </p:sp>
      <p:sp>
        <p:nvSpPr>
          <p:cNvPr id="25" name="TextBox 24"/>
          <p:cNvSpPr txBox="1"/>
          <p:nvPr/>
        </p:nvSpPr>
        <p:spPr>
          <a:xfrm>
            <a:off x="2547615" y="2531274"/>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6</a:t>
            </a:r>
          </a:p>
        </p:txBody>
      </p:sp>
      <p:sp>
        <p:nvSpPr>
          <p:cNvPr id="26" name="TextBox 25"/>
          <p:cNvSpPr txBox="1"/>
          <p:nvPr/>
        </p:nvSpPr>
        <p:spPr>
          <a:xfrm>
            <a:off x="2547615" y="2870376"/>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5</a:t>
            </a:r>
          </a:p>
        </p:txBody>
      </p:sp>
      <p:sp>
        <p:nvSpPr>
          <p:cNvPr id="27" name="TextBox 26"/>
          <p:cNvSpPr txBox="1"/>
          <p:nvPr/>
        </p:nvSpPr>
        <p:spPr>
          <a:xfrm>
            <a:off x="2547615" y="3209479"/>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4</a:t>
            </a:r>
          </a:p>
        </p:txBody>
      </p:sp>
      <p:sp>
        <p:nvSpPr>
          <p:cNvPr id="28" name="TextBox 27"/>
          <p:cNvSpPr txBox="1"/>
          <p:nvPr/>
        </p:nvSpPr>
        <p:spPr>
          <a:xfrm>
            <a:off x="2547615" y="3548582"/>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3</a:t>
            </a:r>
          </a:p>
        </p:txBody>
      </p:sp>
      <p:sp>
        <p:nvSpPr>
          <p:cNvPr id="29" name="TextBox 28"/>
          <p:cNvSpPr txBox="1"/>
          <p:nvPr/>
        </p:nvSpPr>
        <p:spPr>
          <a:xfrm>
            <a:off x="2547615" y="3887684"/>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2</a:t>
            </a:r>
          </a:p>
        </p:txBody>
      </p:sp>
      <p:sp>
        <p:nvSpPr>
          <p:cNvPr id="30" name="TextBox 29"/>
          <p:cNvSpPr txBox="1"/>
          <p:nvPr/>
        </p:nvSpPr>
        <p:spPr>
          <a:xfrm>
            <a:off x="2547615" y="4226788"/>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1</a:t>
            </a:r>
          </a:p>
        </p:txBody>
      </p:sp>
      <p:sp>
        <p:nvSpPr>
          <p:cNvPr id="31" name="TextBox 30"/>
          <p:cNvSpPr txBox="1"/>
          <p:nvPr/>
        </p:nvSpPr>
        <p:spPr>
          <a:xfrm>
            <a:off x="2547615" y="4565891"/>
            <a:ext cx="350211" cy="379656"/>
          </a:xfrm>
          <a:prstGeom prst="rect">
            <a:avLst/>
          </a:prstGeom>
          <a:noFill/>
        </p:spPr>
        <p:txBody>
          <a:bodyPr wrap="square" rtlCol="0">
            <a:spAutoFit/>
          </a:bodyPr>
          <a:lstStyle/>
          <a:p>
            <a:pPr algn="ctr"/>
            <a:r>
              <a:rPr lang="en-US" sz="1867" dirty="0">
                <a:solidFill>
                  <a:schemeClr val="bg1">
                    <a:lumMod val="50000"/>
                  </a:schemeClr>
                </a:solidFill>
                <a:cs typeface="+mn-ea"/>
                <a:sym typeface="+mn-lt"/>
              </a:rPr>
              <a:t>0</a:t>
            </a:r>
          </a:p>
        </p:txBody>
      </p:sp>
      <p:sp>
        <p:nvSpPr>
          <p:cNvPr id="32" name="TextBox 31"/>
          <p:cNvSpPr txBox="1"/>
          <p:nvPr/>
        </p:nvSpPr>
        <p:spPr>
          <a:xfrm>
            <a:off x="6290219" y="4897381"/>
            <a:ext cx="1148973" cy="379656"/>
          </a:xfrm>
          <a:prstGeom prst="rect">
            <a:avLst/>
          </a:prstGeom>
          <a:noFill/>
        </p:spPr>
        <p:txBody>
          <a:bodyPr wrap="square" rtlCol="0">
            <a:spAutoFit/>
          </a:bodyPr>
          <a:lstStyle/>
          <a:p>
            <a:pPr algn="ctr"/>
            <a:r>
              <a:rPr lang="en-US" sz="1867" dirty="0">
                <a:cs typeface="+mn-ea"/>
                <a:sym typeface="+mn-lt"/>
              </a:rPr>
              <a:t>Series 3</a:t>
            </a:r>
          </a:p>
        </p:txBody>
      </p:sp>
      <p:sp>
        <p:nvSpPr>
          <p:cNvPr id="33" name="TextBox 32"/>
          <p:cNvSpPr txBox="1"/>
          <p:nvPr/>
        </p:nvSpPr>
        <p:spPr>
          <a:xfrm>
            <a:off x="4977194" y="4897381"/>
            <a:ext cx="1148973" cy="379656"/>
          </a:xfrm>
          <a:prstGeom prst="rect">
            <a:avLst/>
          </a:prstGeom>
          <a:noFill/>
        </p:spPr>
        <p:txBody>
          <a:bodyPr wrap="square" rtlCol="0">
            <a:spAutoFit/>
          </a:bodyPr>
          <a:lstStyle/>
          <a:p>
            <a:pPr algn="ctr"/>
            <a:r>
              <a:rPr lang="en-US" sz="1867" dirty="0">
                <a:cs typeface="+mn-ea"/>
                <a:sym typeface="+mn-lt"/>
              </a:rPr>
              <a:t>Series 2</a:t>
            </a:r>
          </a:p>
        </p:txBody>
      </p:sp>
      <p:sp>
        <p:nvSpPr>
          <p:cNvPr id="34" name="TextBox 33"/>
          <p:cNvSpPr txBox="1"/>
          <p:nvPr/>
        </p:nvSpPr>
        <p:spPr>
          <a:xfrm>
            <a:off x="3629309" y="4897381"/>
            <a:ext cx="1148973" cy="379656"/>
          </a:xfrm>
          <a:prstGeom prst="rect">
            <a:avLst/>
          </a:prstGeom>
          <a:noFill/>
        </p:spPr>
        <p:txBody>
          <a:bodyPr wrap="square" rtlCol="0">
            <a:spAutoFit/>
          </a:bodyPr>
          <a:lstStyle/>
          <a:p>
            <a:pPr algn="ctr"/>
            <a:r>
              <a:rPr lang="en-US" sz="1867" dirty="0">
                <a:cs typeface="+mn-ea"/>
                <a:sym typeface="+mn-lt"/>
              </a:rPr>
              <a:t>Series 1</a:t>
            </a:r>
          </a:p>
        </p:txBody>
      </p:sp>
      <p:sp>
        <p:nvSpPr>
          <p:cNvPr id="35" name="TextBox 34"/>
          <p:cNvSpPr txBox="1"/>
          <p:nvPr/>
        </p:nvSpPr>
        <p:spPr>
          <a:xfrm>
            <a:off x="8788455" y="3348373"/>
            <a:ext cx="1148973" cy="379656"/>
          </a:xfrm>
          <a:prstGeom prst="rect">
            <a:avLst/>
          </a:prstGeom>
          <a:noFill/>
        </p:spPr>
        <p:txBody>
          <a:bodyPr wrap="square" rtlCol="0">
            <a:spAutoFit/>
          </a:bodyPr>
          <a:lstStyle/>
          <a:p>
            <a:pPr algn="ctr"/>
            <a:r>
              <a:rPr lang="en-US" sz="1867" dirty="0">
                <a:solidFill>
                  <a:srgbClr val="780000"/>
                </a:solidFill>
                <a:cs typeface="+mn-ea"/>
                <a:sym typeface="+mn-lt"/>
              </a:rPr>
              <a:t>Series 1</a:t>
            </a:r>
          </a:p>
        </p:txBody>
      </p:sp>
      <p:sp>
        <p:nvSpPr>
          <p:cNvPr id="36" name="Freeform 27"/>
          <p:cNvSpPr>
            <a:spLocks/>
          </p:cNvSpPr>
          <p:nvPr/>
        </p:nvSpPr>
        <p:spPr bwMode="auto">
          <a:xfrm>
            <a:off x="8362960" y="3526892"/>
            <a:ext cx="340844" cy="101203"/>
          </a:xfrm>
          <a:custGeom>
            <a:avLst/>
            <a:gdLst>
              <a:gd name="T0" fmla="*/ 176 w 351"/>
              <a:gd name="T1" fmla="*/ 0 h 99"/>
              <a:gd name="T2" fmla="*/ 209 w 351"/>
              <a:gd name="T3" fmla="*/ 33 h 99"/>
              <a:gd name="T4" fmla="*/ 333 w 351"/>
              <a:gd name="T5" fmla="*/ 33 h 99"/>
              <a:gd name="T6" fmla="*/ 339 w 351"/>
              <a:gd name="T7" fmla="*/ 35 h 99"/>
              <a:gd name="T8" fmla="*/ 344 w 351"/>
              <a:gd name="T9" fmla="*/ 37 h 99"/>
              <a:gd name="T10" fmla="*/ 348 w 351"/>
              <a:gd name="T11" fmla="*/ 40 h 99"/>
              <a:gd name="T12" fmla="*/ 350 w 351"/>
              <a:gd name="T13" fmla="*/ 46 h 99"/>
              <a:gd name="T14" fmla="*/ 351 w 351"/>
              <a:gd name="T15" fmla="*/ 51 h 99"/>
              <a:gd name="T16" fmla="*/ 350 w 351"/>
              <a:gd name="T17" fmla="*/ 57 h 99"/>
              <a:gd name="T18" fmla="*/ 348 w 351"/>
              <a:gd name="T19" fmla="*/ 61 h 99"/>
              <a:gd name="T20" fmla="*/ 344 w 351"/>
              <a:gd name="T21" fmla="*/ 66 h 99"/>
              <a:gd name="T22" fmla="*/ 339 w 351"/>
              <a:gd name="T23" fmla="*/ 68 h 99"/>
              <a:gd name="T24" fmla="*/ 333 w 351"/>
              <a:gd name="T25" fmla="*/ 68 h 99"/>
              <a:gd name="T26" fmla="*/ 207 w 351"/>
              <a:gd name="T27" fmla="*/ 68 h 99"/>
              <a:gd name="T28" fmla="*/ 176 w 351"/>
              <a:gd name="T29" fmla="*/ 99 h 99"/>
              <a:gd name="T30" fmla="*/ 145 w 351"/>
              <a:gd name="T31" fmla="*/ 68 h 99"/>
              <a:gd name="T32" fmla="*/ 18 w 351"/>
              <a:gd name="T33" fmla="*/ 68 h 99"/>
              <a:gd name="T34" fmla="*/ 13 w 351"/>
              <a:gd name="T35" fmla="*/ 68 h 99"/>
              <a:gd name="T36" fmla="*/ 7 w 351"/>
              <a:gd name="T37" fmla="*/ 66 h 99"/>
              <a:gd name="T38" fmla="*/ 4 w 351"/>
              <a:gd name="T39" fmla="*/ 61 h 99"/>
              <a:gd name="T40" fmla="*/ 2 w 351"/>
              <a:gd name="T41" fmla="*/ 57 h 99"/>
              <a:gd name="T42" fmla="*/ 0 w 351"/>
              <a:gd name="T43" fmla="*/ 51 h 99"/>
              <a:gd name="T44" fmla="*/ 2 w 351"/>
              <a:gd name="T45" fmla="*/ 46 h 99"/>
              <a:gd name="T46" fmla="*/ 4 w 351"/>
              <a:gd name="T47" fmla="*/ 40 h 99"/>
              <a:gd name="T48" fmla="*/ 7 w 351"/>
              <a:gd name="T49" fmla="*/ 37 h 99"/>
              <a:gd name="T50" fmla="*/ 13 w 351"/>
              <a:gd name="T51" fmla="*/ 35 h 99"/>
              <a:gd name="T52" fmla="*/ 18 w 351"/>
              <a:gd name="T53" fmla="*/ 33 h 99"/>
              <a:gd name="T54" fmla="*/ 143 w 351"/>
              <a:gd name="T55" fmla="*/ 33 h 99"/>
              <a:gd name="T56" fmla="*/ 176 w 351"/>
              <a:gd name="T57"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1" h="99">
                <a:moveTo>
                  <a:pt x="176" y="0"/>
                </a:moveTo>
                <a:lnTo>
                  <a:pt x="209" y="33"/>
                </a:lnTo>
                <a:lnTo>
                  <a:pt x="333" y="33"/>
                </a:lnTo>
                <a:lnTo>
                  <a:pt x="339" y="35"/>
                </a:lnTo>
                <a:lnTo>
                  <a:pt x="344" y="37"/>
                </a:lnTo>
                <a:lnTo>
                  <a:pt x="348" y="40"/>
                </a:lnTo>
                <a:lnTo>
                  <a:pt x="350" y="46"/>
                </a:lnTo>
                <a:lnTo>
                  <a:pt x="351" y="51"/>
                </a:lnTo>
                <a:lnTo>
                  <a:pt x="350" y="57"/>
                </a:lnTo>
                <a:lnTo>
                  <a:pt x="348" y="61"/>
                </a:lnTo>
                <a:lnTo>
                  <a:pt x="344" y="66"/>
                </a:lnTo>
                <a:lnTo>
                  <a:pt x="339" y="68"/>
                </a:lnTo>
                <a:lnTo>
                  <a:pt x="333" y="68"/>
                </a:lnTo>
                <a:lnTo>
                  <a:pt x="207" y="68"/>
                </a:lnTo>
                <a:lnTo>
                  <a:pt x="176" y="99"/>
                </a:lnTo>
                <a:lnTo>
                  <a:pt x="145" y="68"/>
                </a:lnTo>
                <a:lnTo>
                  <a:pt x="18" y="68"/>
                </a:lnTo>
                <a:lnTo>
                  <a:pt x="13" y="68"/>
                </a:lnTo>
                <a:lnTo>
                  <a:pt x="7" y="66"/>
                </a:lnTo>
                <a:lnTo>
                  <a:pt x="4" y="61"/>
                </a:lnTo>
                <a:lnTo>
                  <a:pt x="2" y="57"/>
                </a:lnTo>
                <a:lnTo>
                  <a:pt x="0" y="51"/>
                </a:lnTo>
                <a:lnTo>
                  <a:pt x="2" y="46"/>
                </a:lnTo>
                <a:lnTo>
                  <a:pt x="4" y="40"/>
                </a:lnTo>
                <a:lnTo>
                  <a:pt x="7" y="37"/>
                </a:lnTo>
                <a:lnTo>
                  <a:pt x="13" y="35"/>
                </a:lnTo>
                <a:lnTo>
                  <a:pt x="18" y="33"/>
                </a:lnTo>
                <a:lnTo>
                  <a:pt x="143" y="33"/>
                </a:lnTo>
                <a:lnTo>
                  <a:pt x="176" y="0"/>
                </a:lnTo>
                <a:close/>
              </a:path>
            </a:pathLst>
          </a:custGeom>
          <a:solidFill>
            <a:srgbClr val="780000"/>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7" name="Freeform 30"/>
          <p:cNvSpPr>
            <a:spLocks/>
          </p:cNvSpPr>
          <p:nvPr/>
        </p:nvSpPr>
        <p:spPr bwMode="auto">
          <a:xfrm>
            <a:off x="3519481" y="3169591"/>
            <a:ext cx="4014607" cy="799289"/>
          </a:xfrm>
          <a:custGeom>
            <a:avLst/>
            <a:gdLst>
              <a:gd name="T0" fmla="*/ 4089 w 4146"/>
              <a:gd name="T1" fmla="*/ 0 h 775"/>
              <a:gd name="T2" fmla="*/ 4146 w 4146"/>
              <a:gd name="T3" fmla="*/ 59 h 775"/>
              <a:gd name="T4" fmla="*/ 4089 w 4146"/>
              <a:gd name="T5" fmla="*/ 115 h 775"/>
              <a:gd name="T6" fmla="*/ 4060 w 4146"/>
              <a:gd name="T7" fmla="*/ 86 h 775"/>
              <a:gd name="T8" fmla="*/ 2793 w 4146"/>
              <a:gd name="T9" fmla="*/ 398 h 775"/>
              <a:gd name="T10" fmla="*/ 2747 w 4146"/>
              <a:gd name="T11" fmla="*/ 444 h 775"/>
              <a:gd name="T12" fmla="*/ 2718 w 4146"/>
              <a:gd name="T13" fmla="*/ 416 h 775"/>
              <a:gd name="T14" fmla="*/ 1448 w 4146"/>
              <a:gd name="T15" fmla="*/ 728 h 775"/>
              <a:gd name="T16" fmla="*/ 1401 w 4146"/>
              <a:gd name="T17" fmla="*/ 775 h 775"/>
              <a:gd name="T18" fmla="*/ 1342 w 4146"/>
              <a:gd name="T19" fmla="*/ 718 h 775"/>
              <a:gd name="T20" fmla="*/ 1346 w 4146"/>
              <a:gd name="T21" fmla="*/ 715 h 775"/>
              <a:gd name="T22" fmla="*/ 80 w 4146"/>
              <a:gd name="T23" fmla="*/ 156 h 775"/>
              <a:gd name="T24" fmla="*/ 56 w 4146"/>
              <a:gd name="T25" fmla="*/ 180 h 775"/>
              <a:gd name="T26" fmla="*/ 0 w 4146"/>
              <a:gd name="T27" fmla="*/ 123 h 775"/>
              <a:gd name="T28" fmla="*/ 56 w 4146"/>
              <a:gd name="T29" fmla="*/ 66 h 775"/>
              <a:gd name="T30" fmla="*/ 113 w 4146"/>
              <a:gd name="T31" fmla="*/ 123 h 775"/>
              <a:gd name="T32" fmla="*/ 106 w 4146"/>
              <a:gd name="T33" fmla="*/ 130 h 775"/>
              <a:gd name="T34" fmla="*/ 1373 w 4146"/>
              <a:gd name="T35" fmla="*/ 687 h 775"/>
              <a:gd name="T36" fmla="*/ 1401 w 4146"/>
              <a:gd name="T37" fmla="*/ 662 h 775"/>
              <a:gd name="T38" fmla="*/ 1434 w 4146"/>
              <a:gd name="T39" fmla="*/ 695 h 775"/>
              <a:gd name="T40" fmla="*/ 2690 w 4146"/>
              <a:gd name="T41" fmla="*/ 387 h 775"/>
              <a:gd name="T42" fmla="*/ 2747 w 4146"/>
              <a:gd name="T43" fmla="*/ 330 h 775"/>
              <a:gd name="T44" fmla="*/ 2780 w 4146"/>
              <a:gd name="T45" fmla="*/ 365 h 775"/>
              <a:gd name="T46" fmla="*/ 4035 w 4146"/>
              <a:gd name="T47" fmla="*/ 55 h 775"/>
              <a:gd name="T48" fmla="*/ 4089 w 4146"/>
              <a:gd name="T49" fmla="*/ 0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6" h="775">
                <a:moveTo>
                  <a:pt x="4089" y="0"/>
                </a:moveTo>
                <a:lnTo>
                  <a:pt x="4146" y="59"/>
                </a:lnTo>
                <a:lnTo>
                  <a:pt x="4089" y="115"/>
                </a:lnTo>
                <a:lnTo>
                  <a:pt x="4060" y="86"/>
                </a:lnTo>
                <a:lnTo>
                  <a:pt x="2793" y="398"/>
                </a:lnTo>
                <a:lnTo>
                  <a:pt x="2747" y="444"/>
                </a:lnTo>
                <a:lnTo>
                  <a:pt x="2718" y="416"/>
                </a:lnTo>
                <a:lnTo>
                  <a:pt x="1448" y="728"/>
                </a:lnTo>
                <a:lnTo>
                  <a:pt x="1401" y="775"/>
                </a:lnTo>
                <a:lnTo>
                  <a:pt x="1342" y="718"/>
                </a:lnTo>
                <a:lnTo>
                  <a:pt x="1346" y="715"/>
                </a:lnTo>
                <a:lnTo>
                  <a:pt x="80" y="156"/>
                </a:lnTo>
                <a:lnTo>
                  <a:pt x="56" y="180"/>
                </a:lnTo>
                <a:lnTo>
                  <a:pt x="0" y="123"/>
                </a:lnTo>
                <a:lnTo>
                  <a:pt x="56" y="66"/>
                </a:lnTo>
                <a:lnTo>
                  <a:pt x="113" y="123"/>
                </a:lnTo>
                <a:lnTo>
                  <a:pt x="106" y="130"/>
                </a:lnTo>
                <a:lnTo>
                  <a:pt x="1373" y="687"/>
                </a:lnTo>
                <a:lnTo>
                  <a:pt x="1401" y="662"/>
                </a:lnTo>
                <a:lnTo>
                  <a:pt x="1434" y="695"/>
                </a:lnTo>
                <a:lnTo>
                  <a:pt x="2690" y="387"/>
                </a:lnTo>
                <a:lnTo>
                  <a:pt x="2747" y="330"/>
                </a:lnTo>
                <a:lnTo>
                  <a:pt x="2780" y="365"/>
                </a:lnTo>
                <a:lnTo>
                  <a:pt x="4035" y="55"/>
                </a:lnTo>
                <a:lnTo>
                  <a:pt x="4089" y="0"/>
                </a:lnTo>
                <a:close/>
              </a:path>
            </a:pathLst>
          </a:custGeom>
          <a:solidFill>
            <a:srgbClr val="780000"/>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38" name="TextBox 37"/>
          <p:cNvSpPr txBox="1"/>
          <p:nvPr/>
        </p:nvSpPr>
        <p:spPr>
          <a:xfrm>
            <a:off x="8788455" y="3682958"/>
            <a:ext cx="1148973" cy="379656"/>
          </a:xfrm>
          <a:prstGeom prst="rect">
            <a:avLst/>
          </a:prstGeom>
          <a:noFill/>
        </p:spPr>
        <p:txBody>
          <a:bodyPr wrap="square" rtlCol="0">
            <a:spAutoFit/>
          </a:bodyPr>
          <a:lstStyle/>
          <a:p>
            <a:pPr algn="ctr"/>
            <a:r>
              <a:rPr lang="en-US" sz="1867" dirty="0">
                <a:solidFill>
                  <a:srgbClr val="FF0000"/>
                </a:solidFill>
                <a:cs typeface="+mn-ea"/>
                <a:sym typeface="+mn-lt"/>
              </a:rPr>
              <a:t>Series 2</a:t>
            </a:r>
          </a:p>
        </p:txBody>
      </p:sp>
      <p:sp>
        <p:nvSpPr>
          <p:cNvPr id="39" name="Freeform 28"/>
          <p:cNvSpPr>
            <a:spLocks/>
          </p:cNvSpPr>
          <p:nvPr/>
        </p:nvSpPr>
        <p:spPr bwMode="auto">
          <a:xfrm>
            <a:off x="8362960" y="3803650"/>
            <a:ext cx="340844" cy="103267"/>
          </a:xfrm>
          <a:custGeom>
            <a:avLst/>
            <a:gdLst>
              <a:gd name="T0" fmla="*/ 126 w 351"/>
              <a:gd name="T1" fmla="*/ 0 h 99"/>
              <a:gd name="T2" fmla="*/ 225 w 351"/>
              <a:gd name="T3" fmla="*/ 0 h 99"/>
              <a:gd name="T4" fmla="*/ 225 w 351"/>
              <a:gd name="T5" fmla="*/ 31 h 99"/>
              <a:gd name="T6" fmla="*/ 333 w 351"/>
              <a:gd name="T7" fmla="*/ 31 h 99"/>
              <a:gd name="T8" fmla="*/ 339 w 351"/>
              <a:gd name="T9" fmla="*/ 33 h 99"/>
              <a:gd name="T10" fmla="*/ 344 w 351"/>
              <a:gd name="T11" fmla="*/ 35 h 99"/>
              <a:gd name="T12" fmla="*/ 348 w 351"/>
              <a:gd name="T13" fmla="*/ 38 h 99"/>
              <a:gd name="T14" fmla="*/ 350 w 351"/>
              <a:gd name="T15" fmla="*/ 44 h 99"/>
              <a:gd name="T16" fmla="*/ 351 w 351"/>
              <a:gd name="T17" fmla="*/ 49 h 99"/>
              <a:gd name="T18" fmla="*/ 350 w 351"/>
              <a:gd name="T19" fmla="*/ 55 h 99"/>
              <a:gd name="T20" fmla="*/ 348 w 351"/>
              <a:gd name="T21" fmla="*/ 58 h 99"/>
              <a:gd name="T22" fmla="*/ 344 w 351"/>
              <a:gd name="T23" fmla="*/ 64 h 99"/>
              <a:gd name="T24" fmla="*/ 339 w 351"/>
              <a:gd name="T25" fmla="*/ 66 h 99"/>
              <a:gd name="T26" fmla="*/ 333 w 351"/>
              <a:gd name="T27" fmla="*/ 66 h 99"/>
              <a:gd name="T28" fmla="*/ 225 w 351"/>
              <a:gd name="T29" fmla="*/ 66 h 99"/>
              <a:gd name="T30" fmla="*/ 225 w 351"/>
              <a:gd name="T31" fmla="*/ 99 h 99"/>
              <a:gd name="T32" fmla="*/ 126 w 351"/>
              <a:gd name="T33" fmla="*/ 99 h 99"/>
              <a:gd name="T34" fmla="*/ 126 w 351"/>
              <a:gd name="T35" fmla="*/ 66 h 99"/>
              <a:gd name="T36" fmla="*/ 18 w 351"/>
              <a:gd name="T37" fmla="*/ 66 h 99"/>
              <a:gd name="T38" fmla="*/ 13 w 351"/>
              <a:gd name="T39" fmla="*/ 66 h 99"/>
              <a:gd name="T40" fmla="*/ 7 w 351"/>
              <a:gd name="T41" fmla="*/ 64 h 99"/>
              <a:gd name="T42" fmla="*/ 4 w 351"/>
              <a:gd name="T43" fmla="*/ 58 h 99"/>
              <a:gd name="T44" fmla="*/ 2 w 351"/>
              <a:gd name="T45" fmla="*/ 55 h 99"/>
              <a:gd name="T46" fmla="*/ 0 w 351"/>
              <a:gd name="T47" fmla="*/ 49 h 99"/>
              <a:gd name="T48" fmla="*/ 2 w 351"/>
              <a:gd name="T49" fmla="*/ 44 h 99"/>
              <a:gd name="T50" fmla="*/ 4 w 351"/>
              <a:gd name="T51" fmla="*/ 38 h 99"/>
              <a:gd name="T52" fmla="*/ 7 w 351"/>
              <a:gd name="T53" fmla="*/ 35 h 99"/>
              <a:gd name="T54" fmla="*/ 13 w 351"/>
              <a:gd name="T55" fmla="*/ 33 h 99"/>
              <a:gd name="T56" fmla="*/ 18 w 351"/>
              <a:gd name="T57" fmla="*/ 31 h 99"/>
              <a:gd name="T58" fmla="*/ 126 w 351"/>
              <a:gd name="T59" fmla="*/ 31 h 99"/>
              <a:gd name="T60" fmla="*/ 126 w 351"/>
              <a:gd name="T61"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51" h="99">
                <a:moveTo>
                  <a:pt x="126" y="0"/>
                </a:moveTo>
                <a:lnTo>
                  <a:pt x="225" y="0"/>
                </a:lnTo>
                <a:lnTo>
                  <a:pt x="225" y="31"/>
                </a:lnTo>
                <a:lnTo>
                  <a:pt x="333" y="31"/>
                </a:lnTo>
                <a:lnTo>
                  <a:pt x="339" y="33"/>
                </a:lnTo>
                <a:lnTo>
                  <a:pt x="344" y="35"/>
                </a:lnTo>
                <a:lnTo>
                  <a:pt x="348" y="38"/>
                </a:lnTo>
                <a:lnTo>
                  <a:pt x="350" y="44"/>
                </a:lnTo>
                <a:lnTo>
                  <a:pt x="351" y="49"/>
                </a:lnTo>
                <a:lnTo>
                  <a:pt x="350" y="55"/>
                </a:lnTo>
                <a:lnTo>
                  <a:pt x="348" y="58"/>
                </a:lnTo>
                <a:lnTo>
                  <a:pt x="344" y="64"/>
                </a:lnTo>
                <a:lnTo>
                  <a:pt x="339" y="66"/>
                </a:lnTo>
                <a:lnTo>
                  <a:pt x="333" y="66"/>
                </a:lnTo>
                <a:lnTo>
                  <a:pt x="225" y="66"/>
                </a:lnTo>
                <a:lnTo>
                  <a:pt x="225" y="99"/>
                </a:lnTo>
                <a:lnTo>
                  <a:pt x="126" y="99"/>
                </a:lnTo>
                <a:lnTo>
                  <a:pt x="126" y="66"/>
                </a:lnTo>
                <a:lnTo>
                  <a:pt x="18" y="66"/>
                </a:lnTo>
                <a:lnTo>
                  <a:pt x="13" y="66"/>
                </a:lnTo>
                <a:lnTo>
                  <a:pt x="7" y="64"/>
                </a:lnTo>
                <a:lnTo>
                  <a:pt x="4" y="58"/>
                </a:lnTo>
                <a:lnTo>
                  <a:pt x="2" y="55"/>
                </a:lnTo>
                <a:lnTo>
                  <a:pt x="0" y="49"/>
                </a:lnTo>
                <a:lnTo>
                  <a:pt x="2" y="44"/>
                </a:lnTo>
                <a:lnTo>
                  <a:pt x="4" y="38"/>
                </a:lnTo>
                <a:lnTo>
                  <a:pt x="7" y="35"/>
                </a:lnTo>
                <a:lnTo>
                  <a:pt x="13" y="33"/>
                </a:lnTo>
                <a:lnTo>
                  <a:pt x="18" y="31"/>
                </a:lnTo>
                <a:lnTo>
                  <a:pt x="126" y="31"/>
                </a:lnTo>
                <a:lnTo>
                  <a:pt x="126" y="0"/>
                </a:lnTo>
                <a:close/>
              </a:path>
            </a:pathLst>
          </a:custGeom>
          <a:solidFill>
            <a:srgbClr val="FF0000"/>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40" name="Freeform 32"/>
          <p:cNvSpPr>
            <a:spLocks/>
          </p:cNvSpPr>
          <p:nvPr/>
        </p:nvSpPr>
        <p:spPr bwMode="auto">
          <a:xfrm>
            <a:off x="3519481" y="3202635"/>
            <a:ext cx="4014607" cy="1007888"/>
          </a:xfrm>
          <a:custGeom>
            <a:avLst/>
            <a:gdLst>
              <a:gd name="T0" fmla="*/ 1342 w 4146"/>
              <a:gd name="T1" fmla="*/ 0 h 975"/>
              <a:gd name="T2" fmla="*/ 1457 w 4146"/>
              <a:gd name="T3" fmla="*/ 0 h 975"/>
              <a:gd name="T4" fmla="*/ 1457 w 4146"/>
              <a:gd name="T5" fmla="*/ 75 h 975"/>
              <a:gd name="T6" fmla="*/ 2688 w 4146"/>
              <a:gd name="T7" fmla="*/ 861 h 975"/>
              <a:gd name="T8" fmla="*/ 2688 w 4146"/>
              <a:gd name="T9" fmla="*/ 860 h 975"/>
              <a:gd name="T10" fmla="*/ 2804 w 4146"/>
              <a:gd name="T11" fmla="*/ 860 h 975"/>
              <a:gd name="T12" fmla="*/ 2804 w 4146"/>
              <a:gd name="T13" fmla="*/ 887 h 975"/>
              <a:gd name="T14" fmla="*/ 4033 w 4146"/>
              <a:gd name="T15" fmla="*/ 585 h 975"/>
              <a:gd name="T16" fmla="*/ 4033 w 4146"/>
              <a:gd name="T17" fmla="*/ 531 h 975"/>
              <a:gd name="T18" fmla="*/ 4146 w 4146"/>
              <a:gd name="T19" fmla="*/ 531 h 975"/>
              <a:gd name="T20" fmla="*/ 4146 w 4146"/>
              <a:gd name="T21" fmla="*/ 645 h 975"/>
              <a:gd name="T22" fmla="*/ 4033 w 4146"/>
              <a:gd name="T23" fmla="*/ 645 h 975"/>
              <a:gd name="T24" fmla="*/ 4033 w 4146"/>
              <a:gd name="T25" fmla="*/ 621 h 975"/>
              <a:gd name="T26" fmla="*/ 2804 w 4146"/>
              <a:gd name="T27" fmla="*/ 924 h 975"/>
              <a:gd name="T28" fmla="*/ 2804 w 4146"/>
              <a:gd name="T29" fmla="*/ 975 h 975"/>
              <a:gd name="T30" fmla="*/ 2688 w 4146"/>
              <a:gd name="T31" fmla="*/ 975 h 975"/>
              <a:gd name="T32" fmla="*/ 2688 w 4146"/>
              <a:gd name="T33" fmla="*/ 904 h 975"/>
              <a:gd name="T34" fmla="*/ 1456 w 4146"/>
              <a:gd name="T35" fmla="*/ 115 h 975"/>
              <a:gd name="T36" fmla="*/ 1342 w 4146"/>
              <a:gd name="T37" fmla="*/ 115 h 975"/>
              <a:gd name="T38" fmla="*/ 1342 w 4146"/>
              <a:gd name="T39" fmla="*/ 108 h 975"/>
              <a:gd name="T40" fmla="*/ 113 w 4146"/>
              <a:gd name="T41" fmla="*/ 713 h 975"/>
              <a:gd name="T42" fmla="*/ 113 w 4146"/>
              <a:gd name="T43" fmla="*/ 777 h 975"/>
              <a:gd name="T44" fmla="*/ 0 w 4146"/>
              <a:gd name="T45" fmla="*/ 777 h 975"/>
              <a:gd name="T46" fmla="*/ 0 w 4146"/>
              <a:gd name="T47" fmla="*/ 663 h 975"/>
              <a:gd name="T48" fmla="*/ 113 w 4146"/>
              <a:gd name="T49" fmla="*/ 663 h 975"/>
              <a:gd name="T50" fmla="*/ 113 w 4146"/>
              <a:gd name="T51" fmla="*/ 673 h 975"/>
              <a:gd name="T52" fmla="*/ 1342 w 4146"/>
              <a:gd name="T53" fmla="*/ 70 h 975"/>
              <a:gd name="T54" fmla="*/ 1342 w 4146"/>
              <a:gd name="T55" fmla="*/ 0 h 9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46" h="975">
                <a:moveTo>
                  <a:pt x="1342" y="0"/>
                </a:moveTo>
                <a:lnTo>
                  <a:pt x="1457" y="0"/>
                </a:lnTo>
                <a:lnTo>
                  <a:pt x="1457" y="75"/>
                </a:lnTo>
                <a:lnTo>
                  <a:pt x="2688" y="861"/>
                </a:lnTo>
                <a:lnTo>
                  <a:pt x="2688" y="860"/>
                </a:lnTo>
                <a:lnTo>
                  <a:pt x="2804" y="860"/>
                </a:lnTo>
                <a:lnTo>
                  <a:pt x="2804" y="887"/>
                </a:lnTo>
                <a:lnTo>
                  <a:pt x="4033" y="585"/>
                </a:lnTo>
                <a:lnTo>
                  <a:pt x="4033" y="531"/>
                </a:lnTo>
                <a:lnTo>
                  <a:pt x="4146" y="531"/>
                </a:lnTo>
                <a:lnTo>
                  <a:pt x="4146" y="645"/>
                </a:lnTo>
                <a:lnTo>
                  <a:pt x="4033" y="645"/>
                </a:lnTo>
                <a:lnTo>
                  <a:pt x="4033" y="621"/>
                </a:lnTo>
                <a:lnTo>
                  <a:pt x="2804" y="924"/>
                </a:lnTo>
                <a:lnTo>
                  <a:pt x="2804" y="975"/>
                </a:lnTo>
                <a:lnTo>
                  <a:pt x="2688" y="975"/>
                </a:lnTo>
                <a:lnTo>
                  <a:pt x="2688" y="904"/>
                </a:lnTo>
                <a:lnTo>
                  <a:pt x="1456" y="115"/>
                </a:lnTo>
                <a:lnTo>
                  <a:pt x="1342" y="115"/>
                </a:lnTo>
                <a:lnTo>
                  <a:pt x="1342" y="108"/>
                </a:lnTo>
                <a:lnTo>
                  <a:pt x="113" y="713"/>
                </a:lnTo>
                <a:lnTo>
                  <a:pt x="113" y="777"/>
                </a:lnTo>
                <a:lnTo>
                  <a:pt x="0" y="777"/>
                </a:lnTo>
                <a:lnTo>
                  <a:pt x="0" y="663"/>
                </a:lnTo>
                <a:lnTo>
                  <a:pt x="113" y="663"/>
                </a:lnTo>
                <a:lnTo>
                  <a:pt x="113" y="673"/>
                </a:lnTo>
                <a:lnTo>
                  <a:pt x="1342" y="70"/>
                </a:lnTo>
                <a:lnTo>
                  <a:pt x="1342" y="0"/>
                </a:lnTo>
                <a:close/>
              </a:path>
            </a:pathLst>
          </a:custGeom>
          <a:solidFill>
            <a:srgbClr val="FF0000"/>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41" name="TextBox 40"/>
          <p:cNvSpPr txBox="1"/>
          <p:nvPr/>
        </p:nvSpPr>
        <p:spPr>
          <a:xfrm>
            <a:off x="8788455" y="3992760"/>
            <a:ext cx="1148973" cy="379656"/>
          </a:xfrm>
          <a:prstGeom prst="rect">
            <a:avLst/>
          </a:prstGeom>
          <a:noFill/>
        </p:spPr>
        <p:txBody>
          <a:bodyPr wrap="square" rtlCol="0">
            <a:spAutoFit/>
          </a:bodyPr>
          <a:lstStyle/>
          <a:p>
            <a:pPr algn="ctr"/>
            <a:r>
              <a:rPr lang="en-US" sz="1867" dirty="0">
                <a:solidFill>
                  <a:schemeClr val="tx1">
                    <a:lumMod val="75000"/>
                    <a:lumOff val="25000"/>
                  </a:schemeClr>
                </a:solidFill>
                <a:cs typeface="+mn-ea"/>
                <a:sym typeface="+mn-lt"/>
              </a:rPr>
              <a:t>Series 3</a:t>
            </a:r>
          </a:p>
        </p:txBody>
      </p:sp>
      <p:sp>
        <p:nvSpPr>
          <p:cNvPr id="42" name="Freeform 29"/>
          <p:cNvSpPr>
            <a:spLocks/>
          </p:cNvSpPr>
          <p:nvPr/>
        </p:nvSpPr>
        <p:spPr bwMode="auto">
          <a:xfrm>
            <a:off x="8362960" y="4119646"/>
            <a:ext cx="340844" cy="103267"/>
          </a:xfrm>
          <a:custGeom>
            <a:avLst/>
            <a:gdLst>
              <a:gd name="T0" fmla="*/ 176 w 351"/>
              <a:gd name="T1" fmla="*/ 0 h 99"/>
              <a:gd name="T2" fmla="*/ 190 w 351"/>
              <a:gd name="T3" fmla="*/ 31 h 99"/>
              <a:gd name="T4" fmla="*/ 333 w 351"/>
              <a:gd name="T5" fmla="*/ 31 h 99"/>
              <a:gd name="T6" fmla="*/ 339 w 351"/>
              <a:gd name="T7" fmla="*/ 31 h 99"/>
              <a:gd name="T8" fmla="*/ 344 w 351"/>
              <a:gd name="T9" fmla="*/ 35 h 99"/>
              <a:gd name="T10" fmla="*/ 348 w 351"/>
              <a:gd name="T11" fmla="*/ 38 h 99"/>
              <a:gd name="T12" fmla="*/ 350 w 351"/>
              <a:gd name="T13" fmla="*/ 44 h 99"/>
              <a:gd name="T14" fmla="*/ 351 w 351"/>
              <a:gd name="T15" fmla="*/ 49 h 99"/>
              <a:gd name="T16" fmla="*/ 350 w 351"/>
              <a:gd name="T17" fmla="*/ 55 h 99"/>
              <a:gd name="T18" fmla="*/ 348 w 351"/>
              <a:gd name="T19" fmla="*/ 58 h 99"/>
              <a:gd name="T20" fmla="*/ 344 w 351"/>
              <a:gd name="T21" fmla="*/ 62 h 99"/>
              <a:gd name="T22" fmla="*/ 339 w 351"/>
              <a:gd name="T23" fmla="*/ 66 h 99"/>
              <a:gd name="T24" fmla="*/ 333 w 351"/>
              <a:gd name="T25" fmla="*/ 66 h 99"/>
              <a:gd name="T26" fmla="*/ 209 w 351"/>
              <a:gd name="T27" fmla="*/ 66 h 99"/>
              <a:gd name="T28" fmla="*/ 225 w 351"/>
              <a:gd name="T29" fmla="*/ 99 h 99"/>
              <a:gd name="T30" fmla="*/ 126 w 351"/>
              <a:gd name="T31" fmla="*/ 99 h 99"/>
              <a:gd name="T32" fmla="*/ 143 w 351"/>
              <a:gd name="T33" fmla="*/ 66 h 99"/>
              <a:gd name="T34" fmla="*/ 18 w 351"/>
              <a:gd name="T35" fmla="*/ 66 h 99"/>
              <a:gd name="T36" fmla="*/ 13 w 351"/>
              <a:gd name="T37" fmla="*/ 66 h 99"/>
              <a:gd name="T38" fmla="*/ 7 w 351"/>
              <a:gd name="T39" fmla="*/ 62 h 99"/>
              <a:gd name="T40" fmla="*/ 4 w 351"/>
              <a:gd name="T41" fmla="*/ 58 h 99"/>
              <a:gd name="T42" fmla="*/ 2 w 351"/>
              <a:gd name="T43" fmla="*/ 55 h 99"/>
              <a:gd name="T44" fmla="*/ 0 w 351"/>
              <a:gd name="T45" fmla="*/ 49 h 99"/>
              <a:gd name="T46" fmla="*/ 2 w 351"/>
              <a:gd name="T47" fmla="*/ 44 h 99"/>
              <a:gd name="T48" fmla="*/ 4 w 351"/>
              <a:gd name="T49" fmla="*/ 38 h 99"/>
              <a:gd name="T50" fmla="*/ 7 w 351"/>
              <a:gd name="T51" fmla="*/ 35 h 99"/>
              <a:gd name="T52" fmla="*/ 13 w 351"/>
              <a:gd name="T53" fmla="*/ 31 h 99"/>
              <a:gd name="T54" fmla="*/ 18 w 351"/>
              <a:gd name="T55" fmla="*/ 31 h 99"/>
              <a:gd name="T56" fmla="*/ 161 w 351"/>
              <a:gd name="T57" fmla="*/ 31 h 99"/>
              <a:gd name="T58" fmla="*/ 176 w 351"/>
              <a:gd name="T5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1" h="99">
                <a:moveTo>
                  <a:pt x="176" y="0"/>
                </a:moveTo>
                <a:lnTo>
                  <a:pt x="190" y="31"/>
                </a:lnTo>
                <a:lnTo>
                  <a:pt x="333" y="31"/>
                </a:lnTo>
                <a:lnTo>
                  <a:pt x="339" y="31"/>
                </a:lnTo>
                <a:lnTo>
                  <a:pt x="344" y="35"/>
                </a:lnTo>
                <a:lnTo>
                  <a:pt x="348" y="38"/>
                </a:lnTo>
                <a:lnTo>
                  <a:pt x="350" y="44"/>
                </a:lnTo>
                <a:lnTo>
                  <a:pt x="351" y="49"/>
                </a:lnTo>
                <a:lnTo>
                  <a:pt x="350" y="55"/>
                </a:lnTo>
                <a:lnTo>
                  <a:pt x="348" y="58"/>
                </a:lnTo>
                <a:lnTo>
                  <a:pt x="344" y="62"/>
                </a:lnTo>
                <a:lnTo>
                  <a:pt x="339" y="66"/>
                </a:lnTo>
                <a:lnTo>
                  <a:pt x="333" y="66"/>
                </a:lnTo>
                <a:lnTo>
                  <a:pt x="209" y="66"/>
                </a:lnTo>
                <a:lnTo>
                  <a:pt x="225" y="99"/>
                </a:lnTo>
                <a:lnTo>
                  <a:pt x="126" y="99"/>
                </a:lnTo>
                <a:lnTo>
                  <a:pt x="143" y="66"/>
                </a:lnTo>
                <a:lnTo>
                  <a:pt x="18" y="66"/>
                </a:lnTo>
                <a:lnTo>
                  <a:pt x="13" y="66"/>
                </a:lnTo>
                <a:lnTo>
                  <a:pt x="7" y="62"/>
                </a:lnTo>
                <a:lnTo>
                  <a:pt x="4" y="58"/>
                </a:lnTo>
                <a:lnTo>
                  <a:pt x="2" y="55"/>
                </a:lnTo>
                <a:lnTo>
                  <a:pt x="0" y="49"/>
                </a:lnTo>
                <a:lnTo>
                  <a:pt x="2" y="44"/>
                </a:lnTo>
                <a:lnTo>
                  <a:pt x="4" y="38"/>
                </a:lnTo>
                <a:lnTo>
                  <a:pt x="7" y="35"/>
                </a:lnTo>
                <a:lnTo>
                  <a:pt x="13" y="31"/>
                </a:lnTo>
                <a:lnTo>
                  <a:pt x="18" y="31"/>
                </a:lnTo>
                <a:lnTo>
                  <a:pt x="161" y="31"/>
                </a:lnTo>
                <a:lnTo>
                  <a:pt x="176" y="0"/>
                </a:lnTo>
                <a:close/>
              </a:path>
            </a:pathLst>
          </a:custGeom>
          <a:solidFill>
            <a:schemeClr val="tx1">
              <a:lumMod val="75000"/>
              <a:lumOff val="25000"/>
            </a:schemeClr>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43" name="Freeform 31"/>
          <p:cNvSpPr>
            <a:spLocks/>
          </p:cNvSpPr>
          <p:nvPr/>
        </p:nvSpPr>
        <p:spPr bwMode="auto">
          <a:xfrm>
            <a:off x="3519481" y="2998166"/>
            <a:ext cx="4014607" cy="1142136"/>
          </a:xfrm>
          <a:custGeom>
            <a:avLst/>
            <a:gdLst>
              <a:gd name="T0" fmla="*/ 4089 w 4146"/>
              <a:gd name="T1" fmla="*/ 0 h 1105"/>
              <a:gd name="T2" fmla="*/ 4146 w 4146"/>
              <a:gd name="T3" fmla="*/ 114 h 1105"/>
              <a:gd name="T4" fmla="*/ 4033 w 4146"/>
              <a:gd name="T5" fmla="*/ 114 h 1105"/>
              <a:gd name="T6" fmla="*/ 4036 w 4146"/>
              <a:gd name="T7" fmla="*/ 106 h 1105"/>
              <a:gd name="T8" fmla="*/ 2778 w 4146"/>
              <a:gd name="T9" fmla="*/ 726 h 1105"/>
              <a:gd name="T10" fmla="*/ 2804 w 4146"/>
              <a:gd name="T11" fmla="*/ 775 h 1105"/>
              <a:gd name="T12" fmla="*/ 2688 w 4146"/>
              <a:gd name="T13" fmla="*/ 775 h 1105"/>
              <a:gd name="T14" fmla="*/ 2701 w 4146"/>
              <a:gd name="T15" fmla="*/ 751 h 1105"/>
              <a:gd name="T16" fmla="*/ 1435 w 4146"/>
              <a:gd name="T17" fmla="*/ 1061 h 1105"/>
              <a:gd name="T18" fmla="*/ 1457 w 4146"/>
              <a:gd name="T19" fmla="*/ 1105 h 1105"/>
              <a:gd name="T20" fmla="*/ 1342 w 4146"/>
              <a:gd name="T21" fmla="*/ 1105 h 1105"/>
              <a:gd name="T22" fmla="*/ 1362 w 4146"/>
              <a:gd name="T23" fmla="*/ 1069 h 1105"/>
              <a:gd name="T24" fmla="*/ 95 w 4146"/>
              <a:gd name="T25" fmla="*/ 1069 h 1105"/>
              <a:gd name="T26" fmla="*/ 113 w 4146"/>
              <a:gd name="T27" fmla="*/ 1105 h 1105"/>
              <a:gd name="T28" fmla="*/ 0 w 4146"/>
              <a:gd name="T29" fmla="*/ 1105 h 1105"/>
              <a:gd name="T30" fmla="*/ 56 w 4146"/>
              <a:gd name="T31" fmla="*/ 992 h 1105"/>
              <a:gd name="T32" fmla="*/ 76 w 4146"/>
              <a:gd name="T33" fmla="*/ 1034 h 1105"/>
              <a:gd name="T34" fmla="*/ 1379 w 4146"/>
              <a:gd name="T35" fmla="*/ 1034 h 1105"/>
              <a:gd name="T36" fmla="*/ 1401 w 4146"/>
              <a:gd name="T37" fmla="*/ 992 h 1105"/>
              <a:gd name="T38" fmla="*/ 1419 w 4146"/>
              <a:gd name="T39" fmla="*/ 1028 h 1105"/>
              <a:gd name="T40" fmla="*/ 2721 w 4146"/>
              <a:gd name="T41" fmla="*/ 709 h 1105"/>
              <a:gd name="T42" fmla="*/ 2747 w 4146"/>
              <a:gd name="T43" fmla="*/ 660 h 1105"/>
              <a:gd name="T44" fmla="*/ 2763 w 4146"/>
              <a:gd name="T45" fmla="*/ 693 h 1105"/>
              <a:gd name="T46" fmla="*/ 4064 w 4146"/>
              <a:gd name="T47" fmla="*/ 53 h 1105"/>
              <a:gd name="T48" fmla="*/ 4089 w 4146"/>
              <a:gd name="T49" fmla="*/ 0 h 1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6" h="1105">
                <a:moveTo>
                  <a:pt x="4089" y="0"/>
                </a:moveTo>
                <a:lnTo>
                  <a:pt x="4146" y="114"/>
                </a:lnTo>
                <a:lnTo>
                  <a:pt x="4033" y="114"/>
                </a:lnTo>
                <a:lnTo>
                  <a:pt x="4036" y="106"/>
                </a:lnTo>
                <a:lnTo>
                  <a:pt x="2778" y="726"/>
                </a:lnTo>
                <a:lnTo>
                  <a:pt x="2804" y="775"/>
                </a:lnTo>
                <a:lnTo>
                  <a:pt x="2688" y="775"/>
                </a:lnTo>
                <a:lnTo>
                  <a:pt x="2701" y="751"/>
                </a:lnTo>
                <a:lnTo>
                  <a:pt x="1435" y="1061"/>
                </a:lnTo>
                <a:lnTo>
                  <a:pt x="1457" y="1105"/>
                </a:lnTo>
                <a:lnTo>
                  <a:pt x="1342" y="1105"/>
                </a:lnTo>
                <a:lnTo>
                  <a:pt x="1362" y="1069"/>
                </a:lnTo>
                <a:lnTo>
                  <a:pt x="95" y="1069"/>
                </a:lnTo>
                <a:lnTo>
                  <a:pt x="113" y="1105"/>
                </a:lnTo>
                <a:lnTo>
                  <a:pt x="0" y="1105"/>
                </a:lnTo>
                <a:lnTo>
                  <a:pt x="56" y="992"/>
                </a:lnTo>
                <a:lnTo>
                  <a:pt x="76" y="1034"/>
                </a:lnTo>
                <a:lnTo>
                  <a:pt x="1379" y="1034"/>
                </a:lnTo>
                <a:lnTo>
                  <a:pt x="1401" y="992"/>
                </a:lnTo>
                <a:lnTo>
                  <a:pt x="1419" y="1028"/>
                </a:lnTo>
                <a:lnTo>
                  <a:pt x="2721" y="709"/>
                </a:lnTo>
                <a:lnTo>
                  <a:pt x="2747" y="660"/>
                </a:lnTo>
                <a:lnTo>
                  <a:pt x="2763" y="693"/>
                </a:lnTo>
                <a:lnTo>
                  <a:pt x="4064" y="53"/>
                </a:lnTo>
                <a:lnTo>
                  <a:pt x="4089" y="0"/>
                </a:lnTo>
                <a:close/>
              </a:path>
            </a:pathLst>
          </a:custGeom>
          <a:solidFill>
            <a:schemeClr val="tx1">
              <a:lumMod val="75000"/>
              <a:lumOff val="25000"/>
            </a:schemeClr>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2400">
              <a:cs typeface="+mn-ea"/>
              <a:sym typeface="+mn-lt"/>
            </a:endParaRPr>
          </a:p>
        </p:txBody>
      </p:sp>
      <p:sp>
        <p:nvSpPr>
          <p:cNvPr id="44" name="TextBox 43"/>
          <p:cNvSpPr txBox="1"/>
          <p:nvPr/>
        </p:nvSpPr>
        <p:spPr>
          <a:xfrm>
            <a:off x="1836415" y="5799112"/>
            <a:ext cx="8534400" cy="461665"/>
          </a:xfrm>
          <a:prstGeom prst="rect">
            <a:avLst/>
          </a:prstGeom>
          <a:noFill/>
        </p:spPr>
        <p:txBody>
          <a:bodyPr wrap="square" rtlCol="0">
            <a:spAutoFit/>
          </a:bodyPr>
          <a:lstStyle/>
          <a:p>
            <a:pPr algn="ctr"/>
            <a:r>
              <a:rPr lang="en-US" sz="1200" dirty="0">
                <a:solidFill>
                  <a:schemeClr val="bg1">
                    <a:lumMod val="50000"/>
                  </a:scheme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schemeClr val="bg1">
                  <a:lumMod val="50000"/>
                </a:schemeClr>
              </a:solidFill>
              <a:cs typeface="+mn-ea"/>
              <a:sym typeface="+mn-lt"/>
            </a:endParaRPr>
          </a:p>
        </p:txBody>
      </p:sp>
      <p:grpSp>
        <p:nvGrpSpPr>
          <p:cNvPr id="45" name="组合 44"/>
          <p:cNvGrpSpPr/>
          <p:nvPr/>
        </p:nvGrpSpPr>
        <p:grpSpPr>
          <a:xfrm>
            <a:off x="339551" y="248225"/>
            <a:ext cx="2386460" cy="460375"/>
            <a:chOff x="7098014" y="4097663"/>
            <a:chExt cx="2386460" cy="460375"/>
          </a:xfrm>
        </p:grpSpPr>
        <p:sp>
          <p:nvSpPr>
            <p:cNvPr id="46"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7"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8"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112125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1000"/>
                                        <p:tgtEl>
                                          <p:spTgt spid="3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1000"/>
                                        <p:tgtEl>
                                          <p:spTgt spid="3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10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left)">
                                      <p:cBhvr>
                                        <p:cTn id="18" dur="1000"/>
                                        <p:tgtEl>
                                          <p:spTgt spid="40"/>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1000"/>
                                        <p:tgtEl>
                                          <p:spTgt spid="3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left)">
                                      <p:cBhvr>
                                        <p:cTn id="24" dur="1000"/>
                                        <p:tgtEl>
                                          <p:spTgt spid="3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3"/>
                                        </p:tgtEl>
                                        <p:attrNameLst>
                                          <p:attrName>style.visibility</p:attrName>
                                        </p:attrNameLst>
                                      </p:cBhvr>
                                      <p:to>
                                        <p:strVal val="visible"/>
                                      </p:to>
                                    </p:set>
                                    <p:animEffect transition="in" filter="wipe(left)">
                                      <p:cBhvr>
                                        <p:cTn id="29" dur="1000"/>
                                        <p:tgtEl>
                                          <p:spTgt spid="43"/>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left)">
                                      <p:cBhvr>
                                        <p:cTn id="32" dur="1000"/>
                                        <p:tgtEl>
                                          <p:spTgt spid="4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left)">
                                      <p:cBhvr>
                                        <p:cTn id="35"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animBg="1"/>
      <p:bldP spid="37" grpId="0" animBg="1"/>
      <p:bldP spid="38" grpId="0"/>
      <p:bldP spid="39" grpId="0" animBg="1"/>
      <p:bldP spid="40" grpId="0" animBg="1"/>
      <p:bldP spid="41" grpId="0"/>
      <p:bldP spid="42" grpId="0" animBg="1"/>
      <p:bldP spid="4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1"/>
          <p:cNvSpPr txBox="1">
            <a:spLocks/>
          </p:cNvSpPr>
          <p:nvPr/>
        </p:nvSpPr>
        <p:spPr>
          <a:xfrm>
            <a:off x="6492665" y="3354883"/>
            <a:ext cx="4273884"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3"/>
              </a:lnSpc>
              <a:spcAft>
                <a:spcPct val="0"/>
              </a:spcAft>
            </a:pPr>
            <a:r>
              <a:rPr lang="en-US" sz="4267" dirty="0">
                <a:solidFill>
                  <a:prstClr val="white">
                    <a:lumMod val="50000"/>
                  </a:prstClr>
                </a:solidFill>
                <a:latin typeface="+mn-lt"/>
                <a:ea typeface="+mn-ea"/>
                <a:cs typeface="+mn-ea"/>
                <a:sym typeface="+mn-lt"/>
              </a:rPr>
              <a:t>Business</a:t>
            </a:r>
          </a:p>
          <a:p>
            <a:pPr algn="r" fontAlgn="base">
              <a:lnSpc>
                <a:spcPts val="3333"/>
              </a:lnSpc>
              <a:spcAft>
                <a:spcPct val="0"/>
              </a:spcAft>
            </a:pPr>
            <a:r>
              <a:rPr lang="en-US" sz="4267" dirty="0">
                <a:solidFill>
                  <a:srgbClr val="FF0000"/>
                </a:solidFill>
                <a:latin typeface="+mn-lt"/>
                <a:ea typeface="+mn-ea"/>
                <a:cs typeface="+mn-ea"/>
                <a:sym typeface="+mn-lt"/>
              </a:rPr>
              <a:t>Presentations</a:t>
            </a:r>
          </a:p>
          <a:p>
            <a:pPr algn="r" fontAlgn="base">
              <a:lnSpc>
                <a:spcPts val="3333"/>
              </a:lnSpc>
              <a:spcAft>
                <a:spcPct val="0"/>
              </a:spcAft>
            </a:pPr>
            <a:r>
              <a:rPr lang="en-US" sz="4267" dirty="0">
                <a:solidFill>
                  <a:prstClr val="black"/>
                </a:solidFill>
                <a:latin typeface="+mn-lt"/>
                <a:ea typeface="+mn-ea"/>
                <a:cs typeface="+mn-ea"/>
                <a:sym typeface="+mn-lt"/>
              </a:rPr>
              <a:t>All ready</a:t>
            </a:r>
          </a:p>
        </p:txBody>
      </p:sp>
      <p:sp>
        <p:nvSpPr>
          <p:cNvPr id="28" name="TextBox 27"/>
          <p:cNvSpPr txBox="1"/>
          <p:nvPr/>
        </p:nvSpPr>
        <p:spPr>
          <a:xfrm>
            <a:off x="6042149" y="4582775"/>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29" name="Cube 9"/>
          <p:cNvSpPr/>
          <p:nvPr/>
        </p:nvSpPr>
        <p:spPr>
          <a:xfrm>
            <a:off x="2384597" y="5299879"/>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0" name="Cube 8"/>
          <p:cNvSpPr/>
          <p:nvPr/>
        </p:nvSpPr>
        <p:spPr>
          <a:xfrm>
            <a:off x="1368549" y="4585030"/>
            <a:ext cx="1820285" cy="852683"/>
          </a:xfrm>
          <a:prstGeom prst="cube">
            <a:avLst/>
          </a:prstGeom>
          <a:solidFill>
            <a:srgbClr val="780000"/>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1" name="Cube 10"/>
          <p:cNvSpPr/>
          <p:nvPr/>
        </p:nvSpPr>
        <p:spPr>
          <a:xfrm>
            <a:off x="2384597" y="3870182"/>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2" name="Cube 11"/>
          <p:cNvSpPr/>
          <p:nvPr/>
        </p:nvSpPr>
        <p:spPr>
          <a:xfrm>
            <a:off x="1368549" y="3155332"/>
            <a:ext cx="1820285" cy="852683"/>
          </a:xfrm>
          <a:prstGeom prst="cube">
            <a:avLst/>
          </a:prstGeom>
          <a:solidFill>
            <a:srgbClr val="FF0000"/>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3" name="Cube 12"/>
          <p:cNvSpPr/>
          <p:nvPr/>
        </p:nvSpPr>
        <p:spPr>
          <a:xfrm>
            <a:off x="2384597" y="2440483"/>
            <a:ext cx="1820285" cy="852683"/>
          </a:xfrm>
          <a:prstGeom prst="cube">
            <a:avLst/>
          </a:prstGeom>
          <a:solidFill>
            <a:sysClr val="windowText" lastClr="000000">
              <a:lumMod val="75000"/>
              <a:lumOff val="25000"/>
            </a:sys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4" name="Freeform 11"/>
          <p:cNvSpPr>
            <a:spLocks noEditPoints="1"/>
          </p:cNvSpPr>
          <p:nvPr/>
        </p:nvSpPr>
        <p:spPr bwMode="auto">
          <a:xfrm>
            <a:off x="1575158" y="3505601"/>
            <a:ext cx="291800" cy="369961"/>
          </a:xfrm>
          <a:custGeom>
            <a:avLst/>
            <a:gdLst>
              <a:gd name="T0" fmla="*/ 73 w 671"/>
              <a:gd name="T1" fmla="*/ 598 h 853"/>
              <a:gd name="T2" fmla="*/ 92 w 671"/>
              <a:gd name="T3" fmla="*/ 624 h 853"/>
              <a:gd name="T4" fmla="*/ 114 w 671"/>
              <a:gd name="T5" fmla="*/ 651 h 853"/>
              <a:gd name="T6" fmla="*/ 207 w 671"/>
              <a:gd name="T7" fmla="*/ 747 h 853"/>
              <a:gd name="T8" fmla="*/ 237 w 671"/>
              <a:gd name="T9" fmla="*/ 765 h 853"/>
              <a:gd name="T10" fmla="*/ 245 w 671"/>
              <a:gd name="T11" fmla="*/ 761 h 853"/>
              <a:gd name="T12" fmla="*/ 228 w 671"/>
              <a:gd name="T13" fmla="*/ 739 h 853"/>
              <a:gd name="T14" fmla="*/ 217 w 671"/>
              <a:gd name="T15" fmla="*/ 696 h 853"/>
              <a:gd name="T16" fmla="*/ 209 w 671"/>
              <a:gd name="T17" fmla="*/ 634 h 853"/>
              <a:gd name="T18" fmla="*/ 174 w 671"/>
              <a:gd name="T19" fmla="*/ 617 h 853"/>
              <a:gd name="T20" fmla="*/ 108 w 671"/>
              <a:gd name="T21" fmla="*/ 612 h 853"/>
              <a:gd name="T22" fmla="*/ 75 w 671"/>
              <a:gd name="T23" fmla="*/ 594 h 853"/>
              <a:gd name="T24" fmla="*/ 561 w 671"/>
              <a:gd name="T25" fmla="*/ 467 h 853"/>
              <a:gd name="T26" fmla="*/ 119 w 671"/>
              <a:gd name="T27" fmla="*/ 467 h 853"/>
              <a:gd name="T28" fmla="*/ 561 w 671"/>
              <a:gd name="T29" fmla="*/ 408 h 853"/>
              <a:gd name="T30" fmla="*/ 119 w 671"/>
              <a:gd name="T31" fmla="*/ 267 h 853"/>
              <a:gd name="T32" fmla="*/ 119 w 671"/>
              <a:gd name="T33" fmla="*/ 307 h 853"/>
              <a:gd name="T34" fmla="*/ 142 w 671"/>
              <a:gd name="T35" fmla="*/ 84 h 853"/>
              <a:gd name="T36" fmla="*/ 97 w 671"/>
              <a:gd name="T37" fmla="*/ 125 h 853"/>
              <a:gd name="T38" fmla="*/ 61 w 671"/>
              <a:gd name="T39" fmla="*/ 161 h 853"/>
              <a:gd name="T40" fmla="*/ 61 w 671"/>
              <a:gd name="T41" fmla="*/ 561 h 853"/>
              <a:gd name="T42" fmla="*/ 97 w 671"/>
              <a:gd name="T43" fmla="*/ 596 h 853"/>
              <a:gd name="T44" fmla="*/ 219 w 671"/>
              <a:gd name="T45" fmla="*/ 600 h 853"/>
              <a:gd name="T46" fmla="*/ 238 w 671"/>
              <a:gd name="T47" fmla="*/ 628 h 853"/>
              <a:gd name="T48" fmla="*/ 252 w 671"/>
              <a:gd name="T49" fmla="*/ 759 h 853"/>
              <a:gd name="T50" fmla="*/ 298 w 671"/>
              <a:gd name="T51" fmla="*/ 783 h 853"/>
              <a:gd name="T52" fmla="*/ 589 w 671"/>
              <a:gd name="T53" fmla="*/ 772 h 853"/>
              <a:gd name="T54" fmla="*/ 611 w 671"/>
              <a:gd name="T55" fmla="*/ 726 h 853"/>
              <a:gd name="T56" fmla="*/ 601 w 671"/>
              <a:gd name="T57" fmla="*/ 145 h 853"/>
              <a:gd name="T58" fmla="*/ 555 w 671"/>
              <a:gd name="T59" fmla="*/ 122 h 853"/>
              <a:gd name="T60" fmla="*/ 516 w 671"/>
              <a:gd name="T61" fmla="*/ 84 h 853"/>
              <a:gd name="T62" fmla="*/ 634 w 671"/>
              <a:gd name="T63" fmla="*/ 94 h 853"/>
              <a:gd name="T64" fmla="*/ 669 w 671"/>
              <a:gd name="T65" fmla="*/ 139 h 853"/>
              <a:gd name="T66" fmla="*/ 669 w 671"/>
              <a:gd name="T67" fmla="*/ 799 h 853"/>
              <a:gd name="T68" fmla="*/ 634 w 671"/>
              <a:gd name="T69" fmla="*/ 843 h 853"/>
              <a:gd name="T70" fmla="*/ 76 w 671"/>
              <a:gd name="T71" fmla="*/ 853 h 853"/>
              <a:gd name="T72" fmla="*/ 22 w 671"/>
              <a:gd name="T73" fmla="*/ 832 h 853"/>
              <a:gd name="T74" fmla="*/ 0 w 671"/>
              <a:gd name="T75" fmla="*/ 779 h 853"/>
              <a:gd name="T76" fmla="*/ 10 w 671"/>
              <a:gd name="T77" fmla="*/ 121 h 853"/>
              <a:gd name="T78" fmla="*/ 56 w 671"/>
              <a:gd name="T79" fmla="*/ 87 h 853"/>
              <a:gd name="T80" fmla="*/ 318 w 671"/>
              <a:gd name="T81" fmla="*/ 27 h 853"/>
              <a:gd name="T82" fmla="*/ 302 w 671"/>
              <a:gd name="T83" fmla="*/ 52 h 853"/>
              <a:gd name="T84" fmla="*/ 318 w 671"/>
              <a:gd name="T85" fmla="*/ 76 h 853"/>
              <a:gd name="T86" fmla="*/ 347 w 671"/>
              <a:gd name="T87" fmla="*/ 70 h 853"/>
              <a:gd name="T88" fmla="*/ 353 w 671"/>
              <a:gd name="T89" fmla="*/ 40 h 853"/>
              <a:gd name="T90" fmla="*/ 328 w 671"/>
              <a:gd name="T91" fmla="*/ 25 h 853"/>
              <a:gd name="T92" fmla="*/ 357 w 671"/>
              <a:gd name="T93" fmla="*/ 7 h 853"/>
              <a:gd name="T94" fmla="*/ 391 w 671"/>
              <a:gd name="T95" fmla="*/ 33 h 853"/>
              <a:gd name="T96" fmla="*/ 470 w 671"/>
              <a:gd name="T97" fmla="*/ 47 h 853"/>
              <a:gd name="T98" fmla="*/ 492 w 671"/>
              <a:gd name="T99" fmla="*/ 81 h 853"/>
              <a:gd name="T100" fmla="*/ 166 w 671"/>
              <a:gd name="T101" fmla="*/ 81 h 853"/>
              <a:gd name="T102" fmla="*/ 189 w 671"/>
              <a:gd name="T103" fmla="*/ 47 h 853"/>
              <a:gd name="T104" fmla="*/ 268 w 671"/>
              <a:gd name="T105" fmla="*/ 33 h 853"/>
              <a:gd name="T106" fmla="*/ 302 w 671"/>
              <a:gd name="T107" fmla="*/ 7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71" h="853">
                <a:moveTo>
                  <a:pt x="70" y="592"/>
                </a:moveTo>
                <a:lnTo>
                  <a:pt x="70" y="594"/>
                </a:lnTo>
                <a:lnTo>
                  <a:pt x="73" y="598"/>
                </a:lnTo>
                <a:lnTo>
                  <a:pt x="78" y="606"/>
                </a:lnTo>
                <a:lnTo>
                  <a:pt x="85" y="614"/>
                </a:lnTo>
                <a:lnTo>
                  <a:pt x="92" y="624"/>
                </a:lnTo>
                <a:lnTo>
                  <a:pt x="99" y="634"/>
                </a:lnTo>
                <a:lnTo>
                  <a:pt x="107" y="643"/>
                </a:lnTo>
                <a:lnTo>
                  <a:pt x="114" y="651"/>
                </a:lnTo>
                <a:lnTo>
                  <a:pt x="188" y="732"/>
                </a:lnTo>
                <a:lnTo>
                  <a:pt x="197" y="740"/>
                </a:lnTo>
                <a:lnTo>
                  <a:pt x="207" y="747"/>
                </a:lnTo>
                <a:lnTo>
                  <a:pt x="218" y="755"/>
                </a:lnTo>
                <a:lnTo>
                  <a:pt x="228" y="760"/>
                </a:lnTo>
                <a:lnTo>
                  <a:pt x="237" y="765"/>
                </a:lnTo>
                <a:lnTo>
                  <a:pt x="243" y="766"/>
                </a:lnTo>
                <a:lnTo>
                  <a:pt x="246" y="765"/>
                </a:lnTo>
                <a:lnTo>
                  <a:pt x="245" y="761"/>
                </a:lnTo>
                <a:lnTo>
                  <a:pt x="240" y="756"/>
                </a:lnTo>
                <a:lnTo>
                  <a:pt x="235" y="748"/>
                </a:lnTo>
                <a:lnTo>
                  <a:pt x="228" y="739"/>
                </a:lnTo>
                <a:lnTo>
                  <a:pt x="222" y="727"/>
                </a:lnTo>
                <a:lnTo>
                  <a:pt x="219" y="712"/>
                </a:lnTo>
                <a:lnTo>
                  <a:pt x="217" y="696"/>
                </a:lnTo>
                <a:lnTo>
                  <a:pt x="217" y="660"/>
                </a:lnTo>
                <a:lnTo>
                  <a:pt x="214" y="646"/>
                </a:lnTo>
                <a:lnTo>
                  <a:pt x="209" y="634"/>
                </a:lnTo>
                <a:lnTo>
                  <a:pt x="200" y="625"/>
                </a:lnTo>
                <a:lnTo>
                  <a:pt x="188" y="620"/>
                </a:lnTo>
                <a:lnTo>
                  <a:pt x="174" y="617"/>
                </a:lnTo>
                <a:lnTo>
                  <a:pt x="147" y="617"/>
                </a:lnTo>
                <a:lnTo>
                  <a:pt x="126" y="616"/>
                </a:lnTo>
                <a:lnTo>
                  <a:pt x="108" y="612"/>
                </a:lnTo>
                <a:lnTo>
                  <a:pt x="94" y="605"/>
                </a:lnTo>
                <a:lnTo>
                  <a:pt x="83" y="598"/>
                </a:lnTo>
                <a:lnTo>
                  <a:pt x="75" y="594"/>
                </a:lnTo>
                <a:lnTo>
                  <a:pt x="70" y="592"/>
                </a:lnTo>
                <a:close/>
                <a:moveTo>
                  <a:pt x="119" y="467"/>
                </a:moveTo>
                <a:lnTo>
                  <a:pt x="561" y="467"/>
                </a:lnTo>
                <a:lnTo>
                  <a:pt x="561" y="508"/>
                </a:lnTo>
                <a:lnTo>
                  <a:pt x="119" y="508"/>
                </a:lnTo>
                <a:lnTo>
                  <a:pt x="119" y="467"/>
                </a:lnTo>
                <a:close/>
                <a:moveTo>
                  <a:pt x="119" y="366"/>
                </a:moveTo>
                <a:lnTo>
                  <a:pt x="561" y="366"/>
                </a:lnTo>
                <a:lnTo>
                  <a:pt x="561" y="408"/>
                </a:lnTo>
                <a:lnTo>
                  <a:pt x="119" y="408"/>
                </a:lnTo>
                <a:lnTo>
                  <a:pt x="119" y="366"/>
                </a:lnTo>
                <a:close/>
                <a:moveTo>
                  <a:pt x="119" y="267"/>
                </a:moveTo>
                <a:lnTo>
                  <a:pt x="561" y="267"/>
                </a:lnTo>
                <a:lnTo>
                  <a:pt x="561" y="307"/>
                </a:lnTo>
                <a:lnTo>
                  <a:pt x="119" y="307"/>
                </a:lnTo>
                <a:lnTo>
                  <a:pt x="119" y="267"/>
                </a:lnTo>
                <a:close/>
                <a:moveTo>
                  <a:pt x="76" y="84"/>
                </a:moveTo>
                <a:lnTo>
                  <a:pt x="142" y="84"/>
                </a:lnTo>
                <a:lnTo>
                  <a:pt x="142" y="122"/>
                </a:lnTo>
                <a:lnTo>
                  <a:pt x="115" y="122"/>
                </a:lnTo>
                <a:lnTo>
                  <a:pt x="97" y="125"/>
                </a:lnTo>
                <a:lnTo>
                  <a:pt x="82" y="133"/>
                </a:lnTo>
                <a:lnTo>
                  <a:pt x="69" y="145"/>
                </a:lnTo>
                <a:lnTo>
                  <a:pt x="61" y="161"/>
                </a:lnTo>
                <a:lnTo>
                  <a:pt x="58" y="179"/>
                </a:lnTo>
                <a:lnTo>
                  <a:pt x="58" y="543"/>
                </a:lnTo>
                <a:lnTo>
                  <a:pt x="61" y="561"/>
                </a:lnTo>
                <a:lnTo>
                  <a:pt x="69" y="576"/>
                </a:lnTo>
                <a:lnTo>
                  <a:pt x="82" y="587"/>
                </a:lnTo>
                <a:lnTo>
                  <a:pt x="97" y="596"/>
                </a:lnTo>
                <a:lnTo>
                  <a:pt x="115" y="598"/>
                </a:lnTo>
                <a:lnTo>
                  <a:pt x="208" y="597"/>
                </a:lnTo>
                <a:lnTo>
                  <a:pt x="219" y="600"/>
                </a:lnTo>
                <a:lnTo>
                  <a:pt x="229" y="606"/>
                </a:lnTo>
                <a:lnTo>
                  <a:pt x="236" y="615"/>
                </a:lnTo>
                <a:lnTo>
                  <a:pt x="238" y="628"/>
                </a:lnTo>
                <a:lnTo>
                  <a:pt x="240" y="726"/>
                </a:lnTo>
                <a:lnTo>
                  <a:pt x="243" y="744"/>
                </a:lnTo>
                <a:lnTo>
                  <a:pt x="252" y="759"/>
                </a:lnTo>
                <a:lnTo>
                  <a:pt x="265" y="772"/>
                </a:lnTo>
                <a:lnTo>
                  <a:pt x="280" y="779"/>
                </a:lnTo>
                <a:lnTo>
                  <a:pt x="298" y="783"/>
                </a:lnTo>
                <a:lnTo>
                  <a:pt x="555" y="783"/>
                </a:lnTo>
                <a:lnTo>
                  <a:pt x="573" y="779"/>
                </a:lnTo>
                <a:lnTo>
                  <a:pt x="589" y="772"/>
                </a:lnTo>
                <a:lnTo>
                  <a:pt x="601" y="759"/>
                </a:lnTo>
                <a:lnTo>
                  <a:pt x="609" y="744"/>
                </a:lnTo>
                <a:lnTo>
                  <a:pt x="611" y="726"/>
                </a:lnTo>
                <a:lnTo>
                  <a:pt x="611" y="179"/>
                </a:lnTo>
                <a:lnTo>
                  <a:pt x="609" y="161"/>
                </a:lnTo>
                <a:lnTo>
                  <a:pt x="601" y="145"/>
                </a:lnTo>
                <a:lnTo>
                  <a:pt x="589" y="133"/>
                </a:lnTo>
                <a:lnTo>
                  <a:pt x="573" y="125"/>
                </a:lnTo>
                <a:lnTo>
                  <a:pt x="555" y="122"/>
                </a:lnTo>
                <a:lnTo>
                  <a:pt x="516" y="122"/>
                </a:lnTo>
                <a:lnTo>
                  <a:pt x="516" y="106"/>
                </a:lnTo>
                <a:lnTo>
                  <a:pt x="516" y="84"/>
                </a:lnTo>
                <a:lnTo>
                  <a:pt x="595" y="84"/>
                </a:lnTo>
                <a:lnTo>
                  <a:pt x="615" y="87"/>
                </a:lnTo>
                <a:lnTo>
                  <a:pt x="634" y="94"/>
                </a:lnTo>
                <a:lnTo>
                  <a:pt x="649" y="106"/>
                </a:lnTo>
                <a:lnTo>
                  <a:pt x="661" y="121"/>
                </a:lnTo>
                <a:lnTo>
                  <a:pt x="669" y="139"/>
                </a:lnTo>
                <a:lnTo>
                  <a:pt x="671" y="158"/>
                </a:lnTo>
                <a:lnTo>
                  <a:pt x="671" y="779"/>
                </a:lnTo>
                <a:lnTo>
                  <a:pt x="669" y="799"/>
                </a:lnTo>
                <a:lnTo>
                  <a:pt x="661" y="817"/>
                </a:lnTo>
                <a:lnTo>
                  <a:pt x="649" y="832"/>
                </a:lnTo>
                <a:lnTo>
                  <a:pt x="634" y="843"/>
                </a:lnTo>
                <a:lnTo>
                  <a:pt x="615" y="851"/>
                </a:lnTo>
                <a:lnTo>
                  <a:pt x="595" y="853"/>
                </a:lnTo>
                <a:lnTo>
                  <a:pt x="76" y="853"/>
                </a:lnTo>
                <a:lnTo>
                  <a:pt x="56" y="851"/>
                </a:lnTo>
                <a:lnTo>
                  <a:pt x="38" y="843"/>
                </a:lnTo>
                <a:lnTo>
                  <a:pt x="22" y="832"/>
                </a:lnTo>
                <a:lnTo>
                  <a:pt x="10" y="817"/>
                </a:lnTo>
                <a:lnTo>
                  <a:pt x="2" y="799"/>
                </a:lnTo>
                <a:lnTo>
                  <a:pt x="0" y="779"/>
                </a:lnTo>
                <a:lnTo>
                  <a:pt x="0" y="158"/>
                </a:lnTo>
                <a:lnTo>
                  <a:pt x="2" y="139"/>
                </a:lnTo>
                <a:lnTo>
                  <a:pt x="10" y="121"/>
                </a:lnTo>
                <a:lnTo>
                  <a:pt x="22" y="106"/>
                </a:lnTo>
                <a:lnTo>
                  <a:pt x="38" y="94"/>
                </a:lnTo>
                <a:lnTo>
                  <a:pt x="56" y="87"/>
                </a:lnTo>
                <a:lnTo>
                  <a:pt x="76" y="84"/>
                </a:lnTo>
                <a:close/>
                <a:moveTo>
                  <a:pt x="328" y="25"/>
                </a:moveTo>
                <a:lnTo>
                  <a:pt x="318" y="27"/>
                </a:lnTo>
                <a:lnTo>
                  <a:pt x="309" y="33"/>
                </a:lnTo>
                <a:lnTo>
                  <a:pt x="304" y="40"/>
                </a:lnTo>
                <a:lnTo>
                  <a:pt x="302" y="52"/>
                </a:lnTo>
                <a:lnTo>
                  <a:pt x="304" y="62"/>
                </a:lnTo>
                <a:lnTo>
                  <a:pt x="309" y="70"/>
                </a:lnTo>
                <a:lnTo>
                  <a:pt x="318" y="76"/>
                </a:lnTo>
                <a:lnTo>
                  <a:pt x="328" y="78"/>
                </a:lnTo>
                <a:lnTo>
                  <a:pt x="338" y="76"/>
                </a:lnTo>
                <a:lnTo>
                  <a:pt x="347" y="70"/>
                </a:lnTo>
                <a:lnTo>
                  <a:pt x="353" y="62"/>
                </a:lnTo>
                <a:lnTo>
                  <a:pt x="355" y="52"/>
                </a:lnTo>
                <a:lnTo>
                  <a:pt x="353" y="40"/>
                </a:lnTo>
                <a:lnTo>
                  <a:pt x="347" y="33"/>
                </a:lnTo>
                <a:lnTo>
                  <a:pt x="338" y="27"/>
                </a:lnTo>
                <a:lnTo>
                  <a:pt x="328" y="25"/>
                </a:lnTo>
                <a:close/>
                <a:moveTo>
                  <a:pt x="329" y="0"/>
                </a:moveTo>
                <a:lnTo>
                  <a:pt x="343" y="2"/>
                </a:lnTo>
                <a:lnTo>
                  <a:pt x="357" y="7"/>
                </a:lnTo>
                <a:lnTo>
                  <a:pt x="371" y="14"/>
                </a:lnTo>
                <a:lnTo>
                  <a:pt x="382" y="22"/>
                </a:lnTo>
                <a:lnTo>
                  <a:pt x="391" y="33"/>
                </a:lnTo>
                <a:lnTo>
                  <a:pt x="394" y="45"/>
                </a:lnTo>
                <a:lnTo>
                  <a:pt x="457" y="45"/>
                </a:lnTo>
                <a:lnTo>
                  <a:pt x="470" y="47"/>
                </a:lnTo>
                <a:lnTo>
                  <a:pt x="482" y="55"/>
                </a:lnTo>
                <a:lnTo>
                  <a:pt x="490" y="66"/>
                </a:lnTo>
                <a:lnTo>
                  <a:pt x="492" y="81"/>
                </a:lnTo>
                <a:lnTo>
                  <a:pt x="492" y="155"/>
                </a:lnTo>
                <a:lnTo>
                  <a:pt x="166" y="155"/>
                </a:lnTo>
                <a:lnTo>
                  <a:pt x="166" y="81"/>
                </a:lnTo>
                <a:lnTo>
                  <a:pt x="170" y="66"/>
                </a:lnTo>
                <a:lnTo>
                  <a:pt x="178" y="55"/>
                </a:lnTo>
                <a:lnTo>
                  <a:pt x="189" y="47"/>
                </a:lnTo>
                <a:lnTo>
                  <a:pt x="202" y="45"/>
                </a:lnTo>
                <a:lnTo>
                  <a:pt x="265" y="45"/>
                </a:lnTo>
                <a:lnTo>
                  <a:pt x="268" y="33"/>
                </a:lnTo>
                <a:lnTo>
                  <a:pt x="277" y="22"/>
                </a:lnTo>
                <a:lnTo>
                  <a:pt x="288" y="14"/>
                </a:lnTo>
                <a:lnTo>
                  <a:pt x="302" y="7"/>
                </a:lnTo>
                <a:lnTo>
                  <a:pt x="316" y="2"/>
                </a:lnTo>
                <a:lnTo>
                  <a:pt x="329"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5" name="Freeform 12"/>
          <p:cNvSpPr>
            <a:spLocks noEditPoints="1"/>
          </p:cNvSpPr>
          <p:nvPr/>
        </p:nvSpPr>
        <p:spPr bwMode="auto">
          <a:xfrm>
            <a:off x="2587749" y="4247788"/>
            <a:ext cx="473965" cy="297232"/>
          </a:xfrm>
          <a:custGeom>
            <a:avLst/>
            <a:gdLst>
              <a:gd name="T0" fmla="*/ 1032 w 1179"/>
              <a:gd name="T1" fmla="*/ 490 h 740"/>
              <a:gd name="T2" fmla="*/ 1111 w 1179"/>
              <a:gd name="T3" fmla="*/ 534 h 740"/>
              <a:gd name="T4" fmla="*/ 1161 w 1179"/>
              <a:gd name="T5" fmla="*/ 618 h 740"/>
              <a:gd name="T6" fmla="*/ 1179 w 1179"/>
              <a:gd name="T7" fmla="*/ 740 h 740"/>
              <a:gd name="T8" fmla="*/ 759 w 1179"/>
              <a:gd name="T9" fmla="*/ 654 h 740"/>
              <a:gd name="T10" fmla="*/ 799 w 1179"/>
              <a:gd name="T11" fmla="*/ 558 h 740"/>
              <a:gd name="T12" fmla="*/ 869 w 1179"/>
              <a:gd name="T13" fmla="*/ 500 h 740"/>
              <a:gd name="T14" fmla="*/ 966 w 1179"/>
              <a:gd name="T15" fmla="*/ 481 h 740"/>
              <a:gd name="T16" fmla="*/ 280 w 1179"/>
              <a:gd name="T17" fmla="*/ 490 h 740"/>
              <a:gd name="T18" fmla="*/ 359 w 1179"/>
              <a:gd name="T19" fmla="*/ 534 h 740"/>
              <a:gd name="T20" fmla="*/ 410 w 1179"/>
              <a:gd name="T21" fmla="*/ 618 h 740"/>
              <a:gd name="T22" fmla="*/ 428 w 1179"/>
              <a:gd name="T23" fmla="*/ 740 h 740"/>
              <a:gd name="T24" fmla="*/ 8 w 1179"/>
              <a:gd name="T25" fmla="*/ 654 h 740"/>
              <a:gd name="T26" fmla="*/ 48 w 1179"/>
              <a:gd name="T27" fmla="*/ 558 h 740"/>
              <a:gd name="T28" fmla="*/ 117 w 1179"/>
              <a:gd name="T29" fmla="*/ 500 h 740"/>
              <a:gd name="T30" fmla="*/ 213 w 1179"/>
              <a:gd name="T31" fmla="*/ 481 h 740"/>
              <a:gd name="T32" fmla="*/ 651 w 1179"/>
              <a:gd name="T33" fmla="*/ 360 h 740"/>
              <a:gd name="T34" fmla="*/ 749 w 1179"/>
              <a:gd name="T35" fmla="*/ 385 h 740"/>
              <a:gd name="T36" fmla="*/ 834 w 1179"/>
              <a:gd name="T37" fmla="*/ 431 h 740"/>
              <a:gd name="T38" fmla="*/ 795 w 1179"/>
              <a:gd name="T39" fmla="*/ 486 h 740"/>
              <a:gd name="T40" fmla="*/ 731 w 1179"/>
              <a:gd name="T41" fmla="*/ 572 h 740"/>
              <a:gd name="T42" fmla="*/ 701 w 1179"/>
              <a:gd name="T43" fmla="*/ 693 h 740"/>
              <a:gd name="T44" fmla="*/ 481 w 1179"/>
              <a:gd name="T45" fmla="*/ 693 h 740"/>
              <a:gd name="T46" fmla="*/ 451 w 1179"/>
              <a:gd name="T47" fmla="*/ 572 h 740"/>
              <a:gd name="T48" fmla="*/ 387 w 1179"/>
              <a:gd name="T49" fmla="*/ 486 h 740"/>
              <a:gd name="T50" fmla="*/ 348 w 1179"/>
              <a:gd name="T51" fmla="*/ 431 h 740"/>
              <a:gd name="T52" fmla="*/ 432 w 1179"/>
              <a:gd name="T53" fmla="*/ 385 h 740"/>
              <a:gd name="T54" fmla="*/ 530 w 1179"/>
              <a:gd name="T55" fmla="*/ 360 h 740"/>
              <a:gd name="T56" fmla="*/ 957 w 1179"/>
              <a:gd name="T57" fmla="*/ 242 h 740"/>
              <a:gd name="T58" fmla="*/ 1022 w 1179"/>
              <a:gd name="T59" fmla="*/ 264 h 740"/>
              <a:gd name="T60" fmla="*/ 1057 w 1179"/>
              <a:gd name="T61" fmla="*/ 321 h 740"/>
              <a:gd name="T62" fmla="*/ 1050 w 1179"/>
              <a:gd name="T63" fmla="*/ 390 h 740"/>
              <a:gd name="T64" fmla="*/ 1003 w 1179"/>
              <a:gd name="T65" fmla="*/ 438 h 740"/>
              <a:gd name="T66" fmla="*/ 933 w 1179"/>
              <a:gd name="T67" fmla="*/ 446 h 740"/>
              <a:gd name="T68" fmla="*/ 876 w 1179"/>
              <a:gd name="T69" fmla="*/ 409 h 740"/>
              <a:gd name="T70" fmla="*/ 853 w 1179"/>
              <a:gd name="T71" fmla="*/ 345 h 740"/>
              <a:gd name="T72" fmla="*/ 876 w 1179"/>
              <a:gd name="T73" fmla="*/ 280 h 740"/>
              <a:gd name="T74" fmla="*/ 933 w 1179"/>
              <a:gd name="T75" fmla="*/ 244 h 740"/>
              <a:gd name="T76" fmla="*/ 229 w 1179"/>
              <a:gd name="T77" fmla="*/ 244 h 740"/>
              <a:gd name="T78" fmla="*/ 286 w 1179"/>
              <a:gd name="T79" fmla="*/ 280 h 740"/>
              <a:gd name="T80" fmla="*/ 308 w 1179"/>
              <a:gd name="T81" fmla="*/ 345 h 740"/>
              <a:gd name="T82" fmla="*/ 286 w 1179"/>
              <a:gd name="T83" fmla="*/ 409 h 740"/>
              <a:gd name="T84" fmla="*/ 229 w 1179"/>
              <a:gd name="T85" fmla="*/ 446 h 740"/>
              <a:gd name="T86" fmla="*/ 160 w 1179"/>
              <a:gd name="T87" fmla="*/ 438 h 740"/>
              <a:gd name="T88" fmla="*/ 111 w 1179"/>
              <a:gd name="T89" fmla="*/ 390 h 740"/>
              <a:gd name="T90" fmla="*/ 104 w 1179"/>
              <a:gd name="T91" fmla="*/ 321 h 740"/>
              <a:gd name="T92" fmla="*/ 141 w 1179"/>
              <a:gd name="T93" fmla="*/ 264 h 740"/>
              <a:gd name="T94" fmla="*/ 205 w 1179"/>
              <a:gd name="T95" fmla="*/ 242 h 740"/>
              <a:gd name="T96" fmla="*/ 655 w 1179"/>
              <a:gd name="T97" fmla="*/ 12 h 740"/>
              <a:gd name="T98" fmla="*/ 722 w 1179"/>
              <a:gd name="T99" fmla="*/ 67 h 740"/>
              <a:gd name="T100" fmla="*/ 748 w 1179"/>
              <a:gd name="T101" fmla="*/ 153 h 740"/>
              <a:gd name="T102" fmla="*/ 722 w 1179"/>
              <a:gd name="T103" fmla="*/ 238 h 740"/>
              <a:gd name="T104" fmla="*/ 655 w 1179"/>
              <a:gd name="T105" fmla="*/ 293 h 740"/>
              <a:gd name="T106" fmla="*/ 565 w 1179"/>
              <a:gd name="T107" fmla="*/ 302 h 740"/>
              <a:gd name="T108" fmla="*/ 488 w 1179"/>
              <a:gd name="T109" fmla="*/ 260 h 740"/>
              <a:gd name="T110" fmla="*/ 445 w 1179"/>
              <a:gd name="T111" fmla="*/ 183 h 740"/>
              <a:gd name="T112" fmla="*/ 454 w 1179"/>
              <a:gd name="T113" fmla="*/ 94 h 740"/>
              <a:gd name="T114" fmla="*/ 510 w 1179"/>
              <a:gd name="T115" fmla="*/ 25 h 740"/>
              <a:gd name="T116" fmla="*/ 595 w 1179"/>
              <a:gd name="T117" fmla="*/ 0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9" h="740">
                <a:moveTo>
                  <a:pt x="966" y="481"/>
                </a:moveTo>
                <a:lnTo>
                  <a:pt x="1000" y="483"/>
                </a:lnTo>
                <a:lnTo>
                  <a:pt x="1032" y="490"/>
                </a:lnTo>
                <a:lnTo>
                  <a:pt x="1062" y="500"/>
                </a:lnTo>
                <a:lnTo>
                  <a:pt x="1087" y="516"/>
                </a:lnTo>
                <a:lnTo>
                  <a:pt x="1111" y="534"/>
                </a:lnTo>
                <a:lnTo>
                  <a:pt x="1131" y="558"/>
                </a:lnTo>
                <a:lnTo>
                  <a:pt x="1148" y="586"/>
                </a:lnTo>
                <a:lnTo>
                  <a:pt x="1161" y="618"/>
                </a:lnTo>
                <a:lnTo>
                  <a:pt x="1171" y="654"/>
                </a:lnTo>
                <a:lnTo>
                  <a:pt x="1177" y="695"/>
                </a:lnTo>
                <a:lnTo>
                  <a:pt x="1179" y="740"/>
                </a:lnTo>
                <a:lnTo>
                  <a:pt x="751" y="740"/>
                </a:lnTo>
                <a:lnTo>
                  <a:pt x="754" y="695"/>
                </a:lnTo>
                <a:lnTo>
                  <a:pt x="759" y="654"/>
                </a:lnTo>
                <a:lnTo>
                  <a:pt x="769" y="618"/>
                </a:lnTo>
                <a:lnTo>
                  <a:pt x="783" y="586"/>
                </a:lnTo>
                <a:lnTo>
                  <a:pt x="799" y="558"/>
                </a:lnTo>
                <a:lnTo>
                  <a:pt x="819" y="534"/>
                </a:lnTo>
                <a:lnTo>
                  <a:pt x="843" y="516"/>
                </a:lnTo>
                <a:lnTo>
                  <a:pt x="869" y="500"/>
                </a:lnTo>
                <a:lnTo>
                  <a:pt x="899" y="490"/>
                </a:lnTo>
                <a:lnTo>
                  <a:pt x="930" y="483"/>
                </a:lnTo>
                <a:lnTo>
                  <a:pt x="966" y="481"/>
                </a:lnTo>
                <a:close/>
                <a:moveTo>
                  <a:pt x="213" y="481"/>
                </a:moveTo>
                <a:lnTo>
                  <a:pt x="248" y="483"/>
                </a:lnTo>
                <a:lnTo>
                  <a:pt x="280" y="490"/>
                </a:lnTo>
                <a:lnTo>
                  <a:pt x="309" y="500"/>
                </a:lnTo>
                <a:lnTo>
                  <a:pt x="336" y="516"/>
                </a:lnTo>
                <a:lnTo>
                  <a:pt x="359" y="534"/>
                </a:lnTo>
                <a:lnTo>
                  <a:pt x="379" y="558"/>
                </a:lnTo>
                <a:lnTo>
                  <a:pt x="396" y="586"/>
                </a:lnTo>
                <a:lnTo>
                  <a:pt x="410" y="618"/>
                </a:lnTo>
                <a:lnTo>
                  <a:pt x="419" y="654"/>
                </a:lnTo>
                <a:lnTo>
                  <a:pt x="425" y="695"/>
                </a:lnTo>
                <a:lnTo>
                  <a:pt x="428" y="740"/>
                </a:lnTo>
                <a:lnTo>
                  <a:pt x="0" y="740"/>
                </a:lnTo>
                <a:lnTo>
                  <a:pt x="2" y="695"/>
                </a:lnTo>
                <a:lnTo>
                  <a:pt x="8" y="654"/>
                </a:lnTo>
                <a:lnTo>
                  <a:pt x="18" y="618"/>
                </a:lnTo>
                <a:lnTo>
                  <a:pt x="31" y="586"/>
                </a:lnTo>
                <a:lnTo>
                  <a:pt x="48" y="558"/>
                </a:lnTo>
                <a:lnTo>
                  <a:pt x="68" y="534"/>
                </a:lnTo>
                <a:lnTo>
                  <a:pt x="91" y="516"/>
                </a:lnTo>
                <a:lnTo>
                  <a:pt x="117" y="500"/>
                </a:lnTo>
                <a:lnTo>
                  <a:pt x="146" y="490"/>
                </a:lnTo>
                <a:lnTo>
                  <a:pt x="178" y="483"/>
                </a:lnTo>
                <a:lnTo>
                  <a:pt x="213" y="481"/>
                </a:lnTo>
                <a:close/>
                <a:moveTo>
                  <a:pt x="592" y="355"/>
                </a:moveTo>
                <a:lnTo>
                  <a:pt x="620" y="357"/>
                </a:lnTo>
                <a:lnTo>
                  <a:pt x="651" y="360"/>
                </a:lnTo>
                <a:lnTo>
                  <a:pt x="683" y="366"/>
                </a:lnTo>
                <a:lnTo>
                  <a:pt x="716" y="375"/>
                </a:lnTo>
                <a:lnTo>
                  <a:pt x="749" y="385"/>
                </a:lnTo>
                <a:lnTo>
                  <a:pt x="780" y="398"/>
                </a:lnTo>
                <a:lnTo>
                  <a:pt x="808" y="413"/>
                </a:lnTo>
                <a:lnTo>
                  <a:pt x="834" y="431"/>
                </a:lnTo>
                <a:lnTo>
                  <a:pt x="854" y="450"/>
                </a:lnTo>
                <a:lnTo>
                  <a:pt x="823" y="465"/>
                </a:lnTo>
                <a:lnTo>
                  <a:pt x="795" y="486"/>
                </a:lnTo>
                <a:lnTo>
                  <a:pt x="770" y="511"/>
                </a:lnTo>
                <a:lnTo>
                  <a:pt x="749" y="539"/>
                </a:lnTo>
                <a:lnTo>
                  <a:pt x="731" y="572"/>
                </a:lnTo>
                <a:lnTo>
                  <a:pt x="718" y="608"/>
                </a:lnTo>
                <a:lnTo>
                  <a:pt x="708" y="648"/>
                </a:lnTo>
                <a:lnTo>
                  <a:pt x="701" y="693"/>
                </a:lnTo>
                <a:lnTo>
                  <a:pt x="700" y="740"/>
                </a:lnTo>
                <a:lnTo>
                  <a:pt x="483" y="740"/>
                </a:lnTo>
                <a:lnTo>
                  <a:pt x="481" y="693"/>
                </a:lnTo>
                <a:lnTo>
                  <a:pt x="474" y="648"/>
                </a:lnTo>
                <a:lnTo>
                  <a:pt x="464" y="608"/>
                </a:lnTo>
                <a:lnTo>
                  <a:pt x="451" y="572"/>
                </a:lnTo>
                <a:lnTo>
                  <a:pt x="433" y="539"/>
                </a:lnTo>
                <a:lnTo>
                  <a:pt x="412" y="511"/>
                </a:lnTo>
                <a:lnTo>
                  <a:pt x="387" y="486"/>
                </a:lnTo>
                <a:lnTo>
                  <a:pt x="359" y="465"/>
                </a:lnTo>
                <a:lnTo>
                  <a:pt x="328" y="450"/>
                </a:lnTo>
                <a:lnTo>
                  <a:pt x="348" y="431"/>
                </a:lnTo>
                <a:lnTo>
                  <a:pt x="373" y="413"/>
                </a:lnTo>
                <a:lnTo>
                  <a:pt x="402" y="398"/>
                </a:lnTo>
                <a:lnTo>
                  <a:pt x="432" y="385"/>
                </a:lnTo>
                <a:lnTo>
                  <a:pt x="464" y="375"/>
                </a:lnTo>
                <a:lnTo>
                  <a:pt x="497" y="366"/>
                </a:lnTo>
                <a:lnTo>
                  <a:pt x="530" y="360"/>
                </a:lnTo>
                <a:lnTo>
                  <a:pt x="562" y="357"/>
                </a:lnTo>
                <a:lnTo>
                  <a:pt x="592" y="355"/>
                </a:lnTo>
                <a:close/>
                <a:moveTo>
                  <a:pt x="957" y="242"/>
                </a:moveTo>
                <a:lnTo>
                  <a:pt x="980" y="244"/>
                </a:lnTo>
                <a:lnTo>
                  <a:pt x="1003" y="252"/>
                </a:lnTo>
                <a:lnTo>
                  <a:pt x="1022" y="264"/>
                </a:lnTo>
                <a:lnTo>
                  <a:pt x="1037" y="280"/>
                </a:lnTo>
                <a:lnTo>
                  <a:pt x="1050" y="300"/>
                </a:lnTo>
                <a:lnTo>
                  <a:pt x="1057" y="321"/>
                </a:lnTo>
                <a:lnTo>
                  <a:pt x="1061" y="345"/>
                </a:lnTo>
                <a:lnTo>
                  <a:pt x="1057" y="369"/>
                </a:lnTo>
                <a:lnTo>
                  <a:pt x="1050" y="390"/>
                </a:lnTo>
                <a:lnTo>
                  <a:pt x="1037" y="409"/>
                </a:lnTo>
                <a:lnTo>
                  <a:pt x="1022" y="426"/>
                </a:lnTo>
                <a:lnTo>
                  <a:pt x="1003" y="438"/>
                </a:lnTo>
                <a:lnTo>
                  <a:pt x="980" y="446"/>
                </a:lnTo>
                <a:lnTo>
                  <a:pt x="957" y="449"/>
                </a:lnTo>
                <a:lnTo>
                  <a:pt x="933" y="446"/>
                </a:lnTo>
                <a:lnTo>
                  <a:pt x="911" y="438"/>
                </a:lnTo>
                <a:lnTo>
                  <a:pt x="892" y="426"/>
                </a:lnTo>
                <a:lnTo>
                  <a:pt x="876" y="409"/>
                </a:lnTo>
                <a:lnTo>
                  <a:pt x="864" y="390"/>
                </a:lnTo>
                <a:lnTo>
                  <a:pt x="856" y="369"/>
                </a:lnTo>
                <a:lnTo>
                  <a:pt x="853" y="345"/>
                </a:lnTo>
                <a:lnTo>
                  <a:pt x="856" y="321"/>
                </a:lnTo>
                <a:lnTo>
                  <a:pt x="864" y="300"/>
                </a:lnTo>
                <a:lnTo>
                  <a:pt x="876" y="280"/>
                </a:lnTo>
                <a:lnTo>
                  <a:pt x="892" y="264"/>
                </a:lnTo>
                <a:lnTo>
                  <a:pt x="911" y="252"/>
                </a:lnTo>
                <a:lnTo>
                  <a:pt x="933" y="244"/>
                </a:lnTo>
                <a:lnTo>
                  <a:pt x="957" y="242"/>
                </a:lnTo>
                <a:close/>
                <a:moveTo>
                  <a:pt x="205" y="242"/>
                </a:moveTo>
                <a:lnTo>
                  <a:pt x="229" y="244"/>
                </a:lnTo>
                <a:lnTo>
                  <a:pt x="250" y="252"/>
                </a:lnTo>
                <a:lnTo>
                  <a:pt x="270" y="264"/>
                </a:lnTo>
                <a:lnTo>
                  <a:pt x="286" y="280"/>
                </a:lnTo>
                <a:lnTo>
                  <a:pt x="298" y="300"/>
                </a:lnTo>
                <a:lnTo>
                  <a:pt x="306" y="321"/>
                </a:lnTo>
                <a:lnTo>
                  <a:pt x="308" y="345"/>
                </a:lnTo>
                <a:lnTo>
                  <a:pt x="306" y="369"/>
                </a:lnTo>
                <a:lnTo>
                  <a:pt x="298" y="390"/>
                </a:lnTo>
                <a:lnTo>
                  <a:pt x="286" y="409"/>
                </a:lnTo>
                <a:lnTo>
                  <a:pt x="270" y="426"/>
                </a:lnTo>
                <a:lnTo>
                  <a:pt x="250" y="438"/>
                </a:lnTo>
                <a:lnTo>
                  <a:pt x="229" y="446"/>
                </a:lnTo>
                <a:lnTo>
                  <a:pt x="205" y="449"/>
                </a:lnTo>
                <a:lnTo>
                  <a:pt x="181" y="446"/>
                </a:lnTo>
                <a:lnTo>
                  <a:pt x="160" y="438"/>
                </a:lnTo>
                <a:lnTo>
                  <a:pt x="141" y="426"/>
                </a:lnTo>
                <a:lnTo>
                  <a:pt x="124" y="409"/>
                </a:lnTo>
                <a:lnTo>
                  <a:pt x="111" y="390"/>
                </a:lnTo>
                <a:lnTo>
                  <a:pt x="104" y="369"/>
                </a:lnTo>
                <a:lnTo>
                  <a:pt x="101" y="345"/>
                </a:lnTo>
                <a:lnTo>
                  <a:pt x="104" y="321"/>
                </a:lnTo>
                <a:lnTo>
                  <a:pt x="111" y="300"/>
                </a:lnTo>
                <a:lnTo>
                  <a:pt x="124" y="280"/>
                </a:lnTo>
                <a:lnTo>
                  <a:pt x="141" y="264"/>
                </a:lnTo>
                <a:lnTo>
                  <a:pt x="160" y="252"/>
                </a:lnTo>
                <a:lnTo>
                  <a:pt x="181" y="244"/>
                </a:lnTo>
                <a:lnTo>
                  <a:pt x="205" y="242"/>
                </a:lnTo>
                <a:close/>
                <a:moveTo>
                  <a:pt x="595" y="0"/>
                </a:moveTo>
                <a:lnTo>
                  <a:pt x="626" y="3"/>
                </a:lnTo>
                <a:lnTo>
                  <a:pt x="655" y="12"/>
                </a:lnTo>
                <a:lnTo>
                  <a:pt x="681" y="25"/>
                </a:lnTo>
                <a:lnTo>
                  <a:pt x="703" y="44"/>
                </a:lnTo>
                <a:lnTo>
                  <a:pt x="722" y="67"/>
                </a:lnTo>
                <a:lnTo>
                  <a:pt x="736" y="94"/>
                </a:lnTo>
                <a:lnTo>
                  <a:pt x="745" y="121"/>
                </a:lnTo>
                <a:lnTo>
                  <a:pt x="748" y="153"/>
                </a:lnTo>
                <a:lnTo>
                  <a:pt x="745" y="183"/>
                </a:lnTo>
                <a:lnTo>
                  <a:pt x="736" y="212"/>
                </a:lnTo>
                <a:lnTo>
                  <a:pt x="722" y="238"/>
                </a:lnTo>
                <a:lnTo>
                  <a:pt x="703" y="260"/>
                </a:lnTo>
                <a:lnTo>
                  <a:pt x="681" y="279"/>
                </a:lnTo>
                <a:lnTo>
                  <a:pt x="655" y="293"/>
                </a:lnTo>
                <a:lnTo>
                  <a:pt x="626" y="302"/>
                </a:lnTo>
                <a:lnTo>
                  <a:pt x="595" y="306"/>
                </a:lnTo>
                <a:lnTo>
                  <a:pt x="565" y="302"/>
                </a:lnTo>
                <a:lnTo>
                  <a:pt x="536" y="293"/>
                </a:lnTo>
                <a:lnTo>
                  <a:pt x="510" y="279"/>
                </a:lnTo>
                <a:lnTo>
                  <a:pt x="488" y="260"/>
                </a:lnTo>
                <a:lnTo>
                  <a:pt x="469" y="238"/>
                </a:lnTo>
                <a:lnTo>
                  <a:pt x="454" y="212"/>
                </a:lnTo>
                <a:lnTo>
                  <a:pt x="445" y="183"/>
                </a:lnTo>
                <a:lnTo>
                  <a:pt x="443" y="153"/>
                </a:lnTo>
                <a:lnTo>
                  <a:pt x="445" y="121"/>
                </a:lnTo>
                <a:lnTo>
                  <a:pt x="454" y="94"/>
                </a:lnTo>
                <a:lnTo>
                  <a:pt x="469" y="67"/>
                </a:lnTo>
                <a:lnTo>
                  <a:pt x="488" y="44"/>
                </a:lnTo>
                <a:lnTo>
                  <a:pt x="510" y="25"/>
                </a:lnTo>
                <a:lnTo>
                  <a:pt x="536" y="12"/>
                </a:lnTo>
                <a:lnTo>
                  <a:pt x="565" y="3"/>
                </a:lnTo>
                <a:lnTo>
                  <a:pt x="595"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6" name="Freeform 9"/>
          <p:cNvSpPr>
            <a:spLocks noEditPoints="1"/>
          </p:cNvSpPr>
          <p:nvPr/>
        </p:nvSpPr>
        <p:spPr bwMode="auto">
          <a:xfrm>
            <a:off x="1575158" y="4965348"/>
            <a:ext cx="311523" cy="337225"/>
          </a:xfrm>
          <a:custGeom>
            <a:avLst/>
            <a:gdLst>
              <a:gd name="T0" fmla="*/ 97 w 606"/>
              <a:gd name="T1" fmla="*/ 466 h 656"/>
              <a:gd name="T2" fmla="*/ 24 w 606"/>
              <a:gd name="T3" fmla="*/ 564 h 656"/>
              <a:gd name="T4" fmla="*/ 31 w 606"/>
              <a:gd name="T5" fmla="*/ 605 h 656"/>
              <a:gd name="T6" fmla="*/ 55 w 606"/>
              <a:gd name="T7" fmla="*/ 619 h 656"/>
              <a:gd name="T8" fmla="*/ 61 w 606"/>
              <a:gd name="T9" fmla="*/ 604 h 656"/>
              <a:gd name="T10" fmla="*/ 48 w 606"/>
              <a:gd name="T11" fmla="*/ 584 h 656"/>
              <a:gd name="T12" fmla="*/ 54 w 606"/>
              <a:gd name="T13" fmla="*/ 556 h 656"/>
              <a:gd name="T14" fmla="*/ 118 w 606"/>
              <a:gd name="T15" fmla="*/ 471 h 656"/>
              <a:gd name="T16" fmla="*/ 109 w 606"/>
              <a:gd name="T17" fmla="*/ 419 h 656"/>
              <a:gd name="T18" fmla="*/ 196 w 606"/>
              <a:gd name="T19" fmla="*/ 501 h 656"/>
              <a:gd name="T20" fmla="*/ 125 w 606"/>
              <a:gd name="T21" fmla="*/ 642 h 656"/>
              <a:gd name="T22" fmla="*/ 64 w 606"/>
              <a:gd name="T23" fmla="*/ 655 h 656"/>
              <a:gd name="T24" fmla="*/ 14 w 606"/>
              <a:gd name="T25" fmla="*/ 624 h 656"/>
              <a:gd name="T26" fmla="*/ 0 w 606"/>
              <a:gd name="T27" fmla="*/ 574 h 656"/>
              <a:gd name="T28" fmla="*/ 18 w 606"/>
              <a:gd name="T29" fmla="*/ 526 h 656"/>
              <a:gd name="T30" fmla="*/ 364 w 606"/>
              <a:gd name="T31" fmla="*/ 136 h 656"/>
              <a:gd name="T32" fmla="*/ 381 w 606"/>
              <a:gd name="T33" fmla="*/ 159 h 656"/>
              <a:gd name="T34" fmla="*/ 459 w 606"/>
              <a:gd name="T35" fmla="*/ 229 h 656"/>
              <a:gd name="T36" fmla="*/ 474 w 606"/>
              <a:gd name="T37" fmla="*/ 253 h 656"/>
              <a:gd name="T38" fmla="*/ 459 w 606"/>
              <a:gd name="T39" fmla="*/ 278 h 656"/>
              <a:gd name="T40" fmla="*/ 381 w 606"/>
              <a:gd name="T41" fmla="*/ 347 h 656"/>
              <a:gd name="T42" fmla="*/ 364 w 606"/>
              <a:gd name="T43" fmla="*/ 371 h 656"/>
              <a:gd name="T44" fmla="*/ 336 w 606"/>
              <a:gd name="T45" fmla="*/ 366 h 656"/>
              <a:gd name="T46" fmla="*/ 328 w 606"/>
              <a:gd name="T47" fmla="*/ 279 h 656"/>
              <a:gd name="T48" fmla="*/ 242 w 606"/>
              <a:gd name="T49" fmla="*/ 271 h 656"/>
              <a:gd name="T50" fmla="*/ 237 w 606"/>
              <a:gd name="T51" fmla="*/ 243 h 656"/>
              <a:gd name="T52" fmla="*/ 260 w 606"/>
              <a:gd name="T53" fmla="*/ 227 h 656"/>
              <a:gd name="T54" fmla="*/ 330 w 606"/>
              <a:gd name="T55" fmla="*/ 149 h 656"/>
              <a:gd name="T56" fmla="*/ 355 w 606"/>
              <a:gd name="T57" fmla="*/ 134 h 656"/>
              <a:gd name="T58" fmla="*/ 269 w 606"/>
              <a:gd name="T59" fmla="*/ 83 h 656"/>
              <a:gd name="T60" fmla="*/ 195 w 606"/>
              <a:gd name="T61" fmla="*/ 145 h 656"/>
              <a:gd name="T62" fmla="*/ 161 w 606"/>
              <a:gd name="T63" fmla="*/ 237 h 656"/>
              <a:gd name="T64" fmla="*/ 178 w 606"/>
              <a:gd name="T65" fmla="*/ 337 h 656"/>
              <a:gd name="T66" fmla="*/ 241 w 606"/>
              <a:gd name="T67" fmla="*/ 411 h 656"/>
              <a:gd name="T68" fmla="*/ 332 w 606"/>
              <a:gd name="T69" fmla="*/ 444 h 656"/>
              <a:gd name="T70" fmla="*/ 432 w 606"/>
              <a:gd name="T71" fmla="*/ 427 h 656"/>
              <a:gd name="T72" fmla="*/ 506 w 606"/>
              <a:gd name="T73" fmla="*/ 365 h 656"/>
              <a:gd name="T74" fmla="*/ 540 w 606"/>
              <a:gd name="T75" fmla="*/ 272 h 656"/>
              <a:gd name="T76" fmla="*/ 523 w 606"/>
              <a:gd name="T77" fmla="*/ 173 h 656"/>
              <a:gd name="T78" fmla="*/ 460 w 606"/>
              <a:gd name="T79" fmla="*/ 99 h 656"/>
              <a:gd name="T80" fmla="*/ 368 w 606"/>
              <a:gd name="T81" fmla="*/ 65 h 656"/>
              <a:gd name="T82" fmla="*/ 402 w 606"/>
              <a:gd name="T83" fmla="*/ 5 h 656"/>
              <a:gd name="T84" fmla="*/ 501 w 606"/>
              <a:gd name="T85" fmla="*/ 49 h 656"/>
              <a:gd name="T86" fmla="*/ 572 w 606"/>
              <a:gd name="T87" fmla="*/ 127 h 656"/>
              <a:gd name="T88" fmla="*/ 605 w 606"/>
              <a:gd name="T89" fmla="*/ 233 h 656"/>
              <a:gd name="T90" fmla="*/ 594 w 606"/>
              <a:gd name="T91" fmla="*/ 332 h 656"/>
              <a:gd name="T92" fmla="*/ 547 w 606"/>
              <a:gd name="T93" fmla="*/ 419 h 656"/>
              <a:gd name="T94" fmla="*/ 469 w 606"/>
              <a:gd name="T95" fmla="*/ 481 h 656"/>
              <a:gd name="T96" fmla="*/ 373 w 606"/>
              <a:gd name="T97" fmla="*/ 510 h 656"/>
              <a:gd name="T98" fmla="*/ 264 w 606"/>
              <a:gd name="T99" fmla="*/ 495 h 656"/>
              <a:gd name="T100" fmla="*/ 173 w 606"/>
              <a:gd name="T101" fmla="*/ 439 h 656"/>
              <a:gd name="T102" fmla="*/ 113 w 606"/>
              <a:gd name="T103" fmla="*/ 350 h 656"/>
              <a:gd name="T104" fmla="*/ 95 w 606"/>
              <a:gd name="T105" fmla="*/ 244 h 656"/>
              <a:gd name="T106" fmla="*/ 119 w 606"/>
              <a:gd name="T107" fmla="*/ 147 h 656"/>
              <a:gd name="T108" fmla="*/ 179 w 606"/>
              <a:gd name="T109" fmla="*/ 67 h 656"/>
              <a:gd name="T110" fmla="*/ 264 w 606"/>
              <a:gd name="T111" fmla="*/ 15 h 656"/>
              <a:gd name="T112" fmla="*/ 366 w 606"/>
              <a:gd name="T113" fmla="*/ 0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06" h="656">
                <a:moveTo>
                  <a:pt x="108" y="462"/>
                </a:moveTo>
                <a:lnTo>
                  <a:pt x="102" y="463"/>
                </a:lnTo>
                <a:lnTo>
                  <a:pt x="97" y="466"/>
                </a:lnTo>
                <a:lnTo>
                  <a:pt x="35" y="540"/>
                </a:lnTo>
                <a:lnTo>
                  <a:pt x="28" y="552"/>
                </a:lnTo>
                <a:lnTo>
                  <a:pt x="24" y="564"/>
                </a:lnTo>
                <a:lnTo>
                  <a:pt x="22" y="575"/>
                </a:lnTo>
                <a:lnTo>
                  <a:pt x="24" y="591"/>
                </a:lnTo>
                <a:lnTo>
                  <a:pt x="31" y="605"/>
                </a:lnTo>
                <a:lnTo>
                  <a:pt x="42" y="618"/>
                </a:lnTo>
                <a:lnTo>
                  <a:pt x="48" y="621"/>
                </a:lnTo>
                <a:lnTo>
                  <a:pt x="55" y="619"/>
                </a:lnTo>
                <a:lnTo>
                  <a:pt x="59" y="616"/>
                </a:lnTo>
                <a:lnTo>
                  <a:pt x="62" y="610"/>
                </a:lnTo>
                <a:lnTo>
                  <a:pt x="61" y="604"/>
                </a:lnTo>
                <a:lnTo>
                  <a:pt x="58" y="599"/>
                </a:lnTo>
                <a:lnTo>
                  <a:pt x="52" y="592"/>
                </a:lnTo>
                <a:lnTo>
                  <a:pt x="48" y="584"/>
                </a:lnTo>
                <a:lnTo>
                  <a:pt x="47" y="575"/>
                </a:lnTo>
                <a:lnTo>
                  <a:pt x="48" y="566"/>
                </a:lnTo>
                <a:lnTo>
                  <a:pt x="54" y="556"/>
                </a:lnTo>
                <a:lnTo>
                  <a:pt x="116" y="482"/>
                </a:lnTo>
                <a:lnTo>
                  <a:pt x="118" y="476"/>
                </a:lnTo>
                <a:lnTo>
                  <a:pt x="118" y="471"/>
                </a:lnTo>
                <a:lnTo>
                  <a:pt x="114" y="465"/>
                </a:lnTo>
                <a:lnTo>
                  <a:pt x="108" y="462"/>
                </a:lnTo>
                <a:close/>
                <a:moveTo>
                  <a:pt x="109" y="419"/>
                </a:moveTo>
                <a:lnTo>
                  <a:pt x="134" y="450"/>
                </a:lnTo>
                <a:lnTo>
                  <a:pt x="163" y="478"/>
                </a:lnTo>
                <a:lnTo>
                  <a:pt x="196" y="501"/>
                </a:lnTo>
                <a:lnTo>
                  <a:pt x="231" y="521"/>
                </a:lnTo>
                <a:lnTo>
                  <a:pt x="139" y="627"/>
                </a:lnTo>
                <a:lnTo>
                  <a:pt x="125" y="642"/>
                </a:lnTo>
                <a:lnTo>
                  <a:pt x="106" y="652"/>
                </a:lnTo>
                <a:lnTo>
                  <a:pt x="85" y="656"/>
                </a:lnTo>
                <a:lnTo>
                  <a:pt x="64" y="655"/>
                </a:lnTo>
                <a:lnTo>
                  <a:pt x="45" y="649"/>
                </a:lnTo>
                <a:lnTo>
                  <a:pt x="27" y="638"/>
                </a:lnTo>
                <a:lnTo>
                  <a:pt x="14" y="624"/>
                </a:lnTo>
                <a:lnTo>
                  <a:pt x="6" y="609"/>
                </a:lnTo>
                <a:lnTo>
                  <a:pt x="1" y="592"/>
                </a:lnTo>
                <a:lnTo>
                  <a:pt x="0" y="574"/>
                </a:lnTo>
                <a:lnTo>
                  <a:pt x="2" y="557"/>
                </a:lnTo>
                <a:lnTo>
                  <a:pt x="8" y="540"/>
                </a:lnTo>
                <a:lnTo>
                  <a:pt x="18" y="526"/>
                </a:lnTo>
                <a:lnTo>
                  <a:pt x="109" y="419"/>
                </a:lnTo>
                <a:close/>
                <a:moveTo>
                  <a:pt x="355" y="134"/>
                </a:moveTo>
                <a:lnTo>
                  <a:pt x="364" y="136"/>
                </a:lnTo>
                <a:lnTo>
                  <a:pt x="373" y="141"/>
                </a:lnTo>
                <a:lnTo>
                  <a:pt x="379" y="149"/>
                </a:lnTo>
                <a:lnTo>
                  <a:pt x="381" y="159"/>
                </a:lnTo>
                <a:lnTo>
                  <a:pt x="381" y="227"/>
                </a:lnTo>
                <a:lnTo>
                  <a:pt x="448" y="227"/>
                </a:lnTo>
                <a:lnTo>
                  <a:pt x="459" y="229"/>
                </a:lnTo>
                <a:lnTo>
                  <a:pt x="467" y="234"/>
                </a:lnTo>
                <a:lnTo>
                  <a:pt x="472" y="243"/>
                </a:lnTo>
                <a:lnTo>
                  <a:pt x="474" y="253"/>
                </a:lnTo>
                <a:lnTo>
                  <a:pt x="472" y="263"/>
                </a:lnTo>
                <a:lnTo>
                  <a:pt x="467" y="271"/>
                </a:lnTo>
                <a:lnTo>
                  <a:pt x="459" y="278"/>
                </a:lnTo>
                <a:lnTo>
                  <a:pt x="448" y="279"/>
                </a:lnTo>
                <a:lnTo>
                  <a:pt x="381" y="279"/>
                </a:lnTo>
                <a:lnTo>
                  <a:pt x="381" y="347"/>
                </a:lnTo>
                <a:lnTo>
                  <a:pt x="379" y="357"/>
                </a:lnTo>
                <a:lnTo>
                  <a:pt x="373" y="366"/>
                </a:lnTo>
                <a:lnTo>
                  <a:pt x="364" y="371"/>
                </a:lnTo>
                <a:lnTo>
                  <a:pt x="355" y="373"/>
                </a:lnTo>
                <a:lnTo>
                  <a:pt x="344" y="371"/>
                </a:lnTo>
                <a:lnTo>
                  <a:pt x="336" y="366"/>
                </a:lnTo>
                <a:lnTo>
                  <a:pt x="330" y="357"/>
                </a:lnTo>
                <a:lnTo>
                  <a:pt x="328" y="347"/>
                </a:lnTo>
                <a:lnTo>
                  <a:pt x="328" y="279"/>
                </a:lnTo>
                <a:lnTo>
                  <a:pt x="260" y="279"/>
                </a:lnTo>
                <a:lnTo>
                  <a:pt x="251" y="278"/>
                </a:lnTo>
                <a:lnTo>
                  <a:pt x="242" y="271"/>
                </a:lnTo>
                <a:lnTo>
                  <a:pt x="237" y="263"/>
                </a:lnTo>
                <a:lnTo>
                  <a:pt x="235" y="253"/>
                </a:lnTo>
                <a:lnTo>
                  <a:pt x="237" y="243"/>
                </a:lnTo>
                <a:lnTo>
                  <a:pt x="242" y="234"/>
                </a:lnTo>
                <a:lnTo>
                  <a:pt x="251" y="229"/>
                </a:lnTo>
                <a:lnTo>
                  <a:pt x="260" y="227"/>
                </a:lnTo>
                <a:lnTo>
                  <a:pt x="328" y="227"/>
                </a:lnTo>
                <a:lnTo>
                  <a:pt x="328" y="159"/>
                </a:lnTo>
                <a:lnTo>
                  <a:pt x="330" y="149"/>
                </a:lnTo>
                <a:lnTo>
                  <a:pt x="336" y="141"/>
                </a:lnTo>
                <a:lnTo>
                  <a:pt x="344" y="136"/>
                </a:lnTo>
                <a:lnTo>
                  <a:pt x="355" y="134"/>
                </a:lnTo>
                <a:close/>
                <a:moveTo>
                  <a:pt x="333" y="65"/>
                </a:moveTo>
                <a:lnTo>
                  <a:pt x="300" y="71"/>
                </a:lnTo>
                <a:lnTo>
                  <a:pt x="269" y="83"/>
                </a:lnTo>
                <a:lnTo>
                  <a:pt x="240" y="100"/>
                </a:lnTo>
                <a:lnTo>
                  <a:pt x="216" y="120"/>
                </a:lnTo>
                <a:lnTo>
                  <a:pt x="195" y="145"/>
                </a:lnTo>
                <a:lnTo>
                  <a:pt x="178" y="173"/>
                </a:lnTo>
                <a:lnTo>
                  <a:pt x="167" y="205"/>
                </a:lnTo>
                <a:lnTo>
                  <a:pt x="161" y="237"/>
                </a:lnTo>
                <a:lnTo>
                  <a:pt x="161" y="271"/>
                </a:lnTo>
                <a:lnTo>
                  <a:pt x="166" y="305"/>
                </a:lnTo>
                <a:lnTo>
                  <a:pt x="178" y="337"/>
                </a:lnTo>
                <a:lnTo>
                  <a:pt x="195" y="365"/>
                </a:lnTo>
                <a:lnTo>
                  <a:pt x="216" y="390"/>
                </a:lnTo>
                <a:lnTo>
                  <a:pt x="241" y="411"/>
                </a:lnTo>
                <a:lnTo>
                  <a:pt x="269" y="427"/>
                </a:lnTo>
                <a:lnTo>
                  <a:pt x="300" y="439"/>
                </a:lnTo>
                <a:lnTo>
                  <a:pt x="332" y="444"/>
                </a:lnTo>
                <a:lnTo>
                  <a:pt x="367" y="445"/>
                </a:lnTo>
                <a:lnTo>
                  <a:pt x="401" y="439"/>
                </a:lnTo>
                <a:lnTo>
                  <a:pt x="432" y="427"/>
                </a:lnTo>
                <a:lnTo>
                  <a:pt x="461" y="410"/>
                </a:lnTo>
                <a:lnTo>
                  <a:pt x="485" y="389"/>
                </a:lnTo>
                <a:lnTo>
                  <a:pt x="506" y="365"/>
                </a:lnTo>
                <a:lnTo>
                  <a:pt x="523" y="336"/>
                </a:lnTo>
                <a:lnTo>
                  <a:pt x="534" y="305"/>
                </a:lnTo>
                <a:lnTo>
                  <a:pt x="540" y="272"/>
                </a:lnTo>
                <a:lnTo>
                  <a:pt x="540" y="238"/>
                </a:lnTo>
                <a:lnTo>
                  <a:pt x="535" y="205"/>
                </a:lnTo>
                <a:lnTo>
                  <a:pt x="523" y="173"/>
                </a:lnTo>
                <a:lnTo>
                  <a:pt x="506" y="144"/>
                </a:lnTo>
                <a:lnTo>
                  <a:pt x="485" y="120"/>
                </a:lnTo>
                <a:lnTo>
                  <a:pt x="460" y="99"/>
                </a:lnTo>
                <a:lnTo>
                  <a:pt x="432" y="83"/>
                </a:lnTo>
                <a:lnTo>
                  <a:pt x="401" y="71"/>
                </a:lnTo>
                <a:lnTo>
                  <a:pt x="368" y="65"/>
                </a:lnTo>
                <a:lnTo>
                  <a:pt x="333" y="65"/>
                </a:lnTo>
                <a:close/>
                <a:moveTo>
                  <a:pt x="366" y="0"/>
                </a:moveTo>
                <a:lnTo>
                  <a:pt x="402" y="5"/>
                </a:lnTo>
                <a:lnTo>
                  <a:pt x="437" y="15"/>
                </a:lnTo>
                <a:lnTo>
                  <a:pt x="470" y="30"/>
                </a:lnTo>
                <a:lnTo>
                  <a:pt x="501" y="49"/>
                </a:lnTo>
                <a:lnTo>
                  <a:pt x="529" y="71"/>
                </a:lnTo>
                <a:lnTo>
                  <a:pt x="552" y="97"/>
                </a:lnTo>
                <a:lnTo>
                  <a:pt x="572" y="127"/>
                </a:lnTo>
                <a:lnTo>
                  <a:pt x="588" y="160"/>
                </a:lnTo>
                <a:lnTo>
                  <a:pt x="600" y="195"/>
                </a:lnTo>
                <a:lnTo>
                  <a:pt x="605" y="233"/>
                </a:lnTo>
                <a:lnTo>
                  <a:pt x="606" y="266"/>
                </a:lnTo>
                <a:lnTo>
                  <a:pt x="603" y="300"/>
                </a:lnTo>
                <a:lnTo>
                  <a:pt x="594" y="332"/>
                </a:lnTo>
                <a:lnTo>
                  <a:pt x="583" y="362"/>
                </a:lnTo>
                <a:lnTo>
                  <a:pt x="567" y="392"/>
                </a:lnTo>
                <a:lnTo>
                  <a:pt x="547" y="419"/>
                </a:lnTo>
                <a:lnTo>
                  <a:pt x="523" y="444"/>
                </a:lnTo>
                <a:lnTo>
                  <a:pt x="497" y="464"/>
                </a:lnTo>
                <a:lnTo>
                  <a:pt x="469" y="481"/>
                </a:lnTo>
                <a:lnTo>
                  <a:pt x="438" y="495"/>
                </a:lnTo>
                <a:lnTo>
                  <a:pt x="407" y="504"/>
                </a:lnTo>
                <a:lnTo>
                  <a:pt x="373" y="510"/>
                </a:lnTo>
                <a:lnTo>
                  <a:pt x="336" y="510"/>
                </a:lnTo>
                <a:lnTo>
                  <a:pt x="298" y="506"/>
                </a:lnTo>
                <a:lnTo>
                  <a:pt x="264" y="495"/>
                </a:lnTo>
                <a:lnTo>
                  <a:pt x="231" y="480"/>
                </a:lnTo>
                <a:lnTo>
                  <a:pt x="201" y="461"/>
                </a:lnTo>
                <a:lnTo>
                  <a:pt x="173" y="439"/>
                </a:lnTo>
                <a:lnTo>
                  <a:pt x="149" y="412"/>
                </a:lnTo>
                <a:lnTo>
                  <a:pt x="129" y="383"/>
                </a:lnTo>
                <a:lnTo>
                  <a:pt x="113" y="350"/>
                </a:lnTo>
                <a:lnTo>
                  <a:pt x="102" y="315"/>
                </a:lnTo>
                <a:lnTo>
                  <a:pt x="96" y="278"/>
                </a:lnTo>
                <a:lnTo>
                  <a:pt x="95" y="244"/>
                </a:lnTo>
                <a:lnTo>
                  <a:pt x="99" y="210"/>
                </a:lnTo>
                <a:lnTo>
                  <a:pt x="107" y="178"/>
                </a:lnTo>
                <a:lnTo>
                  <a:pt x="119" y="147"/>
                </a:lnTo>
                <a:lnTo>
                  <a:pt x="135" y="118"/>
                </a:lnTo>
                <a:lnTo>
                  <a:pt x="155" y="91"/>
                </a:lnTo>
                <a:lnTo>
                  <a:pt x="179" y="67"/>
                </a:lnTo>
                <a:lnTo>
                  <a:pt x="204" y="46"/>
                </a:lnTo>
                <a:lnTo>
                  <a:pt x="233" y="29"/>
                </a:lnTo>
                <a:lnTo>
                  <a:pt x="264" y="15"/>
                </a:lnTo>
                <a:lnTo>
                  <a:pt x="295" y="5"/>
                </a:lnTo>
                <a:lnTo>
                  <a:pt x="328" y="1"/>
                </a:lnTo>
                <a:lnTo>
                  <a:pt x="366"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7" name="Oval 21"/>
          <p:cNvSpPr/>
          <p:nvPr/>
        </p:nvSpPr>
        <p:spPr>
          <a:xfrm>
            <a:off x="2122130" y="6272814"/>
            <a:ext cx="2345219" cy="434869"/>
          </a:xfrm>
          <a:prstGeom prst="ellipse">
            <a:avLst/>
          </a:prstGeom>
          <a:solidFill>
            <a:sysClr val="windowText" lastClr="000000">
              <a:lumMod val="65000"/>
              <a:lumOff val="35000"/>
            </a:sysClr>
          </a:solidFill>
          <a:ln w="25400" cap="flat" cmpd="sng" algn="ctr">
            <a:noFill/>
            <a:prstDash val="solid"/>
          </a:ln>
          <a:effectLst>
            <a:softEdge rad="127000"/>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38" name="Freeform 16"/>
          <p:cNvSpPr>
            <a:spLocks noEditPoints="1"/>
          </p:cNvSpPr>
          <p:nvPr/>
        </p:nvSpPr>
        <p:spPr bwMode="auto">
          <a:xfrm>
            <a:off x="2599863" y="2830216"/>
            <a:ext cx="395812" cy="302417"/>
          </a:xfrm>
          <a:custGeom>
            <a:avLst/>
            <a:gdLst>
              <a:gd name="T0" fmla="*/ 2947 w 3736"/>
              <a:gd name="T1" fmla="*/ 2145 h 2855"/>
              <a:gd name="T2" fmla="*/ 3096 w 3736"/>
              <a:gd name="T3" fmla="*/ 2260 h 2855"/>
              <a:gd name="T4" fmla="*/ 3169 w 3736"/>
              <a:gd name="T5" fmla="*/ 2436 h 2855"/>
              <a:gd name="T6" fmla="*/ 3144 w 3736"/>
              <a:gd name="T7" fmla="*/ 2630 h 2855"/>
              <a:gd name="T8" fmla="*/ 3030 w 3736"/>
              <a:gd name="T9" fmla="*/ 2778 h 2855"/>
              <a:gd name="T10" fmla="*/ 2854 w 3736"/>
              <a:gd name="T11" fmla="*/ 2852 h 2855"/>
              <a:gd name="T12" fmla="*/ 2661 w 3736"/>
              <a:gd name="T13" fmla="*/ 2826 h 2855"/>
              <a:gd name="T14" fmla="*/ 2513 w 3736"/>
              <a:gd name="T15" fmla="*/ 2711 h 2855"/>
              <a:gd name="T16" fmla="*/ 2440 w 3736"/>
              <a:gd name="T17" fmla="*/ 2536 h 2855"/>
              <a:gd name="T18" fmla="*/ 2465 w 3736"/>
              <a:gd name="T19" fmla="*/ 2341 h 2855"/>
              <a:gd name="T20" fmla="*/ 2580 w 3736"/>
              <a:gd name="T21" fmla="*/ 2193 h 2855"/>
              <a:gd name="T22" fmla="*/ 2755 w 3736"/>
              <a:gd name="T23" fmla="*/ 2119 h 2855"/>
              <a:gd name="T24" fmla="*/ 1652 w 3736"/>
              <a:gd name="T25" fmla="*/ 2129 h 2855"/>
              <a:gd name="T26" fmla="*/ 1814 w 3736"/>
              <a:gd name="T27" fmla="*/ 2224 h 2855"/>
              <a:gd name="T28" fmla="*/ 1909 w 3736"/>
              <a:gd name="T29" fmla="*/ 2387 h 2855"/>
              <a:gd name="T30" fmla="*/ 1909 w 3736"/>
              <a:gd name="T31" fmla="*/ 2584 h 2855"/>
              <a:gd name="T32" fmla="*/ 1814 w 3736"/>
              <a:gd name="T33" fmla="*/ 2747 h 2855"/>
              <a:gd name="T34" fmla="*/ 1652 w 3736"/>
              <a:gd name="T35" fmla="*/ 2842 h 2855"/>
              <a:gd name="T36" fmla="*/ 1456 w 3736"/>
              <a:gd name="T37" fmla="*/ 2842 h 2855"/>
              <a:gd name="T38" fmla="*/ 1293 w 3736"/>
              <a:gd name="T39" fmla="*/ 2747 h 2855"/>
              <a:gd name="T40" fmla="*/ 1199 w 3736"/>
              <a:gd name="T41" fmla="*/ 2584 h 2855"/>
              <a:gd name="T42" fmla="*/ 1199 w 3736"/>
              <a:gd name="T43" fmla="*/ 2387 h 2855"/>
              <a:gd name="T44" fmla="*/ 1293 w 3736"/>
              <a:gd name="T45" fmla="*/ 2224 h 2855"/>
              <a:gd name="T46" fmla="*/ 1456 w 3736"/>
              <a:gd name="T47" fmla="*/ 2129 h 2855"/>
              <a:gd name="T48" fmla="*/ 3265 w 3736"/>
              <a:gd name="T49" fmla="*/ 733 h 2855"/>
              <a:gd name="T50" fmla="*/ 3411 w 3736"/>
              <a:gd name="T51" fmla="*/ 776 h 2855"/>
              <a:gd name="T52" fmla="*/ 3501 w 3736"/>
              <a:gd name="T53" fmla="*/ 883 h 2855"/>
              <a:gd name="T54" fmla="*/ 3501 w 3736"/>
              <a:gd name="T55" fmla="*/ 1021 h 2855"/>
              <a:gd name="T56" fmla="*/ 3411 w 3736"/>
              <a:gd name="T57" fmla="*/ 1128 h 2855"/>
              <a:gd name="T58" fmla="*/ 3265 w 3736"/>
              <a:gd name="T59" fmla="*/ 1169 h 2855"/>
              <a:gd name="T60" fmla="*/ 1662 w 3736"/>
              <a:gd name="T61" fmla="*/ 1145 h 2855"/>
              <a:gd name="T62" fmla="*/ 1556 w 3736"/>
              <a:gd name="T63" fmla="*/ 1052 h 2855"/>
              <a:gd name="T64" fmla="*/ 1530 w 3736"/>
              <a:gd name="T65" fmla="*/ 916 h 2855"/>
              <a:gd name="T66" fmla="*/ 1600 w 3736"/>
              <a:gd name="T67" fmla="*/ 798 h 2855"/>
              <a:gd name="T68" fmla="*/ 1737 w 3736"/>
              <a:gd name="T69" fmla="*/ 737 h 2855"/>
              <a:gd name="T70" fmla="*/ 3527 w 3736"/>
              <a:gd name="T71" fmla="*/ 134 h 2855"/>
              <a:gd name="T72" fmla="*/ 3663 w 3736"/>
              <a:gd name="T73" fmla="*/ 195 h 2855"/>
              <a:gd name="T74" fmla="*/ 3733 w 3736"/>
              <a:gd name="T75" fmla="*/ 314 h 2855"/>
              <a:gd name="T76" fmla="*/ 3708 w 3736"/>
              <a:gd name="T77" fmla="*/ 448 h 2855"/>
              <a:gd name="T78" fmla="*/ 3601 w 3736"/>
              <a:gd name="T79" fmla="*/ 543 h 2855"/>
              <a:gd name="T80" fmla="*/ 1652 w 3736"/>
              <a:gd name="T81" fmla="*/ 567 h 2855"/>
              <a:gd name="T82" fmla="*/ 1505 w 3736"/>
              <a:gd name="T83" fmla="*/ 524 h 2855"/>
              <a:gd name="T84" fmla="*/ 1416 w 3736"/>
              <a:gd name="T85" fmla="*/ 417 h 2855"/>
              <a:gd name="T86" fmla="*/ 1416 w 3736"/>
              <a:gd name="T87" fmla="*/ 280 h 2855"/>
              <a:gd name="T88" fmla="*/ 1505 w 3736"/>
              <a:gd name="T89" fmla="*/ 173 h 2855"/>
              <a:gd name="T90" fmla="*/ 1652 w 3736"/>
              <a:gd name="T91" fmla="*/ 131 h 2855"/>
              <a:gd name="T92" fmla="*/ 3128 w 3736"/>
              <a:gd name="T93" fmla="*/ 1417 h 2855"/>
              <a:gd name="T94" fmla="*/ 3283 w 3736"/>
              <a:gd name="T95" fmla="*/ 1468 h 2855"/>
              <a:gd name="T96" fmla="*/ 3376 w 3736"/>
              <a:gd name="T97" fmla="*/ 1597 h 2855"/>
              <a:gd name="T98" fmla="*/ 3376 w 3736"/>
              <a:gd name="T99" fmla="*/ 1761 h 2855"/>
              <a:gd name="T100" fmla="*/ 3283 w 3736"/>
              <a:gd name="T101" fmla="*/ 1890 h 2855"/>
              <a:gd name="T102" fmla="*/ 3128 w 3736"/>
              <a:gd name="T103" fmla="*/ 1940 h 2855"/>
              <a:gd name="T104" fmla="*/ 219 w 3736"/>
              <a:gd name="T105" fmla="*/ 520 h 2855"/>
              <a:gd name="T106" fmla="*/ 77 w 3736"/>
              <a:gd name="T107" fmla="*/ 446 h 2855"/>
              <a:gd name="T108" fmla="*/ 3 w 3736"/>
              <a:gd name="T109" fmla="*/ 304 h 2855"/>
              <a:gd name="T110" fmla="*/ 29 w 3736"/>
              <a:gd name="T111" fmla="*/ 142 h 2855"/>
              <a:gd name="T112" fmla="*/ 141 w 3736"/>
              <a:gd name="T113" fmla="*/ 29 h 2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36" h="2855">
                <a:moveTo>
                  <a:pt x="2804" y="2116"/>
                </a:moveTo>
                <a:lnTo>
                  <a:pt x="2854" y="2119"/>
                </a:lnTo>
                <a:lnTo>
                  <a:pt x="2903" y="2129"/>
                </a:lnTo>
                <a:lnTo>
                  <a:pt x="2947" y="2145"/>
                </a:lnTo>
                <a:lnTo>
                  <a:pt x="2990" y="2167"/>
                </a:lnTo>
                <a:lnTo>
                  <a:pt x="3030" y="2193"/>
                </a:lnTo>
                <a:lnTo>
                  <a:pt x="3065" y="2224"/>
                </a:lnTo>
                <a:lnTo>
                  <a:pt x="3096" y="2260"/>
                </a:lnTo>
                <a:lnTo>
                  <a:pt x="3123" y="2299"/>
                </a:lnTo>
                <a:lnTo>
                  <a:pt x="3144" y="2341"/>
                </a:lnTo>
                <a:lnTo>
                  <a:pt x="3159" y="2387"/>
                </a:lnTo>
                <a:lnTo>
                  <a:pt x="3169" y="2436"/>
                </a:lnTo>
                <a:lnTo>
                  <a:pt x="3173" y="2486"/>
                </a:lnTo>
                <a:lnTo>
                  <a:pt x="3169" y="2536"/>
                </a:lnTo>
                <a:lnTo>
                  <a:pt x="3159" y="2584"/>
                </a:lnTo>
                <a:lnTo>
                  <a:pt x="3144" y="2630"/>
                </a:lnTo>
                <a:lnTo>
                  <a:pt x="3123" y="2672"/>
                </a:lnTo>
                <a:lnTo>
                  <a:pt x="3096" y="2711"/>
                </a:lnTo>
                <a:lnTo>
                  <a:pt x="3065" y="2747"/>
                </a:lnTo>
                <a:lnTo>
                  <a:pt x="3030" y="2778"/>
                </a:lnTo>
                <a:lnTo>
                  <a:pt x="2990" y="2804"/>
                </a:lnTo>
                <a:lnTo>
                  <a:pt x="2947" y="2826"/>
                </a:lnTo>
                <a:lnTo>
                  <a:pt x="2903" y="2842"/>
                </a:lnTo>
                <a:lnTo>
                  <a:pt x="2854" y="2852"/>
                </a:lnTo>
                <a:lnTo>
                  <a:pt x="2804" y="2855"/>
                </a:lnTo>
                <a:lnTo>
                  <a:pt x="2755" y="2852"/>
                </a:lnTo>
                <a:lnTo>
                  <a:pt x="2707" y="2842"/>
                </a:lnTo>
                <a:lnTo>
                  <a:pt x="2661" y="2826"/>
                </a:lnTo>
                <a:lnTo>
                  <a:pt x="2619" y="2804"/>
                </a:lnTo>
                <a:lnTo>
                  <a:pt x="2580" y="2778"/>
                </a:lnTo>
                <a:lnTo>
                  <a:pt x="2544" y="2747"/>
                </a:lnTo>
                <a:lnTo>
                  <a:pt x="2513" y="2711"/>
                </a:lnTo>
                <a:lnTo>
                  <a:pt x="2487" y="2672"/>
                </a:lnTo>
                <a:lnTo>
                  <a:pt x="2465" y="2630"/>
                </a:lnTo>
                <a:lnTo>
                  <a:pt x="2449" y="2584"/>
                </a:lnTo>
                <a:lnTo>
                  <a:pt x="2440" y="2536"/>
                </a:lnTo>
                <a:lnTo>
                  <a:pt x="2436" y="2486"/>
                </a:lnTo>
                <a:lnTo>
                  <a:pt x="2440" y="2436"/>
                </a:lnTo>
                <a:lnTo>
                  <a:pt x="2449" y="2387"/>
                </a:lnTo>
                <a:lnTo>
                  <a:pt x="2465" y="2341"/>
                </a:lnTo>
                <a:lnTo>
                  <a:pt x="2487" y="2299"/>
                </a:lnTo>
                <a:lnTo>
                  <a:pt x="2513" y="2260"/>
                </a:lnTo>
                <a:lnTo>
                  <a:pt x="2544" y="2224"/>
                </a:lnTo>
                <a:lnTo>
                  <a:pt x="2580" y="2193"/>
                </a:lnTo>
                <a:lnTo>
                  <a:pt x="2619" y="2167"/>
                </a:lnTo>
                <a:lnTo>
                  <a:pt x="2661" y="2145"/>
                </a:lnTo>
                <a:lnTo>
                  <a:pt x="2707" y="2129"/>
                </a:lnTo>
                <a:lnTo>
                  <a:pt x="2755" y="2119"/>
                </a:lnTo>
                <a:lnTo>
                  <a:pt x="2804" y="2116"/>
                </a:lnTo>
                <a:close/>
                <a:moveTo>
                  <a:pt x="1554" y="2116"/>
                </a:moveTo>
                <a:lnTo>
                  <a:pt x="1604" y="2119"/>
                </a:lnTo>
                <a:lnTo>
                  <a:pt x="1652" y="2129"/>
                </a:lnTo>
                <a:lnTo>
                  <a:pt x="1698" y="2145"/>
                </a:lnTo>
                <a:lnTo>
                  <a:pt x="1740" y="2167"/>
                </a:lnTo>
                <a:lnTo>
                  <a:pt x="1779" y="2193"/>
                </a:lnTo>
                <a:lnTo>
                  <a:pt x="1814" y="2224"/>
                </a:lnTo>
                <a:lnTo>
                  <a:pt x="1845" y="2260"/>
                </a:lnTo>
                <a:lnTo>
                  <a:pt x="1872" y="2299"/>
                </a:lnTo>
                <a:lnTo>
                  <a:pt x="1893" y="2341"/>
                </a:lnTo>
                <a:lnTo>
                  <a:pt x="1909" y="2387"/>
                </a:lnTo>
                <a:lnTo>
                  <a:pt x="1919" y="2436"/>
                </a:lnTo>
                <a:lnTo>
                  <a:pt x="1922" y="2486"/>
                </a:lnTo>
                <a:lnTo>
                  <a:pt x="1919" y="2536"/>
                </a:lnTo>
                <a:lnTo>
                  <a:pt x="1909" y="2584"/>
                </a:lnTo>
                <a:lnTo>
                  <a:pt x="1893" y="2630"/>
                </a:lnTo>
                <a:lnTo>
                  <a:pt x="1872" y="2672"/>
                </a:lnTo>
                <a:lnTo>
                  <a:pt x="1845" y="2711"/>
                </a:lnTo>
                <a:lnTo>
                  <a:pt x="1814" y="2747"/>
                </a:lnTo>
                <a:lnTo>
                  <a:pt x="1779" y="2778"/>
                </a:lnTo>
                <a:lnTo>
                  <a:pt x="1740" y="2804"/>
                </a:lnTo>
                <a:lnTo>
                  <a:pt x="1698" y="2826"/>
                </a:lnTo>
                <a:lnTo>
                  <a:pt x="1652" y="2842"/>
                </a:lnTo>
                <a:lnTo>
                  <a:pt x="1604" y="2852"/>
                </a:lnTo>
                <a:lnTo>
                  <a:pt x="1554" y="2855"/>
                </a:lnTo>
                <a:lnTo>
                  <a:pt x="1504" y="2852"/>
                </a:lnTo>
                <a:lnTo>
                  <a:pt x="1456" y="2842"/>
                </a:lnTo>
                <a:lnTo>
                  <a:pt x="1411" y="2826"/>
                </a:lnTo>
                <a:lnTo>
                  <a:pt x="1369" y="2804"/>
                </a:lnTo>
                <a:lnTo>
                  <a:pt x="1329" y="2778"/>
                </a:lnTo>
                <a:lnTo>
                  <a:pt x="1293" y="2747"/>
                </a:lnTo>
                <a:lnTo>
                  <a:pt x="1262" y="2711"/>
                </a:lnTo>
                <a:lnTo>
                  <a:pt x="1236" y="2672"/>
                </a:lnTo>
                <a:lnTo>
                  <a:pt x="1215" y="2630"/>
                </a:lnTo>
                <a:lnTo>
                  <a:pt x="1199" y="2584"/>
                </a:lnTo>
                <a:lnTo>
                  <a:pt x="1189" y="2536"/>
                </a:lnTo>
                <a:lnTo>
                  <a:pt x="1186" y="2486"/>
                </a:lnTo>
                <a:lnTo>
                  <a:pt x="1189" y="2436"/>
                </a:lnTo>
                <a:lnTo>
                  <a:pt x="1199" y="2387"/>
                </a:lnTo>
                <a:lnTo>
                  <a:pt x="1215" y="2341"/>
                </a:lnTo>
                <a:lnTo>
                  <a:pt x="1236" y="2299"/>
                </a:lnTo>
                <a:lnTo>
                  <a:pt x="1262" y="2260"/>
                </a:lnTo>
                <a:lnTo>
                  <a:pt x="1293" y="2224"/>
                </a:lnTo>
                <a:lnTo>
                  <a:pt x="1329" y="2193"/>
                </a:lnTo>
                <a:lnTo>
                  <a:pt x="1369" y="2167"/>
                </a:lnTo>
                <a:lnTo>
                  <a:pt x="1411" y="2145"/>
                </a:lnTo>
                <a:lnTo>
                  <a:pt x="1456" y="2129"/>
                </a:lnTo>
                <a:lnTo>
                  <a:pt x="1504" y="2119"/>
                </a:lnTo>
                <a:lnTo>
                  <a:pt x="1554" y="2116"/>
                </a:lnTo>
                <a:close/>
                <a:moveTo>
                  <a:pt x="1777" y="733"/>
                </a:moveTo>
                <a:lnTo>
                  <a:pt x="3265" y="733"/>
                </a:lnTo>
                <a:lnTo>
                  <a:pt x="3305" y="737"/>
                </a:lnTo>
                <a:lnTo>
                  <a:pt x="3342" y="745"/>
                </a:lnTo>
                <a:lnTo>
                  <a:pt x="3379" y="759"/>
                </a:lnTo>
                <a:lnTo>
                  <a:pt x="3411" y="776"/>
                </a:lnTo>
                <a:lnTo>
                  <a:pt x="3441" y="798"/>
                </a:lnTo>
                <a:lnTo>
                  <a:pt x="3465" y="823"/>
                </a:lnTo>
                <a:lnTo>
                  <a:pt x="3486" y="852"/>
                </a:lnTo>
                <a:lnTo>
                  <a:pt x="3501" y="883"/>
                </a:lnTo>
                <a:lnTo>
                  <a:pt x="3510" y="916"/>
                </a:lnTo>
                <a:lnTo>
                  <a:pt x="3513" y="952"/>
                </a:lnTo>
                <a:lnTo>
                  <a:pt x="3510" y="987"/>
                </a:lnTo>
                <a:lnTo>
                  <a:pt x="3501" y="1021"/>
                </a:lnTo>
                <a:lnTo>
                  <a:pt x="3486" y="1052"/>
                </a:lnTo>
                <a:lnTo>
                  <a:pt x="3465" y="1081"/>
                </a:lnTo>
                <a:lnTo>
                  <a:pt x="3441" y="1106"/>
                </a:lnTo>
                <a:lnTo>
                  <a:pt x="3411" y="1128"/>
                </a:lnTo>
                <a:lnTo>
                  <a:pt x="3379" y="1145"/>
                </a:lnTo>
                <a:lnTo>
                  <a:pt x="3342" y="1159"/>
                </a:lnTo>
                <a:lnTo>
                  <a:pt x="3305" y="1167"/>
                </a:lnTo>
                <a:lnTo>
                  <a:pt x="3265" y="1169"/>
                </a:lnTo>
                <a:lnTo>
                  <a:pt x="1777" y="1169"/>
                </a:lnTo>
                <a:lnTo>
                  <a:pt x="1737" y="1167"/>
                </a:lnTo>
                <a:lnTo>
                  <a:pt x="1698" y="1159"/>
                </a:lnTo>
                <a:lnTo>
                  <a:pt x="1662" y="1145"/>
                </a:lnTo>
                <a:lnTo>
                  <a:pt x="1630" y="1128"/>
                </a:lnTo>
                <a:lnTo>
                  <a:pt x="1600" y="1106"/>
                </a:lnTo>
                <a:lnTo>
                  <a:pt x="1575" y="1081"/>
                </a:lnTo>
                <a:lnTo>
                  <a:pt x="1556" y="1052"/>
                </a:lnTo>
                <a:lnTo>
                  <a:pt x="1539" y="1021"/>
                </a:lnTo>
                <a:lnTo>
                  <a:pt x="1530" y="987"/>
                </a:lnTo>
                <a:lnTo>
                  <a:pt x="1527" y="952"/>
                </a:lnTo>
                <a:lnTo>
                  <a:pt x="1530" y="916"/>
                </a:lnTo>
                <a:lnTo>
                  <a:pt x="1539" y="883"/>
                </a:lnTo>
                <a:lnTo>
                  <a:pt x="1556" y="852"/>
                </a:lnTo>
                <a:lnTo>
                  <a:pt x="1575" y="823"/>
                </a:lnTo>
                <a:lnTo>
                  <a:pt x="1600" y="798"/>
                </a:lnTo>
                <a:lnTo>
                  <a:pt x="1630" y="776"/>
                </a:lnTo>
                <a:lnTo>
                  <a:pt x="1662" y="759"/>
                </a:lnTo>
                <a:lnTo>
                  <a:pt x="1698" y="745"/>
                </a:lnTo>
                <a:lnTo>
                  <a:pt x="1737" y="737"/>
                </a:lnTo>
                <a:lnTo>
                  <a:pt x="1777" y="733"/>
                </a:lnTo>
                <a:close/>
                <a:moveTo>
                  <a:pt x="1652" y="131"/>
                </a:moveTo>
                <a:lnTo>
                  <a:pt x="3487" y="131"/>
                </a:lnTo>
                <a:lnTo>
                  <a:pt x="3527" y="134"/>
                </a:lnTo>
                <a:lnTo>
                  <a:pt x="3566" y="142"/>
                </a:lnTo>
                <a:lnTo>
                  <a:pt x="3601" y="155"/>
                </a:lnTo>
                <a:lnTo>
                  <a:pt x="3633" y="173"/>
                </a:lnTo>
                <a:lnTo>
                  <a:pt x="3663" y="195"/>
                </a:lnTo>
                <a:lnTo>
                  <a:pt x="3688" y="220"/>
                </a:lnTo>
                <a:lnTo>
                  <a:pt x="3708" y="249"/>
                </a:lnTo>
                <a:lnTo>
                  <a:pt x="3723" y="280"/>
                </a:lnTo>
                <a:lnTo>
                  <a:pt x="3733" y="314"/>
                </a:lnTo>
                <a:lnTo>
                  <a:pt x="3736" y="349"/>
                </a:lnTo>
                <a:lnTo>
                  <a:pt x="3733" y="384"/>
                </a:lnTo>
                <a:lnTo>
                  <a:pt x="3723" y="417"/>
                </a:lnTo>
                <a:lnTo>
                  <a:pt x="3708" y="448"/>
                </a:lnTo>
                <a:lnTo>
                  <a:pt x="3688" y="477"/>
                </a:lnTo>
                <a:lnTo>
                  <a:pt x="3663" y="503"/>
                </a:lnTo>
                <a:lnTo>
                  <a:pt x="3633" y="524"/>
                </a:lnTo>
                <a:lnTo>
                  <a:pt x="3601" y="543"/>
                </a:lnTo>
                <a:lnTo>
                  <a:pt x="3566" y="555"/>
                </a:lnTo>
                <a:lnTo>
                  <a:pt x="3527" y="563"/>
                </a:lnTo>
                <a:lnTo>
                  <a:pt x="3487" y="567"/>
                </a:lnTo>
                <a:lnTo>
                  <a:pt x="1652" y="567"/>
                </a:lnTo>
                <a:lnTo>
                  <a:pt x="1612" y="563"/>
                </a:lnTo>
                <a:lnTo>
                  <a:pt x="1573" y="555"/>
                </a:lnTo>
                <a:lnTo>
                  <a:pt x="1537" y="543"/>
                </a:lnTo>
                <a:lnTo>
                  <a:pt x="1505" y="524"/>
                </a:lnTo>
                <a:lnTo>
                  <a:pt x="1475" y="503"/>
                </a:lnTo>
                <a:lnTo>
                  <a:pt x="1451" y="477"/>
                </a:lnTo>
                <a:lnTo>
                  <a:pt x="1431" y="448"/>
                </a:lnTo>
                <a:lnTo>
                  <a:pt x="1416" y="417"/>
                </a:lnTo>
                <a:lnTo>
                  <a:pt x="1405" y="384"/>
                </a:lnTo>
                <a:lnTo>
                  <a:pt x="1403" y="349"/>
                </a:lnTo>
                <a:lnTo>
                  <a:pt x="1405" y="314"/>
                </a:lnTo>
                <a:lnTo>
                  <a:pt x="1416" y="280"/>
                </a:lnTo>
                <a:lnTo>
                  <a:pt x="1431" y="249"/>
                </a:lnTo>
                <a:lnTo>
                  <a:pt x="1451" y="220"/>
                </a:lnTo>
                <a:lnTo>
                  <a:pt x="1475" y="195"/>
                </a:lnTo>
                <a:lnTo>
                  <a:pt x="1505" y="173"/>
                </a:lnTo>
                <a:lnTo>
                  <a:pt x="1537" y="155"/>
                </a:lnTo>
                <a:lnTo>
                  <a:pt x="1573" y="142"/>
                </a:lnTo>
                <a:lnTo>
                  <a:pt x="1612" y="134"/>
                </a:lnTo>
                <a:lnTo>
                  <a:pt x="1652" y="131"/>
                </a:lnTo>
                <a:close/>
                <a:moveTo>
                  <a:pt x="260" y="0"/>
                </a:moveTo>
                <a:lnTo>
                  <a:pt x="1025" y="0"/>
                </a:lnTo>
                <a:lnTo>
                  <a:pt x="1440" y="1417"/>
                </a:lnTo>
                <a:lnTo>
                  <a:pt x="3128" y="1417"/>
                </a:lnTo>
                <a:lnTo>
                  <a:pt x="3171" y="1421"/>
                </a:lnTo>
                <a:lnTo>
                  <a:pt x="3211" y="1431"/>
                </a:lnTo>
                <a:lnTo>
                  <a:pt x="3249" y="1446"/>
                </a:lnTo>
                <a:lnTo>
                  <a:pt x="3283" y="1468"/>
                </a:lnTo>
                <a:lnTo>
                  <a:pt x="3313" y="1494"/>
                </a:lnTo>
                <a:lnTo>
                  <a:pt x="3339" y="1524"/>
                </a:lnTo>
                <a:lnTo>
                  <a:pt x="3360" y="1559"/>
                </a:lnTo>
                <a:lnTo>
                  <a:pt x="3376" y="1597"/>
                </a:lnTo>
                <a:lnTo>
                  <a:pt x="3386" y="1636"/>
                </a:lnTo>
                <a:lnTo>
                  <a:pt x="3389" y="1678"/>
                </a:lnTo>
                <a:lnTo>
                  <a:pt x="3386" y="1721"/>
                </a:lnTo>
                <a:lnTo>
                  <a:pt x="3376" y="1761"/>
                </a:lnTo>
                <a:lnTo>
                  <a:pt x="3360" y="1799"/>
                </a:lnTo>
                <a:lnTo>
                  <a:pt x="3339" y="1833"/>
                </a:lnTo>
                <a:lnTo>
                  <a:pt x="3313" y="1863"/>
                </a:lnTo>
                <a:lnTo>
                  <a:pt x="3283" y="1890"/>
                </a:lnTo>
                <a:lnTo>
                  <a:pt x="3249" y="1911"/>
                </a:lnTo>
                <a:lnTo>
                  <a:pt x="3211" y="1926"/>
                </a:lnTo>
                <a:lnTo>
                  <a:pt x="3171" y="1937"/>
                </a:lnTo>
                <a:lnTo>
                  <a:pt x="3128" y="1940"/>
                </a:lnTo>
                <a:lnTo>
                  <a:pt x="1050" y="1940"/>
                </a:lnTo>
                <a:lnTo>
                  <a:pt x="636" y="523"/>
                </a:lnTo>
                <a:lnTo>
                  <a:pt x="260" y="523"/>
                </a:lnTo>
                <a:lnTo>
                  <a:pt x="219" y="520"/>
                </a:lnTo>
                <a:lnTo>
                  <a:pt x="179" y="509"/>
                </a:lnTo>
                <a:lnTo>
                  <a:pt x="141" y="494"/>
                </a:lnTo>
                <a:lnTo>
                  <a:pt x="107" y="473"/>
                </a:lnTo>
                <a:lnTo>
                  <a:pt x="77" y="446"/>
                </a:lnTo>
                <a:lnTo>
                  <a:pt x="50" y="416"/>
                </a:lnTo>
                <a:lnTo>
                  <a:pt x="29" y="382"/>
                </a:lnTo>
                <a:lnTo>
                  <a:pt x="14" y="344"/>
                </a:lnTo>
                <a:lnTo>
                  <a:pt x="3" y="304"/>
                </a:lnTo>
                <a:lnTo>
                  <a:pt x="0" y="261"/>
                </a:lnTo>
                <a:lnTo>
                  <a:pt x="3" y="220"/>
                </a:lnTo>
                <a:lnTo>
                  <a:pt x="14" y="180"/>
                </a:lnTo>
                <a:lnTo>
                  <a:pt x="29" y="142"/>
                </a:lnTo>
                <a:lnTo>
                  <a:pt x="50" y="107"/>
                </a:lnTo>
                <a:lnTo>
                  <a:pt x="77" y="77"/>
                </a:lnTo>
                <a:lnTo>
                  <a:pt x="107" y="51"/>
                </a:lnTo>
                <a:lnTo>
                  <a:pt x="141" y="29"/>
                </a:lnTo>
                <a:lnTo>
                  <a:pt x="179" y="14"/>
                </a:lnTo>
                <a:lnTo>
                  <a:pt x="219" y="4"/>
                </a:lnTo>
                <a:lnTo>
                  <a:pt x="260"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39" name="TextBox 38"/>
          <p:cNvSpPr txBox="1"/>
          <p:nvPr/>
        </p:nvSpPr>
        <p:spPr>
          <a:xfrm>
            <a:off x="3029709" y="26736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97%</a:t>
            </a:r>
          </a:p>
        </p:txBody>
      </p:sp>
      <p:sp>
        <p:nvSpPr>
          <p:cNvPr id="40" name="TextBox 39"/>
          <p:cNvSpPr txBox="1"/>
          <p:nvPr/>
        </p:nvSpPr>
        <p:spPr>
          <a:xfrm>
            <a:off x="3095749" y="41087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66%</a:t>
            </a:r>
          </a:p>
        </p:txBody>
      </p:sp>
      <p:sp>
        <p:nvSpPr>
          <p:cNvPr id="41" name="Freeform 8"/>
          <p:cNvSpPr>
            <a:spLocks noEditPoints="1"/>
          </p:cNvSpPr>
          <p:nvPr/>
        </p:nvSpPr>
        <p:spPr bwMode="auto">
          <a:xfrm>
            <a:off x="2587749" y="5707401"/>
            <a:ext cx="386928" cy="274325"/>
          </a:xfrm>
          <a:custGeom>
            <a:avLst/>
            <a:gdLst>
              <a:gd name="T0" fmla="*/ 238 w 512"/>
              <a:gd name="T1" fmla="*/ 63 h 363"/>
              <a:gd name="T2" fmla="*/ 340 w 512"/>
              <a:gd name="T3" fmla="*/ 92 h 363"/>
              <a:gd name="T4" fmla="*/ 349 w 512"/>
              <a:gd name="T5" fmla="*/ 97 h 363"/>
              <a:gd name="T6" fmla="*/ 355 w 512"/>
              <a:gd name="T7" fmla="*/ 104 h 363"/>
              <a:gd name="T8" fmla="*/ 398 w 512"/>
              <a:gd name="T9" fmla="*/ 184 h 363"/>
              <a:gd name="T10" fmla="*/ 475 w 512"/>
              <a:gd name="T11" fmla="*/ 131 h 363"/>
              <a:gd name="T12" fmla="*/ 499 w 512"/>
              <a:gd name="T13" fmla="*/ 136 h 363"/>
              <a:gd name="T14" fmla="*/ 512 w 512"/>
              <a:gd name="T15" fmla="*/ 155 h 363"/>
              <a:gd name="T16" fmla="*/ 507 w 512"/>
              <a:gd name="T17" fmla="*/ 180 h 363"/>
              <a:gd name="T18" fmla="*/ 400 w 512"/>
              <a:gd name="T19" fmla="*/ 258 h 363"/>
              <a:gd name="T20" fmla="*/ 382 w 512"/>
              <a:gd name="T21" fmla="*/ 261 h 363"/>
              <a:gd name="T22" fmla="*/ 367 w 512"/>
              <a:gd name="T23" fmla="*/ 253 h 363"/>
              <a:gd name="T24" fmla="*/ 360 w 512"/>
              <a:gd name="T25" fmla="*/ 243 h 363"/>
              <a:gd name="T26" fmla="*/ 354 w 512"/>
              <a:gd name="T27" fmla="*/ 234 h 363"/>
              <a:gd name="T28" fmla="*/ 328 w 512"/>
              <a:gd name="T29" fmla="*/ 185 h 363"/>
              <a:gd name="T30" fmla="*/ 287 w 512"/>
              <a:gd name="T31" fmla="*/ 186 h 363"/>
              <a:gd name="T32" fmla="*/ 332 w 512"/>
              <a:gd name="T33" fmla="*/ 224 h 363"/>
              <a:gd name="T34" fmla="*/ 343 w 512"/>
              <a:gd name="T35" fmla="*/ 247 h 363"/>
              <a:gd name="T36" fmla="*/ 329 w 512"/>
              <a:gd name="T37" fmla="*/ 273 h 363"/>
              <a:gd name="T38" fmla="*/ 229 w 512"/>
              <a:gd name="T39" fmla="*/ 341 h 363"/>
              <a:gd name="T40" fmla="*/ 204 w 512"/>
              <a:gd name="T41" fmla="*/ 336 h 363"/>
              <a:gd name="T42" fmla="*/ 192 w 512"/>
              <a:gd name="T43" fmla="*/ 318 h 363"/>
              <a:gd name="T44" fmla="*/ 197 w 512"/>
              <a:gd name="T45" fmla="*/ 294 h 363"/>
              <a:gd name="T46" fmla="*/ 213 w 512"/>
              <a:gd name="T47" fmla="*/ 280 h 363"/>
              <a:gd name="T48" fmla="*/ 244 w 512"/>
              <a:gd name="T49" fmla="*/ 257 h 363"/>
              <a:gd name="T50" fmla="*/ 179 w 512"/>
              <a:gd name="T51" fmla="*/ 264 h 363"/>
              <a:gd name="T52" fmla="*/ 101 w 512"/>
              <a:gd name="T53" fmla="*/ 320 h 363"/>
              <a:gd name="T54" fmla="*/ 59 w 512"/>
              <a:gd name="T55" fmla="*/ 351 h 363"/>
              <a:gd name="T56" fmla="*/ 51 w 512"/>
              <a:gd name="T57" fmla="*/ 357 h 363"/>
              <a:gd name="T58" fmla="*/ 38 w 512"/>
              <a:gd name="T59" fmla="*/ 363 h 363"/>
              <a:gd name="T60" fmla="*/ 14 w 512"/>
              <a:gd name="T61" fmla="*/ 357 h 363"/>
              <a:gd name="T62" fmla="*/ 1 w 512"/>
              <a:gd name="T63" fmla="*/ 339 h 363"/>
              <a:gd name="T64" fmla="*/ 6 w 512"/>
              <a:gd name="T65" fmla="*/ 314 h 363"/>
              <a:gd name="T66" fmla="*/ 257 w 512"/>
              <a:gd name="T67" fmla="*/ 132 h 363"/>
              <a:gd name="T68" fmla="*/ 155 w 512"/>
              <a:gd name="T69" fmla="*/ 186 h 363"/>
              <a:gd name="T70" fmla="*/ 136 w 512"/>
              <a:gd name="T71" fmla="*/ 192 h 363"/>
              <a:gd name="T72" fmla="*/ 111 w 512"/>
              <a:gd name="T73" fmla="*/ 180 h 363"/>
              <a:gd name="T74" fmla="*/ 105 w 512"/>
              <a:gd name="T75" fmla="*/ 162 h 363"/>
              <a:gd name="T76" fmla="*/ 111 w 512"/>
              <a:gd name="T77" fmla="*/ 144 h 363"/>
              <a:gd name="T78" fmla="*/ 120 w 512"/>
              <a:gd name="T79" fmla="*/ 135 h 363"/>
              <a:gd name="T80" fmla="*/ 150 w 512"/>
              <a:gd name="T81" fmla="*/ 113 h 363"/>
              <a:gd name="T82" fmla="*/ 190 w 512"/>
              <a:gd name="T83" fmla="*/ 82 h 363"/>
              <a:gd name="T84" fmla="*/ 211 w 512"/>
              <a:gd name="T85" fmla="*/ 67 h 363"/>
              <a:gd name="T86" fmla="*/ 230 w 512"/>
              <a:gd name="T87" fmla="*/ 61 h 363"/>
              <a:gd name="T88" fmla="*/ 435 w 512"/>
              <a:gd name="T89" fmla="*/ 7 h 363"/>
              <a:gd name="T90" fmla="*/ 457 w 512"/>
              <a:gd name="T91" fmla="*/ 38 h 363"/>
              <a:gd name="T92" fmla="*/ 454 w 512"/>
              <a:gd name="T93" fmla="*/ 70 h 363"/>
              <a:gd name="T94" fmla="*/ 421 w 512"/>
              <a:gd name="T95" fmla="*/ 99 h 363"/>
              <a:gd name="T96" fmla="*/ 383 w 512"/>
              <a:gd name="T97" fmla="*/ 94 h 363"/>
              <a:gd name="T98" fmla="*/ 360 w 512"/>
              <a:gd name="T99" fmla="*/ 64 h 363"/>
              <a:gd name="T100" fmla="*/ 361 w 512"/>
              <a:gd name="T101" fmla="*/ 37 h 363"/>
              <a:gd name="T102" fmla="*/ 384 w 512"/>
              <a:gd name="T103" fmla="*/ 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12" h="363">
                <a:moveTo>
                  <a:pt x="230" y="61"/>
                </a:moveTo>
                <a:lnTo>
                  <a:pt x="237" y="63"/>
                </a:lnTo>
                <a:lnTo>
                  <a:pt x="238" y="63"/>
                </a:lnTo>
                <a:lnTo>
                  <a:pt x="337" y="89"/>
                </a:lnTo>
                <a:lnTo>
                  <a:pt x="339" y="91"/>
                </a:lnTo>
                <a:lnTo>
                  <a:pt x="340" y="92"/>
                </a:lnTo>
                <a:lnTo>
                  <a:pt x="343" y="92"/>
                </a:lnTo>
                <a:lnTo>
                  <a:pt x="345" y="94"/>
                </a:lnTo>
                <a:lnTo>
                  <a:pt x="349" y="97"/>
                </a:lnTo>
                <a:lnTo>
                  <a:pt x="351" y="99"/>
                </a:lnTo>
                <a:lnTo>
                  <a:pt x="354" y="102"/>
                </a:lnTo>
                <a:lnTo>
                  <a:pt x="355" y="104"/>
                </a:lnTo>
                <a:lnTo>
                  <a:pt x="355" y="105"/>
                </a:lnTo>
                <a:lnTo>
                  <a:pt x="371" y="133"/>
                </a:lnTo>
                <a:lnTo>
                  <a:pt x="398" y="184"/>
                </a:lnTo>
                <a:lnTo>
                  <a:pt x="463" y="136"/>
                </a:lnTo>
                <a:lnTo>
                  <a:pt x="468" y="133"/>
                </a:lnTo>
                <a:lnTo>
                  <a:pt x="475" y="131"/>
                </a:lnTo>
                <a:lnTo>
                  <a:pt x="481" y="131"/>
                </a:lnTo>
                <a:lnTo>
                  <a:pt x="490" y="132"/>
                </a:lnTo>
                <a:lnTo>
                  <a:pt x="499" y="136"/>
                </a:lnTo>
                <a:lnTo>
                  <a:pt x="506" y="143"/>
                </a:lnTo>
                <a:lnTo>
                  <a:pt x="510" y="149"/>
                </a:lnTo>
                <a:lnTo>
                  <a:pt x="512" y="155"/>
                </a:lnTo>
                <a:lnTo>
                  <a:pt x="512" y="162"/>
                </a:lnTo>
                <a:lnTo>
                  <a:pt x="511" y="171"/>
                </a:lnTo>
                <a:lnTo>
                  <a:pt x="507" y="180"/>
                </a:lnTo>
                <a:lnTo>
                  <a:pt x="500" y="186"/>
                </a:lnTo>
                <a:lnTo>
                  <a:pt x="407" y="256"/>
                </a:lnTo>
                <a:lnTo>
                  <a:pt x="400" y="258"/>
                </a:lnTo>
                <a:lnTo>
                  <a:pt x="394" y="261"/>
                </a:lnTo>
                <a:lnTo>
                  <a:pt x="388" y="261"/>
                </a:lnTo>
                <a:lnTo>
                  <a:pt x="382" y="261"/>
                </a:lnTo>
                <a:lnTo>
                  <a:pt x="377" y="259"/>
                </a:lnTo>
                <a:lnTo>
                  <a:pt x="372" y="257"/>
                </a:lnTo>
                <a:lnTo>
                  <a:pt x="367" y="253"/>
                </a:lnTo>
                <a:lnTo>
                  <a:pt x="364" y="250"/>
                </a:lnTo>
                <a:lnTo>
                  <a:pt x="360" y="245"/>
                </a:lnTo>
                <a:lnTo>
                  <a:pt x="360" y="243"/>
                </a:lnTo>
                <a:lnTo>
                  <a:pt x="359" y="241"/>
                </a:lnTo>
                <a:lnTo>
                  <a:pt x="356" y="239"/>
                </a:lnTo>
                <a:lnTo>
                  <a:pt x="354" y="234"/>
                </a:lnTo>
                <a:lnTo>
                  <a:pt x="348" y="221"/>
                </a:lnTo>
                <a:lnTo>
                  <a:pt x="339" y="207"/>
                </a:lnTo>
                <a:lnTo>
                  <a:pt x="328" y="185"/>
                </a:lnTo>
                <a:lnTo>
                  <a:pt x="317" y="165"/>
                </a:lnTo>
                <a:lnTo>
                  <a:pt x="305" y="175"/>
                </a:lnTo>
                <a:lnTo>
                  <a:pt x="287" y="186"/>
                </a:lnTo>
                <a:lnTo>
                  <a:pt x="269" y="199"/>
                </a:lnTo>
                <a:lnTo>
                  <a:pt x="322" y="218"/>
                </a:lnTo>
                <a:lnTo>
                  <a:pt x="332" y="224"/>
                </a:lnTo>
                <a:lnTo>
                  <a:pt x="339" y="232"/>
                </a:lnTo>
                <a:lnTo>
                  <a:pt x="343" y="243"/>
                </a:lnTo>
                <a:lnTo>
                  <a:pt x="343" y="247"/>
                </a:lnTo>
                <a:lnTo>
                  <a:pt x="341" y="257"/>
                </a:lnTo>
                <a:lnTo>
                  <a:pt x="337" y="265"/>
                </a:lnTo>
                <a:lnTo>
                  <a:pt x="329" y="273"/>
                </a:lnTo>
                <a:lnTo>
                  <a:pt x="241" y="336"/>
                </a:lnTo>
                <a:lnTo>
                  <a:pt x="235" y="340"/>
                </a:lnTo>
                <a:lnTo>
                  <a:pt x="229" y="341"/>
                </a:lnTo>
                <a:lnTo>
                  <a:pt x="222" y="342"/>
                </a:lnTo>
                <a:lnTo>
                  <a:pt x="213" y="341"/>
                </a:lnTo>
                <a:lnTo>
                  <a:pt x="204" y="336"/>
                </a:lnTo>
                <a:lnTo>
                  <a:pt x="197" y="329"/>
                </a:lnTo>
                <a:lnTo>
                  <a:pt x="194" y="324"/>
                </a:lnTo>
                <a:lnTo>
                  <a:pt x="192" y="318"/>
                </a:lnTo>
                <a:lnTo>
                  <a:pt x="190" y="311"/>
                </a:lnTo>
                <a:lnTo>
                  <a:pt x="193" y="302"/>
                </a:lnTo>
                <a:lnTo>
                  <a:pt x="197" y="294"/>
                </a:lnTo>
                <a:lnTo>
                  <a:pt x="204" y="286"/>
                </a:lnTo>
                <a:lnTo>
                  <a:pt x="206" y="285"/>
                </a:lnTo>
                <a:lnTo>
                  <a:pt x="213" y="280"/>
                </a:lnTo>
                <a:lnTo>
                  <a:pt x="221" y="274"/>
                </a:lnTo>
                <a:lnTo>
                  <a:pt x="232" y="265"/>
                </a:lnTo>
                <a:lnTo>
                  <a:pt x="244" y="257"/>
                </a:lnTo>
                <a:lnTo>
                  <a:pt x="225" y="251"/>
                </a:lnTo>
                <a:lnTo>
                  <a:pt x="208" y="245"/>
                </a:lnTo>
                <a:lnTo>
                  <a:pt x="179" y="264"/>
                </a:lnTo>
                <a:lnTo>
                  <a:pt x="151" y="285"/>
                </a:lnTo>
                <a:lnTo>
                  <a:pt x="125" y="303"/>
                </a:lnTo>
                <a:lnTo>
                  <a:pt x="101" y="320"/>
                </a:lnTo>
                <a:lnTo>
                  <a:pt x="80" y="335"/>
                </a:lnTo>
                <a:lnTo>
                  <a:pt x="64" y="347"/>
                </a:lnTo>
                <a:lnTo>
                  <a:pt x="59" y="351"/>
                </a:lnTo>
                <a:lnTo>
                  <a:pt x="55" y="354"/>
                </a:lnTo>
                <a:lnTo>
                  <a:pt x="52" y="356"/>
                </a:lnTo>
                <a:lnTo>
                  <a:pt x="51" y="357"/>
                </a:lnTo>
                <a:lnTo>
                  <a:pt x="49" y="357"/>
                </a:lnTo>
                <a:lnTo>
                  <a:pt x="44" y="361"/>
                </a:lnTo>
                <a:lnTo>
                  <a:pt x="38" y="363"/>
                </a:lnTo>
                <a:lnTo>
                  <a:pt x="31" y="363"/>
                </a:lnTo>
                <a:lnTo>
                  <a:pt x="22" y="362"/>
                </a:lnTo>
                <a:lnTo>
                  <a:pt x="14" y="357"/>
                </a:lnTo>
                <a:lnTo>
                  <a:pt x="6" y="351"/>
                </a:lnTo>
                <a:lnTo>
                  <a:pt x="3" y="345"/>
                </a:lnTo>
                <a:lnTo>
                  <a:pt x="1" y="339"/>
                </a:lnTo>
                <a:lnTo>
                  <a:pt x="0" y="333"/>
                </a:lnTo>
                <a:lnTo>
                  <a:pt x="1" y="323"/>
                </a:lnTo>
                <a:lnTo>
                  <a:pt x="6" y="314"/>
                </a:lnTo>
                <a:lnTo>
                  <a:pt x="14" y="307"/>
                </a:lnTo>
                <a:lnTo>
                  <a:pt x="236" y="147"/>
                </a:lnTo>
                <a:lnTo>
                  <a:pt x="257" y="132"/>
                </a:lnTo>
                <a:lnTo>
                  <a:pt x="236" y="126"/>
                </a:lnTo>
                <a:lnTo>
                  <a:pt x="214" y="143"/>
                </a:lnTo>
                <a:lnTo>
                  <a:pt x="155" y="186"/>
                </a:lnTo>
                <a:lnTo>
                  <a:pt x="149" y="190"/>
                </a:lnTo>
                <a:lnTo>
                  <a:pt x="143" y="192"/>
                </a:lnTo>
                <a:lnTo>
                  <a:pt x="136" y="192"/>
                </a:lnTo>
                <a:lnTo>
                  <a:pt x="127" y="191"/>
                </a:lnTo>
                <a:lnTo>
                  <a:pt x="118" y="187"/>
                </a:lnTo>
                <a:lnTo>
                  <a:pt x="111" y="180"/>
                </a:lnTo>
                <a:lnTo>
                  <a:pt x="107" y="174"/>
                </a:lnTo>
                <a:lnTo>
                  <a:pt x="106" y="168"/>
                </a:lnTo>
                <a:lnTo>
                  <a:pt x="105" y="162"/>
                </a:lnTo>
                <a:lnTo>
                  <a:pt x="106" y="155"/>
                </a:lnTo>
                <a:lnTo>
                  <a:pt x="107" y="149"/>
                </a:lnTo>
                <a:lnTo>
                  <a:pt x="111" y="144"/>
                </a:lnTo>
                <a:lnTo>
                  <a:pt x="113" y="140"/>
                </a:lnTo>
                <a:lnTo>
                  <a:pt x="118" y="136"/>
                </a:lnTo>
                <a:lnTo>
                  <a:pt x="120" y="135"/>
                </a:lnTo>
                <a:lnTo>
                  <a:pt x="128" y="129"/>
                </a:lnTo>
                <a:lnTo>
                  <a:pt x="138" y="121"/>
                </a:lnTo>
                <a:lnTo>
                  <a:pt x="150" y="113"/>
                </a:lnTo>
                <a:lnTo>
                  <a:pt x="165" y="102"/>
                </a:lnTo>
                <a:lnTo>
                  <a:pt x="178" y="92"/>
                </a:lnTo>
                <a:lnTo>
                  <a:pt x="190" y="82"/>
                </a:lnTo>
                <a:lnTo>
                  <a:pt x="202" y="75"/>
                </a:lnTo>
                <a:lnTo>
                  <a:pt x="209" y="70"/>
                </a:lnTo>
                <a:lnTo>
                  <a:pt x="211" y="67"/>
                </a:lnTo>
                <a:lnTo>
                  <a:pt x="217" y="65"/>
                </a:lnTo>
                <a:lnTo>
                  <a:pt x="224" y="63"/>
                </a:lnTo>
                <a:lnTo>
                  <a:pt x="230" y="61"/>
                </a:lnTo>
                <a:close/>
                <a:moveTo>
                  <a:pt x="409" y="0"/>
                </a:moveTo>
                <a:lnTo>
                  <a:pt x="422" y="3"/>
                </a:lnTo>
                <a:lnTo>
                  <a:pt x="435" y="7"/>
                </a:lnTo>
                <a:lnTo>
                  <a:pt x="445" y="16"/>
                </a:lnTo>
                <a:lnTo>
                  <a:pt x="452" y="26"/>
                </a:lnTo>
                <a:lnTo>
                  <a:pt x="457" y="38"/>
                </a:lnTo>
                <a:lnTo>
                  <a:pt x="458" y="39"/>
                </a:lnTo>
                <a:lnTo>
                  <a:pt x="458" y="55"/>
                </a:lnTo>
                <a:lnTo>
                  <a:pt x="454" y="70"/>
                </a:lnTo>
                <a:lnTo>
                  <a:pt x="447" y="83"/>
                </a:lnTo>
                <a:lnTo>
                  <a:pt x="436" y="93"/>
                </a:lnTo>
                <a:lnTo>
                  <a:pt x="421" y="99"/>
                </a:lnTo>
                <a:lnTo>
                  <a:pt x="408" y="100"/>
                </a:lnTo>
                <a:lnTo>
                  <a:pt x="395" y="99"/>
                </a:lnTo>
                <a:lnTo>
                  <a:pt x="383" y="94"/>
                </a:lnTo>
                <a:lnTo>
                  <a:pt x="373" y="86"/>
                </a:lnTo>
                <a:lnTo>
                  <a:pt x="365" y="75"/>
                </a:lnTo>
                <a:lnTo>
                  <a:pt x="360" y="64"/>
                </a:lnTo>
                <a:lnTo>
                  <a:pt x="359" y="56"/>
                </a:lnTo>
                <a:lnTo>
                  <a:pt x="359" y="49"/>
                </a:lnTo>
                <a:lnTo>
                  <a:pt x="361" y="37"/>
                </a:lnTo>
                <a:lnTo>
                  <a:pt x="366" y="26"/>
                </a:lnTo>
                <a:lnTo>
                  <a:pt x="373" y="15"/>
                </a:lnTo>
                <a:lnTo>
                  <a:pt x="384" y="7"/>
                </a:lnTo>
                <a:lnTo>
                  <a:pt x="397" y="3"/>
                </a:lnTo>
                <a:lnTo>
                  <a:pt x="409"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42" name="TextBox 41"/>
          <p:cNvSpPr txBox="1"/>
          <p:nvPr/>
        </p:nvSpPr>
        <p:spPr>
          <a:xfrm>
            <a:off x="3008712" y="5543846"/>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64%</a:t>
            </a:r>
          </a:p>
        </p:txBody>
      </p:sp>
      <p:sp>
        <p:nvSpPr>
          <p:cNvPr id="43" name="TextBox 42"/>
          <p:cNvSpPr txBox="1"/>
          <p:nvPr/>
        </p:nvSpPr>
        <p:spPr>
          <a:xfrm>
            <a:off x="2070437" y="3381544"/>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75%</a:t>
            </a:r>
          </a:p>
        </p:txBody>
      </p:sp>
      <p:sp>
        <p:nvSpPr>
          <p:cNvPr id="44" name="TextBox 43"/>
          <p:cNvSpPr txBox="1"/>
          <p:nvPr/>
        </p:nvSpPr>
        <p:spPr>
          <a:xfrm>
            <a:off x="2070437" y="4803944"/>
            <a:ext cx="904240" cy="461665"/>
          </a:xfrm>
          <a:prstGeom prst="rect">
            <a:avLst/>
          </a:prstGeom>
          <a:noFill/>
          <a:effectLst>
            <a:outerShdw blurRad="63500" dist="38100" dir="5400000" algn="t" rotWithShape="0">
              <a:prstClr val="black">
                <a:alpha val="80000"/>
              </a:prstClr>
            </a:outerShdw>
          </a:effectLst>
        </p:spPr>
        <p:txBody>
          <a:bodyPr wrap="square" rtlCol="0">
            <a:spAutoFit/>
          </a:bodyPr>
          <a:lstStyle/>
          <a:p>
            <a:pPr algn="ctr" fontAlgn="base">
              <a:spcBef>
                <a:spcPct val="0"/>
              </a:spcBef>
              <a:spcAft>
                <a:spcPct val="0"/>
              </a:spcAft>
            </a:pPr>
            <a:r>
              <a:rPr lang="en-US" sz="2400" dirty="0">
                <a:solidFill>
                  <a:prstClr val="white"/>
                </a:solidFill>
                <a:cs typeface="+mn-ea"/>
                <a:sym typeface="+mn-lt"/>
              </a:rPr>
              <a:t>81%</a:t>
            </a:r>
          </a:p>
        </p:txBody>
      </p:sp>
      <p:sp>
        <p:nvSpPr>
          <p:cNvPr id="45" name="TextBox 44"/>
          <p:cNvSpPr txBox="1"/>
          <p:nvPr/>
        </p:nvSpPr>
        <p:spPr>
          <a:xfrm>
            <a:off x="3197349" y="20340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05</a:t>
            </a:r>
          </a:p>
        </p:txBody>
      </p:sp>
      <p:sp>
        <p:nvSpPr>
          <p:cNvPr id="46" name="TextBox 45"/>
          <p:cNvSpPr txBox="1"/>
          <p:nvPr/>
        </p:nvSpPr>
        <p:spPr>
          <a:xfrm>
            <a:off x="1466973" y="27452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04</a:t>
            </a:r>
          </a:p>
        </p:txBody>
      </p:sp>
      <p:sp>
        <p:nvSpPr>
          <p:cNvPr id="47" name="TextBox 46"/>
          <p:cNvSpPr txBox="1"/>
          <p:nvPr/>
        </p:nvSpPr>
        <p:spPr>
          <a:xfrm>
            <a:off x="3197349" y="3463052"/>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03</a:t>
            </a:r>
          </a:p>
        </p:txBody>
      </p:sp>
      <p:sp>
        <p:nvSpPr>
          <p:cNvPr id="48" name="TextBox 47"/>
          <p:cNvSpPr txBox="1"/>
          <p:nvPr/>
        </p:nvSpPr>
        <p:spPr>
          <a:xfrm>
            <a:off x="3197349" y="4892019"/>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01</a:t>
            </a:r>
          </a:p>
        </p:txBody>
      </p:sp>
      <p:sp>
        <p:nvSpPr>
          <p:cNvPr id="49" name="TextBox 48"/>
          <p:cNvSpPr txBox="1"/>
          <p:nvPr/>
        </p:nvSpPr>
        <p:spPr>
          <a:xfrm>
            <a:off x="1466973" y="4167684"/>
            <a:ext cx="917576" cy="584775"/>
          </a:xfrm>
          <a:prstGeom prst="rect">
            <a:avLst/>
          </a:prstGeom>
          <a:noFill/>
          <a:effectLst/>
        </p:spPr>
        <p:txBody>
          <a:bodyPr wrap="square" rtlCol="0">
            <a:spAutoFit/>
          </a:bodyPr>
          <a:lstStyle/>
          <a:p>
            <a:pPr algn="ctr" fontAlgn="base">
              <a:spcBef>
                <a:spcPct val="0"/>
              </a:spcBef>
              <a:spcAft>
                <a:spcPct val="0"/>
              </a:spcAft>
            </a:pPr>
            <a:r>
              <a:rPr lang="en-US" sz="3200" dirty="0">
                <a:solidFill>
                  <a:prstClr val="black"/>
                </a:solidFill>
                <a:cs typeface="+mn-ea"/>
                <a:sym typeface="+mn-lt"/>
              </a:rPr>
              <a:t>02</a:t>
            </a:r>
          </a:p>
        </p:txBody>
      </p:sp>
      <p:grpSp>
        <p:nvGrpSpPr>
          <p:cNvPr id="50" name="组合 49"/>
          <p:cNvGrpSpPr/>
          <p:nvPr/>
        </p:nvGrpSpPr>
        <p:grpSpPr>
          <a:xfrm>
            <a:off x="339551" y="248225"/>
            <a:ext cx="2386460" cy="460375"/>
            <a:chOff x="7098014" y="4097663"/>
            <a:chExt cx="2386460" cy="460375"/>
          </a:xfrm>
        </p:grpSpPr>
        <p:sp>
          <p:nvSpPr>
            <p:cNvPr id="51"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52"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53"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6618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1000"/>
                                        <p:tgtEl>
                                          <p:spTgt spid="41"/>
                                        </p:tgtEl>
                                      </p:cBhvr>
                                    </p:animEffect>
                                    <p:anim calcmode="lin" valueType="num">
                                      <p:cBhvr>
                                        <p:cTn id="18" dur="1000" fill="hold"/>
                                        <p:tgtEl>
                                          <p:spTgt spid="41"/>
                                        </p:tgtEl>
                                        <p:attrNameLst>
                                          <p:attrName>ppt_x</p:attrName>
                                        </p:attrNameLst>
                                      </p:cBhvr>
                                      <p:tavLst>
                                        <p:tav tm="0">
                                          <p:val>
                                            <p:strVal val="#ppt_x"/>
                                          </p:val>
                                        </p:tav>
                                        <p:tav tm="100000">
                                          <p:val>
                                            <p:strVal val="#ppt_x"/>
                                          </p:val>
                                        </p:tav>
                                      </p:tavLst>
                                    </p:anim>
                                    <p:anim calcmode="lin" valueType="num">
                                      <p:cBhvr>
                                        <p:cTn id="19" dur="1000" fill="hold"/>
                                        <p:tgtEl>
                                          <p:spTgt spid="41"/>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1000"/>
                                        <p:tgtEl>
                                          <p:spTgt spid="48"/>
                                        </p:tgtEl>
                                      </p:cBhvr>
                                    </p:animEffect>
                                    <p:anim calcmode="lin" valueType="num">
                                      <p:cBhvr>
                                        <p:cTn id="23" dur="1000" fill="hold"/>
                                        <p:tgtEl>
                                          <p:spTgt spid="48"/>
                                        </p:tgtEl>
                                        <p:attrNameLst>
                                          <p:attrName>ppt_x</p:attrName>
                                        </p:attrNameLst>
                                      </p:cBhvr>
                                      <p:tavLst>
                                        <p:tav tm="0">
                                          <p:val>
                                            <p:strVal val="#ppt_x"/>
                                          </p:val>
                                        </p:tav>
                                        <p:tav tm="100000">
                                          <p:val>
                                            <p:strVal val="#ppt_x"/>
                                          </p:val>
                                        </p:tav>
                                      </p:tavLst>
                                    </p:anim>
                                    <p:anim calcmode="lin" valueType="num">
                                      <p:cBhvr>
                                        <p:cTn id="2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grpId="0" nodeType="click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1000"/>
                                        <p:tgtEl>
                                          <p:spTgt spid="36"/>
                                        </p:tgtEl>
                                      </p:cBhvr>
                                    </p:animEffect>
                                    <p:anim calcmode="lin" valueType="num">
                                      <p:cBhvr>
                                        <p:cTn id="30" dur="1000" fill="hold"/>
                                        <p:tgtEl>
                                          <p:spTgt spid="36"/>
                                        </p:tgtEl>
                                        <p:attrNameLst>
                                          <p:attrName>ppt_x</p:attrName>
                                        </p:attrNameLst>
                                      </p:cBhvr>
                                      <p:tavLst>
                                        <p:tav tm="0">
                                          <p:val>
                                            <p:strVal val="#ppt_x"/>
                                          </p:val>
                                        </p:tav>
                                        <p:tav tm="100000">
                                          <p:val>
                                            <p:strVal val="#ppt_x"/>
                                          </p:val>
                                        </p:tav>
                                      </p:tavLst>
                                    </p:anim>
                                    <p:anim calcmode="lin" valueType="num">
                                      <p:cBhvr>
                                        <p:cTn id="31" dur="1000" fill="hold"/>
                                        <p:tgtEl>
                                          <p:spTgt spid="36"/>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1000"/>
                                        <p:tgtEl>
                                          <p:spTgt spid="44"/>
                                        </p:tgtEl>
                                      </p:cBhvr>
                                    </p:animEffect>
                                    <p:anim calcmode="lin" valueType="num">
                                      <p:cBhvr>
                                        <p:cTn id="35" dur="1000" fill="hold"/>
                                        <p:tgtEl>
                                          <p:spTgt spid="44"/>
                                        </p:tgtEl>
                                        <p:attrNameLst>
                                          <p:attrName>ppt_x</p:attrName>
                                        </p:attrNameLst>
                                      </p:cBhvr>
                                      <p:tavLst>
                                        <p:tav tm="0">
                                          <p:val>
                                            <p:strVal val="#ppt_x"/>
                                          </p:val>
                                        </p:tav>
                                        <p:tav tm="100000">
                                          <p:val>
                                            <p:strVal val="#ppt_x"/>
                                          </p:val>
                                        </p:tav>
                                      </p:tavLst>
                                    </p:anim>
                                    <p:anim calcmode="lin" valueType="num">
                                      <p:cBhvr>
                                        <p:cTn id="36" dur="1000" fill="hold"/>
                                        <p:tgtEl>
                                          <p:spTgt spid="44"/>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1000"/>
                                        <p:tgtEl>
                                          <p:spTgt spid="49"/>
                                        </p:tgtEl>
                                      </p:cBhvr>
                                    </p:animEffect>
                                    <p:anim calcmode="lin" valueType="num">
                                      <p:cBhvr>
                                        <p:cTn id="40" dur="1000" fill="hold"/>
                                        <p:tgtEl>
                                          <p:spTgt spid="49"/>
                                        </p:tgtEl>
                                        <p:attrNameLst>
                                          <p:attrName>ppt_x</p:attrName>
                                        </p:attrNameLst>
                                      </p:cBhvr>
                                      <p:tavLst>
                                        <p:tav tm="0">
                                          <p:val>
                                            <p:strVal val="#ppt_x"/>
                                          </p:val>
                                        </p:tav>
                                        <p:tav tm="100000">
                                          <p:val>
                                            <p:strVal val="#ppt_x"/>
                                          </p:val>
                                        </p:tav>
                                      </p:tavLst>
                                    </p:anim>
                                    <p:anim calcmode="lin" valueType="num">
                                      <p:cBhvr>
                                        <p:cTn id="41" dur="1000" fill="hold"/>
                                        <p:tgtEl>
                                          <p:spTgt spid="49"/>
                                        </p:tgtEl>
                                        <p:attrNameLst>
                                          <p:attrName>ppt_y</p:attrName>
                                        </p:attrNameLst>
                                      </p:cBhvr>
                                      <p:tavLst>
                                        <p:tav tm="0">
                                          <p:val>
                                            <p:strVal val="#ppt_y-.1"/>
                                          </p:val>
                                        </p:tav>
                                        <p:tav tm="100000">
                                          <p:val>
                                            <p:strVal val="#ppt_y"/>
                                          </p:val>
                                        </p:tav>
                                      </p:tavLst>
                                    </p:anim>
                                  </p:childTnLst>
                                </p:cTn>
                              </p:par>
                              <p:par>
                                <p:cTn id="42" presetID="47" presetClass="entr" presetSubtype="0" fill="hold" grpId="0"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grpId="0" nodeType="clickEffect">
                                  <p:stCondLst>
                                    <p:cond delay="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1000"/>
                                        <p:tgtEl>
                                          <p:spTgt spid="47"/>
                                        </p:tgtEl>
                                      </p:cBhvr>
                                    </p:animEffect>
                                    <p:anim calcmode="lin" valueType="num">
                                      <p:cBhvr>
                                        <p:cTn id="52" dur="1000" fill="hold"/>
                                        <p:tgtEl>
                                          <p:spTgt spid="47"/>
                                        </p:tgtEl>
                                        <p:attrNameLst>
                                          <p:attrName>ppt_x</p:attrName>
                                        </p:attrNameLst>
                                      </p:cBhvr>
                                      <p:tavLst>
                                        <p:tav tm="0">
                                          <p:val>
                                            <p:strVal val="#ppt_x"/>
                                          </p:val>
                                        </p:tav>
                                        <p:tav tm="100000">
                                          <p:val>
                                            <p:strVal val="#ppt_x"/>
                                          </p:val>
                                        </p:tav>
                                      </p:tavLst>
                                    </p:anim>
                                    <p:anim calcmode="lin" valueType="num">
                                      <p:cBhvr>
                                        <p:cTn id="53" dur="1000" fill="hold"/>
                                        <p:tgtEl>
                                          <p:spTgt spid="47"/>
                                        </p:tgtEl>
                                        <p:attrNameLst>
                                          <p:attrName>ppt_y</p:attrName>
                                        </p:attrNameLst>
                                      </p:cBhvr>
                                      <p:tavLst>
                                        <p:tav tm="0">
                                          <p:val>
                                            <p:strVal val="#ppt_y-.1"/>
                                          </p:val>
                                        </p:tav>
                                        <p:tav tm="100000">
                                          <p:val>
                                            <p:strVal val="#ppt_y"/>
                                          </p:val>
                                        </p:tav>
                                      </p:tavLst>
                                    </p:anim>
                                  </p:childTnLst>
                                </p:cTn>
                              </p:par>
                              <p:par>
                                <p:cTn id="54" presetID="47" presetClass="entr" presetSubtype="0" fill="hold" grpId="0" nodeType="with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1000"/>
                                        <p:tgtEl>
                                          <p:spTgt spid="35"/>
                                        </p:tgtEl>
                                      </p:cBhvr>
                                    </p:animEffect>
                                    <p:anim calcmode="lin" valueType="num">
                                      <p:cBhvr>
                                        <p:cTn id="57" dur="1000" fill="hold"/>
                                        <p:tgtEl>
                                          <p:spTgt spid="35"/>
                                        </p:tgtEl>
                                        <p:attrNameLst>
                                          <p:attrName>ppt_x</p:attrName>
                                        </p:attrNameLst>
                                      </p:cBhvr>
                                      <p:tavLst>
                                        <p:tav tm="0">
                                          <p:val>
                                            <p:strVal val="#ppt_x"/>
                                          </p:val>
                                        </p:tav>
                                        <p:tav tm="100000">
                                          <p:val>
                                            <p:strVal val="#ppt_x"/>
                                          </p:val>
                                        </p:tav>
                                      </p:tavLst>
                                    </p:anim>
                                    <p:anim calcmode="lin" valueType="num">
                                      <p:cBhvr>
                                        <p:cTn id="58" dur="1000" fill="hold"/>
                                        <p:tgtEl>
                                          <p:spTgt spid="35"/>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1000"/>
                                        <p:tgtEl>
                                          <p:spTgt spid="40"/>
                                        </p:tgtEl>
                                      </p:cBhvr>
                                    </p:animEffect>
                                    <p:anim calcmode="lin" valueType="num">
                                      <p:cBhvr>
                                        <p:cTn id="62" dur="1000" fill="hold"/>
                                        <p:tgtEl>
                                          <p:spTgt spid="40"/>
                                        </p:tgtEl>
                                        <p:attrNameLst>
                                          <p:attrName>ppt_x</p:attrName>
                                        </p:attrNameLst>
                                      </p:cBhvr>
                                      <p:tavLst>
                                        <p:tav tm="0">
                                          <p:val>
                                            <p:strVal val="#ppt_x"/>
                                          </p:val>
                                        </p:tav>
                                        <p:tav tm="100000">
                                          <p:val>
                                            <p:strVal val="#ppt_x"/>
                                          </p:val>
                                        </p:tav>
                                      </p:tavLst>
                                    </p:anim>
                                    <p:anim calcmode="lin" valueType="num">
                                      <p:cBhvr>
                                        <p:cTn id="63" dur="1000" fill="hold"/>
                                        <p:tgtEl>
                                          <p:spTgt spid="40"/>
                                        </p:tgtEl>
                                        <p:attrNameLst>
                                          <p:attrName>ppt_y</p:attrName>
                                        </p:attrNameLst>
                                      </p:cBhvr>
                                      <p:tavLst>
                                        <p:tav tm="0">
                                          <p:val>
                                            <p:strVal val="#ppt_y-.1"/>
                                          </p:val>
                                        </p:tav>
                                        <p:tav tm="100000">
                                          <p:val>
                                            <p:strVal val="#ppt_y"/>
                                          </p:val>
                                        </p:tav>
                                      </p:tavLst>
                                    </p:anim>
                                  </p:childTnLst>
                                </p:cTn>
                              </p:par>
                              <p:par>
                                <p:cTn id="64" presetID="47"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1000"/>
                                        <p:tgtEl>
                                          <p:spTgt spid="31"/>
                                        </p:tgtEl>
                                      </p:cBhvr>
                                    </p:animEffect>
                                    <p:anim calcmode="lin" valueType="num">
                                      <p:cBhvr>
                                        <p:cTn id="67" dur="1000" fill="hold"/>
                                        <p:tgtEl>
                                          <p:spTgt spid="31"/>
                                        </p:tgtEl>
                                        <p:attrNameLst>
                                          <p:attrName>ppt_x</p:attrName>
                                        </p:attrNameLst>
                                      </p:cBhvr>
                                      <p:tavLst>
                                        <p:tav tm="0">
                                          <p:val>
                                            <p:strVal val="#ppt_x"/>
                                          </p:val>
                                        </p:tav>
                                        <p:tav tm="100000">
                                          <p:val>
                                            <p:strVal val="#ppt_x"/>
                                          </p:val>
                                        </p:tav>
                                      </p:tavLst>
                                    </p:anim>
                                    <p:anim calcmode="lin" valueType="num">
                                      <p:cBhvr>
                                        <p:cTn id="6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7" presetClass="entr" presetSubtype="0"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1000"/>
                                        <p:tgtEl>
                                          <p:spTgt spid="43"/>
                                        </p:tgtEl>
                                      </p:cBhvr>
                                    </p:animEffect>
                                    <p:anim calcmode="lin" valueType="num">
                                      <p:cBhvr>
                                        <p:cTn id="74" dur="1000" fill="hold"/>
                                        <p:tgtEl>
                                          <p:spTgt spid="43"/>
                                        </p:tgtEl>
                                        <p:attrNameLst>
                                          <p:attrName>ppt_x</p:attrName>
                                        </p:attrNameLst>
                                      </p:cBhvr>
                                      <p:tavLst>
                                        <p:tav tm="0">
                                          <p:val>
                                            <p:strVal val="#ppt_x"/>
                                          </p:val>
                                        </p:tav>
                                        <p:tav tm="100000">
                                          <p:val>
                                            <p:strVal val="#ppt_x"/>
                                          </p:val>
                                        </p:tav>
                                      </p:tavLst>
                                    </p:anim>
                                    <p:anim calcmode="lin" valueType="num">
                                      <p:cBhvr>
                                        <p:cTn id="75" dur="1000" fill="hold"/>
                                        <p:tgtEl>
                                          <p:spTgt spid="43"/>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1000"/>
                                        <p:tgtEl>
                                          <p:spTgt spid="34"/>
                                        </p:tgtEl>
                                      </p:cBhvr>
                                    </p:animEffect>
                                    <p:anim calcmode="lin" valueType="num">
                                      <p:cBhvr>
                                        <p:cTn id="79" dur="1000" fill="hold"/>
                                        <p:tgtEl>
                                          <p:spTgt spid="34"/>
                                        </p:tgtEl>
                                        <p:attrNameLst>
                                          <p:attrName>ppt_x</p:attrName>
                                        </p:attrNameLst>
                                      </p:cBhvr>
                                      <p:tavLst>
                                        <p:tav tm="0">
                                          <p:val>
                                            <p:strVal val="#ppt_x"/>
                                          </p:val>
                                        </p:tav>
                                        <p:tav tm="100000">
                                          <p:val>
                                            <p:strVal val="#ppt_x"/>
                                          </p:val>
                                        </p:tav>
                                      </p:tavLst>
                                    </p:anim>
                                    <p:anim calcmode="lin" valueType="num">
                                      <p:cBhvr>
                                        <p:cTn id="80" dur="1000" fill="hold"/>
                                        <p:tgtEl>
                                          <p:spTgt spid="34"/>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1000"/>
                                        <p:tgtEl>
                                          <p:spTgt spid="32"/>
                                        </p:tgtEl>
                                      </p:cBhvr>
                                    </p:animEffect>
                                    <p:anim calcmode="lin" valueType="num">
                                      <p:cBhvr>
                                        <p:cTn id="84" dur="1000" fill="hold"/>
                                        <p:tgtEl>
                                          <p:spTgt spid="32"/>
                                        </p:tgtEl>
                                        <p:attrNameLst>
                                          <p:attrName>ppt_x</p:attrName>
                                        </p:attrNameLst>
                                      </p:cBhvr>
                                      <p:tavLst>
                                        <p:tav tm="0">
                                          <p:val>
                                            <p:strVal val="#ppt_x"/>
                                          </p:val>
                                        </p:tav>
                                        <p:tav tm="100000">
                                          <p:val>
                                            <p:strVal val="#ppt_x"/>
                                          </p:val>
                                        </p:tav>
                                      </p:tavLst>
                                    </p:anim>
                                    <p:anim calcmode="lin" valueType="num">
                                      <p:cBhvr>
                                        <p:cTn id="85" dur="1000" fill="hold"/>
                                        <p:tgtEl>
                                          <p:spTgt spid="3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1000"/>
                                        <p:tgtEl>
                                          <p:spTgt spid="46"/>
                                        </p:tgtEl>
                                      </p:cBhvr>
                                    </p:animEffect>
                                    <p:anim calcmode="lin" valueType="num">
                                      <p:cBhvr>
                                        <p:cTn id="89" dur="1000" fill="hold"/>
                                        <p:tgtEl>
                                          <p:spTgt spid="46"/>
                                        </p:tgtEl>
                                        <p:attrNameLst>
                                          <p:attrName>ppt_x</p:attrName>
                                        </p:attrNameLst>
                                      </p:cBhvr>
                                      <p:tavLst>
                                        <p:tav tm="0">
                                          <p:val>
                                            <p:strVal val="#ppt_x"/>
                                          </p:val>
                                        </p:tav>
                                        <p:tav tm="100000">
                                          <p:val>
                                            <p:strVal val="#ppt_x"/>
                                          </p:val>
                                        </p:tav>
                                      </p:tavLst>
                                    </p:anim>
                                    <p:anim calcmode="lin" valueType="num">
                                      <p:cBhvr>
                                        <p:cTn id="9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7" presetClass="entr" presetSubtype="0" fill="hold" grpId="0" nodeType="clickEffect">
                                  <p:stCondLst>
                                    <p:cond delay="0"/>
                                  </p:stCondLst>
                                  <p:childTnLst>
                                    <p:set>
                                      <p:cBhvr>
                                        <p:cTn id="94" dur="1" fill="hold">
                                          <p:stCondLst>
                                            <p:cond delay="0"/>
                                          </p:stCondLst>
                                        </p:cTn>
                                        <p:tgtEl>
                                          <p:spTgt spid="39"/>
                                        </p:tgtEl>
                                        <p:attrNameLst>
                                          <p:attrName>style.visibility</p:attrName>
                                        </p:attrNameLst>
                                      </p:cBhvr>
                                      <p:to>
                                        <p:strVal val="visible"/>
                                      </p:to>
                                    </p:set>
                                    <p:animEffect transition="in" filter="fade">
                                      <p:cBhvr>
                                        <p:cTn id="95" dur="1000"/>
                                        <p:tgtEl>
                                          <p:spTgt spid="39"/>
                                        </p:tgtEl>
                                      </p:cBhvr>
                                    </p:animEffect>
                                    <p:anim calcmode="lin" valueType="num">
                                      <p:cBhvr>
                                        <p:cTn id="96" dur="1000" fill="hold"/>
                                        <p:tgtEl>
                                          <p:spTgt spid="39"/>
                                        </p:tgtEl>
                                        <p:attrNameLst>
                                          <p:attrName>ppt_x</p:attrName>
                                        </p:attrNameLst>
                                      </p:cBhvr>
                                      <p:tavLst>
                                        <p:tav tm="0">
                                          <p:val>
                                            <p:strVal val="#ppt_x"/>
                                          </p:val>
                                        </p:tav>
                                        <p:tav tm="100000">
                                          <p:val>
                                            <p:strVal val="#ppt_x"/>
                                          </p:val>
                                        </p:tav>
                                      </p:tavLst>
                                    </p:anim>
                                    <p:anim calcmode="lin" valueType="num">
                                      <p:cBhvr>
                                        <p:cTn id="97" dur="1000" fill="hold"/>
                                        <p:tgtEl>
                                          <p:spTgt spid="39"/>
                                        </p:tgtEl>
                                        <p:attrNameLst>
                                          <p:attrName>ppt_y</p:attrName>
                                        </p:attrNameLst>
                                      </p:cBhvr>
                                      <p:tavLst>
                                        <p:tav tm="0">
                                          <p:val>
                                            <p:strVal val="#ppt_y-.1"/>
                                          </p:val>
                                        </p:tav>
                                        <p:tav tm="100000">
                                          <p:val>
                                            <p:strVal val="#ppt_y"/>
                                          </p:val>
                                        </p:tav>
                                      </p:tavLst>
                                    </p:anim>
                                  </p:childTnLst>
                                </p:cTn>
                              </p:par>
                              <p:par>
                                <p:cTn id="98" presetID="47"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1000"/>
                                        <p:tgtEl>
                                          <p:spTgt spid="33"/>
                                        </p:tgtEl>
                                      </p:cBhvr>
                                    </p:animEffect>
                                    <p:anim calcmode="lin" valueType="num">
                                      <p:cBhvr>
                                        <p:cTn id="101" dur="1000" fill="hold"/>
                                        <p:tgtEl>
                                          <p:spTgt spid="33"/>
                                        </p:tgtEl>
                                        <p:attrNameLst>
                                          <p:attrName>ppt_x</p:attrName>
                                        </p:attrNameLst>
                                      </p:cBhvr>
                                      <p:tavLst>
                                        <p:tav tm="0">
                                          <p:val>
                                            <p:strVal val="#ppt_x"/>
                                          </p:val>
                                        </p:tav>
                                        <p:tav tm="100000">
                                          <p:val>
                                            <p:strVal val="#ppt_x"/>
                                          </p:val>
                                        </p:tav>
                                      </p:tavLst>
                                    </p:anim>
                                    <p:anim calcmode="lin" valueType="num">
                                      <p:cBhvr>
                                        <p:cTn id="102" dur="1000" fill="hold"/>
                                        <p:tgtEl>
                                          <p:spTgt spid="33"/>
                                        </p:tgtEl>
                                        <p:attrNameLst>
                                          <p:attrName>ppt_y</p:attrName>
                                        </p:attrNameLst>
                                      </p:cBhvr>
                                      <p:tavLst>
                                        <p:tav tm="0">
                                          <p:val>
                                            <p:strVal val="#ppt_y-.1"/>
                                          </p:val>
                                        </p:tav>
                                        <p:tav tm="100000">
                                          <p:val>
                                            <p:strVal val="#ppt_y"/>
                                          </p:val>
                                        </p:tav>
                                      </p:tavLst>
                                    </p:anim>
                                  </p:childTnLst>
                                </p:cTn>
                              </p:par>
                              <p:par>
                                <p:cTn id="103" presetID="47"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1000"/>
                                        <p:tgtEl>
                                          <p:spTgt spid="38"/>
                                        </p:tgtEl>
                                      </p:cBhvr>
                                    </p:animEffect>
                                    <p:anim calcmode="lin" valueType="num">
                                      <p:cBhvr>
                                        <p:cTn id="106" dur="1000" fill="hold"/>
                                        <p:tgtEl>
                                          <p:spTgt spid="38"/>
                                        </p:tgtEl>
                                        <p:attrNameLst>
                                          <p:attrName>ppt_x</p:attrName>
                                        </p:attrNameLst>
                                      </p:cBhvr>
                                      <p:tavLst>
                                        <p:tav tm="0">
                                          <p:val>
                                            <p:strVal val="#ppt_x"/>
                                          </p:val>
                                        </p:tav>
                                        <p:tav tm="100000">
                                          <p:val>
                                            <p:strVal val="#ppt_x"/>
                                          </p:val>
                                        </p:tav>
                                      </p:tavLst>
                                    </p:anim>
                                    <p:anim calcmode="lin" valueType="num">
                                      <p:cBhvr>
                                        <p:cTn id="107" dur="1000" fill="hold"/>
                                        <p:tgtEl>
                                          <p:spTgt spid="38"/>
                                        </p:tgtEl>
                                        <p:attrNameLst>
                                          <p:attrName>ppt_y</p:attrName>
                                        </p:attrNameLst>
                                      </p:cBhvr>
                                      <p:tavLst>
                                        <p:tav tm="0">
                                          <p:val>
                                            <p:strVal val="#ppt_y-.1"/>
                                          </p:val>
                                        </p:tav>
                                        <p:tav tm="100000">
                                          <p:val>
                                            <p:strVal val="#ppt_y"/>
                                          </p:val>
                                        </p:tav>
                                      </p:tavLst>
                                    </p:anim>
                                  </p:childTnLst>
                                </p:cTn>
                              </p:par>
                              <p:par>
                                <p:cTn id="108" presetID="47" presetClass="entr" presetSubtype="0" fill="hold" grpId="0" nodeType="withEffect">
                                  <p:stCondLst>
                                    <p:cond delay="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1000"/>
                                        <p:tgtEl>
                                          <p:spTgt spid="45"/>
                                        </p:tgtEl>
                                      </p:cBhvr>
                                    </p:animEffect>
                                    <p:anim calcmode="lin" valueType="num">
                                      <p:cBhvr>
                                        <p:cTn id="111" dur="1000" fill="hold"/>
                                        <p:tgtEl>
                                          <p:spTgt spid="45"/>
                                        </p:tgtEl>
                                        <p:attrNameLst>
                                          <p:attrName>ppt_x</p:attrName>
                                        </p:attrNameLst>
                                      </p:cBhvr>
                                      <p:tavLst>
                                        <p:tav tm="0">
                                          <p:val>
                                            <p:strVal val="#ppt_x"/>
                                          </p:val>
                                        </p:tav>
                                        <p:tav tm="100000">
                                          <p:val>
                                            <p:strVal val="#ppt_x"/>
                                          </p:val>
                                        </p:tav>
                                      </p:tavLst>
                                    </p:anim>
                                    <p:anim calcmode="lin" valueType="num">
                                      <p:cBhvr>
                                        <p:cTn id="11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P spid="38" grpId="0" animBg="1"/>
      <p:bldP spid="39" grpId="0"/>
      <p:bldP spid="40" grpId="0"/>
      <p:bldP spid="41" grpId="0" animBg="1"/>
      <p:bldP spid="42" grpId="0"/>
      <p:bldP spid="43" grpId="0"/>
      <p:bldP spid="44" grpId="0"/>
      <p:bldP spid="45" grpId="0"/>
      <p:bldP spid="46" grpId="0"/>
      <p:bldP spid="47" grpId="0"/>
      <p:bldP spid="48" grpId="0"/>
      <p:bldP spid="4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3505200" y="2901090"/>
            <a:ext cx="5181600" cy="1014730"/>
          </a:xfrm>
          <a:prstGeom prst="rect">
            <a:avLst/>
          </a:prstGeom>
          <a:noFill/>
        </p:spPr>
        <p:txBody>
          <a:bodyPr wrap="square" rtlCol="0">
            <a:spAutoFit/>
          </a:bodyPr>
          <a:lstStyle/>
          <a:p>
            <a:pPr algn="dist"/>
            <a:r>
              <a:rPr lang="zh-CN" altLang="en-US" sz="6000" dirty="0">
                <a:solidFill>
                  <a:srgbClr val="FF0000"/>
                </a:solidFill>
                <a:cs typeface="+mn-ea"/>
                <a:sym typeface="+mn-lt"/>
              </a:rPr>
              <a:t>添加标题内容</a:t>
            </a:r>
          </a:p>
        </p:txBody>
      </p:sp>
      <p:sp>
        <p:nvSpPr>
          <p:cNvPr id="20" name="矩形 19"/>
          <p:cNvSpPr/>
          <p:nvPr/>
        </p:nvSpPr>
        <p:spPr>
          <a:xfrm>
            <a:off x="2605936" y="4009086"/>
            <a:ext cx="7058764" cy="570284"/>
          </a:xfrm>
          <a:prstGeom prst="rect">
            <a:avLst/>
          </a:prstGeom>
        </p:spPr>
        <p:txBody>
          <a:bodyPr wrap="square">
            <a:spAutoFit/>
          </a:bodyPr>
          <a:lstStyle/>
          <a:p>
            <a:pPr algn="ctr">
              <a:lnSpc>
                <a:spcPct val="150000"/>
              </a:lnSpc>
              <a:defRPr/>
            </a:pPr>
            <a:r>
              <a:rPr lang="en-US" altLang="zh-CN" sz="1100" kern="0" dirty="0">
                <a:solidFill>
                  <a:schemeClr val="tx1">
                    <a:lumMod val="50000"/>
                    <a:lumOff val="50000"/>
                  </a:schemeClr>
                </a:solidFill>
                <a:cs typeface="+mn-ea"/>
                <a:sym typeface="+mn-lt"/>
              </a:rPr>
              <a:t>PLEASE ENTER YOUR DETAILED TEXT HERE, THE CONTENT SHOULD BE CONCISE AND CLEAR, CONCISE AND CONCISE DO NOT NEED TOO MUCH TEXT MODIFICATION AND EXPRESSION</a:t>
            </a:r>
            <a:r>
              <a:rPr lang="zh-CN" altLang="en-US" sz="1100" kern="0" dirty="0">
                <a:solidFill>
                  <a:schemeClr val="tx1">
                    <a:lumMod val="50000"/>
                    <a:lumOff val="50000"/>
                  </a:schemeClr>
                </a:solidFill>
                <a:cs typeface="+mn-ea"/>
                <a:sym typeface="+mn-lt"/>
              </a:rPr>
              <a:t>。</a:t>
            </a:r>
          </a:p>
        </p:txBody>
      </p:sp>
      <p:sp>
        <p:nvSpPr>
          <p:cNvPr id="21" name="文本框 20"/>
          <p:cNvSpPr txBox="1"/>
          <p:nvPr/>
        </p:nvSpPr>
        <p:spPr>
          <a:xfrm>
            <a:off x="4164700" y="2068830"/>
            <a:ext cx="3862600" cy="769441"/>
          </a:xfrm>
          <a:prstGeom prst="rect">
            <a:avLst/>
          </a:prstGeom>
          <a:noFill/>
        </p:spPr>
        <p:txBody>
          <a:bodyPr wrap="square" rtlCol="0">
            <a:spAutoFit/>
          </a:bodyPr>
          <a:lstStyle/>
          <a:p>
            <a:pPr algn="ctr"/>
            <a:r>
              <a:rPr lang="en-US" altLang="zh-CN" sz="4400" dirty="0">
                <a:cs typeface="+mn-ea"/>
                <a:sym typeface="+mn-lt"/>
              </a:rPr>
              <a:t>PART 04</a:t>
            </a:r>
            <a:endParaRPr lang="zh-CN" altLang="en-US" sz="4400" dirty="0">
              <a:cs typeface="+mn-ea"/>
              <a:sym typeface="+mn-lt"/>
            </a:endParaRPr>
          </a:p>
        </p:txBody>
      </p:sp>
      <p:grpSp>
        <p:nvGrpSpPr>
          <p:cNvPr id="5" name="组合 4"/>
          <p:cNvGrpSpPr/>
          <p:nvPr/>
        </p:nvGrpSpPr>
        <p:grpSpPr>
          <a:xfrm flipH="1" flipV="1">
            <a:off x="-19050" y="4859010"/>
            <a:ext cx="9296400" cy="1998988"/>
            <a:chOff x="116115" y="2525485"/>
            <a:chExt cx="12017830" cy="2668439"/>
          </a:xfrm>
        </p:grpSpPr>
        <p:sp>
          <p:nvSpPr>
            <p:cNvPr id="6" name="任意多边形: 形状 37"/>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7" name="任意多边形: 形状 38"/>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ppt_w</p:attrName>
                                        </p:attrNameLst>
                                      </p:cBhvr>
                                      <p:tavLst>
                                        <p:tav tm="0">
                                          <p:val>
                                            <p:fltVal val="0"/>
                                          </p:val>
                                        </p:tav>
                                        <p:tav tm="100000">
                                          <p:val>
                                            <p:strVal val="#ppt_w"/>
                                          </p:val>
                                        </p:tav>
                                      </p:tavLst>
                                    </p:anim>
                                    <p:anim calcmode="lin" valueType="num">
                                      <p:cBhvr>
                                        <p:cTn id="18" dur="500" fill="hold"/>
                                        <p:tgtEl>
                                          <p:spTgt spid="21"/>
                                        </p:tgtEl>
                                        <p:attrNameLst>
                                          <p:attrName>ppt_h</p:attrName>
                                        </p:attrNameLst>
                                      </p:cBhvr>
                                      <p:tavLst>
                                        <p:tav tm="0">
                                          <p:val>
                                            <p:fltVal val="0"/>
                                          </p:val>
                                        </p:tav>
                                        <p:tav tm="100000">
                                          <p:val>
                                            <p:strVal val="#ppt_h"/>
                                          </p:val>
                                        </p:tav>
                                      </p:tavLst>
                                    </p:anim>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4" y="4097663"/>
            <a:chExt cx="2386460" cy="460375"/>
          </a:xfrm>
        </p:grpSpPr>
        <p:sp>
          <p:nvSpPr>
            <p:cNvPr id="5" name="矩形: 圆角 4"/>
            <p:cNvSpPr/>
            <p:nvPr/>
          </p:nvSpPr>
          <p:spPr>
            <a:xfrm>
              <a:off x="7098014" y="4165669"/>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55682" y="4172808"/>
              <a:ext cx="5755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03</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7" y="4097663"/>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
        <p:nvSpPr>
          <p:cNvPr id="9" name="矩形 8"/>
          <p:cNvSpPr/>
          <p:nvPr/>
        </p:nvSpPr>
        <p:spPr>
          <a:xfrm>
            <a:off x="0" y="3044588"/>
            <a:ext cx="12192000" cy="76287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0" name="Group 100"/>
          <p:cNvGrpSpPr/>
          <p:nvPr/>
        </p:nvGrpSpPr>
        <p:grpSpPr>
          <a:xfrm rot="16200000">
            <a:off x="10171266" y="2856577"/>
            <a:ext cx="762879" cy="1144839"/>
            <a:chOff x="4257815" y="3604273"/>
            <a:chExt cx="632164" cy="948677"/>
          </a:xfrm>
        </p:grpSpPr>
        <p:grpSp>
          <p:nvGrpSpPr>
            <p:cNvPr id="11" name="Group 96"/>
            <p:cNvGrpSpPr/>
            <p:nvPr/>
          </p:nvGrpSpPr>
          <p:grpSpPr>
            <a:xfrm>
              <a:off x="4257815" y="3905805"/>
              <a:ext cx="632164" cy="647145"/>
              <a:chOff x="4107979" y="4055348"/>
              <a:chExt cx="966386" cy="788823"/>
            </a:xfrm>
          </p:grpSpPr>
          <p:sp>
            <p:nvSpPr>
              <p:cNvPr id="16" name="Isosceles Triangle 68"/>
              <p:cNvSpPr/>
              <p:nvPr/>
            </p:nvSpPr>
            <p:spPr bwMode="auto">
              <a:xfrm rot="10800000">
                <a:off x="4107979" y="4055348"/>
                <a:ext cx="966386" cy="785648"/>
              </a:xfrm>
              <a:prstGeom prst="triangle">
                <a:avLst/>
              </a:prstGeom>
              <a:gradFill>
                <a:gsLst>
                  <a:gs pos="0">
                    <a:srgbClr val="000000">
                      <a:lumMod val="50000"/>
                      <a:lumOff val="50000"/>
                    </a:srgbClr>
                  </a:gs>
                  <a:gs pos="50000">
                    <a:srgbClr val="FFFFFF">
                      <a:lumMod val="85000"/>
                    </a:srgbClr>
                  </a:gs>
                </a:gsLst>
                <a:lin ang="0" scaled="0"/>
              </a:gradFill>
              <a:ln w="9525">
                <a:noFill/>
                <a:round/>
              </a:ln>
            </p:spPr>
            <p:txBody>
              <a:bodyPr vert="horz" wrap="square" lIns="91412" tIns="45706" rIns="91412" bIns="45706"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7" name="Isosceles Triangle 69"/>
              <p:cNvSpPr/>
              <p:nvPr/>
            </p:nvSpPr>
            <p:spPr bwMode="auto">
              <a:xfrm rot="10800000">
                <a:off x="4472566" y="4640971"/>
                <a:ext cx="237212" cy="203200"/>
              </a:xfrm>
              <a:prstGeom prst="triangle">
                <a:avLst/>
              </a:prstGeom>
              <a:solidFill>
                <a:srgbClr val="000000">
                  <a:lumMod val="90000"/>
                  <a:lumOff val="10000"/>
                </a:srgbClr>
              </a:solidFill>
              <a:ln w="9525">
                <a:noFill/>
                <a:round/>
              </a:ln>
            </p:spPr>
            <p:txBody>
              <a:bodyPr vert="horz" wrap="square" lIns="91412" tIns="45706" rIns="91412" bIns="45706" numCol="1" rtlCol="0"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grpSp>
          <p:nvGrpSpPr>
            <p:cNvPr id="12" name="Group 96"/>
            <p:cNvGrpSpPr/>
            <p:nvPr/>
          </p:nvGrpSpPr>
          <p:grpSpPr>
            <a:xfrm>
              <a:off x="4259771" y="3604273"/>
              <a:ext cx="630208" cy="416793"/>
              <a:chOff x="2514600" y="3103313"/>
              <a:chExt cx="914400" cy="604745"/>
            </a:xfrm>
          </p:grpSpPr>
          <p:sp>
            <p:nvSpPr>
              <p:cNvPr id="13" name="Pentagon 65"/>
              <p:cNvSpPr/>
              <p:nvPr/>
            </p:nvSpPr>
            <p:spPr>
              <a:xfrm rot="5400000">
                <a:off x="2364628" y="3253285"/>
                <a:ext cx="604743" cy="304800"/>
              </a:xfrm>
              <a:prstGeom prst="homePlate">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4" name="Pentagon 66"/>
              <p:cNvSpPr/>
              <p:nvPr/>
            </p:nvSpPr>
            <p:spPr>
              <a:xfrm rot="5400000">
                <a:off x="2669428" y="3253286"/>
                <a:ext cx="604743" cy="304800"/>
              </a:xfrm>
              <a:prstGeom prst="homePlate">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15" name="Pentagon 67"/>
              <p:cNvSpPr/>
              <p:nvPr/>
            </p:nvSpPr>
            <p:spPr>
              <a:xfrm rot="5400000">
                <a:off x="2974228" y="3253287"/>
                <a:ext cx="604743" cy="304800"/>
              </a:xfrm>
              <a:prstGeom prst="homePlate">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grpSp>
      <p:grpSp>
        <p:nvGrpSpPr>
          <p:cNvPr id="18" name="组合 17"/>
          <p:cNvGrpSpPr/>
          <p:nvPr/>
        </p:nvGrpSpPr>
        <p:grpSpPr>
          <a:xfrm>
            <a:off x="4402443" y="3048740"/>
            <a:ext cx="2060217" cy="2808914"/>
            <a:chOff x="4455679" y="3048740"/>
            <a:chExt cx="2060217" cy="2808914"/>
          </a:xfrm>
        </p:grpSpPr>
        <p:grpSp>
          <p:nvGrpSpPr>
            <p:cNvPr id="19" name="Group 74"/>
            <p:cNvGrpSpPr/>
            <p:nvPr/>
          </p:nvGrpSpPr>
          <p:grpSpPr>
            <a:xfrm rot="16200000">
              <a:off x="5105527" y="3175493"/>
              <a:ext cx="760520" cy="507013"/>
              <a:chOff x="3200400" y="1234012"/>
              <a:chExt cx="1371600" cy="728138"/>
            </a:xfrm>
          </p:grpSpPr>
          <p:sp>
            <p:nvSpPr>
              <p:cNvPr id="24" name="Round Single Corner Rectangle 63"/>
              <p:cNvSpPr/>
              <p:nvPr/>
            </p:nvSpPr>
            <p:spPr>
              <a:xfrm>
                <a:off x="4114800" y="1234012"/>
                <a:ext cx="457200" cy="728138"/>
              </a:xfrm>
              <a:prstGeom prst="rect">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25" name="Rectangle 60"/>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26" name="Round Single Corner Rectangle 73"/>
              <p:cNvSpPr/>
              <p:nvPr/>
            </p:nvSpPr>
            <p:spPr>
              <a:xfrm flipH="1">
                <a:off x="3200400" y="1234012"/>
                <a:ext cx="457200" cy="728138"/>
              </a:xfrm>
              <a:prstGeom prst="rect">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20" name="Straight Connector 97"/>
            <p:cNvCxnSpPr/>
            <p:nvPr/>
          </p:nvCxnSpPr>
          <p:spPr>
            <a:xfrm flipH="1" flipV="1">
              <a:off x="5485786" y="3809260"/>
              <a:ext cx="3" cy="506404"/>
            </a:xfrm>
            <a:prstGeom prst="line">
              <a:avLst/>
            </a:prstGeom>
            <a:noFill/>
            <a:ln w="6350" cap="flat" cmpd="sng" algn="ctr">
              <a:solidFill>
                <a:srgbClr val="C00000"/>
              </a:solidFill>
              <a:prstDash val="solid"/>
              <a:miter lim="800000"/>
            </a:ln>
            <a:effectLst/>
          </p:spPr>
        </p:cxnSp>
        <p:grpSp>
          <p:nvGrpSpPr>
            <p:cNvPr id="21" name="组合 20"/>
            <p:cNvGrpSpPr/>
            <p:nvPr/>
          </p:nvGrpSpPr>
          <p:grpSpPr>
            <a:xfrm>
              <a:off x="4455679" y="4569170"/>
              <a:ext cx="2060217" cy="1288484"/>
              <a:chOff x="4658074" y="4761920"/>
              <a:chExt cx="1617146" cy="1011384"/>
            </a:xfrm>
          </p:grpSpPr>
          <p:sp>
            <p:nvSpPr>
              <p:cNvPr id="22" name="矩形 21"/>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p>
            </p:txBody>
          </p:sp>
          <p:sp>
            <p:nvSpPr>
              <p:cNvPr id="23" name="矩形 22"/>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p>
            </p:txBody>
          </p:sp>
        </p:grpSp>
      </p:grpSp>
      <p:grpSp>
        <p:nvGrpSpPr>
          <p:cNvPr id="27" name="组合 26"/>
          <p:cNvGrpSpPr/>
          <p:nvPr/>
        </p:nvGrpSpPr>
        <p:grpSpPr>
          <a:xfrm>
            <a:off x="1201615" y="3048740"/>
            <a:ext cx="2060217" cy="2808914"/>
            <a:chOff x="1738987" y="3048740"/>
            <a:chExt cx="2060217" cy="2808914"/>
          </a:xfrm>
        </p:grpSpPr>
        <p:grpSp>
          <p:nvGrpSpPr>
            <p:cNvPr id="28" name="Group 61"/>
            <p:cNvGrpSpPr/>
            <p:nvPr/>
          </p:nvGrpSpPr>
          <p:grpSpPr>
            <a:xfrm rot="16200000">
              <a:off x="2388835" y="3175493"/>
              <a:ext cx="760520" cy="507013"/>
              <a:chOff x="3200400" y="1234012"/>
              <a:chExt cx="1371600" cy="728138"/>
            </a:xfrm>
          </p:grpSpPr>
          <p:sp>
            <p:nvSpPr>
              <p:cNvPr id="33" name="Round Single Corner Rectangle 51"/>
              <p:cNvSpPr/>
              <p:nvPr/>
            </p:nvSpPr>
            <p:spPr>
              <a:xfrm>
                <a:off x="4114800" y="1234012"/>
                <a:ext cx="457200" cy="728138"/>
              </a:xfrm>
              <a:prstGeom prst="round1Rect">
                <a:avLst>
                  <a:gd name="adj" fmla="val 50000"/>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34" name="Rectangle 52"/>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35" name="Round Single Corner Rectangle 53"/>
              <p:cNvSpPr/>
              <p:nvPr/>
            </p:nvSpPr>
            <p:spPr>
              <a:xfrm flipH="1">
                <a:off x="3200400" y="1234012"/>
                <a:ext cx="457200" cy="728138"/>
              </a:xfrm>
              <a:prstGeom prst="round1Rect">
                <a:avLst>
                  <a:gd name="adj" fmla="val 50000"/>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29" name="Straight Connector 95"/>
            <p:cNvCxnSpPr/>
            <p:nvPr/>
          </p:nvCxnSpPr>
          <p:spPr>
            <a:xfrm>
              <a:off x="2769094" y="3809260"/>
              <a:ext cx="2" cy="506404"/>
            </a:xfrm>
            <a:prstGeom prst="line">
              <a:avLst/>
            </a:prstGeom>
            <a:noFill/>
            <a:ln w="6350" cap="flat" cmpd="sng" algn="ctr">
              <a:solidFill>
                <a:srgbClr val="C00000"/>
              </a:solidFill>
              <a:prstDash val="solid"/>
              <a:miter lim="800000"/>
            </a:ln>
            <a:effectLst/>
          </p:spPr>
        </p:cxnSp>
        <p:grpSp>
          <p:nvGrpSpPr>
            <p:cNvPr id="30" name="组合 29"/>
            <p:cNvGrpSpPr/>
            <p:nvPr/>
          </p:nvGrpSpPr>
          <p:grpSpPr>
            <a:xfrm>
              <a:off x="1738987" y="4569170"/>
              <a:ext cx="2060217" cy="1288484"/>
              <a:chOff x="4658074" y="4761920"/>
              <a:chExt cx="1617146" cy="1011384"/>
            </a:xfrm>
          </p:grpSpPr>
          <p:sp>
            <p:nvSpPr>
              <p:cNvPr id="31" name="矩形 30"/>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p>
            </p:txBody>
          </p:sp>
          <p:sp>
            <p:nvSpPr>
              <p:cNvPr id="32" name="矩形 31"/>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p>
            </p:txBody>
          </p:sp>
        </p:grpSp>
      </p:grpSp>
      <p:grpSp>
        <p:nvGrpSpPr>
          <p:cNvPr id="36" name="组合 35"/>
          <p:cNvGrpSpPr/>
          <p:nvPr/>
        </p:nvGrpSpPr>
        <p:grpSpPr>
          <a:xfrm>
            <a:off x="7603271" y="3048740"/>
            <a:ext cx="2060217" cy="2808914"/>
            <a:chOff x="7172370" y="3048740"/>
            <a:chExt cx="2060217" cy="2808914"/>
          </a:xfrm>
        </p:grpSpPr>
        <p:grpSp>
          <p:nvGrpSpPr>
            <p:cNvPr id="37" name="Group 74"/>
            <p:cNvGrpSpPr/>
            <p:nvPr/>
          </p:nvGrpSpPr>
          <p:grpSpPr>
            <a:xfrm rot="16200000">
              <a:off x="7822218" y="3175493"/>
              <a:ext cx="760520" cy="507013"/>
              <a:chOff x="3200400" y="1234012"/>
              <a:chExt cx="1371600" cy="728138"/>
            </a:xfrm>
          </p:grpSpPr>
          <p:sp>
            <p:nvSpPr>
              <p:cNvPr id="42" name="Round Single Corner Rectangle 63"/>
              <p:cNvSpPr/>
              <p:nvPr/>
            </p:nvSpPr>
            <p:spPr>
              <a:xfrm>
                <a:off x="4114800" y="1234012"/>
                <a:ext cx="457200" cy="728138"/>
              </a:xfrm>
              <a:prstGeom prst="rect">
                <a:avLst/>
              </a:prstGeom>
              <a:solidFill>
                <a:srgbClr val="C00000">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43" name="Rectangle 76"/>
              <p:cNvSpPr/>
              <p:nvPr/>
            </p:nvSpPr>
            <p:spPr>
              <a:xfrm>
                <a:off x="3657600" y="1234012"/>
                <a:ext cx="457200" cy="728138"/>
              </a:xfrm>
              <a:prstGeom prst="rect">
                <a:avLst/>
              </a:prstGeom>
              <a:solidFill>
                <a:srgbClr val="C0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44" name="Round Single Corner Rectangle 73"/>
              <p:cNvSpPr/>
              <p:nvPr/>
            </p:nvSpPr>
            <p:spPr>
              <a:xfrm flipH="1">
                <a:off x="3200400" y="1234012"/>
                <a:ext cx="457200" cy="728138"/>
              </a:xfrm>
              <a:prstGeom prst="rect">
                <a:avLst/>
              </a:prstGeom>
              <a:solidFill>
                <a:srgbClr val="C00000">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38" name="Straight Connector 105"/>
            <p:cNvCxnSpPr>
              <a:stCxn id="44" idx="3"/>
            </p:cNvCxnSpPr>
            <p:nvPr/>
          </p:nvCxnSpPr>
          <p:spPr>
            <a:xfrm>
              <a:off x="8202479" y="3809260"/>
              <a:ext cx="2" cy="506404"/>
            </a:xfrm>
            <a:prstGeom prst="line">
              <a:avLst/>
            </a:prstGeom>
            <a:noFill/>
            <a:ln w="6350" cap="flat" cmpd="sng" algn="ctr">
              <a:solidFill>
                <a:srgbClr val="C00000"/>
              </a:solidFill>
              <a:prstDash val="solid"/>
              <a:miter lim="800000"/>
            </a:ln>
            <a:effectLst/>
          </p:spPr>
        </p:cxnSp>
        <p:grpSp>
          <p:nvGrpSpPr>
            <p:cNvPr id="39" name="组合 38"/>
            <p:cNvGrpSpPr/>
            <p:nvPr/>
          </p:nvGrpSpPr>
          <p:grpSpPr>
            <a:xfrm>
              <a:off x="7172370" y="4569170"/>
              <a:ext cx="2060217" cy="1288484"/>
              <a:chOff x="4658074" y="4761920"/>
              <a:chExt cx="1617146" cy="1011384"/>
            </a:xfrm>
          </p:grpSpPr>
          <p:sp>
            <p:nvSpPr>
              <p:cNvPr id="40" name="矩形 39"/>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p>
            </p:txBody>
          </p:sp>
          <p:sp>
            <p:nvSpPr>
              <p:cNvPr id="41" name="矩形 40"/>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C00000"/>
                    </a:solidFill>
                    <a:effectLst/>
                    <a:uLnTx/>
                    <a:uFillTx/>
                    <a:cs typeface="+mn-ea"/>
                    <a:sym typeface="+mn-lt"/>
                  </a:rPr>
                  <a:t>标题文字添加</a:t>
                </a:r>
              </a:p>
            </p:txBody>
          </p:sp>
        </p:grpSp>
      </p:grpSp>
      <p:grpSp>
        <p:nvGrpSpPr>
          <p:cNvPr id="45" name="组合 44"/>
          <p:cNvGrpSpPr/>
          <p:nvPr/>
        </p:nvGrpSpPr>
        <p:grpSpPr>
          <a:xfrm>
            <a:off x="6002857" y="1335689"/>
            <a:ext cx="2060217" cy="2473571"/>
            <a:chOff x="5814023" y="1335689"/>
            <a:chExt cx="2060217" cy="2473571"/>
          </a:xfrm>
        </p:grpSpPr>
        <p:grpSp>
          <p:nvGrpSpPr>
            <p:cNvPr id="46" name="Group 74"/>
            <p:cNvGrpSpPr/>
            <p:nvPr/>
          </p:nvGrpSpPr>
          <p:grpSpPr>
            <a:xfrm rot="16200000">
              <a:off x="6463872" y="3175493"/>
              <a:ext cx="760520" cy="507013"/>
              <a:chOff x="3200400" y="1234012"/>
              <a:chExt cx="1371600" cy="728138"/>
            </a:xfrm>
          </p:grpSpPr>
          <p:sp>
            <p:nvSpPr>
              <p:cNvPr id="51" name="Round Single Corner Rectangle 63"/>
              <p:cNvSpPr/>
              <p:nvPr/>
            </p:nvSpPr>
            <p:spPr>
              <a:xfrm>
                <a:off x="4114800" y="1234012"/>
                <a:ext cx="457200" cy="728138"/>
              </a:xfrm>
              <a:prstGeom prst="rect">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52" name="Rectangle 72"/>
              <p:cNvSpPr/>
              <p:nvPr/>
            </p:nvSpPr>
            <p:spPr>
              <a:xfrm>
                <a:off x="3657600" y="1234012"/>
                <a:ext cx="457200" cy="728138"/>
              </a:xfrm>
              <a:prstGeom prst="rect">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53" name="Round Single Corner Rectangle 73"/>
              <p:cNvSpPr/>
              <p:nvPr/>
            </p:nvSpPr>
            <p:spPr>
              <a:xfrm flipH="1">
                <a:off x="3200400" y="1234012"/>
                <a:ext cx="457200" cy="728138"/>
              </a:xfrm>
              <a:prstGeom prst="rect">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47" name="Straight Connector 99"/>
            <p:cNvCxnSpPr>
              <a:stCxn id="51" idx="3"/>
            </p:cNvCxnSpPr>
            <p:nvPr/>
          </p:nvCxnSpPr>
          <p:spPr>
            <a:xfrm flipV="1">
              <a:off x="6844133" y="2672478"/>
              <a:ext cx="2" cy="376261"/>
            </a:xfrm>
            <a:prstGeom prst="line">
              <a:avLst/>
            </a:prstGeom>
            <a:noFill/>
            <a:ln w="6350" cap="flat" cmpd="sng" algn="ctr">
              <a:solidFill>
                <a:srgbClr val="323F4F"/>
              </a:solidFill>
              <a:prstDash val="solid"/>
              <a:miter lim="800000"/>
            </a:ln>
            <a:effectLst/>
          </p:spPr>
        </p:cxnSp>
        <p:grpSp>
          <p:nvGrpSpPr>
            <p:cNvPr id="48" name="组合 47"/>
            <p:cNvGrpSpPr/>
            <p:nvPr/>
          </p:nvGrpSpPr>
          <p:grpSpPr>
            <a:xfrm>
              <a:off x="5814023" y="1335689"/>
              <a:ext cx="2060217" cy="1288484"/>
              <a:chOff x="4658074" y="4761920"/>
              <a:chExt cx="1617146" cy="1011384"/>
            </a:xfrm>
          </p:grpSpPr>
          <p:sp>
            <p:nvSpPr>
              <p:cNvPr id="49" name="矩形 48"/>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p>
            </p:txBody>
          </p:sp>
          <p:sp>
            <p:nvSpPr>
              <p:cNvPr id="50" name="矩形 49"/>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rPr>
                  <a:t>标题文字添加</a:t>
                </a:r>
              </a:p>
            </p:txBody>
          </p:sp>
        </p:grpSp>
      </p:grpSp>
      <p:grpSp>
        <p:nvGrpSpPr>
          <p:cNvPr id="54" name="组合 53"/>
          <p:cNvGrpSpPr/>
          <p:nvPr/>
        </p:nvGrpSpPr>
        <p:grpSpPr>
          <a:xfrm>
            <a:off x="2802029" y="1335689"/>
            <a:ext cx="2060217" cy="2473571"/>
            <a:chOff x="3097331" y="1335689"/>
            <a:chExt cx="2060217" cy="2473571"/>
          </a:xfrm>
        </p:grpSpPr>
        <p:grpSp>
          <p:nvGrpSpPr>
            <p:cNvPr id="55" name="Group 62"/>
            <p:cNvGrpSpPr/>
            <p:nvPr/>
          </p:nvGrpSpPr>
          <p:grpSpPr>
            <a:xfrm rot="16200000">
              <a:off x="3747179" y="3175493"/>
              <a:ext cx="760520" cy="507013"/>
              <a:chOff x="3200400" y="1234012"/>
              <a:chExt cx="1371600" cy="728138"/>
            </a:xfrm>
          </p:grpSpPr>
          <p:sp>
            <p:nvSpPr>
              <p:cNvPr id="60" name="Round Single Corner Rectangle 63"/>
              <p:cNvSpPr/>
              <p:nvPr/>
            </p:nvSpPr>
            <p:spPr>
              <a:xfrm>
                <a:off x="4114800" y="1234012"/>
                <a:ext cx="457200" cy="728138"/>
              </a:xfrm>
              <a:prstGeom prst="rect">
                <a:avLst/>
              </a:prstGeom>
              <a:solidFill>
                <a:srgbClr val="323F4F">
                  <a:lumMod val="75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61" name="Rectangle 56"/>
              <p:cNvSpPr/>
              <p:nvPr/>
            </p:nvSpPr>
            <p:spPr>
              <a:xfrm>
                <a:off x="3657600" y="1234012"/>
                <a:ext cx="457200" cy="728138"/>
              </a:xfrm>
              <a:prstGeom prst="rect">
                <a:avLst/>
              </a:prstGeom>
              <a:solidFill>
                <a:srgbClr val="323F4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sp>
            <p:nvSpPr>
              <p:cNvPr id="62" name="Round Single Corner Rectangle 73"/>
              <p:cNvSpPr/>
              <p:nvPr/>
            </p:nvSpPr>
            <p:spPr>
              <a:xfrm flipH="1">
                <a:off x="3200400" y="1234012"/>
                <a:ext cx="457200" cy="728138"/>
              </a:xfrm>
              <a:prstGeom prst="rect">
                <a:avLst/>
              </a:prstGeom>
              <a:solidFill>
                <a:srgbClr val="323F4F">
                  <a:lumMod val="60000"/>
                  <a:lumOff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350" b="0" i="0" u="none" strike="noStrike" kern="0" cap="none" spc="0" normalizeH="0" baseline="0" noProof="0" dirty="0">
                  <a:ln>
                    <a:noFill/>
                  </a:ln>
                  <a:solidFill>
                    <a:srgbClr val="44546A"/>
                  </a:solidFill>
                  <a:effectLst/>
                  <a:uLnTx/>
                  <a:uFillTx/>
                  <a:cs typeface="+mn-ea"/>
                  <a:sym typeface="+mn-lt"/>
                </a:endParaRPr>
              </a:p>
            </p:txBody>
          </p:sp>
        </p:grpSp>
        <p:cxnSp>
          <p:nvCxnSpPr>
            <p:cNvPr id="56" name="Straight Connector 93"/>
            <p:cNvCxnSpPr/>
            <p:nvPr/>
          </p:nvCxnSpPr>
          <p:spPr>
            <a:xfrm flipV="1">
              <a:off x="4127437" y="2672479"/>
              <a:ext cx="4" cy="376260"/>
            </a:xfrm>
            <a:prstGeom prst="line">
              <a:avLst/>
            </a:prstGeom>
            <a:noFill/>
            <a:ln w="6350" cap="flat" cmpd="sng" algn="ctr">
              <a:solidFill>
                <a:srgbClr val="323F4F"/>
              </a:solidFill>
              <a:prstDash val="solid"/>
              <a:miter lim="800000"/>
            </a:ln>
            <a:effectLst/>
          </p:spPr>
        </p:cxnSp>
        <p:grpSp>
          <p:nvGrpSpPr>
            <p:cNvPr id="57" name="组合 56"/>
            <p:cNvGrpSpPr/>
            <p:nvPr/>
          </p:nvGrpSpPr>
          <p:grpSpPr>
            <a:xfrm>
              <a:off x="3097331" y="1335689"/>
              <a:ext cx="2060217" cy="1288484"/>
              <a:chOff x="4658074" y="4761920"/>
              <a:chExt cx="1617146" cy="1011384"/>
            </a:xfrm>
          </p:grpSpPr>
          <p:sp>
            <p:nvSpPr>
              <p:cNvPr id="58" name="矩形 57"/>
              <p:cNvSpPr/>
              <p:nvPr/>
            </p:nvSpPr>
            <p:spPr>
              <a:xfrm flipH="1">
                <a:off x="4658074" y="5102902"/>
                <a:ext cx="1617145" cy="670402"/>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75000"/>
                        <a:lumOff val="25000"/>
                      </a:prstClr>
                    </a:solidFill>
                    <a:effectLst/>
                    <a:uLnTx/>
                    <a:uFillTx/>
                    <a:cs typeface="+mn-ea"/>
                    <a:sym typeface="+mn-lt"/>
                  </a:rPr>
                  <a:t>单击此处键入文本单击此处键入文本单击此处键入文本单击此处键入文本</a:t>
                </a:r>
              </a:p>
            </p:txBody>
          </p:sp>
          <p:sp>
            <p:nvSpPr>
              <p:cNvPr id="59" name="矩形 58"/>
              <p:cNvSpPr/>
              <p:nvPr/>
            </p:nvSpPr>
            <p:spPr>
              <a:xfrm flipH="1">
                <a:off x="4658074" y="4761920"/>
                <a:ext cx="1617146" cy="3140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prstClr val="black">
                        <a:lumMod val="75000"/>
                        <a:lumOff val="25000"/>
                      </a:prstClr>
                    </a:solidFill>
                    <a:effectLst/>
                    <a:uLnTx/>
                    <a:uFillTx/>
                    <a:cs typeface="+mn-ea"/>
                    <a:sym typeface="+mn-lt"/>
                  </a:rPr>
                  <a:t>标题文字添加</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anim calcmode="lin" valueType="num">
                                      <p:cBhvr>
                                        <p:cTn id="14" dur="500" fill="hold"/>
                                        <p:tgtEl>
                                          <p:spTgt spid="27"/>
                                        </p:tgtEl>
                                        <p:attrNameLst>
                                          <p:attrName>ppt_x</p:attrName>
                                        </p:attrNameLst>
                                      </p:cBhvr>
                                      <p:tavLst>
                                        <p:tav tm="0">
                                          <p:val>
                                            <p:strVal val="#ppt_x"/>
                                          </p:val>
                                        </p:tav>
                                        <p:tav tm="100000">
                                          <p:val>
                                            <p:strVal val="#ppt_x"/>
                                          </p:val>
                                        </p:tav>
                                      </p:tavLst>
                                    </p:anim>
                                    <p:anim calcmode="lin" valueType="num">
                                      <p:cBhvr>
                                        <p:cTn id="15" dur="5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500"/>
                                        <p:tgtEl>
                                          <p:spTgt spid="54"/>
                                        </p:tgtEl>
                                      </p:cBhvr>
                                    </p:animEffect>
                                    <p:anim calcmode="lin" valueType="num">
                                      <p:cBhvr>
                                        <p:cTn id="20" dur="500" fill="hold"/>
                                        <p:tgtEl>
                                          <p:spTgt spid="54"/>
                                        </p:tgtEl>
                                        <p:attrNameLst>
                                          <p:attrName>ppt_x</p:attrName>
                                        </p:attrNameLst>
                                      </p:cBhvr>
                                      <p:tavLst>
                                        <p:tav tm="0">
                                          <p:val>
                                            <p:strVal val="#ppt_x"/>
                                          </p:val>
                                        </p:tav>
                                        <p:tav tm="100000">
                                          <p:val>
                                            <p:strVal val="#ppt_x"/>
                                          </p:val>
                                        </p:tav>
                                      </p:tavLst>
                                    </p:anim>
                                    <p:anim calcmode="lin" valueType="num">
                                      <p:cBhvr>
                                        <p:cTn id="21" dur="5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anim calcmode="lin" valueType="num">
                                      <p:cBhvr>
                                        <p:cTn id="32" dur="500" fill="hold"/>
                                        <p:tgtEl>
                                          <p:spTgt spid="45"/>
                                        </p:tgtEl>
                                        <p:attrNameLst>
                                          <p:attrName>ppt_x</p:attrName>
                                        </p:attrNameLst>
                                      </p:cBhvr>
                                      <p:tavLst>
                                        <p:tav tm="0">
                                          <p:val>
                                            <p:strVal val="#ppt_x"/>
                                          </p:val>
                                        </p:tav>
                                        <p:tav tm="100000">
                                          <p:val>
                                            <p:strVal val="#ppt_x"/>
                                          </p:val>
                                        </p:tav>
                                      </p:tavLst>
                                    </p:anim>
                                    <p:anim calcmode="lin" valueType="num">
                                      <p:cBhvr>
                                        <p:cTn id="33" dur="500" fill="hold"/>
                                        <p:tgtEl>
                                          <p:spTgt spid="45"/>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anim calcmode="lin" valueType="num">
                                      <p:cBhvr>
                                        <p:cTn id="38" dur="500" fill="hold"/>
                                        <p:tgtEl>
                                          <p:spTgt spid="36"/>
                                        </p:tgtEl>
                                        <p:attrNameLst>
                                          <p:attrName>ppt_x</p:attrName>
                                        </p:attrNameLst>
                                      </p:cBhvr>
                                      <p:tavLst>
                                        <p:tav tm="0">
                                          <p:val>
                                            <p:strVal val="#ppt_x"/>
                                          </p:val>
                                        </p:tav>
                                        <p:tav tm="100000">
                                          <p:val>
                                            <p:strVal val="#ppt_x"/>
                                          </p:val>
                                        </p:tav>
                                      </p:tavLst>
                                    </p:anim>
                                    <p:anim calcmode="lin" valueType="num">
                                      <p:cBhvr>
                                        <p:cTn id="39" dur="500" fill="hold"/>
                                        <p:tgtEl>
                                          <p:spTgt spid="36"/>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anim calcmode="lin" valueType="num">
                                      <p:cBhvr>
                                        <p:cTn id="44" dur="500" fill="hold"/>
                                        <p:tgtEl>
                                          <p:spTgt spid="10"/>
                                        </p:tgtEl>
                                        <p:attrNameLst>
                                          <p:attrName>ppt_x</p:attrName>
                                        </p:attrNameLst>
                                      </p:cBhvr>
                                      <p:tavLst>
                                        <p:tav tm="0">
                                          <p:val>
                                            <p:strVal val="#ppt_x"/>
                                          </p:val>
                                        </p:tav>
                                        <p:tav tm="100000">
                                          <p:val>
                                            <p:strVal val="#ppt_x"/>
                                          </p:val>
                                        </p:tav>
                                      </p:tavLst>
                                    </p:anim>
                                    <p:anim calcmode="lin" valueType="num">
                                      <p:cBhvr>
                                        <p:cTn id="45"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3" y="5081584"/>
            <a:chExt cx="2386460" cy="460375"/>
          </a:xfrm>
        </p:grpSpPr>
        <p:sp>
          <p:nvSpPr>
            <p:cNvPr id="5"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8"/>
          <p:cNvGrpSpPr/>
          <p:nvPr/>
        </p:nvGrpSpPr>
        <p:grpSpPr>
          <a:xfrm>
            <a:off x="1391614" y="1373509"/>
            <a:ext cx="4730565" cy="2409088"/>
            <a:chOff x="1391614" y="1373509"/>
            <a:chExt cx="4730565" cy="2409088"/>
          </a:xfrm>
        </p:grpSpPr>
        <p:grpSp>
          <p:nvGrpSpPr>
            <p:cNvPr id="10" name="组合 9"/>
            <p:cNvGrpSpPr/>
            <p:nvPr/>
          </p:nvGrpSpPr>
          <p:grpSpPr>
            <a:xfrm>
              <a:off x="1391614" y="1373509"/>
              <a:ext cx="2668247" cy="2137687"/>
              <a:chOff x="782434" y="1423769"/>
              <a:chExt cx="2668247" cy="2137687"/>
            </a:xfrm>
          </p:grpSpPr>
          <p:sp>
            <p:nvSpPr>
              <p:cNvPr id="15" name="饼形 24"/>
              <p:cNvSpPr/>
              <p:nvPr/>
            </p:nvSpPr>
            <p:spPr>
              <a:xfrm rot="5400000">
                <a:off x="808580" y="1423769"/>
                <a:ext cx="863106" cy="863106"/>
              </a:xfrm>
              <a:prstGeom prst="pi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16" name="文本框 15"/>
              <p:cNvSpPr txBox="1"/>
              <p:nvPr/>
            </p:nvSpPr>
            <p:spPr>
              <a:xfrm flipH="1">
                <a:off x="782434" y="1502287"/>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A </a:t>
                </a:r>
              </a:p>
            </p:txBody>
          </p:sp>
          <p:grpSp>
            <p:nvGrpSpPr>
              <p:cNvPr id="17" name="组合 16"/>
              <p:cNvGrpSpPr/>
              <p:nvPr/>
            </p:nvGrpSpPr>
            <p:grpSpPr>
              <a:xfrm>
                <a:off x="1418711" y="2093941"/>
                <a:ext cx="2031970" cy="1467515"/>
                <a:chOff x="1418711" y="2093941"/>
                <a:chExt cx="2031970" cy="1467515"/>
              </a:xfrm>
            </p:grpSpPr>
            <p:sp>
              <p:nvSpPr>
                <p:cNvPr id="18"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19"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11" name="组合 10"/>
            <p:cNvGrpSpPr/>
            <p:nvPr/>
          </p:nvGrpSpPr>
          <p:grpSpPr>
            <a:xfrm>
              <a:off x="4722877" y="2383294"/>
              <a:ext cx="1399302" cy="1399303"/>
              <a:chOff x="4722877" y="2383294"/>
              <a:chExt cx="1399302" cy="1399303"/>
            </a:xfrm>
          </p:grpSpPr>
          <p:sp>
            <p:nvSpPr>
              <p:cNvPr id="12" name="对角圆角矩形 2"/>
              <p:cNvSpPr/>
              <p:nvPr/>
            </p:nvSpPr>
            <p:spPr>
              <a:xfrm flipH="1">
                <a:off x="4722877" y="2383294"/>
                <a:ext cx="1399302" cy="1399303"/>
              </a:xfrm>
              <a:prstGeom prst="round2DiagRect">
                <a:avLst>
                  <a:gd name="adj1" fmla="val 44031"/>
                  <a:gd name="adj2" fmla="val 0"/>
                </a:avLst>
              </a:prstGeom>
              <a:solidFill>
                <a:srgbClr val="C00000"/>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3" name="电池"/>
              <p:cNvSpPr/>
              <p:nvPr/>
            </p:nvSpPr>
            <p:spPr>
              <a:xfrm>
                <a:off x="5118812" y="2708608"/>
                <a:ext cx="585429" cy="335052"/>
              </a:xfrm>
              <a:custGeom>
                <a:avLst/>
                <a:gdLst>
                  <a:gd name="connsiteX0" fmla="*/ 124619 w 2178050"/>
                  <a:gd name="connsiteY0" fmla="*/ 384969 h 946150"/>
                  <a:gd name="connsiteX1" fmla="*/ 124619 w 2178050"/>
                  <a:gd name="connsiteY1" fmla="*/ 568325 h 946150"/>
                  <a:gd name="connsiteX2" fmla="*/ 197485 w 2178050"/>
                  <a:gd name="connsiteY2" fmla="*/ 568325 h 946150"/>
                  <a:gd name="connsiteX3" fmla="*/ 197485 w 2178050"/>
                  <a:gd name="connsiteY3" fmla="*/ 384969 h 946150"/>
                  <a:gd name="connsiteX4" fmla="*/ 1174750 w 2178050"/>
                  <a:gd name="connsiteY4" fmla="*/ 118268 h 946150"/>
                  <a:gd name="connsiteX5" fmla="*/ 1174750 w 2178050"/>
                  <a:gd name="connsiteY5" fmla="*/ 118269 h 946150"/>
                  <a:gd name="connsiteX6" fmla="*/ 317499 w 2178050"/>
                  <a:gd name="connsiteY6" fmla="*/ 118269 h 946150"/>
                  <a:gd name="connsiteX7" fmla="*/ 317499 w 2178050"/>
                  <a:gd name="connsiteY7" fmla="*/ 827881 h 946150"/>
                  <a:gd name="connsiteX8" fmla="*/ 1174750 w 2178050"/>
                  <a:gd name="connsiteY8" fmla="*/ 827881 h 946150"/>
                  <a:gd name="connsiteX9" fmla="*/ 1174750 w 2178050"/>
                  <a:gd name="connsiteY9" fmla="*/ 827882 h 946150"/>
                  <a:gd name="connsiteX10" fmla="*/ 1174751 w 2178050"/>
                  <a:gd name="connsiteY10" fmla="*/ 827881 h 946150"/>
                  <a:gd name="connsiteX11" fmla="*/ 1662906 w 2178050"/>
                  <a:gd name="connsiteY11" fmla="*/ 118268 h 946150"/>
                  <a:gd name="connsiteX12" fmla="*/ 197485 w 2178050"/>
                  <a:gd name="connsiteY12" fmla="*/ 0 h 946150"/>
                  <a:gd name="connsiteX13" fmla="*/ 2178050 w 2178050"/>
                  <a:gd name="connsiteY13" fmla="*/ 0 h 946150"/>
                  <a:gd name="connsiteX14" fmla="*/ 2178050 w 2178050"/>
                  <a:gd name="connsiteY14" fmla="*/ 946150 h 946150"/>
                  <a:gd name="connsiteX15" fmla="*/ 197485 w 2178050"/>
                  <a:gd name="connsiteY15" fmla="*/ 946150 h 946150"/>
                  <a:gd name="connsiteX16" fmla="*/ 197485 w 2178050"/>
                  <a:gd name="connsiteY16" fmla="*/ 694531 h 946150"/>
                  <a:gd name="connsiteX17" fmla="*/ 125940 w 2178050"/>
                  <a:gd name="connsiteY17" fmla="*/ 694531 h 946150"/>
                  <a:gd name="connsiteX18" fmla="*/ 0 w 2178050"/>
                  <a:gd name="connsiteY18" fmla="*/ 568591 h 946150"/>
                  <a:gd name="connsiteX19" fmla="*/ 0 w 2178050"/>
                  <a:gd name="connsiteY19" fmla="*/ 384703 h 946150"/>
                  <a:gd name="connsiteX20" fmla="*/ 125940 w 2178050"/>
                  <a:gd name="connsiteY20" fmla="*/ 258763 h 946150"/>
                  <a:gd name="connsiteX21" fmla="*/ 197485 w 2178050"/>
                  <a:gd name="connsiteY21" fmla="*/ 258763 h 94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78050" h="946150">
                    <a:moveTo>
                      <a:pt x="124619" y="384969"/>
                    </a:moveTo>
                    <a:lnTo>
                      <a:pt x="124619" y="568325"/>
                    </a:lnTo>
                    <a:lnTo>
                      <a:pt x="197485" y="568325"/>
                    </a:lnTo>
                    <a:lnTo>
                      <a:pt x="197485" y="384969"/>
                    </a:lnTo>
                    <a:close/>
                    <a:moveTo>
                      <a:pt x="1174750" y="118268"/>
                    </a:moveTo>
                    <a:lnTo>
                      <a:pt x="1174750" y="118269"/>
                    </a:lnTo>
                    <a:lnTo>
                      <a:pt x="317499" y="118269"/>
                    </a:lnTo>
                    <a:lnTo>
                      <a:pt x="317499" y="827881"/>
                    </a:lnTo>
                    <a:lnTo>
                      <a:pt x="1174750" y="827881"/>
                    </a:lnTo>
                    <a:lnTo>
                      <a:pt x="1174750" y="827882"/>
                    </a:lnTo>
                    <a:lnTo>
                      <a:pt x="1174751" y="827881"/>
                    </a:lnTo>
                    <a:lnTo>
                      <a:pt x="1662906" y="118268"/>
                    </a:lnTo>
                    <a:close/>
                    <a:moveTo>
                      <a:pt x="197485" y="0"/>
                    </a:moveTo>
                    <a:lnTo>
                      <a:pt x="2178050" y="0"/>
                    </a:lnTo>
                    <a:lnTo>
                      <a:pt x="2178050" y="946150"/>
                    </a:lnTo>
                    <a:lnTo>
                      <a:pt x="197485" y="946150"/>
                    </a:lnTo>
                    <a:lnTo>
                      <a:pt x="197485" y="694531"/>
                    </a:lnTo>
                    <a:lnTo>
                      <a:pt x="125940" y="694531"/>
                    </a:lnTo>
                    <a:cubicBezTo>
                      <a:pt x="56385" y="694531"/>
                      <a:pt x="0" y="638146"/>
                      <a:pt x="0" y="568591"/>
                    </a:cubicBezTo>
                    <a:lnTo>
                      <a:pt x="0" y="384703"/>
                    </a:lnTo>
                    <a:cubicBezTo>
                      <a:pt x="0" y="315148"/>
                      <a:pt x="56385" y="258763"/>
                      <a:pt x="125940" y="258763"/>
                    </a:cubicBezTo>
                    <a:lnTo>
                      <a:pt x="197485" y="25876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rgbClr val="FFFFFF"/>
                  </a:solidFill>
                  <a:effectLst/>
                  <a:uLnTx/>
                  <a:uFillTx/>
                  <a:cs typeface="+mn-ea"/>
                  <a:sym typeface="+mn-lt"/>
                </a:endParaRPr>
              </a:p>
            </p:txBody>
          </p:sp>
          <p:sp>
            <p:nvSpPr>
              <p:cNvPr id="14" name="Title 11"/>
              <p:cNvSpPr txBox="1"/>
              <p:nvPr/>
            </p:nvSpPr>
            <p:spPr>
              <a:xfrm>
                <a:off x="5013469" y="3119967"/>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20" name="组合 19"/>
          <p:cNvGrpSpPr/>
          <p:nvPr/>
        </p:nvGrpSpPr>
        <p:grpSpPr>
          <a:xfrm>
            <a:off x="6203106" y="1401080"/>
            <a:ext cx="4812414" cy="2381517"/>
            <a:chOff x="6203106" y="1401080"/>
            <a:chExt cx="4812414" cy="2381517"/>
          </a:xfrm>
        </p:grpSpPr>
        <p:grpSp>
          <p:nvGrpSpPr>
            <p:cNvPr id="21" name="组合 20"/>
            <p:cNvGrpSpPr/>
            <p:nvPr/>
          </p:nvGrpSpPr>
          <p:grpSpPr>
            <a:xfrm>
              <a:off x="8385078" y="1401080"/>
              <a:ext cx="2630442" cy="2110116"/>
              <a:chOff x="9006512" y="1451340"/>
              <a:chExt cx="2630442" cy="2110116"/>
            </a:xfrm>
          </p:grpSpPr>
          <p:sp>
            <p:nvSpPr>
              <p:cNvPr id="26" name="饼形 16"/>
              <p:cNvSpPr/>
              <p:nvPr/>
            </p:nvSpPr>
            <p:spPr>
              <a:xfrm rot="5400000">
                <a:off x="9032657" y="1451340"/>
                <a:ext cx="863106" cy="863106"/>
              </a:xfrm>
              <a:prstGeom prst="pi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27" name="文本框 20"/>
              <p:cNvSpPr txBox="1"/>
              <p:nvPr/>
            </p:nvSpPr>
            <p:spPr>
              <a:xfrm flipH="1">
                <a:off x="9006512" y="1529859"/>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C </a:t>
                </a:r>
              </a:p>
            </p:txBody>
          </p:sp>
          <p:grpSp>
            <p:nvGrpSpPr>
              <p:cNvPr id="28" name="组合 27"/>
              <p:cNvGrpSpPr/>
              <p:nvPr/>
            </p:nvGrpSpPr>
            <p:grpSpPr>
              <a:xfrm>
                <a:off x="9604984" y="2093941"/>
                <a:ext cx="2031970" cy="1467515"/>
                <a:chOff x="1418711" y="2093941"/>
                <a:chExt cx="2031970" cy="1467515"/>
              </a:xfrm>
            </p:grpSpPr>
            <p:sp>
              <p:nvSpPr>
                <p:cNvPr id="29"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30"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22" name="组合 21"/>
            <p:cNvGrpSpPr/>
            <p:nvPr/>
          </p:nvGrpSpPr>
          <p:grpSpPr>
            <a:xfrm>
              <a:off x="6203106" y="1945289"/>
              <a:ext cx="1837308" cy="1837308"/>
              <a:chOff x="6203106" y="1945289"/>
              <a:chExt cx="1837308" cy="1837308"/>
            </a:xfrm>
          </p:grpSpPr>
          <p:sp>
            <p:nvSpPr>
              <p:cNvPr id="23" name="对角圆角矩形 3"/>
              <p:cNvSpPr/>
              <p:nvPr/>
            </p:nvSpPr>
            <p:spPr>
              <a:xfrm flipH="1" flipV="1">
                <a:off x="6203106" y="1945289"/>
                <a:ext cx="1837308" cy="1837308"/>
              </a:xfrm>
              <a:prstGeom prst="round2DiagRect">
                <a:avLst>
                  <a:gd name="adj1" fmla="val 44031"/>
                  <a:gd name="adj2" fmla="val 0"/>
                </a:avLst>
              </a:prstGeom>
              <a:solidFill>
                <a:schemeClr val="tx1">
                  <a:lumMod val="75000"/>
                  <a:lumOff val="25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24" name="领带"/>
              <p:cNvSpPr/>
              <p:nvPr/>
            </p:nvSpPr>
            <p:spPr bwMode="auto">
              <a:xfrm>
                <a:off x="6997791" y="2202533"/>
                <a:ext cx="247939" cy="533648"/>
              </a:xfrm>
              <a:custGeom>
                <a:avLst/>
                <a:gdLst>
                  <a:gd name="T0" fmla="*/ 519631 w 496888"/>
                  <a:gd name="T1" fmla="*/ 767582 h 1300163"/>
                  <a:gd name="T2" fmla="*/ 728041 w 496888"/>
                  <a:gd name="T3" fmla="*/ 1509903 h 1300163"/>
                  <a:gd name="T4" fmla="*/ 366114 w 496888"/>
                  <a:gd name="T5" fmla="*/ 1905000 h 1300163"/>
                  <a:gd name="T6" fmla="*/ 0 w 496888"/>
                  <a:gd name="T7" fmla="*/ 1543369 h 1300163"/>
                  <a:gd name="T8" fmla="*/ 160029 w 496888"/>
                  <a:gd name="T9" fmla="*/ 935383 h 1300163"/>
                  <a:gd name="T10" fmla="*/ 208797 w 496888"/>
                  <a:gd name="T11" fmla="*/ 376813 h 1300163"/>
                  <a:gd name="T12" fmla="*/ 511722 w 496888"/>
                  <a:gd name="T13" fmla="*/ 376813 h 1300163"/>
                  <a:gd name="T14" fmla="*/ 441317 w 496888"/>
                  <a:gd name="T15" fmla="*/ 485078 h 1300163"/>
                  <a:gd name="T16" fmla="*/ 497363 w 496888"/>
                  <a:gd name="T17" fmla="*/ 686675 h 1300163"/>
                  <a:gd name="T18" fmla="*/ 190733 w 496888"/>
                  <a:gd name="T19" fmla="*/ 823406 h 1300163"/>
                  <a:gd name="T20" fmla="*/ 279664 w 496888"/>
                  <a:gd name="T21" fmla="*/ 485078 h 1300163"/>
                  <a:gd name="T22" fmla="*/ 253771 w 496888"/>
                  <a:gd name="T23" fmla="*/ 0 h 1300163"/>
                  <a:gd name="T24" fmla="*/ 456566 w 496888"/>
                  <a:gd name="T25" fmla="*/ 0 h 1300163"/>
                  <a:gd name="T26" fmla="*/ 579175 w 496888"/>
                  <a:gd name="T27" fmla="*/ 255861 h 1300163"/>
                  <a:gd name="T28" fmla="*/ 141886 w 496888"/>
                  <a:gd name="T29" fmla="*/ 255861 h 130016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96888" h="1300163">
                    <a:moveTo>
                      <a:pt x="354648" y="523875"/>
                    </a:moveTo>
                    <a:lnTo>
                      <a:pt x="496888" y="1030509"/>
                    </a:lnTo>
                    <a:lnTo>
                      <a:pt x="249873" y="1300163"/>
                    </a:lnTo>
                    <a:lnTo>
                      <a:pt x="0" y="1053350"/>
                    </a:lnTo>
                    <a:lnTo>
                      <a:pt x="109220" y="638399"/>
                    </a:lnTo>
                    <a:lnTo>
                      <a:pt x="354648" y="523875"/>
                    </a:lnTo>
                    <a:close/>
                    <a:moveTo>
                      <a:pt x="142504" y="257175"/>
                    </a:moveTo>
                    <a:lnTo>
                      <a:pt x="349250" y="257175"/>
                    </a:lnTo>
                    <a:lnTo>
                      <a:pt x="301199" y="331066"/>
                    </a:lnTo>
                    <a:lnTo>
                      <a:pt x="339450" y="468656"/>
                    </a:lnTo>
                    <a:lnTo>
                      <a:pt x="130175" y="561975"/>
                    </a:lnTo>
                    <a:lnTo>
                      <a:pt x="190871" y="331066"/>
                    </a:lnTo>
                    <a:lnTo>
                      <a:pt x="142504" y="257175"/>
                    </a:lnTo>
                    <a:close/>
                    <a:moveTo>
                      <a:pt x="173199" y="0"/>
                    </a:moveTo>
                    <a:lnTo>
                      <a:pt x="311606" y="0"/>
                    </a:lnTo>
                    <a:lnTo>
                      <a:pt x="395287" y="174625"/>
                    </a:lnTo>
                    <a:lnTo>
                      <a:pt x="96837" y="174625"/>
                    </a:lnTo>
                    <a:lnTo>
                      <a:pt x="17319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25" name="Title 11"/>
              <p:cNvSpPr txBox="1"/>
              <p:nvPr/>
            </p:nvSpPr>
            <p:spPr>
              <a:xfrm>
                <a:off x="6653126" y="2891275"/>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31" name="组合 30"/>
          <p:cNvGrpSpPr/>
          <p:nvPr/>
        </p:nvGrpSpPr>
        <p:grpSpPr>
          <a:xfrm>
            <a:off x="6203106" y="3848845"/>
            <a:ext cx="4812414" cy="2360406"/>
            <a:chOff x="6203106" y="3848845"/>
            <a:chExt cx="4812414" cy="2360406"/>
          </a:xfrm>
        </p:grpSpPr>
        <p:grpSp>
          <p:nvGrpSpPr>
            <p:cNvPr id="32" name="组合 31"/>
            <p:cNvGrpSpPr/>
            <p:nvPr/>
          </p:nvGrpSpPr>
          <p:grpSpPr>
            <a:xfrm>
              <a:off x="8405456" y="4206748"/>
              <a:ext cx="2610064" cy="2002503"/>
              <a:chOff x="9026890" y="3797309"/>
              <a:chExt cx="2610064" cy="2002503"/>
            </a:xfrm>
          </p:grpSpPr>
          <p:sp>
            <p:nvSpPr>
              <p:cNvPr id="37" name="饼形 18"/>
              <p:cNvSpPr/>
              <p:nvPr/>
            </p:nvSpPr>
            <p:spPr>
              <a:xfrm rot="5400000">
                <a:off x="9053036" y="3797309"/>
                <a:ext cx="863106" cy="863106"/>
              </a:xfrm>
              <a:prstGeom prst="pi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38" name="文本框 20"/>
              <p:cNvSpPr txBox="1"/>
              <p:nvPr/>
            </p:nvSpPr>
            <p:spPr>
              <a:xfrm flipH="1">
                <a:off x="9026890" y="3875828"/>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D </a:t>
                </a:r>
              </a:p>
            </p:txBody>
          </p:sp>
          <p:grpSp>
            <p:nvGrpSpPr>
              <p:cNvPr id="39" name="组合 38"/>
              <p:cNvGrpSpPr/>
              <p:nvPr/>
            </p:nvGrpSpPr>
            <p:grpSpPr>
              <a:xfrm>
                <a:off x="9604984" y="4332297"/>
                <a:ext cx="2031970" cy="1467515"/>
                <a:chOff x="1418711" y="2093941"/>
                <a:chExt cx="2031970" cy="1467515"/>
              </a:xfrm>
            </p:grpSpPr>
            <p:sp>
              <p:nvSpPr>
                <p:cNvPr id="40"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1"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C00000"/>
                      </a:solidFill>
                      <a:effectLst/>
                      <a:uLnTx/>
                      <a:uFillTx/>
                      <a:latin typeface="+mn-lt"/>
                      <a:cs typeface="+mn-ea"/>
                      <a:sym typeface="+mn-lt"/>
                    </a:rPr>
                    <a:t>标题文字添加</a:t>
                  </a:r>
                  <a:endParaRPr kumimoji="0" lang="en-US" sz="2000" b="0" i="0" u="none" strike="noStrike" kern="1200" cap="none" spc="0" normalizeH="0" baseline="0" noProof="0" dirty="0">
                    <a:ln>
                      <a:noFill/>
                    </a:ln>
                    <a:solidFill>
                      <a:srgbClr val="C00000"/>
                    </a:solidFill>
                    <a:effectLst/>
                    <a:uLnTx/>
                    <a:uFillTx/>
                    <a:latin typeface="+mn-lt"/>
                    <a:cs typeface="+mn-ea"/>
                    <a:sym typeface="+mn-lt"/>
                  </a:endParaRPr>
                </a:p>
              </p:txBody>
            </p:sp>
          </p:grpSp>
        </p:grpSp>
        <p:grpSp>
          <p:nvGrpSpPr>
            <p:cNvPr id="33" name="组合 32"/>
            <p:cNvGrpSpPr/>
            <p:nvPr/>
          </p:nvGrpSpPr>
          <p:grpSpPr>
            <a:xfrm>
              <a:off x="6203106" y="3848845"/>
              <a:ext cx="1837308" cy="1837308"/>
              <a:chOff x="6203106" y="3848845"/>
              <a:chExt cx="1837308" cy="1837308"/>
            </a:xfrm>
          </p:grpSpPr>
          <p:sp>
            <p:nvSpPr>
              <p:cNvPr id="34" name="对角圆角矩形 3"/>
              <p:cNvSpPr/>
              <p:nvPr/>
            </p:nvSpPr>
            <p:spPr>
              <a:xfrm flipH="1">
                <a:off x="6203106" y="3848845"/>
                <a:ext cx="1837308" cy="1837308"/>
              </a:xfrm>
              <a:prstGeom prst="round2DiagRect">
                <a:avLst>
                  <a:gd name="adj1" fmla="val 44031"/>
                  <a:gd name="adj2" fmla="val 0"/>
                </a:avLst>
              </a:prstGeom>
              <a:solidFill>
                <a:srgbClr val="C00000"/>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35" name="钟"/>
              <p:cNvSpPr/>
              <p:nvPr/>
            </p:nvSpPr>
            <p:spPr bwMode="auto">
              <a:xfrm>
                <a:off x="6818385" y="4196394"/>
                <a:ext cx="606141" cy="606141"/>
              </a:xfrm>
              <a:custGeom>
                <a:avLst/>
                <a:gdLst>
                  <a:gd name="T0" fmla="*/ 1004124 w 4122"/>
                  <a:gd name="T1" fmla="*/ 12996 h 4156"/>
                  <a:gd name="T2" fmla="*/ 1285140 w 4122"/>
                  <a:gd name="T3" fmla="*/ 99204 h 4156"/>
                  <a:gd name="T4" fmla="*/ 1293367 w 4122"/>
                  <a:gd name="T5" fmla="*/ 103536 h 4156"/>
                  <a:gd name="T6" fmla="*/ 1755809 w 4122"/>
                  <a:gd name="T7" fmla="*/ 706989 h 4156"/>
                  <a:gd name="T8" fmla="*/ 1757974 w 4122"/>
                  <a:gd name="T9" fmla="*/ 715653 h 4156"/>
                  <a:gd name="T10" fmla="*/ 1331904 w 4122"/>
                  <a:gd name="T11" fmla="*/ 1663071 h 4156"/>
                  <a:gd name="T12" fmla="*/ 772036 w 4122"/>
                  <a:gd name="T13" fmla="*/ 1774405 h 4156"/>
                  <a:gd name="T14" fmla="*/ 260232 w 4122"/>
                  <a:gd name="T15" fmla="*/ 1521847 h 4156"/>
                  <a:gd name="T16" fmla="*/ 93528 w 4122"/>
                  <a:gd name="T17" fmla="*/ 496452 h 4156"/>
                  <a:gd name="T18" fmla="*/ 97858 w 4122"/>
                  <a:gd name="T19" fmla="*/ 488221 h 4156"/>
                  <a:gd name="T20" fmla="*/ 701025 w 4122"/>
                  <a:gd name="T21" fmla="*/ 25559 h 4156"/>
                  <a:gd name="T22" fmla="*/ 709685 w 4122"/>
                  <a:gd name="T23" fmla="*/ 23826 h 4156"/>
                  <a:gd name="T24" fmla="*/ 471535 w 4122"/>
                  <a:gd name="T25" fmla="*/ 480424 h 4156"/>
                  <a:gd name="T26" fmla="*/ 431267 w 4122"/>
                  <a:gd name="T27" fmla="*/ 403313 h 4156"/>
                  <a:gd name="T28" fmla="*/ 471535 w 4122"/>
                  <a:gd name="T29" fmla="*/ 480424 h 4156"/>
                  <a:gd name="T30" fmla="*/ 1320213 w 4122"/>
                  <a:gd name="T31" fmla="*/ 495152 h 4156"/>
                  <a:gd name="T32" fmla="*/ 1360048 w 4122"/>
                  <a:gd name="T33" fmla="*/ 418475 h 4156"/>
                  <a:gd name="T34" fmla="*/ 1304625 w 4122"/>
                  <a:gd name="T35" fmla="*/ 1307411 h 4156"/>
                  <a:gd name="T36" fmla="*/ 1344893 w 4122"/>
                  <a:gd name="T37" fmla="*/ 1384521 h 4156"/>
                  <a:gd name="T38" fmla="*/ 1304625 w 4122"/>
                  <a:gd name="T39" fmla="*/ 1307411 h 4156"/>
                  <a:gd name="T40" fmla="*/ 455947 w 4122"/>
                  <a:gd name="T41" fmla="*/ 1292248 h 4156"/>
                  <a:gd name="T42" fmla="*/ 416112 w 4122"/>
                  <a:gd name="T43" fmla="*/ 1369359 h 4156"/>
                  <a:gd name="T44" fmla="*/ 906266 w 4122"/>
                  <a:gd name="T45" fmla="*/ 1384954 h 4156"/>
                  <a:gd name="T46" fmla="*/ 848244 w 4122"/>
                  <a:gd name="T47" fmla="*/ 1569499 h 4156"/>
                  <a:gd name="T48" fmla="*/ 906266 w 4122"/>
                  <a:gd name="T49" fmla="*/ 1384954 h 4156"/>
                  <a:gd name="T50" fmla="*/ 848244 w 4122"/>
                  <a:gd name="T51" fmla="*/ 231331 h 4156"/>
                  <a:gd name="T52" fmla="*/ 906266 w 4122"/>
                  <a:gd name="T53" fmla="*/ 415876 h 4156"/>
                  <a:gd name="T54" fmla="*/ 1361780 w 4122"/>
                  <a:gd name="T55" fmla="*/ 871174 h 4156"/>
                  <a:gd name="T56" fmla="*/ 1545805 w 4122"/>
                  <a:gd name="T57" fmla="*/ 929656 h 4156"/>
                  <a:gd name="T58" fmla="*/ 1361780 w 4122"/>
                  <a:gd name="T59" fmla="*/ 871174 h 4156"/>
                  <a:gd name="T60" fmla="*/ 208705 w 4122"/>
                  <a:gd name="T61" fmla="*/ 929656 h 4156"/>
                  <a:gd name="T62" fmla="*/ 393163 w 4122"/>
                  <a:gd name="T63" fmla="*/ 871174 h 4156"/>
                  <a:gd name="T64" fmla="*/ 895008 w 4122"/>
                  <a:gd name="T65" fmla="*/ 754209 h 4156"/>
                  <a:gd name="T66" fmla="*/ 591909 w 4122"/>
                  <a:gd name="T67" fmla="*/ 333134 h 4156"/>
                  <a:gd name="T68" fmla="*/ 781995 w 4122"/>
                  <a:gd name="T69" fmla="*/ 813558 h 4156"/>
                  <a:gd name="T70" fmla="*/ 895008 w 4122"/>
                  <a:gd name="T71" fmla="*/ 1028860 h 4156"/>
                  <a:gd name="T72" fmla="*/ 1029671 w 4122"/>
                  <a:gd name="T73" fmla="*/ 864243 h 4156"/>
                  <a:gd name="T74" fmla="*/ 1192045 w 4122"/>
                  <a:gd name="T75" fmla="*/ 540639 h 4156"/>
                  <a:gd name="T76" fmla="*/ 895008 w 4122"/>
                  <a:gd name="T77" fmla="*/ 754209 h 4156"/>
                  <a:gd name="T78" fmla="*/ 1594734 w 4122"/>
                  <a:gd name="T79" fmla="*/ 979042 h 4156"/>
                  <a:gd name="T80" fmla="*/ 1583476 w 4122"/>
                  <a:gd name="T81" fmla="*/ 742945 h 4156"/>
                  <a:gd name="T82" fmla="*/ 1582177 w 4122"/>
                  <a:gd name="T83" fmla="*/ 735581 h 4156"/>
                  <a:gd name="T84" fmla="*/ 1452277 w 4122"/>
                  <a:gd name="T85" fmla="*/ 460063 h 4156"/>
                  <a:gd name="T86" fmla="*/ 1220190 w 4122"/>
                  <a:gd name="T87" fmla="*/ 263821 h 4156"/>
                  <a:gd name="T88" fmla="*/ 1214128 w 4122"/>
                  <a:gd name="T89" fmla="*/ 260789 h 4156"/>
                  <a:gd name="T90" fmla="*/ 983340 w 4122"/>
                  <a:gd name="T91" fmla="*/ 188011 h 4156"/>
                  <a:gd name="T92" fmla="*/ 977278 w 4122"/>
                  <a:gd name="T93" fmla="*/ 187577 h 4156"/>
                  <a:gd name="T94" fmla="*/ 736964 w 4122"/>
                  <a:gd name="T95" fmla="*/ 197974 h 4156"/>
                  <a:gd name="T96" fmla="*/ 730036 w 4122"/>
                  <a:gd name="T97" fmla="*/ 199274 h 4156"/>
                  <a:gd name="T98" fmla="*/ 456380 w 4122"/>
                  <a:gd name="T99" fmla="*/ 327502 h 4156"/>
                  <a:gd name="T100" fmla="*/ 455081 w 4122"/>
                  <a:gd name="T101" fmla="*/ 328369 h 4156"/>
                  <a:gd name="T102" fmla="*/ 384503 w 4122"/>
                  <a:gd name="T103" fmla="*/ 390317 h 4156"/>
                  <a:gd name="T104" fmla="*/ 261964 w 4122"/>
                  <a:gd name="T105" fmla="*/ 554935 h 4156"/>
                  <a:gd name="T106" fmla="*/ 256335 w 4122"/>
                  <a:gd name="T107" fmla="*/ 564898 h 4156"/>
                  <a:gd name="T108" fmla="*/ 204375 w 4122"/>
                  <a:gd name="T109" fmla="*/ 695293 h 4156"/>
                  <a:gd name="T110" fmla="*/ 176230 w 4122"/>
                  <a:gd name="T111" fmla="*/ 893700 h 4156"/>
                  <a:gd name="T112" fmla="*/ 623085 w 4122"/>
                  <a:gd name="T113" fmla="*/ 1554770 h 4156"/>
                  <a:gd name="T114" fmla="*/ 703623 w 4122"/>
                  <a:gd name="T115" fmla="*/ 1581629 h 4156"/>
                  <a:gd name="T116" fmla="*/ 793686 w 4122"/>
                  <a:gd name="T117" fmla="*/ 1599390 h 4156"/>
                  <a:gd name="T118" fmla="*/ 873358 w 4122"/>
                  <a:gd name="T119" fmla="*/ 1605888 h 4156"/>
                  <a:gd name="T120" fmla="*/ 1243572 w 4122"/>
                  <a:gd name="T121" fmla="*/ 1510583 h 4156"/>
                  <a:gd name="T122" fmla="*/ 1594734 w 4122"/>
                  <a:gd name="T123" fmla="*/ 979042 h 41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122" h="4156">
                    <a:moveTo>
                      <a:pt x="2309" y="29"/>
                    </a:moveTo>
                    <a:cubicBezTo>
                      <a:pt x="2319" y="30"/>
                      <a:pt x="2319" y="30"/>
                      <a:pt x="2319" y="30"/>
                    </a:cubicBezTo>
                    <a:cubicBezTo>
                      <a:pt x="2328" y="31"/>
                      <a:pt x="2328" y="31"/>
                      <a:pt x="2328" y="31"/>
                    </a:cubicBezTo>
                    <a:cubicBezTo>
                      <a:pt x="2555" y="62"/>
                      <a:pt x="2770" y="130"/>
                      <a:pt x="2968" y="229"/>
                    </a:cubicBezTo>
                    <a:cubicBezTo>
                      <a:pt x="2976" y="233"/>
                      <a:pt x="2976" y="233"/>
                      <a:pt x="2976" y="233"/>
                    </a:cubicBezTo>
                    <a:cubicBezTo>
                      <a:pt x="2987" y="239"/>
                      <a:pt x="2987" y="239"/>
                      <a:pt x="2987" y="239"/>
                    </a:cubicBezTo>
                    <a:cubicBezTo>
                      <a:pt x="3262" y="380"/>
                      <a:pt x="3496" y="578"/>
                      <a:pt x="3677" y="815"/>
                    </a:cubicBezTo>
                    <a:cubicBezTo>
                      <a:pt x="3859" y="1052"/>
                      <a:pt x="3991" y="1329"/>
                      <a:pt x="4055" y="1632"/>
                    </a:cubicBezTo>
                    <a:cubicBezTo>
                      <a:pt x="4058" y="1645"/>
                      <a:pt x="4058" y="1645"/>
                      <a:pt x="4058" y="1645"/>
                    </a:cubicBezTo>
                    <a:cubicBezTo>
                      <a:pt x="4060" y="1652"/>
                      <a:pt x="4060" y="1652"/>
                      <a:pt x="4060" y="1652"/>
                    </a:cubicBezTo>
                    <a:cubicBezTo>
                      <a:pt x="4122" y="1954"/>
                      <a:pt x="4116" y="2275"/>
                      <a:pt x="4031" y="2594"/>
                    </a:cubicBezTo>
                    <a:cubicBezTo>
                      <a:pt x="3885" y="3141"/>
                      <a:pt x="3530" y="3576"/>
                      <a:pt x="3076" y="3839"/>
                    </a:cubicBezTo>
                    <a:cubicBezTo>
                      <a:pt x="2697" y="4058"/>
                      <a:pt x="2248" y="4156"/>
                      <a:pt x="1793" y="4098"/>
                    </a:cubicBezTo>
                    <a:cubicBezTo>
                      <a:pt x="1783" y="4096"/>
                      <a:pt x="1783" y="4096"/>
                      <a:pt x="1783" y="4096"/>
                    </a:cubicBezTo>
                    <a:cubicBezTo>
                      <a:pt x="1774" y="4095"/>
                      <a:pt x="1774" y="4095"/>
                      <a:pt x="1774" y="4095"/>
                    </a:cubicBezTo>
                    <a:cubicBezTo>
                      <a:pt x="1318" y="4033"/>
                      <a:pt x="910" y="3823"/>
                      <a:pt x="601" y="3513"/>
                    </a:cubicBezTo>
                    <a:cubicBezTo>
                      <a:pt x="230" y="3142"/>
                      <a:pt x="0" y="2629"/>
                      <a:pt x="0" y="2063"/>
                    </a:cubicBezTo>
                    <a:cubicBezTo>
                      <a:pt x="0" y="1734"/>
                      <a:pt x="78" y="1422"/>
                      <a:pt x="216" y="1146"/>
                    </a:cubicBezTo>
                    <a:cubicBezTo>
                      <a:pt x="220" y="1139"/>
                      <a:pt x="220" y="1139"/>
                      <a:pt x="220" y="1139"/>
                    </a:cubicBezTo>
                    <a:cubicBezTo>
                      <a:pt x="226" y="1127"/>
                      <a:pt x="226" y="1127"/>
                      <a:pt x="226" y="1127"/>
                    </a:cubicBezTo>
                    <a:cubicBezTo>
                      <a:pt x="367" y="851"/>
                      <a:pt x="566" y="617"/>
                      <a:pt x="803" y="436"/>
                    </a:cubicBezTo>
                    <a:cubicBezTo>
                      <a:pt x="1040" y="255"/>
                      <a:pt x="1317" y="123"/>
                      <a:pt x="1619" y="59"/>
                    </a:cubicBezTo>
                    <a:cubicBezTo>
                      <a:pt x="1632" y="56"/>
                      <a:pt x="1632" y="56"/>
                      <a:pt x="1632" y="56"/>
                    </a:cubicBezTo>
                    <a:cubicBezTo>
                      <a:pt x="1639" y="55"/>
                      <a:pt x="1639" y="55"/>
                      <a:pt x="1639" y="55"/>
                    </a:cubicBezTo>
                    <a:cubicBezTo>
                      <a:pt x="1855" y="10"/>
                      <a:pt x="2081" y="0"/>
                      <a:pt x="2309" y="29"/>
                    </a:cubicBezTo>
                    <a:close/>
                    <a:moveTo>
                      <a:pt x="1089" y="1109"/>
                    </a:moveTo>
                    <a:cubicBezTo>
                      <a:pt x="1131" y="1066"/>
                      <a:pt x="1131" y="1066"/>
                      <a:pt x="1131" y="1066"/>
                    </a:cubicBezTo>
                    <a:cubicBezTo>
                      <a:pt x="996" y="931"/>
                      <a:pt x="996" y="931"/>
                      <a:pt x="996" y="931"/>
                    </a:cubicBezTo>
                    <a:cubicBezTo>
                      <a:pt x="954" y="973"/>
                      <a:pt x="954" y="973"/>
                      <a:pt x="954" y="973"/>
                    </a:cubicBezTo>
                    <a:cubicBezTo>
                      <a:pt x="1089" y="1109"/>
                      <a:pt x="1089" y="1109"/>
                      <a:pt x="1089" y="1109"/>
                    </a:cubicBezTo>
                    <a:close/>
                    <a:moveTo>
                      <a:pt x="3006" y="1101"/>
                    </a:moveTo>
                    <a:cubicBezTo>
                      <a:pt x="3049" y="1143"/>
                      <a:pt x="3049" y="1143"/>
                      <a:pt x="3049" y="1143"/>
                    </a:cubicBezTo>
                    <a:cubicBezTo>
                      <a:pt x="3183" y="1009"/>
                      <a:pt x="3183" y="1009"/>
                      <a:pt x="3183" y="1009"/>
                    </a:cubicBezTo>
                    <a:cubicBezTo>
                      <a:pt x="3141" y="966"/>
                      <a:pt x="3141" y="966"/>
                      <a:pt x="3141" y="966"/>
                    </a:cubicBezTo>
                    <a:cubicBezTo>
                      <a:pt x="3006" y="1101"/>
                      <a:pt x="3006" y="1101"/>
                      <a:pt x="3006" y="1101"/>
                    </a:cubicBezTo>
                    <a:close/>
                    <a:moveTo>
                      <a:pt x="3013" y="3018"/>
                    </a:moveTo>
                    <a:cubicBezTo>
                      <a:pt x="2971" y="3061"/>
                      <a:pt x="2971" y="3061"/>
                      <a:pt x="2971" y="3061"/>
                    </a:cubicBezTo>
                    <a:cubicBezTo>
                      <a:pt x="3106" y="3196"/>
                      <a:pt x="3106" y="3196"/>
                      <a:pt x="3106" y="3196"/>
                    </a:cubicBezTo>
                    <a:cubicBezTo>
                      <a:pt x="3148" y="3153"/>
                      <a:pt x="3148" y="3153"/>
                      <a:pt x="3148" y="3153"/>
                    </a:cubicBezTo>
                    <a:cubicBezTo>
                      <a:pt x="3013" y="3018"/>
                      <a:pt x="3013" y="3018"/>
                      <a:pt x="3013" y="3018"/>
                    </a:cubicBezTo>
                    <a:close/>
                    <a:moveTo>
                      <a:pt x="1096" y="3026"/>
                    </a:moveTo>
                    <a:cubicBezTo>
                      <a:pt x="1053" y="2983"/>
                      <a:pt x="1053" y="2983"/>
                      <a:pt x="1053" y="2983"/>
                    </a:cubicBezTo>
                    <a:cubicBezTo>
                      <a:pt x="919" y="3118"/>
                      <a:pt x="919" y="3118"/>
                      <a:pt x="919" y="3118"/>
                    </a:cubicBezTo>
                    <a:cubicBezTo>
                      <a:pt x="961" y="3161"/>
                      <a:pt x="961" y="3161"/>
                      <a:pt x="961" y="3161"/>
                    </a:cubicBezTo>
                    <a:cubicBezTo>
                      <a:pt x="1096" y="3026"/>
                      <a:pt x="1096" y="3026"/>
                      <a:pt x="1096" y="3026"/>
                    </a:cubicBezTo>
                    <a:close/>
                    <a:moveTo>
                      <a:pt x="2093" y="3197"/>
                    </a:moveTo>
                    <a:cubicBezTo>
                      <a:pt x="1959" y="3197"/>
                      <a:pt x="1959" y="3197"/>
                      <a:pt x="1959" y="3197"/>
                    </a:cubicBezTo>
                    <a:cubicBezTo>
                      <a:pt x="1959" y="3623"/>
                      <a:pt x="1959" y="3623"/>
                      <a:pt x="1959" y="3623"/>
                    </a:cubicBezTo>
                    <a:cubicBezTo>
                      <a:pt x="2093" y="3623"/>
                      <a:pt x="2093" y="3623"/>
                      <a:pt x="2093" y="3623"/>
                    </a:cubicBezTo>
                    <a:cubicBezTo>
                      <a:pt x="2093" y="3197"/>
                      <a:pt x="2093" y="3197"/>
                      <a:pt x="2093" y="3197"/>
                    </a:cubicBezTo>
                    <a:close/>
                    <a:moveTo>
                      <a:pt x="2093" y="534"/>
                    </a:moveTo>
                    <a:cubicBezTo>
                      <a:pt x="1959" y="534"/>
                      <a:pt x="1959" y="534"/>
                      <a:pt x="1959" y="534"/>
                    </a:cubicBezTo>
                    <a:cubicBezTo>
                      <a:pt x="1959" y="960"/>
                      <a:pt x="1959" y="960"/>
                      <a:pt x="1959" y="960"/>
                    </a:cubicBezTo>
                    <a:cubicBezTo>
                      <a:pt x="2093" y="960"/>
                      <a:pt x="2093" y="960"/>
                      <a:pt x="2093" y="960"/>
                    </a:cubicBezTo>
                    <a:cubicBezTo>
                      <a:pt x="2093" y="534"/>
                      <a:pt x="2093" y="534"/>
                      <a:pt x="2093" y="534"/>
                    </a:cubicBezTo>
                    <a:close/>
                    <a:moveTo>
                      <a:pt x="3145" y="2011"/>
                    </a:moveTo>
                    <a:cubicBezTo>
                      <a:pt x="3145" y="2146"/>
                      <a:pt x="3145" y="2146"/>
                      <a:pt x="3145" y="2146"/>
                    </a:cubicBezTo>
                    <a:cubicBezTo>
                      <a:pt x="3570" y="2146"/>
                      <a:pt x="3570" y="2146"/>
                      <a:pt x="3570" y="2146"/>
                    </a:cubicBezTo>
                    <a:cubicBezTo>
                      <a:pt x="3570" y="2011"/>
                      <a:pt x="3570" y="2011"/>
                      <a:pt x="3570" y="2011"/>
                    </a:cubicBezTo>
                    <a:cubicBezTo>
                      <a:pt x="3145" y="2011"/>
                      <a:pt x="3145" y="2011"/>
                      <a:pt x="3145" y="2011"/>
                    </a:cubicBezTo>
                    <a:close/>
                    <a:moveTo>
                      <a:pt x="482" y="2011"/>
                    </a:moveTo>
                    <a:cubicBezTo>
                      <a:pt x="482" y="2146"/>
                      <a:pt x="482" y="2146"/>
                      <a:pt x="482" y="2146"/>
                    </a:cubicBezTo>
                    <a:cubicBezTo>
                      <a:pt x="908" y="2146"/>
                      <a:pt x="908" y="2146"/>
                      <a:pt x="908" y="2146"/>
                    </a:cubicBezTo>
                    <a:cubicBezTo>
                      <a:pt x="908" y="2011"/>
                      <a:pt x="908" y="2011"/>
                      <a:pt x="908" y="2011"/>
                    </a:cubicBezTo>
                    <a:cubicBezTo>
                      <a:pt x="482" y="2011"/>
                      <a:pt x="482" y="2011"/>
                      <a:pt x="482" y="2011"/>
                    </a:cubicBezTo>
                    <a:close/>
                    <a:moveTo>
                      <a:pt x="2067" y="1741"/>
                    </a:moveTo>
                    <a:cubicBezTo>
                      <a:pt x="2035" y="1741"/>
                      <a:pt x="2004" y="1746"/>
                      <a:pt x="1975" y="1755"/>
                    </a:cubicBezTo>
                    <a:cubicBezTo>
                      <a:pt x="1807" y="1412"/>
                      <a:pt x="1602" y="1084"/>
                      <a:pt x="1367" y="769"/>
                    </a:cubicBezTo>
                    <a:cubicBezTo>
                      <a:pt x="1314" y="798"/>
                      <a:pt x="1261" y="827"/>
                      <a:pt x="1208" y="856"/>
                    </a:cubicBezTo>
                    <a:cubicBezTo>
                      <a:pt x="1372" y="1222"/>
                      <a:pt x="1572" y="1561"/>
                      <a:pt x="1806" y="1878"/>
                    </a:cubicBezTo>
                    <a:cubicBezTo>
                      <a:pt x="1771" y="1929"/>
                      <a:pt x="1750" y="1991"/>
                      <a:pt x="1750" y="2058"/>
                    </a:cubicBezTo>
                    <a:cubicBezTo>
                      <a:pt x="1750" y="2234"/>
                      <a:pt x="1892" y="2375"/>
                      <a:pt x="2067" y="2375"/>
                    </a:cubicBezTo>
                    <a:cubicBezTo>
                      <a:pt x="2242" y="2375"/>
                      <a:pt x="2384" y="2234"/>
                      <a:pt x="2384" y="2058"/>
                    </a:cubicBezTo>
                    <a:cubicBezTo>
                      <a:pt x="2384" y="2037"/>
                      <a:pt x="2382" y="2015"/>
                      <a:pt x="2378" y="1995"/>
                    </a:cubicBezTo>
                    <a:cubicBezTo>
                      <a:pt x="2572" y="1823"/>
                      <a:pt x="2750" y="1624"/>
                      <a:pt x="2904" y="1390"/>
                    </a:cubicBezTo>
                    <a:cubicBezTo>
                      <a:pt x="2854" y="1343"/>
                      <a:pt x="2804" y="1295"/>
                      <a:pt x="2753" y="1248"/>
                    </a:cubicBezTo>
                    <a:cubicBezTo>
                      <a:pt x="2549" y="1400"/>
                      <a:pt x="2368" y="1576"/>
                      <a:pt x="2206" y="1773"/>
                    </a:cubicBezTo>
                    <a:cubicBezTo>
                      <a:pt x="2164" y="1753"/>
                      <a:pt x="2117" y="1741"/>
                      <a:pt x="2067" y="1741"/>
                    </a:cubicBezTo>
                    <a:close/>
                    <a:moveTo>
                      <a:pt x="3683" y="2260"/>
                    </a:moveTo>
                    <a:cubicBezTo>
                      <a:pt x="3683" y="2260"/>
                      <a:pt x="3683" y="2260"/>
                      <a:pt x="3683" y="2260"/>
                    </a:cubicBezTo>
                    <a:cubicBezTo>
                      <a:pt x="3690" y="2195"/>
                      <a:pt x="3694" y="2129"/>
                      <a:pt x="3694" y="2063"/>
                    </a:cubicBezTo>
                    <a:cubicBezTo>
                      <a:pt x="3694" y="1943"/>
                      <a:pt x="3682" y="1827"/>
                      <a:pt x="3657" y="1715"/>
                    </a:cubicBezTo>
                    <a:cubicBezTo>
                      <a:pt x="3655" y="1704"/>
                      <a:pt x="3655" y="1704"/>
                      <a:pt x="3655" y="1704"/>
                    </a:cubicBezTo>
                    <a:cubicBezTo>
                      <a:pt x="3654" y="1698"/>
                      <a:pt x="3654" y="1698"/>
                      <a:pt x="3654" y="1698"/>
                    </a:cubicBezTo>
                    <a:cubicBezTo>
                      <a:pt x="3617" y="1537"/>
                      <a:pt x="3556" y="1383"/>
                      <a:pt x="3474" y="1242"/>
                    </a:cubicBezTo>
                    <a:cubicBezTo>
                      <a:pt x="3438" y="1179"/>
                      <a:pt x="3398" y="1120"/>
                      <a:pt x="3354" y="1062"/>
                    </a:cubicBezTo>
                    <a:cubicBezTo>
                      <a:pt x="3311" y="1006"/>
                      <a:pt x="3263" y="951"/>
                      <a:pt x="3213" y="901"/>
                    </a:cubicBezTo>
                    <a:cubicBezTo>
                      <a:pt x="3097" y="785"/>
                      <a:pt x="2964" y="687"/>
                      <a:pt x="2818" y="609"/>
                    </a:cubicBezTo>
                    <a:cubicBezTo>
                      <a:pt x="2813" y="607"/>
                      <a:pt x="2813" y="607"/>
                      <a:pt x="2813" y="607"/>
                    </a:cubicBezTo>
                    <a:cubicBezTo>
                      <a:pt x="2804" y="602"/>
                      <a:pt x="2804" y="602"/>
                      <a:pt x="2804" y="602"/>
                    </a:cubicBezTo>
                    <a:cubicBezTo>
                      <a:pt x="2701" y="549"/>
                      <a:pt x="2592" y="507"/>
                      <a:pt x="2476" y="476"/>
                    </a:cubicBezTo>
                    <a:cubicBezTo>
                      <a:pt x="2408" y="457"/>
                      <a:pt x="2340" y="444"/>
                      <a:pt x="2271" y="434"/>
                    </a:cubicBezTo>
                    <a:cubicBezTo>
                      <a:pt x="2269" y="434"/>
                      <a:pt x="2269" y="434"/>
                      <a:pt x="2269" y="434"/>
                    </a:cubicBezTo>
                    <a:cubicBezTo>
                      <a:pt x="2257" y="433"/>
                      <a:pt x="2257" y="433"/>
                      <a:pt x="2257" y="433"/>
                    </a:cubicBezTo>
                    <a:cubicBezTo>
                      <a:pt x="2189" y="424"/>
                      <a:pt x="2121" y="420"/>
                      <a:pt x="2051" y="420"/>
                    </a:cubicBezTo>
                    <a:cubicBezTo>
                      <a:pt x="1931" y="420"/>
                      <a:pt x="1814" y="432"/>
                      <a:pt x="1702" y="457"/>
                    </a:cubicBezTo>
                    <a:cubicBezTo>
                      <a:pt x="1692" y="459"/>
                      <a:pt x="1692" y="459"/>
                      <a:pt x="1692" y="459"/>
                    </a:cubicBezTo>
                    <a:cubicBezTo>
                      <a:pt x="1686" y="460"/>
                      <a:pt x="1686" y="460"/>
                      <a:pt x="1686" y="460"/>
                    </a:cubicBezTo>
                    <a:cubicBezTo>
                      <a:pt x="1525" y="497"/>
                      <a:pt x="1371" y="558"/>
                      <a:pt x="1229" y="640"/>
                    </a:cubicBezTo>
                    <a:cubicBezTo>
                      <a:pt x="1168" y="675"/>
                      <a:pt x="1110" y="714"/>
                      <a:pt x="1054" y="756"/>
                    </a:cubicBezTo>
                    <a:cubicBezTo>
                      <a:pt x="1053" y="757"/>
                      <a:pt x="1053" y="757"/>
                      <a:pt x="1053" y="757"/>
                    </a:cubicBezTo>
                    <a:cubicBezTo>
                      <a:pt x="1051" y="758"/>
                      <a:pt x="1051" y="758"/>
                      <a:pt x="1051" y="758"/>
                    </a:cubicBezTo>
                    <a:cubicBezTo>
                      <a:pt x="1048" y="761"/>
                      <a:pt x="1048" y="761"/>
                      <a:pt x="1048" y="761"/>
                    </a:cubicBezTo>
                    <a:cubicBezTo>
                      <a:pt x="992" y="804"/>
                      <a:pt x="939" y="851"/>
                      <a:pt x="888" y="901"/>
                    </a:cubicBezTo>
                    <a:cubicBezTo>
                      <a:pt x="777" y="1012"/>
                      <a:pt x="682" y="1139"/>
                      <a:pt x="606" y="1279"/>
                    </a:cubicBezTo>
                    <a:cubicBezTo>
                      <a:pt x="605" y="1281"/>
                      <a:pt x="605" y="1281"/>
                      <a:pt x="605" y="1281"/>
                    </a:cubicBezTo>
                    <a:cubicBezTo>
                      <a:pt x="599" y="1292"/>
                      <a:pt x="599" y="1292"/>
                      <a:pt x="599" y="1292"/>
                    </a:cubicBezTo>
                    <a:cubicBezTo>
                      <a:pt x="592" y="1304"/>
                      <a:pt x="592" y="1304"/>
                      <a:pt x="592" y="1304"/>
                    </a:cubicBezTo>
                    <a:cubicBezTo>
                      <a:pt x="592" y="1305"/>
                      <a:pt x="592" y="1305"/>
                      <a:pt x="592" y="1305"/>
                    </a:cubicBezTo>
                    <a:cubicBezTo>
                      <a:pt x="543" y="1399"/>
                      <a:pt x="503" y="1499"/>
                      <a:pt x="472" y="1605"/>
                    </a:cubicBezTo>
                    <a:cubicBezTo>
                      <a:pt x="472" y="1605"/>
                      <a:pt x="472" y="1605"/>
                      <a:pt x="472" y="1605"/>
                    </a:cubicBezTo>
                    <a:cubicBezTo>
                      <a:pt x="429" y="1750"/>
                      <a:pt x="407" y="1904"/>
                      <a:pt x="407" y="2063"/>
                    </a:cubicBezTo>
                    <a:cubicBezTo>
                      <a:pt x="407" y="2517"/>
                      <a:pt x="591" y="2928"/>
                      <a:pt x="888" y="3225"/>
                    </a:cubicBezTo>
                    <a:cubicBezTo>
                      <a:pt x="1044" y="3381"/>
                      <a:pt x="1231" y="3506"/>
                      <a:pt x="1439" y="3589"/>
                    </a:cubicBezTo>
                    <a:cubicBezTo>
                      <a:pt x="1439" y="3589"/>
                      <a:pt x="1439" y="3589"/>
                      <a:pt x="1439" y="3589"/>
                    </a:cubicBezTo>
                    <a:cubicBezTo>
                      <a:pt x="1499" y="3613"/>
                      <a:pt x="1561" y="3634"/>
                      <a:pt x="1625" y="3651"/>
                    </a:cubicBezTo>
                    <a:cubicBezTo>
                      <a:pt x="1692" y="3669"/>
                      <a:pt x="1760" y="3682"/>
                      <a:pt x="1827" y="3692"/>
                    </a:cubicBezTo>
                    <a:cubicBezTo>
                      <a:pt x="1833" y="3692"/>
                      <a:pt x="1833" y="3692"/>
                      <a:pt x="1833" y="3692"/>
                    </a:cubicBezTo>
                    <a:cubicBezTo>
                      <a:pt x="1835" y="3693"/>
                      <a:pt x="1835" y="3693"/>
                      <a:pt x="1835" y="3693"/>
                    </a:cubicBezTo>
                    <a:cubicBezTo>
                      <a:pt x="1894" y="3701"/>
                      <a:pt x="1955" y="3705"/>
                      <a:pt x="2017" y="3707"/>
                    </a:cubicBezTo>
                    <a:cubicBezTo>
                      <a:pt x="2016" y="3707"/>
                      <a:pt x="2016" y="3707"/>
                      <a:pt x="2016" y="3707"/>
                    </a:cubicBezTo>
                    <a:cubicBezTo>
                      <a:pt x="2321" y="3714"/>
                      <a:pt x="2617" y="3634"/>
                      <a:pt x="2872" y="3487"/>
                    </a:cubicBezTo>
                    <a:cubicBezTo>
                      <a:pt x="3237" y="3276"/>
                      <a:pt x="3521" y="2927"/>
                      <a:pt x="3638" y="2489"/>
                    </a:cubicBezTo>
                    <a:cubicBezTo>
                      <a:pt x="3659" y="2412"/>
                      <a:pt x="3674" y="2336"/>
                      <a:pt x="3683" y="2260"/>
                    </a:cubicBezTo>
                    <a:close/>
                  </a:path>
                </a:pathLst>
              </a:custGeom>
              <a:solidFill>
                <a:schemeClr val="bg1"/>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mn-lt"/>
                  <a:ea typeface="+mn-ea"/>
                  <a:cs typeface="+mn-ea"/>
                  <a:sym typeface="+mn-lt"/>
                </a:endParaRPr>
              </a:p>
            </p:txBody>
          </p:sp>
          <p:sp>
            <p:nvSpPr>
              <p:cNvPr id="36" name="Title 11"/>
              <p:cNvSpPr txBox="1"/>
              <p:nvPr/>
            </p:nvSpPr>
            <p:spPr>
              <a:xfrm>
                <a:off x="6618403" y="4895914"/>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grpSp>
        <p:nvGrpSpPr>
          <p:cNvPr id="42" name="组合 41"/>
          <p:cNvGrpSpPr/>
          <p:nvPr/>
        </p:nvGrpSpPr>
        <p:grpSpPr>
          <a:xfrm>
            <a:off x="1411993" y="3848845"/>
            <a:ext cx="4710187" cy="2360406"/>
            <a:chOff x="1411993" y="3848845"/>
            <a:chExt cx="4710187" cy="2360406"/>
          </a:xfrm>
        </p:grpSpPr>
        <p:grpSp>
          <p:nvGrpSpPr>
            <p:cNvPr id="43" name="组合 42"/>
            <p:cNvGrpSpPr/>
            <p:nvPr/>
          </p:nvGrpSpPr>
          <p:grpSpPr>
            <a:xfrm>
              <a:off x="1411993" y="4179177"/>
              <a:ext cx="2647868" cy="2030074"/>
              <a:chOff x="802813" y="3769738"/>
              <a:chExt cx="2647868" cy="2030074"/>
            </a:xfrm>
          </p:grpSpPr>
          <p:sp>
            <p:nvSpPr>
              <p:cNvPr id="48" name="饼形 27"/>
              <p:cNvSpPr/>
              <p:nvPr/>
            </p:nvSpPr>
            <p:spPr>
              <a:xfrm rot="5400000">
                <a:off x="828959" y="3769738"/>
                <a:ext cx="863106" cy="863106"/>
              </a:xfrm>
              <a:prstGeom prst="pi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cs typeface="+mn-ea"/>
                  <a:sym typeface="+mn-lt"/>
                </a:endParaRPr>
              </a:p>
            </p:txBody>
          </p:sp>
          <p:sp>
            <p:nvSpPr>
              <p:cNvPr id="49" name="文本框 48"/>
              <p:cNvSpPr txBox="1"/>
              <p:nvPr/>
            </p:nvSpPr>
            <p:spPr>
              <a:xfrm flipH="1">
                <a:off x="802813" y="3848256"/>
                <a:ext cx="583940" cy="646331"/>
              </a:xfrm>
              <a:prstGeom prst="rect">
                <a:avLst/>
              </a:prstGeom>
              <a:noFill/>
              <a:ln w="9525">
                <a:noFill/>
                <a:miter/>
              </a:ln>
              <a:effectLst>
                <a:outerShdw sx="999" sy="999" algn="ctr" rotWithShape="0">
                  <a:srgbClr val="000000"/>
                </a:outerShdw>
              </a:effectLst>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cs typeface="+mn-ea"/>
                    <a:sym typeface="+mn-lt"/>
                  </a:rPr>
                  <a:t>B </a:t>
                </a:r>
              </a:p>
            </p:txBody>
          </p:sp>
          <p:grpSp>
            <p:nvGrpSpPr>
              <p:cNvPr id="50" name="组合 49"/>
              <p:cNvGrpSpPr/>
              <p:nvPr/>
            </p:nvGrpSpPr>
            <p:grpSpPr>
              <a:xfrm>
                <a:off x="1418711" y="4332297"/>
                <a:ext cx="2031970" cy="1467515"/>
                <a:chOff x="1418711" y="2093941"/>
                <a:chExt cx="2031970" cy="1467515"/>
              </a:xfrm>
            </p:grpSpPr>
            <p:sp>
              <p:nvSpPr>
                <p:cNvPr id="51" name="Rectangle 16"/>
                <p:cNvSpPr/>
                <p:nvPr/>
              </p:nvSpPr>
              <p:spPr>
                <a:xfrm>
                  <a:off x="1418711" y="2499627"/>
                  <a:ext cx="2031970" cy="1061829"/>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52" name="Title 11"/>
                <p:cNvSpPr txBox="1"/>
                <p:nvPr/>
              </p:nvSpPr>
              <p:spPr>
                <a:xfrm>
                  <a:off x="1418711" y="2093941"/>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grpSp>
          <p:nvGrpSpPr>
            <p:cNvPr id="44" name="组合 43"/>
            <p:cNvGrpSpPr/>
            <p:nvPr/>
          </p:nvGrpSpPr>
          <p:grpSpPr>
            <a:xfrm>
              <a:off x="4284872" y="3848845"/>
              <a:ext cx="1837308" cy="1837308"/>
              <a:chOff x="4284872" y="3848845"/>
              <a:chExt cx="1837308" cy="1837308"/>
            </a:xfrm>
          </p:grpSpPr>
          <p:sp>
            <p:nvSpPr>
              <p:cNvPr id="45" name="对角圆角矩形 3"/>
              <p:cNvSpPr/>
              <p:nvPr/>
            </p:nvSpPr>
            <p:spPr>
              <a:xfrm>
                <a:off x="4284872" y="3848845"/>
                <a:ext cx="1837308" cy="1837308"/>
              </a:xfrm>
              <a:prstGeom prst="round2DiagRect">
                <a:avLst>
                  <a:gd name="adj1" fmla="val 44031"/>
                  <a:gd name="adj2" fmla="val 0"/>
                </a:avLst>
              </a:prstGeom>
              <a:solidFill>
                <a:schemeClr val="tx1">
                  <a:lumMod val="75000"/>
                  <a:lumOff val="25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46" name="锁链"/>
              <p:cNvSpPr/>
              <p:nvPr/>
            </p:nvSpPr>
            <p:spPr bwMode="auto">
              <a:xfrm>
                <a:off x="4915076" y="4179177"/>
                <a:ext cx="576900" cy="576900"/>
              </a:xfrm>
              <a:custGeom>
                <a:avLst/>
                <a:gdLst>
                  <a:gd name="T0" fmla="*/ 1198544 w 12129383"/>
                  <a:gd name="T1" fmla="*/ 554640 h 12131849"/>
                  <a:gd name="T2" fmla="*/ 1210242 w 12129383"/>
                  <a:gd name="T3" fmla="*/ 566340 h 12131849"/>
                  <a:gd name="T4" fmla="*/ 1234193 w 12129383"/>
                  <a:gd name="T5" fmla="*/ 589740 h 12131849"/>
                  <a:gd name="T6" fmla="*/ 1234193 w 12129383"/>
                  <a:gd name="T7" fmla="*/ 1058292 h 12131849"/>
                  <a:gd name="T8" fmla="*/ 589176 w 12129383"/>
                  <a:gd name="T9" fmla="*/ 1703455 h 12131849"/>
                  <a:gd name="T10" fmla="*/ 120732 w 12129383"/>
                  <a:gd name="T11" fmla="*/ 1703455 h 12131849"/>
                  <a:gd name="T12" fmla="*/ 97337 w 12129383"/>
                  <a:gd name="T13" fmla="*/ 1680056 h 12131849"/>
                  <a:gd name="T14" fmla="*/ 97337 w 12129383"/>
                  <a:gd name="T15" fmla="*/ 1210947 h 12131849"/>
                  <a:gd name="T16" fmla="*/ 379741 w 12129383"/>
                  <a:gd name="T17" fmla="*/ 928479 h 12131849"/>
                  <a:gd name="T18" fmla="*/ 472761 w 12129383"/>
                  <a:gd name="T19" fmla="*/ 1186990 h 12131849"/>
                  <a:gd name="T20" fmla="*/ 272795 w 12129383"/>
                  <a:gd name="T21" fmla="*/ 1387002 h 12131849"/>
                  <a:gd name="T22" fmla="*/ 272795 w 12129383"/>
                  <a:gd name="T23" fmla="*/ 1504001 h 12131849"/>
                  <a:gd name="T24" fmla="*/ 296747 w 12129383"/>
                  <a:gd name="T25" fmla="*/ 1527400 h 12131849"/>
                  <a:gd name="T26" fmla="*/ 413718 w 12129383"/>
                  <a:gd name="T27" fmla="*/ 1527400 h 12131849"/>
                  <a:gd name="T28" fmla="*/ 655461 w 12129383"/>
                  <a:gd name="T29" fmla="*/ 1285603 h 12131849"/>
                  <a:gd name="T30" fmla="*/ 882163 w 12129383"/>
                  <a:gd name="T31" fmla="*/ 1058292 h 12131849"/>
                  <a:gd name="T32" fmla="*/ 987995 w 12129383"/>
                  <a:gd name="T33" fmla="*/ 952993 h 12131849"/>
                  <a:gd name="T34" fmla="*/ 1058178 w 12129383"/>
                  <a:gd name="T35" fmla="*/ 882794 h 12131849"/>
                  <a:gd name="T36" fmla="*/ 1058178 w 12129383"/>
                  <a:gd name="T37" fmla="*/ 765238 h 12131849"/>
                  <a:gd name="T38" fmla="*/ 1034784 w 12129383"/>
                  <a:gd name="T39" fmla="*/ 741838 h 12131849"/>
                  <a:gd name="T40" fmla="*/ 1021972 w 12129383"/>
                  <a:gd name="T41" fmla="*/ 731253 h 12131849"/>
                  <a:gd name="T42" fmla="*/ 1198544 w 12129383"/>
                  <a:gd name="T43" fmla="*/ 554640 h 12131849"/>
                  <a:gd name="T44" fmla="*/ 1445077 w 12129383"/>
                  <a:gd name="T45" fmla="*/ 0 h 12131849"/>
                  <a:gd name="T46" fmla="*/ 1679856 w 12129383"/>
                  <a:gd name="T47" fmla="*/ 97342 h 12131849"/>
                  <a:gd name="T48" fmla="*/ 1702694 w 12129383"/>
                  <a:gd name="T49" fmla="*/ 120737 h 12131849"/>
                  <a:gd name="T50" fmla="*/ 1702694 w 12129383"/>
                  <a:gd name="T51" fmla="*/ 589759 h 12131849"/>
                  <a:gd name="T52" fmla="*/ 1417505 w 12129383"/>
                  <a:gd name="T53" fmla="*/ 874960 h 12131849"/>
                  <a:gd name="T54" fmla="*/ 1338410 w 12129383"/>
                  <a:gd name="T55" fmla="*/ 602571 h 12131849"/>
                  <a:gd name="T56" fmla="*/ 1527236 w 12129383"/>
                  <a:gd name="T57" fmla="*/ 413737 h 12131849"/>
                  <a:gd name="T58" fmla="*/ 1527236 w 12129383"/>
                  <a:gd name="T59" fmla="*/ 296759 h 12131849"/>
                  <a:gd name="T60" fmla="*/ 1503841 w 12129383"/>
                  <a:gd name="T61" fmla="*/ 273364 h 12131849"/>
                  <a:gd name="T62" fmla="*/ 1386313 w 12129383"/>
                  <a:gd name="T63" fmla="*/ 273364 h 12131849"/>
                  <a:gd name="T64" fmla="*/ 1144571 w 12129383"/>
                  <a:gd name="T65" fmla="*/ 515117 h 12131849"/>
                  <a:gd name="T66" fmla="*/ 917868 w 12129383"/>
                  <a:gd name="T67" fmla="*/ 741829 h 12131849"/>
                  <a:gd name="T68" fmla="*/ 765247 w 12129383"/>
                  <a:gd name="T69" fmla="*/ 894456 h 12131849"/>
                  <a:gd name="T70" fmla="*/ 741853 w 12129383"/>
                  <a:gd name="T71" fmla="*/ 917852 h 12131849"/>
                  <a:gd name="T72" fmla="*/ 741853 w 12129383"/>
                  <a:gd name="T73" fmla="*/ 1034829 h 12131849"/>
                  <a:gd name="T74" fmla="*/ 765247 w 12129383"/>
                  <a:gd name="T75" fmla="*/ 1058224 h 12131849"/>
                  <a:gd name="T76" fmla="*/ 778059 w 12129383"/>
                  <a:gd name="T77" fmla="*/ 1068808 h 12131849"/>
                  <a:gd name="T78" fmla="*/ 601487 w 12129383"/>
                  <a:gd name="T79" fmla="*/ 1245387 h 12131849"/>
                  <a:gd name="T80" fmla="*/ 589233 w 12129383"/>
                  <a:gd name="T81" fmla="*/ 1234247 h 12131849"/>
                  <a:gd name="T82" fmla="*/ 565838 w 12129383"/>
                  <a:gd name="T83" fmla="*/ 1210851 h 12131849"/>
                  <a:gd name="T84" fmla="*/ 565838 w 12129383"/>
                  <a:gd name="T85" fmla="*/ 741829 h 12131849"/>
                  <a:gd name="T86" fmla="*/ 1210298 w 12129383"/>
                  <a:gd name="T87" fmla="*/ 97342 h 12131849"/>
                  <a:gd name="T88" fmla="*/ 1445077 w 12129383"/>
                  <a:gd name="T89" fmla="*/ 0 h 1213184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2129383" h="12131849">
                    <a:moveTo>
                      <a:pt x="8076308" y="3737406"/>
                    </a:moveTo>
                    <a:cubicBezTo>
                      <a:pt x="8102581" y="3763686"/>
                      <a:pt x="8132608" y="3786211"/>
                      <a:pt x="8155128" y="3816245"/>
                    </a:cubicBezTo>
                    <a:cubicBezTo>
                      <a:pt x="8155128" y="3816245"/>
                      <a:pt x="8155128" y="3816245"/>
                      <a:pt x="8316523" y="3973922"/>
                    </a:cubicBezTo>
                    <a:cubicBezTo>
                      <a:pt x="9187304" y="4844902"/>
                      <a:pt x="9187304" y="6260244"/>
                      <a:pt x="8316523" y="7131224"/>
                    </a:cubicBezTo>
                    <a:cubicBezTo>
                      <a:pt x="8316523" y="7131224"/>
                      <a:pt x="8316523" y="7131224"/>
                      <a:pt x="3970124" y="11478614"/>
                    </a:cubicBezTo>
                    <a:cubicBezTo>
                      <a:pt x="3099343" y="12349594"/>
                      <a:pt x="1684323" y="12349594"/>
                      <a:pt x="813542" y="11478614"/>
                    </a:cubicBezTo>
                    <a:cubicBezTo>
                      <a:pt x="813542" y="11478614"/>
                      <a:pt x="813542" y="11478614"/>
                      <a:pt x="655901" y="11320937"/>
                    </a:cubicBezTo>
                    <a:cubicBezTo>
                      <a:pt x="-218634" y="10446203"/>
                      <a:pt x="-218634" y="9030860"/>
                      <a:pt x="655901" y="8159881"/>
                    </a:cubicBezTo>
                    <a:cubicBezTo>
                      <a:pt x="655901" y="8159881"/>
                      <a:pt x="655901" y="8159881"/>
                      <a:pt x="2558858" y="6256490"/>
                    </a:cubicBezTo>
                    <a:cubicBezTo>
                      <a:pt x="2521324" y="6868428"/>
                      <a:pt x="2731513" y="7502892"/>
                      <a:pt x="3185670" y="7998450"/>
                    </a:cubicBezTo>
                    <a:cubicBezTo>
                      <a:pt x="3185670" y="7998450"/>
                      <a:pt x="3185670" y="7998450"/>
                      <a:pt x="1838211" y="9346216"/>
                    </a:cubicBezTo>
                    <a:cubicBezTo>
                      <a:pt x="1620516" y="9563960"/>
                      <a:pt x="1620516" y="9916858"/>
                      <a:pt x="1838211" y="10134602"/>
                    </a:cubicBezTo>
                    <a:cubicBezTo>
                      <a:pt x="1838211" y="10134602"/>
                      <a:pt x="1838211" y="10134602"/>
                      <a:pt x="1999606" y="10292280"/>
                    </a:cubicBezTo>
                    <a:cubicBezTo>
                      <a:pt x="2213548" y="10510024"/>
                      <a:pt x="2570118" y="10510024"/>
                      <a:pt x="2787813" y="10292280"/>
                    </a:cubicBezTo>
                    <a:cubicBezTo>
                      <a:pt x="2787813" y="10292280"/>
                      <a:pt x="2787813" y="10292280"/>
                      <a:pt x="4416775" y="8662947"/>
                    </a:cubicBezTo>
                    <a:cubicBezTo>
                      <a:pt x="4416775" y="8662947"/>
                      <a:pt x="4416775" y="8662947"/>
                      <a:pt x="5944395" y="7131224"/>
                    </a:cubicBezTo>
                    <a:cubicBezTo>
                      <a:pt x="5944395" y="7131224"/>
                      <a:pt x="5944395" y="7131224"/>
                      <a:pt x="6657535" y="6421676"/>
                    </a:cubicBezTo>
                    <a:cubicBezTo>
                      <a:pt x="6657535" y="6421676"/>
                      <a:pt x="6657535" y="6421676"/>
                      <a:pt x="7130459" y="5948644"/>
                    </a:cubicBezTo>
                    <a:cubicBezTo>
                      <a:pt x="7348154" y="5730899"/>
                      <a:pt x="7348154" y="5374248"/>
                      <a:pt x="7130459" y="5156503"/>
                    </a:cubicBezTo>
                    <a:cubicBezTo>
                      <a:pt x="7130459" y="5156503"/>
                      <a:pt x="7130459" y="5156503"/>
                      <a:pt x="6972818" y="4998825"/>
                    </a:cubicBezTo>
                    <a:cubicBezTo>
                      <a:pt x="6946544" y="4972546"/>
                      <a:pt x="6916517" y="4950020"/>
                      <a:pt x="6886490" y="4927495"/>
                    </a:cubicBezTo>
                    <a:cubicBezTo>
                      <a:pt x="6886490" y="4927495"/>
                      <a:pt x="6886490" y="4927495"/>
                      <a:pt x="8076308" y="3737406"/>
                    </a:cubicBezTo>
                    <a:close/>
                    <a:moveTo>
                      <a:pt x="9737550" y="0"/>
                    </a:moveTo>
                    <a:cubicBezTo>
                      <a:pt x="10309939" y="0"/>
                      <a:pt x="10882327" y="218643"/>
                      <a:pt x="11319594" y="655929"/>
                    </a:cubicBezTo>
                    <a:cubicBezTo>
                      <a:pt x="11319594" y="655929"/>
                      <a:pt x="11319594" y="655929"/>
                      <a:pt x="11473482" y="813577"/>
                    </a:cubicBezTo>
                    <a:cubicBezTo>
                      <a:pt x="12348017" y="1684397"/>
                      <a:pt x="12348017" y="3099478"/>
                      <a:pt x="11473482" y="3974050"/>
                    </a:cubicBezTo>
                    <a:cubicBezTo>
                      <a:pt x="11473482" y="3974050"/>
                      <a:pt x="11473482" y="3974050"/>
                      <a:pt x="9551759" y="5895858"/>
                    </a:cubicBezTo>
                    <a:cubicBezTo>
                      <a:pt x="9641840" y="5265265"/>
                      <a:pt x="9461678" y="4593383"/>
                      <a:pt x="9018781" y="4060382"/>
                    </a:cubicBezTo>
                    <a:cubicBezTo>
                      <a:pt x="9018781" y="4060382"/>
                      <a:pt x="9018781" y="4060382"/>
                      <a:pt x="10291172" y="2787935"/>
                    </a:cubicBezTo>
                    <a:cubicBezTo>
                      <a:pt x="10508867" y="2570230"/>
                      <a:pt x="10508867" y="2217398"/>
                      <a:pt x="10291172" y="1999693"/>
                    </a:cubicBezTo>
                    <a:cubicBezTo>
                      <a:pt x="10291172" y="1999693"/>
                      <a:pt x="10291172" y="1999693"/>
                      <a:pt x="10133530" y="1842045"/>
                    </a:cubicBezTo>
                    <a:cubicBezTo>
                      <a:pt x="9915835" y="1624340"/>
                      <a:pt x="9559265" y="1624340"/>
                      <a:pt x="9341570" y="1842045"/>
                    </a:cubicBezTo>
                    <a:cubicBezTo>
                      <a:pt x="9341570" y="1842045"/>
                      <a:pt x="9341570" y="1842045"/>
                      <a:pt x="7712609" y="3471077"/>
                    </a:cubicBezTo>
                    <a:cubicBezTo>
                      <a:pt x="7712609" y="3471077"/>
                      <a:pt x="7712609" y="3471077"/>
                      <a:pt x="6184988" y="4998764"/>
                    </a:cubicBezTo>
                    <a:cubicBezTo>
                      <a:pt x="6184988" y="4998764"/>
                      <a:pt x="6184988" y="4998764"/>
                      <a:pt x="5156566" y="6027232"/>
                    </a:cubicBezTo>
                    <a:cubicBezTo>
                      <a:pt x="5156566" y="6027232"/>
                      <a:pt x="5156566" y="6027232"/>
                      <a:pt x="4998924" y="6184880"/>
                    </a:cubicBezTo>
                    <a:cubicBezTo>
                      <a:pt x="4781229" y="6402585"/>
                      <a:pt x="4781229" y="6755417"/>
                      <a:pt x="4998924" y="6973122"/>
                    </a:cubicBezTo>
                    <a:cubicBezTo>
                      <a:pt x="4998924" y="6973122"/>
                      <a:pt x="4998924" y="6973122"/>
                      <a:pt x="5156566" y="7130770"/>
                    </a:cubicBezTo>
                    <a:cubicBezTo>
                      <a:pt x="5182839" y="7160798"/>
                      <a:pt x="5212866" y="7183319"/>
                      <a:pt x="5242893" y="7202087"/>
                    </a:cubicBezTo>
                    <a:cubicBezTo>
                      <a:pt x="5242893" y="7202087"/>
                      <a:pt x="5242893" y="7202087"/>
                      <a:pt x="4053076" y="8391956"/>
                    </a:cubicBezTo>
                    <a:cubicBezTo>
                      <a:pt x="4026802" y="8369435"/>
                      <a:pt x="3996775" y="8343160"/>
                      <a:pt x="3970502" y="8316885"/>
                    </a:cubicBezTo>
                    <a:cubicBezTo>
                      <a:pt x="3970502" y="8316885"/>
                      <a:pt x="3970502" y="8316885"/>
                      <a:pt x="3812861" y="8159237"/>
                    </a:cubicBezTo>
                    <a:cubicBezTo>
                      <a:pt x="2942079" y="7284665"/>
                      <a:pt x="2942079" y="5873337"/>
                      <a:pt x="3812861" y="4998764"/>
                    </a:cubicBezTo>
                    <a:cubicBezTo>
                      <a:pt x="3812861" y="4998764"/>
                      <a:pt x="3812861" y="4998764"/>
                      <a:pt x="8155506" y="655929"/>
                    </a:cubicBezTo>
                    <a:cubicBezTo>
                      <a:pt x="8592773" y="218643"/>
                      <a:pt x="9165162" y="0"/>
                      <a:pt x="973755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prstClr val="black"/>
                  </a:solidFill>
                  <a:effectLst/>
                  <a:uLnTx/>
                  <a:uFillTx/>
                  <a:latin typeface="+mn-lt"/>
                  <a:ea typeface="+mn-ea"/>
                  <a:cs typeface="+mn-ea"/>
                  <a:sym typeface="+mn-lt"/>
                </a:endParaRPr>
              </a:p>
            </p:txBody>
          </p:sp>
          <p:sp>
            <p:nvSpPr>
              <p:cNvPr id="47" name="Title 11"/>
              <p:cNvSpPr txBox="1"/>
              <p:nvPr/>
            </p:nvSpPr>
            <p:spPr>
              <a:xfrm>
                <a:off x="4734893" y="4863468"/>
                <a:ext cx="937267" cy="523220"/>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标题</a:t>
                </a:r>
                <a:endParaRPr kumimoji="0" lang="en-US" altLang="zh-CN" sz="1400" b="0" i="0" u="none" strike="noStrike" kern="1200" cap="none" spc="0" normalizeH="0" baseline="0" noProof="0" dirty="0">
                  <a:ln>
                    <a:noFill/>
                  </a:ln>
                  <a:solidFill>
                    <a:prstClr val="white"/>
                  </a:solidFill>
                  <a:effectLst/>
                  <a:uLnTx/>
                  <a:uFillTx/>
                  <a:latin typeface="+mn-lt"/>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mn-lt"/>
                    <a:cs typeface="+mn-ea"/>
                    <a:sym typeface="+mn-lt"/>
                  </a:rPr>
                  <a:t>文字添加</a:t>
                </a:r>
                <a:endParaRPr kumimoji="0" lang="en-US" sz="1400" b="0" i="0" u="none" strike="noStrike" kern="1200" cap="none" spc="0" normalizeH="0" baseline="0" noProof="0" dirty="0">
                  <a:ln>
                    <a:noFill/>
                  </a:ln>
                  <a:solidFill>
                    <a:prstClr val="white"/>
                  </a:solidFill>
                  <a:effectLst/>
                  <a:uLnTx/>
                  <a:uFillTx/>
                  <a:latin typeface="+mn-lt"/>
                  <a:cs typeface="+mn-ea"/>
                  <a:sym typeface="+mn-lt"/>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anim calcmode="lin" valueType="num">
                                      <p:cBhvr>
                                        <p:cTn id="8" dur="500" fill="hold"/>
                                        <p:tgtEl>
                                          <p:spTgt spid="9"/>
                                        </p:tgtEl>
                                        <p:attrNameLst>
                                          <p:attrName>ppt_x</p:attrName>
                                        </p:attrNameLst>
                                      </p:cBhvr>
                                      <p:tavLst>
                                        <p:tav tm="0">
                                          <p:val>
                                            <p:strVal val="#ppt_x"/>
                                          </p:val>
                                        </p:tav>
                                        <p:tav tm="100000">
                                          <p:val>
                                            <p:strVal val="#ppt_x"/>
                                          </p:val>
                                        </p:tav>
                                      </p:tavLst>
                                    </p:anim>
                                    <p:anim calcmode="lin" valueType="num">
                                      <p:cBhvr>
                                        <p:cTn id="9" dur="5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anim calcmode="lin" valueType="num">
                                      <p:cBhvr>
                                        <p:cTn id="14" dur="500" fill="hold"/>
                                        <p:tgtEl>
                                          <p:spTgt spid="42"/>
                                        </p:tgtEl>
                                        <p:attrNameLst>
                                          <p:attrName>ppt_x</p:attrName>
                                        </p:attrNameLst>
                                      </p:cBhvr>
                                      <p:tavLst>
                                        <p:tav tm="0">
                                          <p:val>
                                            <p:strVal val="#ppt_x"/>
                                          </p:val>
                                        </p:tav>
                                        <p:tav tm="100000">
                                          <p:val>
                                            <p:strVal val="#ppt_x"/>
                                          </p:val>
                                        </p:tav>
                                      </p:tavLst>
                                    </p:anim>
                                    <p:anim calcmode="lin" valueType="num">
                                      <p:cBhvr>
                                        <p:cTn id="15" dur="500" fill="hold"/>
                                        <p:tgtEl>
                                          <p:spTgt spid="42"/>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p:cTn id="20" dur="500" fill="hold"/>
                                        <p:tgtEl>
                                          <p:spTgt spid="20"/>
                                        </p:tgtEl>
                                        <p:attrNameLst>
                                          <p:attrName>ppt_x</p:attrName>
                                        </p:attrNameLst>
                                      </p:cBhvr>
                                      <p:tavLst>
                                        <p:tav tm="0">
                                          <p:val>
                                            <p:strVal val="#ppt_x"/>
                                          </p:val>
                                        </p:tav>
                                        <p:tav tm="100000">
                                          <p:val>
                                            <p:strVal val="#ppt_x"/>
                                          </p:val>
                                        </p:tav>
                                      </p:tavLst>
                                    </p:anim>
                                    <p:anim calcmode="lin" valueType="num">
                                      <p:cBhvr>
                                        <p:cTn id="21" dur="50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p:cTn id="26" dur="500" fill="hold"/>
                                        <p:tgtEl>
                                          <p:spTgt spid="31"/>
                                        </p:tgtEl>
                                        <p:attrNameLst>
                                          <p:attrName>ppt_x</p:attrName>
                                        </p:attrNameLst>
                                      </p:cBhvr>
                                      <p:tavLst>
                                        <p:tav tm="0">
                                          <p:val>
                                            <p:strVal val="#ppt_x"/>
                                          </p:val>
                                        </p:tav>
                                        <p:tav tm="100000">
                                          <p:val>
                                            <p:strVal val="#ppt_x"/>
                                          </p:val>
                                        </p:tav>
                                      </p:tavLst>
                                    </p:anim>
                                    <p:anim calcmode="lin" valueType="num">
                                      <p:cBhvr>
                                        <p:cTn id="27" dur="5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hidden="1"/>
          <p:cNvSpPr txBox="1"/>
          <p:nvPr/>
        </p:nvSpPr>
        <p:spPr>
          <a:xfrm>
            <a:off x="0" y="149731"/>
            <a:ext cx="20955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noFill/>
                <a:effectLst/>
                <a:uLnTx/>
                <a:uFillTx/>
                <a:cs typeface="+mn-ea"/>
                <a:sym typeface="+mn-lt"/>
              </a:rPr>
              <a:t>BY YUSHEN</a:t>
            </a:r>
            <a:endParaRPr kumimoji="0" lang="zh-CN" altLang="en-US" sz="1800" b="0" i="0" u="none" strike="noStrike" kern="1200" cap="none" spc="0" normalizeH="0" baseline="0" noProof="0" dirty="0">
              <a:ln>
                <a:noFill/>
              </a:ln>
              <a:noFill/>
              <a:effectLst/>
              <a:uLnTx/>
              <a:uFillTx/>
              <a:cs typeface="+mn-ea"/>
              <a:sym typeface="+mn-lt"/>
            </a:endParaRPr>
          </a:p>
        </p:txBody>
      </p:sp>
      <p:grpSp>
        <p:nvGrpSpPr>
          <p:cNvPr id="3" name="组合 2"/>
          <p:cNvGrpSpPr/>
          <p:nvPr/>
        </p:nvGrpSpPr>
        <p:grpSpPr>
          <a:xfrm>
            <a:off x="339551" y="248225"/>
            <a:ext cx="2386460" cy="460375"/>
            <a:chOff x="7098013" y="5081584"/>
            <a:chExt cx="2386460" cy="460375"/>
          </a:xfrm>
        </p:grpSpPr>
        <p:sp>
          <p:nvSpPr>
            <p:cNvPr id="5"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6"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7"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grpSp>
        <p:nvGrpSpPr>
          <p:cNvPr id="9" name="组合 8"/>
          <p:cNvGrpSpPr/>
          <p:nvPr/>
        </p:nvGrpSpPr>
        <p:grpSpPr>
          <a:xfrm>
            <a:off x="7116314" y="2334105"/>
            <a:ext cx="4557249" cy="2157675"/>
            <a:chOff x="7116314" y="2334105"/>
            <a:chExt cx="4557249" cy="2157675"/>
          </a:xfrm>
        </p:grpSpPr>
        <p:cxnSp>
          <p:nvCxnSpPr>
            <p:cNvPr id="10" name="直线连接符 107"/>
            <p:cNvCxnSpPr/>
            <p:nvPr/>
          </p:nvCxnSpPr>
          <p:spPr>
            <a:xfrm>
              <a:off x="8855313" y="2950305"/>
              <a:ext cx="691117" cy="928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1" name="直线连接符 80"/>
            <p:cNvCxnSpPr/>
            <p:nvPr/>
          </p:nvCxnSpPr>
          <p:spPr>
            <a:xfrm flipH="1">
              <a:off x="8843832" y="4277241"/>
              <a:ext cx="1054627"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2" name="直线连接符 80"/>
            <p:cNvCxnSpPr/>
            <p:nvPr/>
          </p:nvCxnSpPr>
          <p:spPr>
            <a:xfrm flipH="1">
              <a:off x="9540361" y="3484818"/>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3" name="直线连接符 80"/>
            <p:cNvCxnSpPr/>
            <p:nvPr/>
          </p:nvCxnSpPr>
          <p:spPr>
            <a:xfrm flipH="1">
              <a:off x="9540361" y="2465595"/>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4" name="矩形 13"/>
            <p:cNvSpPr/>
            <p:nvPr/>
          </p:nvSpPr>
          <p:spPr>
            <a:xfrm>
              <a:off x="7116314" y="4122909"/>
              <a:ext cx="1738998" cy="339071"/>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15" name="矩形 14"/>
            <p:cNvSpPr/>
            <p:nvPr/>
          </p:nvSpPr>
          <p:spPr>
            <a:xfrm>
              <a:off x="7116314" y="2783134"/>
              <a:ext cx="1738998" cy="33907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16" name="矩形 15"/>
            <p:cNvSpPr/>
            <p:nvPr/>
          </p:nvSpPr>
          <p:spPr>
            <a:xfrm>
              <a:off x="9827966" y="2334105"/>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17" name="矩形 16"/>
            <p:cNvSpPr/>
            <p:nvPr/>
          </p:nvSpPr>
          <p:spPr>
            <a:xfrm>
              <a:off x="9827966" y="4093110"/>
              <a:ext cx="1845597" cy="398670"/>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18" name="矩形 17"/>
            <p:cNvSpPr/>
            <p:nvPr/>
          </p:nvSpPr>
          <p:spPr>
            <a:xfrm>
              <a:off x="9827966" y="3345273"/>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cxnSp>
          <p:nvCxnSpPr>
            <p:cNvPr id="19" name="直线连接符 105"/>
            <p:cNvCxnSpPr/>
            <p:nvPr/>
          </p:nvCxnSpPr>
          <p:spPr>
            <a:xfrm flipV="1">
              <a:off x="9540361" y="2465595"/>
              <a:ext cx="0" cy="101845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20" name="组合 19"/>
          <p:cNvGrpSpPr/>
          <p:nvPr/>
        </p:nvGrpSpPr>
        <p:grpSpPr>
          <a:xfrm>
            <a:off x="518438" y="2334105"/>
            <a:ext cx="4557249" cy="2157675"/>
            <a:chOff x="518438" y="2334105"/>
            <a:chExt cx="4557249" cy="2157675"/>
          </a:xfrm>
        </p:grpSpPr>
        <p:cxnSp>
          <p:nvCxnSpPr>
            <p:cNvPr id="21" name="直线连接符 107"/>
            <p:cNvCxnSpPr/>
            <p:nvPr/>
          </p:nvCxnSpPr>
          <p:spPr>
            <a:xfrm flipH="1">
              <a:off x="2645571" y="2950305"/>
              <a:ext cx="691117" cy="928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2" name="直线连接符 80"/>
            <p:cNvCxnSpPr/>
            <p:nvPr/>
          </p:nvCxnSpPr>
          <p:spPr>
            <a:xfrm>
              <a:off x="2293543" y="4277241"/>
              <a:ext cx="1054627"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3" name="直线连接符 80"/>
            <p:cNvCxnSpPr/>
            <p:nvPr/>
          </p:nvCxnSpPr>
          <p:spPr>
            <a:xfrm>
              <a:off x="2344040" y="3484818"/>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24" name="直线连接符 80"/>
            <p:cNvCxnSpPr/>
            <p:nvPr/>
          </p:nvCxnSpPr>
          <p:spPr>
            <a:xfrm>
              <a:off x="2344040" y="2465595"/>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25" name="矩形 24"/>
            <p:cNvSpPr/>
            <p:nvPr/>
          </p:nvSpPr>
          <p:spPr>
            <a:xfrm flipH="1">
              <a:off x="3336689" y="4122909"/>
              <a:ext cx="1738998" cy="339071"/>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26" name="矩形 25"/>
            <p:cNvSpPr/>
            <p:nvPr/>
          </p:nvSpPr>
          <p:spPr>
            <a:xfrm flipH="1">
              <a:off x="3336689" y="2783134"/>
              <a:ext cx="1738998" cy="339071"/>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27" name="矩形 26"/>
            <p:cNvSpPr/>
            <p:nvPr/>
          </p:nvSpPr>
          <p:spPr>
            <a:xfrm flipH="1">
              <a:off x="518438" y="2334105"/>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28" name="矩形 27"/>
            <p:cNvSpPr/>
            <p:nvPr/>
          </p:nvSpPr>
          <p:spPr>
            <a:xfrm flipH="1">
              <a:off x="518438" y="4093110"/>
              <a:ext cx="1845597" cy="398670"/>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sp>
          <p:nvSpPr>
            <p:cNvPr id="29" name="矩形 28"/>
            <p:cNvSpPr/>
            <p:nvPr/>
          </p:nvSpPr>
          <p:spPr>
            <a:xfrm flipH="1">
              <a:off x="518438" y="3345273"/>
              <a:ext cx="1845597" cy="39867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cxnSp>
          <p:nvCxnSpPr>
            <p:cNvPr id="30" name="直线连接符 105"/>
            <p:cNvCxnSpPr/>
            <p:nvPr/>
          </p:nvCxnSpPr>
          <p:spPr>
            <a:xfrm flipH="1" flipV="1">
              <a:off x="2651640" y="2465595"/>
              <a:ext cx="0" cy="101845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31" name="组合 30"/>
          <p:cNvGrpSpPr/>
          <p:nvPr/>
        </p:nvGrpSpPr>
        <p:grpSpPr>
          <a:xfrm>
            <a:off x="5067221" y="1003300"/>
            <a:ext cx="2057559" cy="3261413"/>
            <a:chOff x="5067221" y="1003300"/>
            <a:chExt cx="2057559" cy="3261413"/>
          </a:xfrm>
        </p:grpSpPr>
        <p:cxnSp>
          <p:nvCxnSpPr>
            <p:cNvPr id="32" name="直线连接符 66"/>
            <p:cNvCxnSpPr/>
            <p:nvPr/>
          </p:nvCxnSpPr>
          <p:spPr>
            <a:xfrm flipH="1">
              <a:off x="6096000" y="2425324"/>
              <a:ext cx="1" cy="1249427"/>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33" name="椭圆 32"/>
            <p:cNvSpPr/>
            <p:nvPr/>
          </p:nvSpPr>
          <p:spPr>
            <a:xfrm>
              <a:off x="5391387" y="1003300"/>
              <a:ext cx="1443212" cy="1443212"/>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cs typeface="+mn-ea"/>
                  <a:sym typeface="+mn-lt"/>
                </a:rPr>
                <a:t>标题文字添加 </a:t>
              </a:r>
            </a:p>
          </p:txBody>
        </p:sp>
        <p:cxnSp>
          <p:nvCxnSpPr>
            <p:cNvPr id="34" name="直线连接符 64"/>
            <p:cNvCxnSpPr/>
            <p:nvPr/>
          </p:nvCxnSpPr>
          <p:spPr>
            <a:xfrm flipV="1">
              <a:off x="6804877" y="2934815"/>
              <a:ext cx="0" cy="132989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5" name="直线连接符 80"/>
            <p:cNvCxnSpPr/>
            <p:nvPr/>
          </p:nvCxnSpPr>
          <p:spPr>
            <a:xfrm flipH="1">
              <a:off x="6808714" y="4264713"/>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6" name="直线连接符 63"/>
            <p:cNvCxnSpPr/>
            <p:nvPr/>
          </p:nvCxnSpPr>
          <p:spPr>
            <a:xfrm>
              <a:off x="6800614" y="2937605"/>
              <a:ext cx="324166" cy="2365"/>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7" name="直线连接符 64"/>
            <p:cNvCxnSpPr/>
            <p:nvPr/>
          </p:nvCxnSpPr>
          <p:spPr>
            <a:xfrm flipH="1" flipV="1">
              <a:off x="5387124" y="2934815"/>
              <a:ext cx="0" cy="1329898"/>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8" name="直线连接符 80"/>
            <p:cNvCxnSpPr/>
            <p:nvPr/>
          </p:nvCxnSpPr>
          <p:spPr>
            <a:xfrm>
              <a:off x="5075687" y="4264713"/>
              <a:ext cx="307600" cy="0"/>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39" name="直线连接符 63"/>
            <p:cNvCxnSpPr/>
            <p:nvPr/>
          </p:nvCxnSpPr>
          <p:spPr>
            <a:xfrm flipH="1">
              <a:off x="5067221" y="2937605"/>
              <a:ext cx="324166" cy="2365"/>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40" name="直线连接符 66"/>
            <p:cNvCxnSpPr/>
            <p:nvPr/>
          </p:nvCxnSpPr>
          <p:spPr>
            <a:xfrm flipV="1">
              <a:off x="5374395" y="3674751"/>
              <a:ext cx="1443211" cy="1"/>
            </a:xfrm>
            <a:prstGeom prst="line">
              <a:avLst/>
            </a:prstGeom>
            <a:ln>
              <a:solidFill>
                <a:schemeClr val="tx2"/>
              </a:solidFill>
            </a:ln>
            <a:effectLst/>
          </p:spPr>
          <p:style>
            <a:lnRef idx="2">
              <a:schemeClr val="accent1"/>
            </a:lnRef>
            <a:fillRef idx="0">
              <a:schemeClr val="accent1"/>
            </a:fillRef>
            <a:effectRef idx="1">
              <a:schemeClr val="accent1"/>
            </a:effectRef>
            <a:fontRef idx="minor">
              <a:schemeClr val="tx1"/>
            </a:fontRef>
          </p:style>
        </p:cxnSp>
      </p:grpSp>
      <p:grpSp>
        <p:nvGrpSpPr>
          <p:cNvPr id="41" name="组合 40"/>
          <p:cNvGrpSpPr/>
          <p:nvPr/>
        </p:nvGrpSpPr>
        <p:grpSpPr>
          <a:xfrm>
            <a:off x="8051070" y="4878360"/>
            <a:ext cx="2699694" cy="1193782"/>
            <a:chOff x="8567123" y="4066179"/>
            <a:chExt cx="2699694" cy="1193782"/>
          </a:xfrm>
        </p:grpSpPr>
        <p:sp>
          <p:nvSpPr>
            <p:cNvPr id="42" name="Rectangle 16"/>
            <p:cNvSpPr/>
            <p:nvPr/>
          </p:nvSpPr>
          <p:spPr>
            <a:xfrm>
              <a:off x="8567123" y="4440506"/>
              <a:ext cx="2699694" cy="81945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3" name="Title 11"/>
            <p:cNvSpPr txBox="1"/>
            <p:nvPr/>
          </p:nvSpPr>
          <p:spPr>
            <a:xfrm>
              <a:off x="8567123" y="4066179"/>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grpSp>
        <p:nvGrpSpPr>
          <p:cNvPr id="44" name="组合 43"/>
          <p:cNvGrpSpPr/>
          <p:nvPr/>
        </p:nvGrpSpPr>
        <p:grpSpPr>
          <a:xfrm>
            <a:off x="1985108" y="4878360"/>
            <a:ext cx="2699694" cy="1193782"/>
            <a:chOff x="8567123" y="4066179"/>
            <a:chExt cx="2699694" cy="1193782"/>
          </a:xfrm>
        </p:grpSpPr>
        <p:sp>
          <p:nvSpPr>
            <p:cNvPr id="45" name="Rectangle 16"/>
            <p:cNvSpPr/>
            <p:nvPr/>
          </p:nvSpPr>
          <p:spPr>
            <a:xfrm>
              <a:off x="8567123" y="4440506"/>
              <a:ext cx="2699694" cy="81945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
                  <a:srgbClr val="E24848"/>
                </a:buClr>
                <a:buSzTx/>
                <a:buFontTx/>
                <a:buNone/>
                <a:defRPr/>
              </a:pPr>
              <a:r>
                <a:rPr kumimoji="0" lang="zh-CN" altLang="en-US" sz="1050" b="0" i="0" u="none" strike="noStrike" kern="1200" cap="none" spc="0" normalizeH="0" baseline="0" noProof="1">
                  <a:ln>
                    <a:noFill/>
                  </a:ln>
                  <a:solidFill>
                    <a:prstClr val="black">
                      <a:lumMod val="75000"/>
                      <a:lumOff val="25000"/>
                    </a:prstClr>
                  </a:solidFill>
                  <a:effectLst/>
                  <a:uLnTx/>
                  <a:uFillTx/>
                  <a:cs typeface="+mn-ea"/>
                  <a:sym typeface="+mn-lt"/>
                </a:rPr>
                <a:t>单击此处键入文本单击此处键入文本单击此处键入文本单击此处键入文本单击此处键入文本单击此处键入</a:t>
              </a:r>
              <a:endParaRPr kumimoji="0" lang="en-US" altLang="zh-CN" sz="1050" b="0" i="0" u="none" strike="noStrike" kern="1200" cap="none" spc="0" normalizeH="0" baseline="0" noProof="1">
                <a:ln>
                  <a:noFill/>
                </a:ln>
                <a:solidFill>
                  <a:prstClr val="black">
                    <a:lumMod val="75000"/>
                    <a:lumOff val="25000"/>
                  </a:prstClr>
                </a:solidFill>
                <a:effectLst/>
                <a:uLnTx/>
                <a:uFillTx/>
                <a:cs typeface="+mn-ea"/>
                <a:sym typeface="+mn-lt"/>
              </a:endParaRPr>
            </a:p>
          </p:txBody>
        </p:sp>
        <p:sp>
          <p:nvSpPr>
            <p:cNvPr id="46" name="Title 11"/>
            <p:cNvSpPr txBox="1"/>
            <p:nvPr/>
          </p:nvSpPr>
          <p:spPr>
            <a:xfrm>
              <a:off x="8567123" y="4066179"/>
              <a:ext cx="1946587" cy="400111"/>
            </a:xfrm>
            <a:prstGeom prst="rect">
              <a:avLst/>
            </a:prstGeom>
            <a:noFill/>
          </p:spPr>
          <p:txBody>
            <a:bodyPr wrap="square" rtlCol="0">
              <a:spAutoFit/>
            </a:bodyPr>
            <a:lstStyle>
              <a:defPPr>
                <a:defRPr lang="zh-CN"/>
              </a:defPPr>
              <a:lvl1pPr>
                <a:defRPr sz="5400">
                  <a:gradFill>
                    <a:gsLst>
                      <a:gs pos="11000">
                        <a:srgbClr val="2F88E5">
                          <a:alpha val="90000"/>
                        </a:srgbClr>
                      </a:gs>
                      <a:gs pos="100000">
                        <a:srgbClr val="1BCAB5">
                          <a:alpha val="90000"/>
                        </a:srgbClr>
                      </a:gs>
                    </a:gsLst>
                    <a:lin ang="16200000" scaled="1"/>
                  </a:gradFill>
                  <a:latin typeface="Agency FB" panose="020B0503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rPr>
                <a:t>标题文字添加</a:t>
              </a:r>
              <a:endParaRPr kumimoji="0" lang="en-US" sz="2000" b="0" i="0" u="none" strike="noStrike" kern="1200" cap="none" spc="0" normalizeH="0" baseline="0" noProof="0" dirty="0">
                <a:ln>
                  <a:noFill/>
                </a:ln>
                <a:solidFill>
                  <a:prstClr val="black">
                    <a:lumMod val="75000"/>
                    <a:lumOff val="25000"/>
                  </a:prstClr>
                </a:solidFill>
                <a:effectLst/>
                <a:uLnTx/>
                <a:uFillTx/>
                <a:latin typeface="+mn-lt"/>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anim calcmode="lin" valueType="num">
                                      <p:cBhvr>
                                        <p:cTn id="14" dur="500" fill="hold"/>
                                        <p:tgtEl>
                                          <p:spTgt spid="20"/>
                                        </p:tgtEl>
                                        <p:attrNameLst>
                                          <p:attrName>ppt_x</p:attrName>
                                        </p:attrNameLst>
                                      </p:cBhvr>
                                      <p:tavLst>
                                        <p:tav tm="0">
                                          <p:val>
                                            <p:strVal val="#ppt_x"/>
                                          </p:val>
                                        </p:tav>
                                        <p:tav tm="100000">
                                          <p:val>
                                            <p:strVal val="#ppt_x"/>
                                          </p:val>
                                        </p:tav>
                                      </p:tavLst>
                                    </p:anim>
                                    <p:anim calcmode="lin" valueType="num">
                                      <p:cBhvr>
                                        <p:cTn id="15" dur="5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anim calcmode="lin" valueType="num">
                                      <p:cBhvr>
                                        <p:cTn id="20" dur="500" fill="hold"/>
                                        <p:tgtEl>
                                          <p:spTgt spid="9"/>
                                        </p:tgtEl>
                                        <p:attrNameLst>
                                          <p:attrName>ppt_x</p:attrName>
                                        </p:attrNameLst>
                                      </p:cBhvr>
                                      <p:tavLst>
                                        <p:tav tm="0">
                                          <p:val>
                                            <p:strVal val="#ppt_x"/>
                                          </p:val>
                                        </p:tav>
                                        <p:tav tm="100000">
                                          <p:val>
                                            <p:strVal val="#ppt_x"/>
                                          </p:val>
                                        </p:tav>
                                      </p:tavLst>
                                    </p:anim>
                                    <p:anim calcmode="lin" valueType="num">
                                      <p:cBhvr>
                                        <p:cTn id="21" dur="5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anim calcmode="lin" valueType="num">
                                      <p:cBhvr>
                                        <p:cTn id="26" dur="500" fill="hold"/>
                                        <p:tgtEl>
                                          <p:spTgt spid="44"/>
                                        </p:tgtEl>
                                        <p:attrNameLst>
                                          <p:attrName>ppt_x</p:attrName>
                                        </p:attrNameLst>
                                      </p:cBhvr>
                                      <p:tavLst>
                                        <p:tav tm="0">
                                          <p:val>
                                            <p:strVal val="#ppt_x"/>
                                          </p:val>
                                        </p:tav>
                                        <p:tav tm="100000">
                                          <p:val>
                                            <p:strVal val="#ppt_x"/>
                                          </p:val>
                                        </p:tav>
                                      </p:tavLst>
                                    </p:anim>
                                    <p:anim calcmode="lin" valueType="num">
                                      <p:cBhvr>
                                        <p:cTn id="27" dur="500" fill="hold"/>
                                        <p:tgtEl>
                                          <p:spTgt spid="44"/>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anim calcmode="lin" valueType="num">
                                      <p:cBhvr>
                                        <p:cTn id="32" dur="500" fill="hold"/>
                                        <p:tgtEl>
                                          <p:spTgt spid="41"/>
                                        </p:tgtEl>
                                        <p:attrNameLst>
                                          <p:attrName>ppt_x</p:attrName>
                                        </p:attrNameLst>
                                      </p:cBhvr>
                                      <p:tavLst>
                                        <p:tav tm="0">
                                          <p:val>
                                            <p:strVal val="#ppt_x"/>
                                          </p:val>
                                        </p:tav>
                                        <p:tav tm="100000">
                                          <p:val>
                                            <p:strVal val="#ppt_x"/>
                                          </p:val>
                                        </p:tav>
                                      </p:tavLst>
                                    </p:anim>
                                    <p:anim calcmode="lin" valueType="num">
                                      <p:cBhvr>
                                        <p:cTn id="33"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1549009" y="5750346"/>
            <a:ext cx="8534400" cy="461665"/>
          </a:xfrm>
          <a:prstGeom prst="rect">
            <a:avLst/>
          </a:prstGeom>
          <a:noFill/>
        </p:spPr>
        <p:txBody>
          <a:bodyPr wrap="square" rtlCol="0">
            <a:spAutoFit/>
          </a:bodyPr>
          <a:lstStyle/>
          <a:p>
            <a:pPr algn="ctr" fontAlgn="base">
              <a:spcBef>
                <a:spcPct val="0"/>
              </a:spcBef>
              <a:spcAft>
                <a:spcPct val="0"/>
              </a:spcAft>
            </a:pPr>
            <a:r>
              <a:rPr lang="en-US" sz="1200" dirty="0">
                <a:solidFill>
                  <a:prstClr val="white">
                    <a:lumMod val="50000"/>
                  </a:prstClr>
                </a:solidFill>
                <a:cs typeface="+mn-ea"/>
                <a:sym typeface="+mn-lt"/>
              </a:rPr>
              <a:t>This is a sample letter that has been placed to demonstrate the typing format on the (Your Company). letterhead design. When positioned properly, it will serve to work in harmony with all of the other.</a:t>
            </a:r>
            <a:endParaRPr lang="en-US" sz="2400" dirty="0">
              <a:solidFill>
                <a:prstClr val="white">
                  <a:lumMod val="50000"/>
                </a:prstClr>
              </a:solidFill>
              <a:cs typeface="+mn-ea"/>
              <a:sym typeface="+mn-lt"/>
            </a:endParaRPr>
          </a:p>
        </p:txBody>
      </p:sp>
      <p:cxnSp>
        <p:nvCxnSpPr>
          <p:cNvPr id="23" name="Straight Connector 8"/>
          <p:cNvCxnSpPr/>
          <p:nvPr/>
        </p:nvCxnSpPr>
        <p:spPr>
          <a:xfrm>
            <a:off x="936501" y="3819945"/>
            <a:ext cx="9759416" cy="0"/>
          </a:xfrm>
          <a:prstGeom prst="line">
            <a:avLst/>
          </a:prstGeom>
          <a:noFill/>
          <a:ln w="9525" cap="flat" cmpd="sng" algn="ctr">
            <a:solidFill>
              <a:sysClr val="window" lastClr="FFFFFF">
                <a:lumMod val="85000"/>
              </a:sysClr>
            </a:solidFill>
            <a:prstDash val="solid"/>
            <a:headEnd type="triangle"/>
            <a:tailEnd type="triangle"/>
          </a:ln>
          <a:effectLst/>
        </p:spPr>
      </p:cxnSp>
      <p:sp>
        <p:nvSpPr>
          <p:cNvPr id="24" name="Oval 9"/>
          <p:cNvSpPr/>
          <p:nvPr/>
        </p:nvSpPr>
        <p:spPr>
          <a:xfrm>
            <a:off x="2125889"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5" name="Up Arrow Callout 10"/>
          <p:cNvSpPr/>
          <p:nvPr/>
        </p:nvSpPr>
        <p:spPr>
          <a:xfrm>
            <a:off x="1690429" y="4124745"/>
            <a:ext cx="1016000" cy="812800"/>
          </a:xfrm>
          <a:prstGeom prst="upArrowCallout">
            <a:avLst/>
          </a:prstGeom>
          <a:solidFill>
            <a:sysClr val="windowText" lastClr="000000">
              <a:lumMod val="65000"/>
              <a:lumOff val="35000"/>
            </a:sysClr>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6" name="Oval 12"/>
          <p:cNvSpPr/>
          <p:nvPr/>
        </p:nvSpPr>
        <p:spPr>
          <a:xfrm>
            <a:off x="9361448"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7" name="Up Arrow Callout 13"/>
          <p:cNvSpPr/>
          <p:nvPr/>
        </p:nvSpPr>
        <p:spPr>
          <a:xfrm flipV="1">
            <a:off x="8925988" y="2803945"/>
            <a:ext cx="1016000" cy="812800"/>
          </a:xfrm>
          <a:prstGeom prst="upArrowCallout">
            <a:avLst/>
          </a:prstGeom>
          <a:solidFill>
            <a:srgbClr val="780000"/>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8" name="Oval 15"/>
          <p:cNvSpPr/>
          <p:nvPr/>
        </p:nvSpPr>
        <p:spPr>
          <a:xfrm>
            <a:off x="6949596"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29" name="Up Arrow Callout 16"/>
          <p:cNvSpPr/>
          <p:nvPr/>
        </p:nvSpPr>
        <p:spPr>
          <a:xfrm>
            <a:off x="6514136" y="4124745"/>
            <a:ext cx="1016000" cy="812800"/>
          </a:xfrm>
          <a:prstGeom prst="upArrowCallout">
            <a:avLst/>
          </a:prstGeom>
          <a:solidFill>
            <a:srgbClr val="FF0000"/>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0" name="Oval 18"/>
          <p:cNvSpPr/>
          <p:nvPr/>
        </p:nvSpPr>
        <p:spPr>
          <a:xfrm>
            <a:off x="4537742" y="3747405"/>
            <a:ext cx="145080" cy="145080"/>
          </a:xfrm>
          <a:prstGeom prst="ellipse">
            <a:avLst/>
          </a:prstGeom>
          <a:solidFill>
            <a:sysClr val="window" lastClr="FFFFFF">
              <a:lumMod val="85000"/>
            </a:sysClr>
          </a:solidFill>
          <a:ln w="1905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1" name="Up Arrow Callout 19"/>
          <p:cNvSpPr/>
          <p:nvPr/>
        </p:nvSpPr>
        <p:spPr>
          <a:xfrm flipV="1">
            <a:off x="4102282" y="2803945"/>
            <a:ext cx="1016000" cy="812800"/>
          </a:xfrm>
          <a:prstGeom prst="upArrowCallout">
            <a:avLst/>
          </a:prstGeom>
          <a:solidFill>
            <a:sysClr val="windowText" lastClr="000000">
              <a:lumMod val="85000"/>
              <a:lumOff val="15000"/>
            </a:sysClr>
          </a:solidFill>
          <a:ln w="254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2" name="TextBox 31"/>
          <p:cNvSpPr txBox="1"/>
          <p:nvPr/>
        </p:nvSpPr>
        <p:spPr>
          <a:xfrm>
            <a:off x="1690429" y="44451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2015</a:t>
            </a:r>
          </a:p>
        </p:txBody>
      </p:sp>
      <p:sp>
        <p:nvSpPr>
          <p:cNvPr id="33" name="TextBox 32"/>
          <p:cNvSpPr txBox="1"/>
          <p:nvPr/>
        </p:nvSpPr>
        <p:spPr>
          <a:xfrm>
            <a:off x="6514136" y="44451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2020</a:t>
            </a:r>
          </a:p>
        </p:txBody>
      </p:sp>
      <p:sp>
        <p:nvSpPr>
          <p:cNvPr id="34" name="TextBox 33"/>
          <p:cNvSpPr txBox="1"/>
          <p:nvPr/>
        </p:nvSpPr>
        <p:spPr>
          <a:xfrm>
            <a:off x="4102282" y="28195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2016</a:t>
            </a:r>
          </a:p>
        </p:txBody>
      </p:sp>
      <p:sp>
        <p:nvSpPr>
          <p:cNvPr id="35" name="TextBox 34"/>
          <p:cNvSpPr txBox="1"/>
          <p:nvPr/>
        </p:nvSpPr>
        <p:spPr>
          <a:xfrm>
            <a:off x="8925989" y="2819503"/>
            <a:ext cx="1016000" cy="461665"/>
          </a:xfrm>
          <a:prstGeom prst="rect">
            <a:avLst/>
          </a:prstGeom>
          <a:noFill/>
        </p:spPr>
        <p:txBody>
          <a:bodyPr wrap="square" rtlCol="0">
            <a:spAutoFit/>
          </a:bodyPr>
          <a:lstStyle/>
          <a:p>
            <a:pPr algn="ctr" fontAlgn="base">
              <a:spcBef>
                <a:spcPct val="0"/>
              </a:spcBef>
              <a:spcAft>
                <a:spcPct val="0"/>
              </a:spcAft>
            </a:pPr>
            <a:r>
              <a:rPr lang="en-US" sz="2400" dirty="0">
                <a:solidFill>
                  <a:prstClr val="white"/>
                </a:solidFill>
                <a:cs typeface="+mn-ea"/>
                <a:sym typeface="+mn-lt"/>
              </a:rPr>
              <a:t>2030</a:t>
            </a:r>
          </a:p>
        </p:txBody>
      </p:sp>
      <p:sp>
        <p:nvSpPr>
          <p:cNvPr id="36" name="TextBox 35"/>
          <p:cNvSpPr txBox="1"/>
          <p:nvPr/>
        </p:nvSpPr>
        <p:spPr>
          <a:xfrm>
            <a:off x="936501" y="2819503"/>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7" name="TextBox 36"/>
          <p:cNvSpPr txBox="1"/>
          <p:nvPr/>
        </p:nvSpPr>
        <p:spPr>
          <a:xfrm>
            <a:off x="3404356" y="4260438"/>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8" name="TextBox 37"/>
          <p:cNvSpPr txBox="1"/>
          <p:nvPr/>
        </p:nvSpPr>
        <p:spPr>
          <a:xfrm>
            <a:off x="5816209" y="2819503"/>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sp>
        <p:nvSpPr>
          <p:cNvPr id="39" name="TextBox 38"/>
          <p:cNvSpPr txBox="1"/>
          <p:nvPr/>
        </p:nvSpPr>
        <p:spPr>
          <a:xfrm>
            <a:off x="8228063" y="4260438"/>
            <a:ext cx="2411853" cy="830997"/>
          </a:xfrm>
          <a:prstGeom prst="rect">
            <a:avLst/>
          </a:prstGeom>
          <a:noFill/>
        </p:spPr>
        <p:txBody>
          <a:bodyPr wrap="square" rtlCol="0">
            <a:spAutoFit/>
          </a:bodyPr>
          <a:lstStyle/>
          <a:p>
            <a:pPr algn="ctr" fontAlgn="base">
              <a:spcBef>
                <a:spcPct val="0"/>
              </a:spcBef>
              <a:spcAft>
                <a:spcPct val="0"/>
              </a:spcAft>
            </a:pPr>
            <a:r>
              <a:rPr lang="en-US" sz="1200" dirty="0">
                <a:solidFill>
                  <a:prstClr val="black"/>
                </a:solidFill>
                <a:cs typeface="+mn-ea"/>
                <a:sym typeface="+mn-lt"/>
              </a:rPr>
              <a:t>This is a sample letter that has been placed to demonstrate the typing format on letterhead.</a:t>
            </a:r>
            <a:endParaRPr lang="en-US" sz="2400" dirty="0">
              <a:solidFill>
                <a:prstClr val="black"/>
              </a:solidFill>
              <a:cs typeface="+mn-ea"/>
              <a:sym typeface="+mn-lt"/>
            </a:endParaRPr>
          </a:p>
        </p:txBody>
      </p:sp>
      <p:grpSp>
        <p:nvGrpSpPr>
          <p:cNvPr id="40" name="组合 39"/>
          <p:cNvGrpSpPr/>
          <p:nvPr/>
        </p:nvGrpSpPr>
        <p:grpSpPr>
          <a:xfrm>
            <a:off x="339551" y="248225"/>
            <a:ext cx="2386460" cy="460375"/>
            <a:chOff x="7098013" y="5081584"/>
            <a:chExt cx="2386460" cy="460375"/>
          </a:xfrm>
        </p:grpSpPr>
        <p:sp>
          <p:nvSpPr>
            <p:cNvPr id="41"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2"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3"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4277570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1000" fill="hold"/>
                                        <p:tgtEl>
                                          <p:spTgt spid="36"/>
                                        </p:tgtEl>
                                        <p:attrNameLst>
                                          <p:attrName>ppt_w</p:attrName>
                                        </p:attrNameLst>
                                      </p:cBhvr>
                                      <p:tavLst>
                                        <p:tav tm="0">
                                          <p:val>
                                            <p:fltVal val="0"/>
                                          </p:val>
                                        </p:tav>
                                        <p:tav tm="100000">
                                          <p:val>
                                            <p:strVal val="#ppt_w"/>
                                          </p:val>
                                        </p:tav>
                                      </p:tavLst>
                                    </p:anim>
                                    <p:anim calcmode="lin" valueType="num">
                                      <p:cBhvr>
                                        <p:cTn id="8" dur="1000" fill="hold"/>
                                        <p:tgtEl>
                                          <p:spTgt spid="36"/>
                                        </p:tgtEl>
                                        <p:attrNameLst>
                                          <p:attrName>ppt_h</p:attrName>
                                        </p:attrNameLst>
                                      </p:cBhvr>
                                      <p:tavLst>
                                        <p:tav tm="0">
                                          <p:val>
                                            <p:fltVal val="0"/>
                                          </p:val>
                                        </p:tav>
                                        <p:tav tm="100000">
                                          <p:val>
                                            <p:strVal val="#ppt_h"/>
                                          </p:val>
                                        </p:tav>
                                      </p:tavLst>
                                    </p:anim>
                                    <p:animEffect transition="in" filter="fade">
                                      <p:cBhvr>
                                        <p:cTn id="9" dur="1000"/>
                                        <p:tgtEl>
                                          <p:spTgt spid="3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1000" fill="hold"/>
                                        <p:tgtEl>
                                          <p:spTgt spid="25"/>
                                        </p:tgtEl>
                                        <p:attrNameLst>
                                          <p:attrName>ppt_w</p:attrName>
                                        </p:attrNameLst>
                                      </p:cBhvr>
                                      <p:tavLst>
                                        <p:tav tm="0">
                                          <p:val>
                                            <p:fltVal val="0"/>
                                          </p:val>
                                        </p:tav>
                                        <p:tav tm="100000">
                                          <p:val>
                                            <p:strVal val="#ppt_w"/>
                                          </p:val>
                                        </p:tav>
                                      </p:tavLst>
                                    </p:anim>
                                    <p:anim calcmode="lin" valueType="num">
                                      <p:cBhvr>
                                        <p:cTn id="13" dur="1000" fill="hold"/>
                                        <p:tgtEl>
                                          <p:spTgt spid="25"/>
                                        </p:tgtEl>
                                        <p:attrNameLst>
                                          <p:attrName>ppt_h</p:attrName>
                                        </p:attrNameLst>
                                      </p:cBhvr>
                                      <p:tavLst>
                                        <p:tav tm="0">
                                          <p:val>
                                            <p:fltVal val="0"/>
                                          </p:val>
                                        </p:tav>
                                        <p:tav tm="100000">
                                          <p:val>
                                            <p:strVal val="#ppt_h"/>
                                          </p:val>
                                        </p:tav>
                                      </p:tavLst>
                                    </p:anim>
                                    <p:animEffect transition="in" filter="fade">
                                      <p:cBhvr>
                                        <p:cTn id="14" dur="1000"/>
                                        <p:tgtEl>
                                          <p:spTgt spid="2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 calcmode="lin" valueType="num">
                                      <p:cBhvr>
                                        <p:cTn id="17" dur="1000" fill="hold"/>
                                        <p:tgtEl>
                                          <p:spTgt spid="32"/>
                                        </p:tgtEl>
                                        <p:attrNameLst>
                                          <p:attrName>ppt_w</p:attrName>
                                        </p:attrNameLst>
                                      </p:cBhvr>
                                      <p:tavLst>
                                        <p:tav tm="0">
                                          <p:val>
                                            <p:fltVal val="0"/>
                                          </p:val>
                                        </p:tav>
                                        <p:tav tm="100000">
                                          <p:val>
                                            <p:strVal val="#ppt_w"/>
                                          </p:val>
                                        </p:tav>
                                      </p:tavLst>
                                    </p:anim>
                                    <p:anim calcmode="lin" valueType="num">
                                      <p:cBhvr>
                                        <p:cTn id="18" dur="1000" fill="hold"/>
                                        <p:tgtEl>
                                          <p:spTgt spid="32"/>
                                        </p:tgtEl>
                                        <p:attrNameLst>
                                          <p:attrName>ppt_h</p:attrName>
                                        </p:attrNameLst>
                                      </p:cBhvr>
                                      <p:tavLst>
                                        <p:tav tm="0">
                                          <p:val>
                                            <p:fltVal val="0"/>
                                          </p:val>
                                        </p:tav>
                                        <p:tav tm="100000">
                                          <p:val>
                                            <p:strVal val="#ppt_h"/>
                                          </p:val>
                                        </p:tav>
                                      </p:tavLst>
                                    </p:anim>
                                    <p:animEffect transition="in" filter="fade">
                                      <p:cBhvr>
                                        <p:cTn id="19" dur="10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anim calcmode="lin" valueType="num">
                                      <p:cBhvr>
                                        <p:cTn id="24" dur="1000" fill="hold"/>
                                        <p:tgtEl>
                                          <p:spTgt spid="34"/>
                                        </p:tgtEl>
                                        <p:attrNameLst>
                                          <p:attrName>ppt_w</p:attrName>
                                        </p:attrNameLst>
                                      </p:cBhvr>
                                      <p:tavLst>
                                        <p:tav tm="0">
                                          <p:val>
                                            <p:fltVal val="0"/>
                                          </p:val>
                                        </p:tav>
                                        <p:tav tm="100000">
                                          <p:val>
                                            <p:strVal val="#ppt_w"/>
                                          </p:val>
                                        </p:tav>
                                      </p:tavLst>
                                    </p:anim>
                                    <p:anim calcmode="lin" valueType="num">
                                      <p:cBhvr>
                                        <p:cTn id="25" dur="1000" fill="hold"/>
                                        <p:tgtEl>
                                          <p:spTgt spid="34"/>
                                        </p:tgtEl>
                                        <p:attrNameLst>
                                          <p:attrName>ppt_h</p:attrName>
                                        </p:attrNameLst>
                                      </p:cBhvr>
                                      <p:tavLst>
                                        <p:tav tm="0">
                                          <p:val>
                                            <p:fltVal val="0"/>
                                          </p:val>
                                        </p:tav>
                                        <p:tav tm="100000">
                                          <p:val>
                                            <p:strVal val="#ppt_h"/>
                                          </p:val>
                                        </p:tav>
                                      </p:tavLst>
                                    </p:anim>
                                    <p:animEffect transition="in" filter="fade">
                                      <p:cBhvr>
                                        <p:cTn id="26" dur="1000"/>
                                        <p:tgtEl>
                                          <p:spTgt spid="3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anim calcmode="lin" valueType="num">
                                      <p:cBhvr>
                                        <p:cTn id="29" dur="1000" fill="hold"/>
                                        <p:tgtEl>
                                          <p:spTgt spid="31"/>
                                        </p:tgtEl>
                                        <p:attrNameLst>
                                          <p:attrName>ppt_w</p:attrName>
                                        </p:attrNameLst>
                                      </p:cBhvr>
                                      <p:tavLst>
                                        <p:tav tm="0">
                                          <p:val>
                                            <p:fltVal val="0"/>
                                          </p:val>
                                        </p:tav>
                                        <p:tav tm="100000">
                                          <p:val>
                                            <p:strVal val="#ppt_w"/>
                                          </p:val>
                                        </p:tav>
                                      </p:tavLst>
                                    </p:anim>
                                    <p:anim calcmode="lin" valueType="num">
                                      <p:cBhvr>
                                        <p:cTn id="30" dur="1000" fill="hold"/>
                                        <p:tgtEl>
                                          <p:spTgt spid="31"/>
                                        </p:tgtEl>
                                        <p:attrNameLst>
                                          <p:attrName>ppt_h</p:attrName>
                                        </p:attrNameLst>
                                      </p:cBhvr>
                                      <p:tavLst>
                                        <p:tav tm="0">
                                          <p:val>
                                            <p:fltVal val="0"/>
                                          </p:val>
                                        </p:tav>
                                        <p:tav tm="100000">
                                          <p:val>
                                            <p:strVal val="#ppt_h"/>
                                          </p:val>
                                        </p:tav>
                                      </p:tavLst>
                                    </p:anim>
                                    <p:animEffect transition="in" filter="fade">
                                      <p:cBhvr>
                                        <p:cTn id="31" dur="1000"/>
                                        <p:tgtEl>
                                          <p:spTgt spid="31"/>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 calcmode="lin" valueType="num">
                                      <p:cBhvr>
                                        <p:cTn id="34" dur="1000" fill="hold"/>
                                        <p:tgtEl>
                                          <p:spTgt spid="37"/>
                                        </p:tgtEl>
                                        <p:attrNameLst>
                                          <p:attrName>ppt_w</p:attrName>
                                        </p:attrNameLst>
                                      </p:cBhvr>
                                      <p:tavLst>
                                        <p:tav tm="0">
                                          <p:val>
                                            <p:fltVal val="0"/>
                                          </p:val>
                                        </p:tav>
                                        <p:tav tm="100000">
                                          <p:val>
                                            <p:strVal val="#ppt_w"/>
                                          </p:val>
                                        </p:tav>
                                      </p:tavLst>
                                    </p:anim>
                                    <p:anim calcmode="lin" valueType="num">
                                      <p:cBhvr>
                                        <p:cTn id="35" dur="1000" fill="hold"/>
                                        <p:tgtEl>
                                          <p:spTgt spid="37"/>
                                        </p:tgtEl>
                                        <p:attrNameLst>
                                          <p:attrName>ppt_h</p:attrName>
                                        </p:attrNameLst>
                                      </p:cBhvr>
                                      <p:tavLst>
                                        <p:tav tm="0">
                                          <p:val>
                                            <p:fltVal val="0"/>
                                          </p:val>
                                        </p:tav>
                                        <p:tav tm="100000">
                                          <p:val>
                                            <p:strVal val="#ppt_h"/>
                                          </p:val>
                                        </p:tav>
                                      </p:tavLst>
                                    </p:anim>
                                    <p:animEffect transition="in" filter="fade">
                                      <p:cBhvr>
                                        <p:cTn id="36" dur="1000"/>
                                        <p:tgtEl>
                                          <p:spTgt spid="37"/>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 calcmode="lin" valueType="num">
                                      <p:cBhvr>
                                        <p:cTn id="41" dur="1000" fill="hold"/>
                                        <p:tgtEl>
                                          <p:spTgt spid="33"/>
                                        </p:tgtEl>
                                        <p:attrNameLst>
                                          <p:attrName>ppt_w</p:attrName>
                                        </p:attrNameLst>
                                      </p:cBhvr>
                                      <p:tavLst>
                                        <p:tav tm="0">
                                          <p:val>
                                            <p:fltVal val="0"/>
                                          </p:val>
                                        </p:tav>
                                        <p:tav tm="100000">
                                          <p:val>
                                            <p:strVal val="#ppt_w"/>
                                          </p:val>
                                        </p:tav>
                                      </p:tavLst>
                                    </p:anim>
                                    <p:anim calcmode="lin" valueType="num">
                                      <p:cBhvr>
                                        <p:cTn id="42" dur="1000" fill="hold"/>
                                        <p:tgtEl>
                                          <p:spTgt spid="33"/>
                                        </p:tgtEl>
                                        <p:attrNameLst>
                                          <p:attrName>ppt_h</p:attrName>
                                        </p:attrNameLst>
                                      </p:cBhvr>
                                      <p:tavLst>
                                        <p:tav tm="0">
                                          <p:val>
                                            <p:fltVal val="0"/>
                                          </p:val>
                                        </p:tav>
                                        <p:tav tm="100000">
                                          <p:val>
                                            <p:strVal val="#ppt_h"/>
                                          </p:val>
                                        </p:tav>
                                      </p:tavLst>
                                    </p:anim>
                                    <p:animEffect transition="in" filter="fade">
                                      <p:cBhvr>
                                        <p:cTn id="43" dur="1000"/>
                                        <p:tgtEl>
                                          <p:spTgt spid="33"/>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 calcmode="lin" valueType="num">
                                      <p:cBhvr>
                                        <p:cTn id="46" dur="1000" fill="hold"/>
                                        <p:tgtEl>
                                          <p:spTgt spid="29"/>
                                        </p:tgtEl>
                                        <p:attrNameLst>
                                          <p:attrName>ppt_w</p:attrName>
                                        </p:attrNameLst>
                                      </p:cBhvr>
                                      <p:tavLst>
                                        <p:tav tm="0">
                                          <p:val>
                                            <p:fltVal val="0"/>
                                          </p:val>
                                        </p:tav>
                                        <p:tav tm="100000">
                                          <p:val>
                                            <p:strVal val="#ppt_w"/>
                                          </p:val>
                                        </p:tav>
                                      </p:tavLst>
                                    </p:anim>
                                    <p:anim calcmode="lin" valueType="num">
                                      <p:cBhvr>
                                        <p:cTn id="47" dur="1000" fill="hold"/>
                                        <p:tgtEl>
                                          <p:spTgt spid="29"/>
                                        </p:tgtEl>
                                        <p:attrNameLst>
                                          <p:attrName>ppt_h</p:attrName>
                                        </p:attrNameLst>
                                      </p:cBhvr>
                                      <p:tavLst>
                                        <p:tav tm="0">
                                          <p:val>
                                            <p:fltVal val="0"/>
                                          </p:val>
                                        </p:tav>
                                        <p:tav tm="100000">
                                          <p:val>
                                            <p:strVal val="#ppt_h"/>
                                          </p:val>
                                        </p:tav>
                                      </p:tavLst>
                                    </p:anim>
                                    <p:animEffect transition="in" filter="fade">
                                      <p:cBhvr>
                                        <p:cTn id="48" dur="1000"/>
                                        <p:tgtEl>
                                          <p:spTgt spid="29"/>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8"/>
                                        </p:tgtEl>
                                        <p:attrNameLst>
                                          <p:attrName>style.visibility</p:attrName>
                                        </p:attrNameLst>
                                      </p:cBhvr>
                                      <p:to>
                                        <p:strVal val="visible"/>
                                      </p:to>
                                    </p:set>
                                    <p:anim calcmode="lin" valueType="num">
                                      <p:cBhvr>
                                        <p:cTn id="51" dur="1000" fill="hold"/>
                                        <p:tgtEl>
                                          <p:spTgt spid="38"/>
                                        </p:tgtEl>
                                        <p:attrNameLst>
                                          <p:attrName>ppt_w</p:attrName>
                                        </p:attrNameLst>
                                      </p:cBhvr>
                                      <p:tavLst>
                                        <p:tav tm="0">
                                          <p:val>
                                            <p:fltVal val="0"/>
                                          </p:val>
                                        </p:tav>
                                        <p:tav tm="100000">
                                          <p:val>
                                            <p:strVal val="#ppt_w"/>
                                          </p:val>
                                        </p:tav>
                                      </p:tavLst>
                                    </p:anim>
                                    <p:anim calcmode="lin" valueType="num">
                                      <p:cBhvr>
                                        <p:cTn id="52" dur="1000" fill="hold"/>
                                        <p:tgtEl>
                                          <p:spTgt spid="38"/>
                                        </p:tgtEl>
                                        <p:attrNameLst>
                                          <p:attrName>ppt_h</p:attrName>
                                        </p:attrNameLst>
                                      </p:cBhvr>
                                      <p:tavLst>
                                        <p:tav tm="0">
                                          <p:val>
                                            <p:fltVal val="0"/>
                                          </p:val>
                                        </p:tav>
                                        <p:tav tm="100000">
                                          <p:val>
                                            <p:strVal val="#ppt_h"/>
                                          </p:val>
                                        </p:tav>
                                      </p:tavLst>
                                    </p:anim>
                                    <p:animEffect transition="in" filter="fade">
                                      <p:cBhvr>
                                        <p:cTn id="53" dur="1000"/>
                                        <p:tgtEl>
                                          <p:spTgt spid="38"/>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35"/>
                                        </p:tgtEl>
                                        <p:attrNameLst>
                                          <p:attrName>style.visibility</p:attrName>
                                        </p:attrNameLst>
                                      </p:cBhvr>
                                      <p:to>
                                        <p:strVal val="visible"/>
                                      </p:to>
                                    </p:set>
                                    <p:anim calcmode="lin" valueType="num">
                                      <p:cBhvr>
                                        <p:cTn id="58" dur="1000" fill="hold"/>
                                        <p:tgtEl>
                                          <p:spTgt spid="35"/>
                                        </p:tgtEl>
                                        <p:attrNameLst>
                                          <p:attrName>ppt_w</p:attrName>
                                        </p:attrNameLst>
                                      </p:cBhvr>
                                      <p:tavLst>
                                        <p:tav tm="0">
                                          <p:val>
                                            <p:fltVal val="0"/>
                                          </p:val>
                                        </p:tav>
                                        <p:tav tm="100000">
                                          <p:val>
                                            <p:strVal val="#ppt_w"/>
                                          </p:val>
                                        </p:tav>
                                      </p:tavLst>
                                    </p:anim>
                                    <p:anim calcmode="lin" valueType="num">
                                      <p:cBhvr>
                                        <p:cTn id="59" dur="1000" fill="hold"/>
                                        <p:tgtEl>
                                          <p:spTgt spid="35"/>
                                        </p:tgtEl>
                                        <p:attrNameLst>
                                          <p:attrName>ppt_h</p:attrName>
                                        </p:attrNameLst>
                                      </p:cBhvr>
                                      <p:tavLst>
                                        <p:tav tm="0">
                                          <p:val>
                                            <p:fltVal val="0"/>
                                          </p:val>
                                        </p:tav>
                                        <p:tav tm="100000">
                                          <p:val>
                                            <p:strVal val="#ppt_h"/>
                                          </p:val>
                                        </p:tav>
                                      </p:tavLst>
                                    </p:anim>
                                    <p:animEffect transition="in" filter="fade">
                                      <p:cBhvr>
                                        <p:cTn id="60" dur="1000"/>
                                        <p:tgtEl>
                                          <p:spTgt spid="3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 calcmode="lin" valueType="num">
                                      <p:cBhvr>
                                        <p:cTn id="63" dur="1000" fill="hold"/>
                                        <p:tgtEl>
                                          <p:spTgt spid="27"/>
                                        </p:tgtEl>
                                        <p:attrNameLst>
                                          <p:attrName>ppt_w</p:attrName>
                                        </p:attrNameLst>
                                      </p:cBhvr>
                                      <p:tavLst>
                                        <p:tav tm="0">
                                          <p:val>
                                            <p:fltVal val="0"/>
                                          </p:val>
                                        </p:tav>
                                        <p:tav tm="100000">
                                          <p:val>
                                            <p:strVal val="#ppt_w"/>
                                          </p:val>
                                        </p:tav>
                                      </p:tavLst>
                                    </p:anim>
                                    <p:anim calcmode="lin" valueType="num">
                                      <p:cBhvr>
                                        <p:cTn id="64" dur="1000" fill="hold"/>
                                        <p:tgtEl>
                                          <p:spTgt spid="27"/>
                                        </p:tgtEl>
                                        <p:attrNameLst>
                                          <p:attrName>ppt_h</p:attrName>
                                        </p:attrNameLst>
                                      </p:cBhvr>
                                      <p:tavLst>
                                        <p:tav tm="0">
                                          <p:val>
                                            <p:fltVal val="0"/>
                                          </p:val>
                                        </p:tav>
                                        <p:tav tm="100000">
                                          <p:val>
                                            <p:strVal val="#ppt_h"/>
                                          </p:val>
                                        </p:tav>
                                      </p:tavLst>
                                    </p:anim>
                                    <p:animEffect transition="in" filter="fade">
                                      <p:cBhvr>
                                        <p:cTn id="65" dur="1000"/>
                                        <p:tgtEl>
                                          <p:spTgt spid="27"/>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39"/>
                                        </p:tgtEl>
                                        <p:attrNameLst>
                                          <p:attrName>style.visibility</p:attrName>
                                        </p:attrNameLst>
                                      </p:cBhvr>
                                      <p:to>
                                        <p:strVal val="visible"/>
                                      </p:to>
                                    </p:set>
                                    <p:anim calcmode="lin" valueType="num">
                                      <p:cBhvr>
                                        <p:cTn id="68" dur="1000" fill="hold"/>
                                        <p:tgtEl>
                                          <p:spTgt spid="39"/>
                                        </p:tgtEl>
                                        <p:attrNameLst>
                                          <p:attrName>ppt_w</p:attrName>
                                        </p:attrNameLst>
                                      </p:cBhvr>
                                      <p:tavLst>
                                        <p:tav tm="0">
                                          <p:val>
                                            <p:fltVal val="0"/>
                                          </p:val>
                                        </p:tav>
                                        <p:tav tm="100000">
                                          <p:val>
                                            <p:strVal val="#ppt_w"/>
                                          </p:val>
                                        </p:tav>
                                      </p:tavLst>
                                    </p:anim>
                                    <p:anim calcmode="lin" valueType="num">
                                      <p:cBhvr>
                                        <p:cTn id="69" dur="1000" fill="hold"/>
                                        <p:tgtEl>
                                          <p:spTgt spid="39"/>
                                        </p:tgtEl>
                                        <p:attrNameLst>
                                          <p:attrName>ppt_h</p:attrName>
                                        </p:attrNameLst>
                                      </p:cBhvr>
                                      <p:tavLst>
                                        <p:tav tm="0">
                                          <p:val>
                                            <p:fltVal val="0"/>
                                          </p:val>
                                        </p:tav>
                                        <p:tav tm="100000">
                                          <p:val>
                                            <p:strVal val="#ppt_h"/>
                                          </p:val>
                                        </p:tav>
                                      </p:tavLst>
                                    </p:anim>
                                    <p:animEffect transition="in" filter="fade">
                                      <p:cBhvr>
                                        <p:cTn id="70" dur="1000"/>
                                        <p:tgtEl>
                                          <p:spTgt spid="3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animEffect transition="in" filter="wipe(left)">
                                      <p:cBhvr>
                                        <p:cTn id="75" dur="1000"/>
                                        <p:tgtEl>
                                          <p:spTgt spid="23"/>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left)">
                                      <p:cBhvr>
                                        <p:cTn id="78" dur="1000"/>
                                        <p:tgtEl>
                                          <p:spTgt spid="24"/>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1000"/>
                                        <p:tgtEl>
                                          <p:spTgt spid="26"/>
                                        </p:tgtEl>
                                      </p:cBhvr>
                                    </p:animEffect>
                                  </p:childTnLst>
                                </p:cTn>
                              </p:par>
                              <p:par>
                                <p:cTn id="82" presetID="22" presetClass="entr" presetSubtype="8"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1000"/>
                                        <p:tgtEl>
                                          <p:spTgt spid="28"/>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left)">
                                      <p:cBhvr>
                                        <p:cTn id="87"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p:bldP spid="38" grpId="0"/>
      <p:bldP spid="3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Oval 9"/>
          <p:cNvSpPr/>
          <p:nvPr/>
        </p:nvSpPr>
        <p:spPr>
          <a:xfrm>
            <a:off x="1152525"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6" name="Oval 8"/>
          <p:cNvSpPr/>
          <p:nvPr/>
        </p:nvSpPr>
        <p:spPr>
          <a:xfrm>
            <a:off x="1152525" y="4474726"/>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7" name="Oval 10"/>
          <p:cNvSpPr/>
          <p:nvPr/>
        </p:nvSpPr>
        <p:spPr>
          <a:xfrm>
            <a:off x="1152525"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8" name="Oval 19"/>
          <p:cNvSpPr/>
          <p:nvPr/>
        </p:nvSpPr>
        <p:spPr>
          <a:xfrm>
            <a:off x="3645958"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59" name="Oval 20"/>
          <p:cNvSpPr/>
          <p:nvPr/>
        </p:nvSpPr>
        <p:spPr>
          <a:xfrm>
            <a:off x="3645958" y="4474728"/>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0" name="Oval 21"/>
          <p:cNvSpPr/>
          <p:nvPr/>
        </p:nvSpPr>
        <p:spPr>
          <a:xfrm>
            <a:off x="3645958"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1" name="Oval 22"/>
          <p:cNvSpPr/>
          <p:nvPr/>
        </p:nvSpPr>
        <p:spPr>
          <a:xfrm>
            <a:off x="3645958"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2" name="Oval 23"/>
          <p:cNvSpPr/>
          <p:nvPr/>
        </p:nvSpPr>
        <p:spPr>
          <a:xfrm>
            <a:off x="3645958" y="3479960"/>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3" name="Oval 27"/>
          <p:cNvSpPr/>
          <p:nvPr/>
        </p:nvSpPr>
        <p:spPr>
          <a:xfrm>
            <a:off x="6139391"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4" name="Oval 28"/>
          <p:cNvSpPr/>
          <p:nvPr/>
        </p:nvSpPr>
        <p:spPr>
          <a:xfrm>
            <a:off x="6139391" y="4474726"/>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5" name="Oval 29"/>
          <p:cNvSpPr/>
          <p:nvPr/>
        </p:nvSpPr>
        <p:spPr>
          <a:xfrm>
            <a:off x="6139391"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6" name="Oval 30"/>
          <p:cNvSpPr/>
          <p:nvPr/>
        </p:nvSpPr>
        <p:spPr>
          <a:xfrm>
            <a:off x="6139391"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7" name="Oval 31"/>
          <p:cNvSpPr/>
          <p:nvPr/>
        </p:nvSpPr>
        <p:spPr>
          <a:xfrm>
            <a:off x="6139391" y="347995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8" name="Oval 32"/>
          <p:cNvSpPr/>
          <p:nvPr/>
        </p:nvSpPr>
        <p:spPr>
          <a:xfrm>
            <a:off x="6139391" y="3148370"/>
            <a:ext cx="1828800" cy="585877"/>
          </a:xfrm>
          <a:prstGeom prst="ellipse">
            <a:avLst/>
          </a:prstGeom>
          <a:solidFill>
            <a:srgbClr val="FF0000"/>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69" name="Oval 35"/>
          <p:cNvSpPr/>
          <p:nvPr/>
        </p:nvSpPr>
        <p:spPr>
          <a:xfrm>
            <a:off x="8632825" y="4806318"/>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0" name="Oval 36"/>
          <p:cNvSpPr/>
          <p:nvPr/>
        </p:nvSpPr>
        <p:spPr>
          <a:xfrm>
            <a:off x="8632825" y="4474728"/>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1" name="Oval 37"/>
          <p:cNvSpPr/>
          <p:nvPr/>
        </p:nvSpPr>
        <p:spPr>
          <a:xfrm>
            <a:off x="8632825" y="4143137"/>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2" name="Oval 38"/>
          <p:cNvSpPr/>
          <p:nvPr/>
        </p:nvSpPr>
        <p:spPr>
          <a:xfrm>
            <a:off x="8632825" y="3811549"/>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3" name="Oval 39"/>
          <p:cNvSpPr/>
          <p:nvPr/>
        </p:nvSpPr>
        <p:spPr>
          <a:xfrm>
            <a:off x="8632825" y="3479960"/>
            <a:ext cx="1828800" cy="585877"/>
          </a:xfrm>
          <a:prstGeom prst="ellipse">
            <a:avLst/>
          </a:prstGeom>
          <a:solidFill>
            <a:sysClr val="windowText" lastClr="000000">
              <a:lumMod val="75000"/>
              <a:lumOff val="2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4" name="Oval 40"/>
          <p:cNvSpPr/>
          <p:nvPr/>
        </p:nvSpPr>
        <p:spPr>
          <a:xfrm>
            <a:off x="8632825" y="3148370"/>
            <a:ext cx="1828800" cy="585877"/>
          </a:xfrm>
          <a:prstGeom prst="ellipse">
            <a:avLst/>
          </a:prstGeom>
          <a:solidFill>
            <a:sysClr val="window" lastClr="FFFFFF">
              <a:lumMod val="75000"/>
            </a:sysClr>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5" name="Oval 41"/>
          <p:cNvSpPr/>
          <p:nvPr/>
        </p:nvSpPr>
        <p:spPr>
          <a:xfrm>
            <a:off x="8632825" y="2816781"/>
            <a:ext cx="1828800" cy="585877"/>
          </a:xfrm>
          <a:prstGeom prst="ellipse">
            <a:avLst/>
          </a:prstGeom>
          <a:solidFill>
            <a:srgbClr val="780000"/>
          </a:solidFill>
          <a:ln w="12700" cap="flat" cmpd="sng" algn="ctr">
            <a:noFill/>
            <a:prstDash val="solid"/>
          </a:ln>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white"/>
              </a:solidFill>
              <a:effectLst/>
              <a:uLnTx/>
              <a:uFillTx/>
              <a:cs typeface="+mn-ea"/>
              <a:sym typeface="+mn-lt"/>
            </a:endParaRPr>
          </a:p>
        </p:txBody>
      </p:sp>
      <p:sp>
        <p:nvSpPr>
          <p:cNvPr id="76" name="TextBox 75"/>
          <p:cNvSpPr txBox="1"/>
          <p:nvPr/>
        </p:nvSpPr>
        <p:spPr>
          <a:xfrm>
            <a:off x="8905874" y="20883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96%</a:t>
            </a:r>
          </a:p>
        </p:txBody>
      </p:sp>
      <p:sp>
        <p:nvSpPr>
          <p:cNvPr id="77" name="TextBox 76"/>
          <p:cNvSpPr txBox="1"/>
          <p:nvPr/>
        </p:nvSpPr>
        <p:spPr>
          <a:xfrm>
            <a:off x="6412441" y="2426092"/>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73%</a:t>
            </a:r>
          </a:p>
        </p:txBody>
      </p:sp>
      <p:sp>
        <p:nvSpPr>
          <p:cNvPr id="78" name="TextBox 77"/>
          <p:cNvSpPr txBox="1"/>
          <p:nvPr/>
        </p:nvSpPr>
        <p:spPr>
          <a:xfrm>
            <a:off x="3919008" y="27995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65%</a:t>
            </a:r>
          </a:p>
        </p:txBody>
      </p:sp>
      <p:sp>
        <p:nvSpPr>
          <p:cNvPr id="79" name="TextBox 78"/>
          <p:cNvSpPr txBox="1"/>
          <p:nvPr/>
        </p:nvSpPr>
        <p:spPr>
          <a:xfrm>
            <a:off x="1425574" y="3442271"/>
            <a:ext cx="1282701" cy="646331"/>
          </a:xfrm>
          <a:prstGeom prst="rect">
            <a:avLst/>
          </a:prstGeom>
          <a:noFill/>
        </p:spPr>
        <p:txBody>
          <a:bodyPr wrap="square" rtlCol="0">
            <a:spAutoFit/>
          </a:bodyPr>
          <a:lstStyle/>
          <a:p>
            <a:pPr algn="ctr" fontAlgn="base">
              <a:spcBef>
                <a:spcPct val="0"/>
              </a:spcBef>
              <a:spcAft>
                <a:spcPct val="0"/>
              </a:spcAft>
            </a:pPr>
            <a:r>
              <a:rPr lang="en-US" sz="3600" dirty="0">
                <a:solidFill>
                  <a:prstClr val="black">
                    <a:lumMod val="50000"/>
                    <a:lumOff val="50000"/>
                  </a:prstClr>
                </a:solidFill>
                <a:cs typeface="+mn-ea"/>
                <a:sym typeface="+mn-lt"/>
              </a:rPr>
              <a:t>51%</a:t>
            </a:r>
          </a:p>
        </p:txBody>
      </p:sp>
      <p:sp>
        <p:nvSpPr>
          <p:cNvPr id="80" name="TextBox 79"/>
          <p:cNvSpPr txBox="1"/>
          <p:nvPr/>
        </p:nvSpPr>
        <p:spPr>
          <a:xfrm>
            <a:off x="1152525"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81" name="TextBox 80"/>
          <p:cNvSpPr txBox="1"/>
          <p:nvPr/>
        </p:nvSpPr>
        <p:spPr>
          <a:xfrm>
            <a:off x="3645958"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82" name="TextBox 81"/>
          <p:cNvSpPr txBox="1"/>
          <p:nvPr/>
        </p:nvSpPr>
        <p:spPr>
          <a:xfrm>
            <a:off x="6139391"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p>
        </p:txBody>
      </p:sp>
      <p:sp>
        <p:nvSpPr>
          <p:cNvPr id="83" name="TextBox 82"/>
          <p:cNvSpPr txBox="1"/>
          <p:nvPr/>
        </p:nvSpPr>
        <p:spPr>
          <a:xfrm>
            <a:off x="8632825" y="5595396"/>
            <a:ext cx="1828800" cy="646331"/>
          </a:xfrm>
          <a:prstGeom prst="rect">
            <a:avLst/>
          </a:prstGeom>
          <a:noFill/>
        </p:spPr>
        <p:txBody>
          <a:bodyPr wrap="square" rtlCol="0">
            <a:spAutoFit/>
          </a:bodyPr>
          <a:lstStyle/>
          <a:p>
            <a:pPr fontAlgn="base">
              <a:spcBef>
                <a:spcPct val="0"/>
              </a:spcBef>
              <a:spcAft>
                <a:spcPct val="0"/>
              </a:spcAft>
            </a:pPr>
            <a:r>
              <a:rPr lang="en-US" sz="1200" dirty="0">
                <a:solidFill>
                  <a:prstClr val="black"/>
                </a:solidFill>
                <a:cs typeface="+mn-ea"/>
                <a:sym typeface="+mn-lt"/>
              </a:rPr>
              <a:t>This is a sample letter that has been placed to demonstrate.</a:t>
            </a:r>
            <a:endParaRPr lang="en-US" sz="2400" dirty="0">
              <a:solidFill>
                <a:prstClr val="black"/>
              </a:solidFill>
              <a:cs typeface="+mn-ea"/>
              <a:sym typeface="+mn-lt"/>
            </a:endParaRPr>
          </a:p>
        </p:txBody>
      </p:sp>
      <p:sp>
        <p:nvSpPr>
          <p:cNvPr id="84" name="Freeform 6"/>
          <p:cNvSpPr>
            <a:spLocks noEditPoints="1"/>
          </p:cNvSpPr>
          <p:nvPr/>
        </p:nvSpPr>
        <p:spPr bwMode="auto">
          <a:xfrm>
            <a:off x="1950340" y="4293483"/>
            <a:ext cx="233169" cy="285184"/>
          </a:xfrm>
          <a:custGeom>
            <a:avLst/>
            <a:gdLst>
              <a:gd name="T0" fmla="*/ 116 w 781"/>
              <a:gd name="T1" fmla="*/ 785 h 953"/>
              <a:gd name="T2" fmla="*/ 367 w 781"/>
              <a:gd name="T3" fmla="*/ 785 h 953"/>
              <a:gd name="T4" fmla="*/ 367 w 781"/>
              <a:gd name="T5" fmla="*/ 839 h 953"/>
              <a:gd name="T6" fmla="*/ 116 w 781"/>
              <a:gd name="T7" fmla="*/ 839 h 953"/>
              <a:gd name="T8" fmla="*/ 116 w 781"/>
              <a:gd name="T9" fmla="*/ 785 h 953"/>
              <a:gd name="T10" fmla="*/ 116 w 781"/>
              <a:gd name="T11" fmla="*/ 698 h 953"/>
              <a:gd name="T12" fmla="*/ 367 w 781"/>
              <a:gd name="T13" fmla="*/ 698 h 953"/>
              <a:gd name="T14" fmla="*/ 367 w 781"/>
              <a:gd name="T15" fmla="*/ 752 h 953"/>
              <a:gd name="T16" fmla="*/ 116 w 781"/>
              <a:gd name="T17" fmla="*/ 752 h 953"/>
              <a:gd name="T18" fmla="*/ 116 w 781"/>
              <a:gd name="T19" fmla="*/ 698 h 953"/>
              <a:gd name="T20" fmla="*/ 116 w 781"/>
              <a:gd name="T21" fmla="*/ 605 h 953"/>
              <a:gd name="T22" fmla="*/ 367 w 781"/>
              <a:gd name="T23" fmla="*/ 605 h 953"/>
              <a:gd name="T24" fmla="*/ 367 w 781"/>
              <a:gd name="T25" fmla="*/ 659 h 953"/>
              <a:gd name="T26" fmla="*/ 116 w 781"/>
              <a:gd name="T27" fmla="*/ 659 h 953"/>
              <a:gd name="T28" fmla="*/ 116 w 781"/>
              <a:gd name="T29" fmla="*/ 605 h 953"/>
              <a:gd name="T30" fmla="*/ 116 w 781"/>
              <a:gd name="T31" fmla="*/ 523 h 953"/>
              <a:gd name="T32" fmla="*/ 367 w 781"/>
              <a:gd name="T33" fmla="*/ 523 h 953"/>
              <a:gd name="T34" fmla="*/ 367 w 781"/>
              <a:gd name="T35" fmla="*/ 576 h 953"/>
              <a:gd name="T36" fmla="*/ 116 w 781"/>
              <a:gd name="T37" fmla="*/ 576 h 953"/>
              <a:gd name="T38" fmla="*/ 116 w 781"/>
              <a:gd name="T39" fmla="*/ 523 h 953"/>
              <a:gd name="T40" fmla="*/ 116 w 781"/>
              <a:gd name="T41" fmla="*/ 434 h 953"/>
              <a:gd name="T42" fmla="*/ 367 w 781"/>
              <a:gd name="T43" fmla="*/ 434 h 953"/>
              <a:gd name="T44" fmla="*/ 367 w 781"/>
              <a:gd name="T45" fmla="*/ 488 h 953"/>
              <a:gd name="T46" fmla="*/ 116 w 781"/>
              <a:gd name="T47" fmla="*/ 488 h 953"/>
              <a:gd name="T48" fmla="*/ 116 w 781"/>
              <a:gd name="T49" fmla="*/ 434 h 953"/>
              <a:gd name="T50" fmla="*/ 533 w 781"/>
              <a:gd name="T51" fmla="*/ 169 h 953"/>
              <a:gd name="T52" fmla="*/ 641 w 781"/>
              <a:gd name="T53" fmla="*/ 169 h 953"/>
              <a:gd name="T54" fmla="*/ 641 w 781"/>
              <a:gd name="T55" fmla="*/ 820 h 953"/>
              <a:gd name="T56" fmla="*/ 533 w 781"/>
              <a:gd name="T57" fmla="*/ 820 h 953"/>
              <a:gd name="T58" fmla="*/ 533 w 781"/>
              <a:gd name="T59" fmla="*/ 169 h 953"/>
              <a:gd name="T60" fmla="*/ 271 w 781"/>
              <a:gd name="T61" fmla="*/ 67 h 953"/>
              <a:gd name="T62" fmla="*/ 281 w 781"/>
              <a:gd name="T63" fmla="*/ 106 h 953"/>
              <a:gd name="T64" fmla="*/ 283 w 781"/>
              <a:gd name="T65" fmla="*/ 147 h 953"/>
              <a:gd name="T66" fmla="*/ 278 w 781"/>
              <a:gd name="T67" fmla="*/ 190 h 953"/>
              <a:gd name="T68" fmla="*/ 265 w 781"/>
              <a:gd name="T69" fmla="*/ 231 h 953"/>
              <a:gd name="T70" fmla="*/ 243 w 781"/>
              <a:gd name="T71" fmla="*/ 272 h 953"/>
              <a:gd name="T72" fmla="*/ 214 w 781"/>
              <a:gd name="T73" fmla="*/ 310 h 953"/>
              <a:gd name="T74" fmla="*/ 178 w 781"/>
              <a:gd name="T75" fmla="*/ 345 h 953"/>
              <a:gd name="T76" fmla="*/ 172 w 781"/>
              <a:gd name="T77" fmla="*/ 326 h 953"/>
              <a:gd name="T78" fmla="*/ 162 w 781"/>
              <a:gd name="T79" fmla="*/ 306 h 953"/>
              <a:gd name="T80" fmla="*/ 151 w 781"/>
              <a:gd name="T81" fmla="*/ 288 h 953"/>
              <a:gd name="T82" fmla="*/ 135 w 781"/>
              <a:gd name="T83" fmla="*/ 271 h 953"/>
              <a:gd name="T84" fmla="*/ 124 w 781"/>
              <a:gd name="T85" fmla="*/ 263 h 953"/>
              <a:gd name="T86" fmla="*/ 108 w 781"/>
              <a:gd name="T87" fmla="*/ 253 h 953"/>
              <a:gd name="T88" fmla="*/ 87 w 781"/>
              <a:gd name="T89" fmla="*/ 244 h 953"/>
              <a:gd name="T90" fmla="*/ 57 w 781"/>
              <a:gd name="T91" fmla="*/ 274 h 953"/>
              <a:gd name="T92" fmla="*/ 54 w 781"/>
              <a:gd name="T93" fmla="*/ 885 h 953"/>
              <a:gd name="T94" fmla="*/ 723 w 781"/>
              <a:gd name="T95" fmla="*/ 885 h 953"/>
              <a:gd name="T96" fmla="*/ 725 w 781"/>
              <a:gd name="T97" fmla="*/ 67 h 953"/>
              <a:gd name="T98" fmla="*/ 271 w 781"/>
              <a:gd name="T99" fmla="*/ 67 h 953"/>
              <a:gd name="T100" fmla="*/ 248 w 781"/>
              <a:gd name="T101" fmla="*/ 0 h 953"/>
              <a:gd name="T102" fmla="*/ 781 w 781"/>
              <a:gd name="T103" fmla="*/ 0 h 953"/>
              <a:gd name="T104" fmla="*/ 777 w 781"/>
              <a:gd name="T105" fmla="*/ 953 h 953"/>
              <a:gd name="T106" fmla="*/ 0 w 781"/>
              <a:gd name="T107" fmla="*/ 953 h 953"/>
              <a:gd name="T108" fmla="*/ 3 w 781"/>
              <a:gd name="T109" fmla="*/ 241 h 953"/>
              <a:gd name="T110" fmla="*/ 248 w 781"/>
              <a:gd name="T111" fmla="*/ 0 h 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81" h="953">
                <a:moveTo>
                  <a:pt x="116" y="785"/>
                </a:moveTo>
                <a:lnTo>
                  <a:pt x="367" y="785"/>
                </a:lnTo>
                <a:lnTo>
                  <a:pt x="367" y="839"/>
                </a:lnTo>
                <a:lnTo>
                  <a:pt x="116" y="839"/>
                </a:lnTo>
                <a:lnTo>
                  <a:pt x="116" y="785"/>
                </a:lnTo>
                <a:close/>
                <a:moveTo>
                  <a:pt x="116" y="698"/>
                </a:moveTo>
                <a:lnTo>
                  <a:pt x="367" y="698"/>
                </a:lnTo>
                <a:lnTo>
                  <a:pt x="367" y="752"/>
                </a:lnTo>
                <a:lnTo>
                  <a:pt x="116" y="752"/>
                </a:lnTo>
                <a:lnTo>
                  <a:pt x="116" y="698"/>
                </a:lnTo>
                <a:close/>
                <a:moveTo>
                  <a:pt x="116" y="605"/>
                </a:moveTo>
                <a:lnTo>
                  <a:pt x="367" y="605"/>
                </a:lnTo>
                <a:lnTo>
                  <a:pt x="367" y="659"/>
                </a:lnTo>
                <a:lnTo>
                  <a:pt x="116" y="659"/>
                </a:lnTo>
                <a:lnTo>
                  <a:pt x="116" y="605"/>
                </a:lnTo>
                <a:close/>
                <a:moveTo>
                  <a:pt x="116" y="523"/>
                </a:moveTo>
                <a:lnTo>
                  <a:pt x="367" y="523"/>
                </a:lnTo>
                <a:lnTo>
                  <a:pt x="367" y="576"/>
                </a:lnTo>
                <a:lnTo>
                  <a:pt x="116" y="576"/>
                </a:lnTo>
                <a:lnTo>
                  <a:pt x="116" y="523"/>
                </a:lnTo>
                <a:close/>
                <a:moveTo>
                  <a:pt x="116" y="434"/>
                </a:moveTo>
                <a:lnTo>
                  <a:pt x="367" y="434"/>
                </a:lnTo>
                <a:lnTo>
                  <a:pt x="367" y="488"/>
                </a:lnTo>
                <a:lnTo>
                  <a:pt x="116" y="488"/>
                </a:lnTo>
                <a:lnTo>
                  <a:pt x="116" y="434"/>
                </a:lnTo>
                <a:close/>
                <a:moveTo>
                  <a:pt x="533" y="169"/>
                </a:moveTo>
                <a:lnTo>
                  <a:pt x="641" y="169"/>
                </a:lnTo>
                <a:lnTo>
                  <a:pt x="641" y="820"/>
                </a:lnTo>
                <a:lnTo>
                  <a:pt x="533" y="820"/>
                </a:lnTo>
                <a:lnTo>
                  <a:pt x="533" y="169"/>
                </a:lnTo>
                <a:close/>
                <a:moveTo>
                  <a:pt x="271" y="67"/>
                </a:moveTo>
                <a:lnTo>
                  <a:pt x="281" y="106"/>
                </a:lnTo>
                <a:lnTo>
                  <a:pt x="283" y="147"/>
                </a:lnTo>
                <a:lnTo>
                  <a:pt x="278" y="190"/>
                </a:lnTo>
                <a:lnTo>
                  <a:pt x="265" y="231"/>
                </a:lnTo>
                <a:lnTo>
                  <a:pt x="243" y="272"/>
                </a:lnTo>
                <a:lnTo>
                  <a:pt x="214" y="310"/>
                </a:lnTo>
                <a:lnTo>
                  <a:pt x="178" y="345"/>
                </a:lnTo>
                <a:lnTo>
                  <a:pt x="172" y="326"/>
                </a:lnTo>
                <a:lnTo>
                  <a:pt x="162" y="306"/>
                </a:lnTo>
                <a:lnTo>
                  <a:pt x="151" y="288"/>
                </a:lnTo>
                <a:lnTo>
                  <a:pt x="135" y="271"/>
                </a:lnTo>
                <a:lnTo>
                  <a:pt x="124" y="263"/>
                </a:lnTo>
                <a:lnTo>
                  <a:pt x="108" y="253"/>
                </a:lnTo>
                <a:lnTo>
                  <a:pt x="87" y="244"/>
                </a:lnTo>
                <a:lnTo>
                  <a:pt x="57" y="274"/>
                </a:lnTo>
                <a:lnTo>
                  <a:pt x="54" y="885"/>
                </a:lnTo>
                <a:lnTo>
                  <a:pt x="723" y="885"/>
                </a:lnTo>
                <a:lnTo>
                  <a:pt x="725" y="67"/>
                </a:lnTo>
                <a:lnTo>
                  <a:pt x="271" y="67"/>
                </a:lnTo>
                <a:close/>
                <a:moveTo>
                  <a:pt x="248" y="0"/>
                </a:moveTo>
                <a:lnTo>
                  <a:pt x="781" y="0"/>
                </a:lnTo>
                <a:lnTo>
                  <a:pt x="777" y="953"/>
                </a:lnTo>
                <a:lnTo>
                  <a:pt x="0" y="953"/>
                </a:lnTo>
                <a:lnTo>
                  <a:pt x="3" y="241"/>
                </a:lnTo>
                <a:lnTo>
                  <a:pt x="248"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5" name="Freeform 7"/>
          <p:cNvSpPr>
            <a:spLocks noEditPoints="1"/>
          </p:cNvSpPr>
          <p:nvPr/>
        </p:nvSpPr>
        <p:spPr bwMode="auto">
          <a:xfrm>
            <a:off x="4394555" y="3570179"/>
            <a:ext cx="331609" cy="405439"/>
          </a:xfrm>
          <a:custGeom>
            <a:avLst/>
            <a:gdLst>
              <a:gd name="T0" fmla="*/ 346 w 1061"/>
              <a:gd name="T1" fmla="*/ 1063 h 1297"/>
              <a:gd name="T2" fmla="*/ 355 w 1061"/>
              <a:gd name="T3" fmla="*/ 1123 h 1297"/>
              <a:gd name="T4" fmla="*/ 339 w 1061"/>
              <a:gd name="T5" fmla="*/ 1140 h 1297"/>
              <a:gd name="T6" fmla="*/ 320 w 1061"/>
              <a:gd name="T7" fmla="*/ 1158 h 1297"/>
              <a:gd name="T8" fmla="*/ 255 w 1061"/>
              <a:gd name="T9" fmla="*/ 1161 h 1297"/>
              <a:gd name="T10" fmla="*/ 246 w 1061"/>
              <a:gd name="T11" fmla="*/ 1154 h 1297"/>
              <a:gd name="T12" fmla="*/ 220 w 1061"/>
              <a:gd name="T13" fmla="*/ 1137 h 1297"/>
              <a:gd name="T14" fmla="*/ 211 w 1061"/>
              <a:gd name="T15" fmla="*/ 1075 h 1297"/>
              <a:gd name="T16" fmla="*/ 227 w 1061"/>
              <a:gd name="T17" fmla="*/ 1059 h 1297"/>
              <a:gd name="T18" fmla="*/ 94 w 1061"/>
              <a:gd name="T19" fmla="*/ 979 h 1297"/>
              <a:gd name="T20" fmla="*/ 501 w 1061"/>
              <a:gd name="T21" fmla="*/ 957 h 1297"/>
              <a:gd name="T22" fmla="*/ 94 w 1061"/>
              <a:gd name="T23" fmla="*/ 730 h 1297"/>
              <a:gd name="T24" fmla="*/ 0 w 1061"/>
              <a:gd name="T25" fmla="*/ 730 h 1297"/>
              <a:gd name="T26" fmla="*/ 482 w 1061"/>
              <a:gd name="T27" fmla="*/ 759 h 1297"/>
              <a:gd name="T28" fmla="*/ 259 w 1061"/>
              <a:gd name="T29" fmla="*/ 607 h 1297"/>
              <a:gd name="T30" fmla="*/ 170 w 1061"/>
              <a:gd name="T31" fmla="*/ 665 h 1297"/>
              <a:gd name="T32" fmla="*/ 149 w 1061"/>
              <a:gd name="T33" fmla="*/ 771 h 1297"/>
              <a:gd name="T34" fmla="*/ 211 w 1061"/>
              <a:gd name="T35" fmla="*/ 862 h 1297"/>
              <a:gd name="T36" fmla="*/ 233 w 1061"/>
              <a:gd name="T37" fmla="*/ 896 h 1297"/>
              <a:gd name="T38" fmla="*/ 335 w 1061"/>
              <a:gd name="T39" fmla="*/ 885 h 1297"/>
              <a:gd name="T40" fmla="*/ 379 w 1061"/>
              <a:gd name="T41" fmla="*/ 846 h 1297"/>
              <a:gd name="T42" fmla="*/ 423 w 1061"/>
              <a:gd name="T43" fmla="*/ 743 h 1297"/>
              <a:gd name="T44" fmla="*/ 382 w 1061"/>
              <a:gd name="T45" fmla="*/ 645 h 1297"/>
              <a:gd name="T46" fmla="*/ 285 w 1061"/>
              <a:gd name="T47" fmla="*/ 603 h 1297"/>
              <a:gd name="T48" fmla="*/ 384 w 1061"/>
              <a:gd name="T49" fmla="*/ 594 h 1297"/>
              <a:gd name="T50" fmla="*/ 458 w 1061"/>
              <a:gd name="T51" fmla="*/ 708 h 1297"/>
              <a:gd name="T52" fmla="*/ 430 w 1061"/>
              <a:gd name="T53" fmla="*/ 847 h 1297"/>
              <a:gd name="T54" fmla="*/ 374 w 1061"/>
              <a:gd name="T55" fmla="*/ 898 h 1297"/>
              <a:gd name="T56" fmla="*/ 357 w 1061"/>
              <a:gd name="T57" fmla="*/ 1047 h 1297"/>
              <a:gd name="T58" fmla="*/ 198 w 1061"/>
              <a:gd name="T59" fmla="*/ 1036 h 1297"/>
              <a:gd name="T60" fmla="*/ 190 w 1061"/>
              <a:gd name="T61" fmla="*/ 895 h 1297"/>
              <a:gd name="T62" fmla="*/ 122 w 1061"/>
              <a:gd name="T63" fmla="*/ 814 h 1297"/>
              <a:gd name="T64" fmla="*/ 125 w 1061"/>
              <a:gd name="T65" fmla="*/ 664 h 1297"/>
              <a:gd name="T66" fmla="*/ 244 w 1061"/>
              <a:gd name="T67" fmla="*/ 569 h 1297"/>
              <a:gd name="T68" fmla="*/ 141 w 1061"/>
              <a:gd name="T69" fmla="*/ 605 h 1297"/>
              <a:gd name="T70" fmla="*/ 501 w 1061"/>
              <a:gd name="T71" fmla="*/ 531 h 1297"/>
              <a:gd name="T72" fmla="*/ 301 w 1061"/>
              <a:gd name="T73" fmla="*/ 428 h 1297"/>
              <a:gd name="T74" fmla="*/ 301 w 1061"/>
              <a:gd name="T75" fmla="*/ 428 h 1297"/>
              <a:gd name="T76" fmla="*/ 798 w 1061"/>
              <a:gd name="T77" fmla="*/ 331 h 1297"/>
              <a:gd name="T78" fmla="*/ 918 w 1061"/>
              <a:gd name="T79" fmla="*/ 257 h 1297"/>
              <a:gd name="T80" fmla="*/ 974 w 1061"/>
              <a:gd name="T81" fmla="*/ 295 h 1297"/>
              <a:gd name="T82" fmla="*/ 1040 w 1061"/>
              <a:gd name="T83" fmla="*/ 790 h 1297"/>
              <a:gd name="T84" fmla="*/ 974 w 1061"/>
              <a:gd name="T85" fmla="*/ 778 h 1297"/>
              <a:gd name="T86" fmla="*/ 823 w 1061"/>
              <a:gd name="T87" fmla="*/ 881 h 1297"/>
              <a:gd name="T88" fmla="*/ 268 w 1061"/>
              <a:gd name="T89" fmla="*/ 355 h 1297"/>
              <a:gd name="T90" fmla="*/ 219 w 1061"/>
              <a:gd name="T91" fmla="*/ 307 h 1297"/>
              <a:gd name="T92" fmla="*/ 268 w 1061"/>
              <a:gd name="T93" fmla="*/ 260 h 1297"/>
              <a:gd name="T94" fmla="*/ 761 w 1061"/>
              <a:gd name="T95" fmla="*/ 417 h 1297"/>
              <a:gd name="T96" fmla="*/ 848 w 1061"/>
              <a:gd name="T97" fmla="*/ 258 h 1297"/>
              <a:gd name="T98" fmla="*/ 796 w 1061"/>
              <a:gd name="T99" fmla="*/ 5 h 1297"/>
              <a:gd name="T100" fmla="*/ 877 w 1061"/>
              <a:gd name="T101" fmla="*/ 97 h 1297"/>
              <a:gd name="T102" fmla="*/ 848 w 1061"/>
              <a:gd name="T103" fmla="*/ 225 h 1297"/>
              <a:gd name="T104" fmla="*/ 734 w 1061"/>
              <a:gd name="T105" fmla="*/ 260 h 1297"/>
              <a:gd name="T106" fmla="*/ 653 w 1061"/>
              <a:gd name="T107" fmla="*/ 168 h 1297"/>
              <a:gd name="T108" fmla="*/ 684 w 1061"/>
              <a:gd name="T109" fmla="*/ 38 h 1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61" h="1297">
                <a:moveTo>
                  <a:pt x="235" y="1059"/>
                </a:moveTo>
                <a:lnTo>
                  <a:pt x="331" y="1059"/>
                </a:lnTo>
                <a:lnTo>
                  <a:pt x="339" y="1059"/>
                </a:lnTo>
                <a:lnTo>
                  <a:pt x="346" y="1063"/>
                </a:lnTo>
                <a:lnTo>
                  <a:pt x="350" y="1066"/>
                </a:lnTo>
                <a:lnTo>
                  <a:pt x="354" y="1071"/>
                </a:lnTo>
                <a:lnTo>
                  <a:pt x="355" y="1075"/>
                </a:lnTo>
                <a:lnTo>
                  <a:pt x="355" y="1123"/>
                </a:lnTo>
                <a:lnTo>
                  <a:pt x="354" y="1129"/>
                </a:lnTo>
                <a:lnTo>
                  <a:pt x="350" y="1134"/>
                </a:lnTo>
                <a:lnTo>
                  <a:pt x="346" y="1137"/>
                </a:lnTo>
                <a:lnTo>
                  <a:pt x="339" y="1140"/>
                </a:lnTo>
                <a:lnTo>
                  <a:pt x="331" y="1140"/>
                </a:lnTo>
                <a:lnTo>
                  <a:pt x="320" y="1140"/>
                </a:lnTo>
                <a:lnTo>
                  <a:pt x="320" y="1154"/>
                </a:lnTo>
                <a:lnTo>
                  <a:pt x="320" y="1158"/>
                </a:lnTo>
                <a:lnTo>
                  <a:pt x="317" y="1159"/>
                </a:lnTo>
                <a:lnTo>
                  <a:pt x="314" y="1161"/>
                </a:lnTo>
                <a:lnTo>
                  <a:pt x="311" y="1161"/>
                </a:lnTo>
                <a:lnTo>
                  <a:pt x="255" y="1161"/>
                </a:lnTo>
                <a:lnTo>
                  <a:pt x="252" y="1161"/>
                </a:lnTo>
                <a:lnTo>
                  <a:pt x="247" y="1159"/>
                </a:lnTo>
                <a:lnTo>
                  <a:pt x="246" y="1158"/>
                </a:lnTo>
                <a:lnTo>
                  <a:pt x="246" y="1154"/>
                </a:lnTo>
                <a:lnTo>
                  <a:pt x="246" y="1140"/>
                </a:lnTo>
                <a:lnTo>
                  <a:pt x="235" y="1140"/>
                </a:lnTo>
                <a:lnTo>
                  <a:pt x="227" y="1140"/>
                </a:lnTo>
                <a:lnTo>
                  <a:pt x="220" y="1137"/>
                </a:lnTo>
                <a:lnTo>
                  <a:pt x="216" y="1134"/>
                </a:lnTo>
                <a:lnTo>
                  <a:pt x="211" y="1129"/>
                </a:lnTo>
                <a:lnTo>
                  <a:pt x="211" y="1123"/>
                </a:lnTo>
                <a:lnTo>
                  <a:pt x="211" y="1075"/>
                </a:lnTo>
                <a:lnTo>
                  <a:pt x="211" y="1071"/>
                </a:lnTo>
                <a:lnTo>
                  <a:pt x="216" y="1066"/>
                </a:lnTo>
                <a:lnTo>
                  <a:pt x="220" y="1063"/>
                </a:lnTo>
                <a:lnTo>
                  <a:pt x="227" y="1059"/>
                </a:lnTo>
                <a:lnTo>
                  <a:pt x="235" y="1059"/>
                </a:lnTo>
                <a:close/>
                <a:moveTo>
                  <a:pt x="141" y="885"/>
                </a:moveTo>
                <a:lnTo>
                  <a:pt x="160" y="906"/>
                </a:lnTo>
                <a:lnTo>
                  <a:pt x="94" y="979"/>
                </a:lnTo>
                <a:lnTo>
                  <a:pt x="76" y="958"/>
                </a:lnTo>
                <a:lnTo>
                  <a:pt x="141" y="885"/>
                </a:lnTo>
                <a:close/>
                <a:moveTo>
                  <a:pt x="435" y="884"/>
                </a:moveTo>
                <a:lnTo>
                  <a:pt x="501" y="957"/>
                </a:lnTo>
                <a:lnTo>
                  <a:pt x="482" y="977"/>
                </a:lnTo>
                <a:lnTo>
                  <a:pt x="416" y="904"/>
                </a:lnTo>
                <a:lnTo>
                  <a:pt x="435" y="884"/>
                </a:lnTo>
                <a:close/>
                <a:moveTo>
                  <a:pt x="94" y="730"/>
                </a:moveTo>
                <a:lnTo>
                  <a:pt x="94" y="760"/>
                </a:lnTo>
                <a:lnTo>
                  <a:pt x="0" y="760"/>
                </a:lnTo>
                <a:lnTo>
                  <a:pt x="0" y="733"/>
                </a:lnTo>
                <a:lnTo>
                  <a:pt x="0" y="730"/>
                </a:lnTo>
                <a:lnTo>
                  <a:pt x="94" y="730"/>
                </a:lnTo>
                <a:close/>
                <a:moveTo>
                  <a:pt x="576" y="729"/>
                </a:moveTo>
                <a:lnTo>
                  <a:pt x="576" y="759"/>
                </a:lnTo>
                <a:lnTo>
                  <a:pt x="482" y="759"/>
                </a:lnTo>
                <a:lnTo>
                  <a:pt x="482" y="729"/>
                </a:lnTo>
                <a:lnTo>
                  <a:pt x="576" y="729"/>
                </a:lnTo>
                <a:close/>
                <a:moveTo>
                  <a:pt x="285" y="603"/>
                </a:moveTo>
                <a:lnTo>
                  <a:pt x="259" y="607"/>
                </a:lnTo>
                <a:lnTo>
                  <a:pt x="232" y="615"/>
                </a:lnTo>
                <a:lnTo>
                  <a:pt x="208" y="627"/>
                </a:lnTo>
                <a:lnTo>
                  <a:pt x="187" y="645"/>
                </a:lnTo>
                <a:lnTo>
                  <a:pt x="170" y="665"/>
                </a:lnTo>
                <a:lnTo>
                  <a:pt x="157" y="691"/>
                </a:lnTo>
                <a:lnTo>
                  <a:pt x="149" y="716"/>
                </a:lnTo>
                <a:lnTo>
                  <a:pt x="146" y="743"/>
                </a:lnTo>
                <a:lnTo>
                  <a:pt x="149" y="771"/>
                </a:lnTo>
                <a:lnTo>
                  <a:pt x="157" y="798"/>
                </a:lnTo>
                <a:lnTo>
                  <a:pt x="171" y="822"/>
                </a:lnTo>
                <a:lnTo>
                  <a:pt x="189" y="844"/>
                </a:lnTo>
                <a:lnTo>
                  <a:pt x="211" y="862"/>
                </a:lnTo>
                <a:lnTo>
                  <a:pt x="216" y="865"/>
                </a:lnTo>
                <a:lnTo>
                  <a:pt x="225" y="873"/>
                </a:lnTo>
                <a:lnTo>
                  <a:pt x="232" y="884"/>
                </a:lnTo>
                <a:lnTo>
                  <a:pt x="233" y="896"/>
                </a:lnTo>
                <a:lnTo>
                  <a:pt x="233" y="1012"/>
                </a:lnTo>
                <a:lnTo>
                  <a:pt x="333" y="1012"/>
                </a:lnTo>
                <a:lnTo>
                  <a:pt x="333" y="898"/>
                </a:lnTo>
                <a:lnTo>
                  <a:pt x="335" y="885"/>
                </a:lnTo>
                <a:lnTo>
                  <a:pt x="341" y="874"/>
                </a:lnTo>
                <a:lnTo>
                  <a:pt x="350" y="866"/>
                </a:lnTo>
                <a:lnTo>
                  <a:pt x="355" y="863"/>
                </a:lnTo>
                <a:lnTo>
                  <a:pt x="379" y="846"/>
                </a:lnTo>
                <a:lnTo>
                  <a:pt x="398" y="824"/>
                </a:lnTo>
                <a:lnTo>
                  <a:pt x="412" y="800"/>
                </a:lnTo>
                <a:lnTo>
                  <a:pt x="420" y="773"/>
                </a:lnTo>
                <a:lnTo>
                  <a:pt x="423" y="743"/>
                </a:lnTo>
                <a:lnTo>
                  <a:pt x="420" y="716"/>
                </a:lnTo>
                <a:lnTo>
                  <a:pt x="412" y="691"/>
                </a:lnTo>
                <a:lnTo>
                  <a:pt x="400" y="665"/>
                </a:lnTo>
                <a:lnTo>
                  <a:pt x="382" y="645"/>
                </a:lnTo>
                <a:lnTo>
                  <a:pt x="362" y="627"/>
                </a:lnTo>
                <a:lnTo>
                  <a:pt x="338" y="615"/>
                </a:lnTo>
                <a:lnTo>
                  <a:pt x="312" y="607"/>
                </a:lnTo>
                <a:lnTo>
                  <a:pt x="285" y="603"/>
                </a:lnTo>
                <a:close/>
                <a:moveTo>
                  <a:pt x="285" y="564"/>
                </a:moveTo>
                <a:lnTo>
                  <a:pt x="320" y="567"/>
                </a:lnTo>
                <a:lnTo>
                  <a:pt x="352" y="578"/>
                </a:lnTo>
                <a:lnTo>
                  <a:pt x="384" y="594"/>
                </a:lnTo>
                <a:lnTo>
                  <a:pt x="411" y="616"/>
                </a:lnTo>
                <a:lnTo>
                  <a:pt x="433" y="643"/>
                </a:lnTo>
                <a:lnTo>
                  <a:pt x="449" y="675"/>
                </a:lnTo>
                <a:lnTo>
                  <a:pt x="458" y="708"/>
                </a:lnTo>
                <a:lnTo>
                  <a:pt x="463" y="743"/>
                </a:lnTo>
                <a:lnTo>
                  <a:pt x="458" y="781"/>
                </a:lnTo>
                <a:lnTo>
                  <a:pt x="447" y="816"/>
                </a:lnTo>
                <a:lnTo>
                  <a:pt x="430" y="847"/>
                </a:lnTo>
                <a:lnTo>
                  <a:pt x="406" y="874"/>
                </a:lnTo>
                <a:lnTo>
                  <a:pt x="376" y="898"/>
                </a:lnTo>
                <a:lnTo>
                  <a:pt x="376" y="898"/>
                </a:lnTo>
                <a:lnTo>
                  <a:pt x="374" y="898"/>
                </a:lnTo>
                <a:lnTo>
                  <a:pt x="373" y="900"/>
                </a:lnTo>
                <a:lnTo>
                  <a:pt x="373" y="1018"/>
                </a:lnTo>
                <a:lnTo>
                  <a:pt x="368" y="1036"/>
                </a:lnTo>
                <a:lnTo>
                  <a:pt x="357" y="1047"/>
                </a:lnTo>
                <a:lnTo>
                  <a:pt x="341" y="1052"/>
                </a:lnTo>
                <a:lnTo>
                  <a:pt x="225" y="1052"/>
                </a:lnTo>
                <a:lnTo>
                  <a:pt x="209" y="1047"/>
                </a:lnTo>
                <a:lnTo>
                  <a:pt x="198" y="1036"/>
                </a:lnTo>
                <a:lnTo>
                  <a:pt x="193" y="1018"/>
                </a:lnTo>
                <a:lnTo>
                  <a:pt x="193" y="898"/>
                </a:lnTo>
                <a:lnTo>
                  <a:pt x="192" y="896"/>
                </a:lnTo>
                <a:lnTo>
                  <a:pt x="190" y="895"/>
                </a:lnTo>
                <a:lnTo>
                  <a:pt x="190" y="895"/>
                </a:lnTo>
                <a:lnTo>
                  <a:pt x="162" y="873"/>
                </a:lnTo>
                <a:lnTo>
                  <a:pt x="138" y="846"/>
                </a:lnTo>
                <a:lnTo>
                  <a:pt x="122" y="814"/>
                </a:lnTo>
                <a:lnTo>
                  <a:pt x="111" y="779"/>
                </a:lnTo>
                <a:lnTo>
                  <a:pt x="108" y="743"/>
                </a:lnTo>
                <a:lnTo>
                  <a:pt x="113" y="702"/>
                </a:lnTo>
                <a:lnTo>
                  <a:pt x="125" y="664"/>
                </a:lnTo>
                <a:lnTo>
                  <a:pt x="146" y="630"/>
                </a:lnTo>
                <a:lnTo>
                  <a:pt x="174" y="603"/>
                </a:lnTo>
                <a:lnTo>
                  <a:pt x="206" y="581"/>
                </a:lnTo>
                <a:lnTo>
                  <a:pt x="244" y="569"/>
                </a:lnTo>
                <a:lnTo>
                  <a:pt x="285" y="564"/>
                </a:lnTo>
                <a:close/>
                <a:moveTo>
                  <a:pt x="94" y="512"/>
                </a:moveTo>
                <a:lnTo>
                  <a:pt x="160" y="584"/>
                </a:lnTo>
                <a:lnTo>
                  <a:pt x="141" y="605"/>
                </a:lnTo>
                <a:lnTo>
                  <a:pt x="75" y="532"/>
                </a:lnTo>
                <a:lnTo>
                  <a:pt x="94" y="512"/>
                </a:lnTo>
                <a:close/>
                <a:moveTo>
                  <a:pt x="482" y="510"/>
                </a:moveTo>
                <a:lnTo>
                  <a:pt x="501" y="531"/>
                </a:lnTo>
                <a:lnTo>
                  <a:pt x="435" y="603"/>
                </a:lnTo>
                <a:lnTo>
                  <a:pt x="416" y="583"/>
                </a:lnTo>
                <a:lnTo>
                  <a:pt x="482" y="510"/>
                </a:lnTo>
                <a:close/>
                <a:moveTo>
                  <a:pt x="301" y="428"/>
                </a:moveTo>
                <a:lnTo>
                  <a:pt x="301" y="532"/>
                </a:lnTo>
                <a:lnTo>
                  <a:pt x="274" y="532"/>
                </a:lnTo>
                <a:lnTo>
                  <a:pt x="274" y="429"/>
                </a:lnTo>
                <a:lnTo>
                  <a:pt x="301" y="428"/>
                </a:lnTo>
                <a:close/>
                <a:moveTo>
                  <a:pt x="764" y="273"/>
                </a:moveTo>
                <a:lnTo>
                  <a:pt x="798" y="273"/>
                </a:lnTo>
                <a:lnTo>
                  <a:pt x="815" y="301"/>
                </a:lnTo>
                <a:lnTo>
                  <a:pt x="798" y="331"/>
                </a:lnTo>
                <a:lnTo>
                  <a:pt x="764" y="331"/>
                </a:lnTo>
                <a:lnTo>
                  <a:pt x="747" y="301"/>
                </a:lnTo>
                <a:lnTo>
                  <a:pt x="764" y="273"/>
                </a:lnTo>
                <a:close/>
                <a:moveTo>
                  <a:pt x="918" y="257"/>
                </a:moveTo>
                <a:lnTo>
                  <a:pt x="937" y="257"/>
                </a:lnTo>
                <a:lnTo>
                  <a:pt x="955" y="265"/>
                </a:lnTo>
                <a:lnTo>
                  <a:pt x="967" y="277"/>
                </a:lnTo>
                <a:lnTo>
                  <a:pt x="974" y="295"/>
                </a:lnTo>
                <a:lnTo>
                  <a:pt x="1061" y="743"/>
                </a:lnTo>
                <a:lnTo>
                  <a:pt x="1061" y="762"/>
                </a:lnTo>
                <a:lnTo>
                  <a:pt x="1053" y="778"/>
                </a:lnTo>
                <a:lnTo>
                  <a:pt x="1040" y="790"/>
                </a:lnTo>
                <a:lnTo>
                  <a:pt x="1023" y="798"/>
                </a:lnTo>
                <a:lnTo>
                  <a:pt x="1004" y="798"/>
                </a:lnTo>
                <a:lnTo>
                  <a:pt x="986" y="790"/>
                </a:lnTo>
                <a:lnTo>
                  <a:pt x="974" y="778"/>
                </a:lnTo>
                <a:lnTo>
                  <a:pt x="967" y="760"/>
                </a:lnTo>
                <a:lnTo>
                  <a:pt x="936" y="602"/>
                </a:lnTo>
                <a:lnTo>
                  <a:pt x="936" y="1297"/>
                </a:lnTo>
                <a:lnTo>
                  <a:pt x="823" y="881"/>
                </a:lnTo>
                <a:lnTo>
                  <a:pt x="763" y="881"/>
                </a:lnTo>
                <a:lnTo>
                  <a:pt x="630" y="1297"/>
                </a:lnTo>
                <a:lnTo>
                  <a:pt x="630" y="355"/>
                </a:lnTo>
                <a:lnTo>
                  <a:pt x="268" y="355"/>
                </a:lnTo>
                <a:lnTo>
                  <a:pt x="249" y="352"/>
                </a:lnTo>
                <a:lnTo>
                  <a:pt x="233" y="341"/>
                </a:lnTo>
                <a:lnTo>
                  <a:pt x="224" y="326"/>
                </a:lnTo>
                <a:lnTo>
                  <a:pt x="219" y="307"/>
                </a:lnTo>
                <a:lnTo>
                  <a:pt x="224" y="288"/>
                </a:lnTo>
                <a:lnTo>
                  <a:pt x="233" y="274"/>
                </a:lnTo>
                <a:lnTo>
                  <a:pt x="249" y="263"/>
                </a:lnTo>
                <a:lnTo>
                  <a:pt x="268" y="260"/>
                </a:lnTo>
                <a:lnTo>
                  <a:pt x="630" y="260"/>
                </a:lnTo>
                <a:lnTo>
                  <a:pt x="630" y="258"/>
                </a:lnTo>
                <a:lnTo>
                  <a:pt x="706" y="258"/>
                </a:lnTo>
                <a:lnTo>
                  <a:pt x="761" y="417"/>
                </a:lnTo>
                <a:lnTo>
                  <a:pt x="768" y="337"/>
                </a:lnTo>
                <a:lnTo>
                  <a:pt x="799" y="337"/>
                </a:lnTo>
                <a:lnTo>
                  <a:pt x="806" y="406"/>
                </a:lnTo>
                <a:lnTo>
                  <a:pt x="848" y="258"/>
                </a:lnTo>
                <a:lnTo>
                  <a:pt x="912" y="258"/>
                </a:lnTo>
                <a:lnTo>
                  <a:pt x="918" y="257"/>
                </a:lnTo>
                <a:close/>
                <a:moveTo>
                  <a:pt x="766" y="0"/>
                </a:moveTo>
                <a:lnTo>
                  <a:pt x="796" y="5"/>
                </a:lnTo>
                <a:lnTo>
                  <a:pt x="825" y="18"/>
                </a:lnTo>
                <a:lnTo>
                  <a:pt x="848" y="38"/>
                </a:lnTo>
                <a:lnTo>
                  <a:pt x="866" y="65"/>
                </a:lnTo>
                <a:lnTo>
                  <a:pt x="877" y="97"/>
                </a:lnTo>
                <a:lnTo>
                  <a:pt x="882" y="132"/>
                </a:lnTo>
                <a:lnTo>
                  <a:pt x="877" y="168"/>
                </a:lnTo>
                <a:lnTo>
                  <a:pt x="866" y="198"/>
                </a:lnTo>
                <a:lnTo>
                  <a:pt x="848" y="225"/>
                </a:lnTo>
                <a:lnTo>
                  <a:pt x="825" y="246"/>
                </a:lnTo>
                <a:lnTo>
                  <a:pt x="796" y="260"/>
                </a:lnTo>
                <a:lnTo>
                  <a:pt x="766" y="265"/>
                </a:lnTo>
                <a:lnTo>
                  <a:pt x="734" y="260"/>
                </a:lnTo>
                <a:lnTo>
                  <a:pt x="707" y="246"/>
                </a:lnTo>
                <a:lnTo>
                  <a:pt x="684" y="225"/>
                </a:lnTo>
                <a:lnTo>
                  <a:pt x="666" y="198"/>
                </a:lnTo>
                <a:lnTo>
                  <a:pt x="653" y="168"/>
                </a:lnTo>
                <a:lnTo>
                  <a:pt x="650" y="132"/>
                </a:lnTo>
                <a:lnTo>
                  <a:pt x="653" y="97"/>
                </a:lnTo>
                <a:lnTo>
                  <a:pt x="666" y="65"/>
                </a:lnTo>
                <a:lnTo>
                  <a:pt x="684" y="38"/>
                </a:lnTo>
                <a:lnTo>
                  <a:pt x="707" y="18"/>
                </a:lnTo>
                <a:lnTo>
                  <a:pt x="734" y="5"/>
                </a:lnTo>
                <a:lnTo>
                  <a:pt x="766"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6" name="Freeform 8"/>
          <p:cNvSpPr>
            <a:spLocks noEditPoints="1"/>
          </p:cNvSpPr>
          <p:nvPr/>
        </p:nvSpPr>
        <p:spPr bwMode="auto">
          <a:xfrm>
            <a:off x="9343520" y="2926897"/>
            <a:ext cx="407412" cy="312173"/>
          </a:xfrm>
          <a:custGeom>
            <a:avLst/>
            <a:gdLst>
              <a:gd name="T0" fmla="*/ 274 w 1232"/>
              <a:gd name="T1" fmla="*/ 806 h 944"/>
              <a:gd name="T2" fmla="*/ 356 w 1232"/>
              <a:gd name="T3" fmla="*/ 811 h 944"/>
              <a:gd name="T4" fmla="*/ 461 w 1232"/>
              <a:gd name="T5" fmla="*/ 792 h 944"/>
              <a:gd name="T6" fmla="*/ 460 w 1232"/>
              <a:gd name="T7" fmla="*/ 665 h 944"/>
              <a:gd name="T8" fmla="*/ 572 w 1232"/>
              <a:gd name="T9" fmla="*/ 568 h 944"/>
              <a:gd name="T10" fmla="*/ 380 w 1232"/>
              <a:gd name="T11" fmla="*/ 678 h 944"/>
              <a:gd name="T12" fmla="*/ 460 w 1232"/>
              <a:gd name="T13" fmla="*/ 568 h 944"/>
              <a:gd name="T14" fmla="*/ 247 w 1232"/>
              <a:gd name="T15" fmla="*/ 636 h 944"/>
              <a:gd name="T16" fmla="*/ 314 w 1232"/>
              <a:gd name="T17" fmla="*/ 568 h 944"/>
              <a:gd name="T18" fmla="*/ 169 w 1232"/>
              <a:gd name="T19" fmla="*/ 640 h 944"/>
              <a:gd name="T20" fmla="*/ 165 w 1232"/>
              <a:gd name="T21" fmla="*/ 568 h 944"/>
              <a:gd name="T22" fmla="*/ 539 w 1232"/>
              <a:gd name="T23" fmla="*/ 944 h 944"/>
              <a:gd name="T24" fmla="*/ 655 w 1232"/>
              <a:gd name="T25" fmla="*/ 657 h 944"/>
              <a:gd name="T26" fmla="*/ 699 w 1232"/>
              <a:gd name="T27" fmla="*/ 590 h 944"/>
              <a:gd name="T28" fmla="*/ 726 w 1232"/>
              <a:gd name="T29" fmla="*/ 524 h 944"/>
              <a:gd name="T30" fmla="*/ 599 w 1232"/>
              <a:gd name="T31" fmla="*/ 526 h 944"/>
              <a:gd name="T32" fmla="*/ 531 w 1232"/>
              <a:gd name="T33" fmla="*/ 424 h 944"/>
              <a:gd name="T34" fmla="*/ 482 w 1232"/>
              <a:gd name="T35" fmla="*/ 476 h 944"/>
              <a:gd name="T36" fmla="*/ 190 w 1232"/>
              <a:gd name="T37" fmla="*/ 476 h 944"/>
              <a:gd name="T38" fmla="*/ 185 w 1232"/>
              <a:gd name="T39" fmla="*/ 424 h 944"/>
              <a:gd name="T40" fmla="*/ 152 w 1232"/>
              <a:gd name="T41" fmla="*/ 526 h 944"/>
              <a:gd name="T42" fmla="*/ 518 w 1232"/>
              <a:gd name="T43" fmla="*/ 280 h 944"/>
              <a:gd name="T44" fmla="*/ 621 w 1232"/>
              <a:gd name="T45" fmla="*/ 347 h 944"/>
              <a:gd name="T46" fmla="*/ 356 w 1232"/>
              <a:gd name="T47" fmla="*/ 280 h 944"/>
              <a:gd name="T48" fmla="*/ 472 w 1232"/>
              <a:gd name="T49" fmla="*/ 280 h 944"/>
              <a:gd name="T50" fmla="*/ 185 w 1232"/>
              <a:gd name="T51" fmla="*/ 381 h 944"/>
              <a:gd name="T52" fmla="*/ 71 w 1232"/>
              <a:gd name="T53" fmla="*/ 280 h 944"/>
              <a:gd name="T54" fmla="*/ 139 w 1232"/>
              <a:gd name="T55" fmla="*/ 381 h 944"/>
              <a:gd name="T56" fmla="*/ 780 w 1232"/>
              <a:gd name="T57" fmla="*/ 241 h 944"/>
              <a:gd name="T58" fmla="*/ 780 w 1232"/>
              <a:gd name="T59" fmla="*/ 241 h 944"/>
              <a:gd name="T60" fmla="*/ 506 w 1232"/>
              <a:gd name="T61" fmla="*/ 237 h 944"/>
              <a:gd name="T62" fmla="*/ 491 w 1232"/>
              <a:gd name="T63" fmla="*/ 160 h 944"/>
              <a:gd name="T64" fmla="*/ 149 w 1232"/>
              <a:gd name="T65" fmla="*/ 182 h 944"/>
              <a:gd name="T66" fmla="*/ 179 w 1232"/>
              <a:gd name="T67" fmla="*/ 201 h 944"/>
              <a:gd name="T68" fmla="*/ 356 w 1232"/>
              <a:gd name="T69" fmla="*/ 237 h 944"/>
              <a:gd name="T70" fmla="*/ 404 w 1232"/>
              <a:gd name="T71" fmla="*/ 146 h 944"/>
              <a:gd name="T72" fmla="*/ 290 w 1232"/>
              <a:gd name="T73" fmla="*/ 128 h 944"/>
              <a:gd name="T74" fmla="*/ 212 w 1232"/>
              <a:gd name="T75" fmla="*/ 237 h 944"/>
              <a:gd name="T76" fmla="*/ 356 w 1232"/>
              <a:gd name="T77" fmla="*/ 68 h 944"/>
              <a:gd name="T78" fmla="*/ 493 w 1232"/>
              <a:gd name="T79" fmla="*/ 108 h 944"/>
              <a:gd name="T80" fmla="*/ 626 w 1232"/>
              <a:gd name="T81" fmla="*/ 237 h 944"/>
              <a:gd name="T82" fmla="*/ 648 w 1232"/>
              <a:gd name="T83" fmla="*/ 280 h 944"/>
              <a:gd name="T84" fmla="*/ 672 w 1232"/>
              <a:gd name="T85" fmla="*/ 424 h 944"/>
              <a:gd name="T86" fmla="*/ 650 w 1232"/>
              <a:gd name="T87" fmla="*/ 526 h 944"/>
              <a:gd name="T88" fmla="*/ 599 w 1232"/>
              <a:gd name="T89" fmla="*/ 609 h 944"/>
              <a:gd name="T90" fmla="*/ 450 w 1232"/>
              <a:gd name="T91" fmla="*/ 717 h 944"/>
              <a:gd name="T92" fmla="*/ 314 w 1232"/>
              <a:gd name="T93" fmla="*/ 738 h 944"/>
              <a:gd name="T94" fmla="*/ 179 w 1232"/>
              <a:gd name="T95" fmla="*/ 698 h 944"/>
              <a:gd name="T96" fmla="*/ 44 w 1232"/>
              <a:gd name="T97" fmla="*/ 568 h 944"/>
              <a:gd name="T98" fmla="*/ 23 w 1232"/>
              <a:gd name="T99" fmla="*/ 526 h 944"/>
              <a:gd name="T100" fmla="*/ 0 w 1232"/>
              <a:gd name="T101" fmla="*/ 381 h 944"/>
              <a:gd name="T102" fmla="*/ 20 w 1232"/>
              <a:gd name="T103" fmla="*/ 280 h 944"/>
              <a:gd name="T104" fmla="*/ 71 w 1232"/>
              <a:gd name="T105" fmla="*/ 198 h 944"/>
              <a:gd name="T106" fmla="*/ 222 w 1232"/>
              <a:gd name="T107" fmla="*/ 89 h 944"/>
              <a:gd name="T108" fmla="*/ 1045 w 1232"/>
              <a:gd name="T109" fmla="*/ 0 h 944"/>
              <a:gd name="T110" fmla="*/ 1045 w 1232"/>
              <a:gd name="T111"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32" h="944">
                <a:moveTo>
                  <a:pt x="461" y="792"/>
                </a:moveTo>
                <a:lnTo>
                  <a:pt x="461" y="944"/>
                </a:lnTo>
                <a:lnTo>
                  <a:pt x="274" y="944"/>
                </a:lnTo>
                <a:lnTo>
                  <a:pt x="274" y="806"/>
                </a:lnTo>
                <a:lnTo>
                  <a:pt x="295" y="809"/>
                </a:lnTo>
                <a:lnTo>
                  <a:pt x="304" y="811"/>
                </a:lnTo>
                <a:lnTo>
                  <a:pt x="314" y="811"/>
                </a:lnTo>
                <a:lnTo>
                  <a:pt x="356" y="811"/>
                </a:lnTo>
                <a:lnTo>
                  <a:pt x="368" y="811"/>
                </a:lnTo>
                <a:lnTo>
                  <a:pt x="377" y="809"/>
                </a:lnTo>
                <a:lnTo>
                  <a:pt x="420" y="803"/>
                </a:lnTo>
                <a:lnTo>
                  <a:pt x="461" y="792"/>
                </a:lnTo>
                <a:close/>
                <a:moveTo>
                  <a:pt x="506" y="568"/>
                </a:moveTo>
                <a:lnTo>
                  <a:pt x="493" y="605"/>
                </a:lnTo>
                <a:lnTo>
                  <a:pt x="477" y="636"/>
                </a:lnTo>
                <a:lnTo>
                  <a:pt x="460" y="665"/>
                </a:lnTo>
                <a:lnTo>
                  <a:pt x="491" y="646"/>
                </a:lnTo>
                <a:lnTo>
                  <a:pt x="521" y="624"/>
                </a:lnTo>
                <a:lnTo>
                  <a:pt x="548" y="598"/>
                </a:lnTo>
                <a:lnTo>
                  <a:pt x="572" y="568"/>
                </a:lnTo>
                <a:lnTo>
                  <a:pt x="506" y="568"/>
                </a:lnTo>
                <a:close/>
                <a:moveTo>
                  <a:pt x="356" y="568"/>
                </a:moveTo>
                <a:lnTo>
                  <a:pt x="356" y="689"/>
                </a:lnTo>
                <a:lnTo>
                  <a:pt x="380" y="678"/>
                </a:lnTo>
                <a:lnTo>
                  <a:pt x="404" y="660"/>
                </a:lnTo>
                <a:lnTo>
                  <a:pt x="425" y="636"/>
                </a:lnTo>
                <a:lnTo>
                  <a:pt x="444" y="605"/>
                </a:lnTo>
                <a:lnTo>
                  <a:pt x="460" y="568"/>
                </a:lnTo>
                <a:lnTo>
                  <a:pt x="356" y="568"/>
                </a:lnTo>
                <a:close/>
                <a:moveTo>
                  <a:pt x="212" y="568"/>
                </a:moveTo>
                <a:lnTo>
                  <a:pt x="228" y="605"/>
                </a:lnTo>
                <a:lnTo>
                  <a:pt x="247" y="636"/>
                </a:lnTo>
                <a:lnTo>
                  <a:pt x="268" y="660"/>
                </a:lnTo>
                <a:lnTo>
                  <a:pt x="290" y="678"/>
                </a:lnTo>
                <a:lnTo>
                  <a:pt x="314" y="689"/>
                </a:lnTo>
                <a:lnTo>
                  <a:pt x="314" y="568"/>
                </a:lnTo>
                <a:lnTo>
                  <a:pt x="212" y="568"/>
                </a:lnTo>
                <a:close/>
                <a:moveTo>
                  <a:pt x="98" y="568"/>
                </a:moveTo>
                <a:lnTo>
                  <a:pt x="131" y="608"/>
                </a:lnTo>
                <a:lnTo>
                  <a:pt x="169" y="640"/>
                </a:lnTo>
                <a:lnTo>
                  <a:pt x="212" y="665"/>
                </a:lnTo>
                <a:lnTo>
                  <a:pt x="195" y="636"/>
                </a:lnTo>
                <a:lnTo>
                  <a:pt x="179" y="605"/>
                </a:lnTo>
                <a:lnTo>
                  <a:pt x="165" y="568"/>
                </a:lnTo>
                <a:lnTo>
                  <a:pt x="98" y="568"/>
                </a:lnTo>
                <a:close/>
                <a:moveTo>
                  <a:pt x="726" y="524"/>
                </a:moveTo>
                <a:lnTo>
                  <a:pt x="726" y="944"/>
                </a:lnTo>
                <a:lnTo>
                  <a:pt x="539" y="944"/>
                </a:lnTo>
                <a:lnTo>
                  <a:pt x="539" y="757"/>
                </a:lnTo>
                <a:lnTo>
                  <a:pt x="582" y="728"/>
                </a:lnTo>
                <a:lnTo>
                  <a:pt x="620" y="695"/>
                </a:lnTo>
                <a:lnTo>
                  <a:pt x="655" y="657"/>
                </a:lnTo>
                <a:lnTo>
                  <a:pt x="685" y="616"/>
                </a:lnTo>
                <a:lnTo>
                  <a:pt x="688" y="609"/>
                </a:lnTo>
                <a:lnTo>
                  <a:pt x="693" y="603"/>
                </a:lnTo>
                <a:lnTo>
                  <a:pt x="699" y="590"/>
                </a:lnTo>
                <a:lnTo>
                  <a:pt x="715" y="559"/>
                </a:lnTo>
                <a:lnTo>
                  <a:pt x="720" y="546"/>
                </a:lnTo>
                <a:lnTo>
                  <a:pt x="723" y="533"/>
                </a:lnTo>
                <a:lnTo>
                  <a:pt x="726" y="524"/>
                </a:lnTo>
                <a:close/>
                <a:moveTo>
                  <a:pt x="531" y="424"/>
                </a:moveTo>
                <a:lnTo>
                  <a:pt x="528" y="476"/>
                </a:lnTo>
                <a:lnTo>
                  <a:pt x="518" y="526"/>
                </a:lnTo>
                <a:lnTo>
                  <a:pt x="599" y="526"/>
                </a:lnTo>
                <a:lnTo>
                  <a:pt x="612" y="492"/>
                </a:lnTo>
                <a:lnTo>
                  <a:pt x="621" y="459"/>
                </a:lnTo>
                <a:lnTo>
                  <a:pt x="626" y="424"/>
                </a:lnTo>
                <a:lnTo>
                  <a:pt x="531" y="424"/>
                </a:lnTo>
                <a:close/>
                <a:moveTo>
                  <a:pt x="356" y="424"/>
                </a:moveTo>
                <a:lnTo>
                  <a:pt x="356" y="526"/>
                </a:lnTo>
                <a:lnTo>
                  <a:pt x="472" y="526"/>
                </a:lnTo>
                <a:lnTo>
                  <a:pt x="482" y="476"/>
                </a:lnTo>
                <a:lnTo>
                  <a:pt x="485" y="424"/>
                </a:lnTo>
                <a:lnTo>
                  <a:pt x="356" y="424"/>
                </a:lnTo>
                <a:close/>
                <a:moveTo>
                  <a:pt x="185" y="424"/>
                </a:moveTo>
                <a:lnTo>
                  <a:pt x="190" y="476"/>
                </a:lnTo>
                <a:lnTo>
                  <a:pt x="199" y="526"/>
                </a:lnTo>
                <a:lnTo>
                  <a:pt x="314" y="526"/>
                </a:lnTo>
                <a:lnTo>
                  <a:pt x="314" y="424"/>
                </a:lnTo>
                <a:lnTo>
                  <a:pt x="185" y="424"/>
                </a:lnTo>
                <a:close/>
                <a:moveTo>
                  <a:pt x="46" y="424"/>
                </a:moveTo>
                <a:lnTo>
                  <a:pt x="54" y="476"/>
                </a:lnTo>
                <a:lnTo>
                  <a:pt x="71" y="526"/>
                </a:lnTo>
                <a:lnTo>
                  <a:pt x="152" y="526"/>
                </a:lnTo>
                <a:lnTo>
                  <a:pt x="144" y="476"/>
                </a:lnTo>
                <a:lnTo>
                  <a:pt x="139" y="424"/>
                </a:lnTo>
                <a:lnTo>
                  <a:pt x="46" y="424"/>
                </a:lnTo>
                <a:close/>
                <a:moveTo>
                  <a:pt x="518" y="280"/>
                </a:moveTo>
                <a:lnTo>
                  <a:pt x="528" y="329"/>
                </a:lnTo>
                <a:lnTo>
                  <a:pt x="531" y="381"/>
                </a:lnTo>
                <a:lnTo>
                  <a:pt x="626" y="381"/>
                </a:lnTo>
                <a:lnTo>
                  <a:pt x="621" y="347"/>
                </a:lnTo>
                <a:lnTo>
                  <a:pt x="612" y="313"/>
                </a:lnTo>
                <a:lnTo>
                  <a:pt x="599" y="280"/>
                </a:lnTo>
                <a:lnTo>
                  <a:pt x="518" y="280"/>
                </a:lnTo>
                <a:close/>
                <a:moveTo>
                  <a:pt x="356" y="280"/>
                </a:moveTo>
                <a:lnTo>
                  <a:pt x="356" y="381"/>
                </a:lnTo>
                <a:lnTo>
                  <a:pt x="485" y="381"/>
                </a:lnTo>
                <a:lnTo>
                  <a:pt x="482" y="329"/>
                </a:lnTo>
                <a:lnTo>
                  <a:pt x="472" y="280"/>
                </a:lnTo>
                <a:lnTo>
                  <a:pt x="356" y="280"/>
                </a:lnTo>
                <a:close/>
                <a:moveTo>
                  <a:pt x="199" y="280"/>
                </a:moveTo>
                <a:lnTo>
                  <a:pt x="190" y="329"/>
                </a:lnTo>
                <a:lnTo>
                  <a:pt x="185" y="381"/>
                </a:lnTo>
                <a:lnTo>
                  <a:pt x="314" y="381"/>
                </a:lnTo>
                <a:lnTo>
                  <a:pt x="314" y="280"/>
                </a:lnTo>
                <a:lnTo>
                  <a:pt x="199" y="280"/>
                </a:lnTo>
                <a:close/>
                <a:moveTo>
                  <a:pt x="71" y="280"/>
                </a:moveTo>
                <a:lnTo>
                  <a:pt x="58" y="313"/>
                </a:lnTo>
                <a:lnTo>
                  <a:pt x="50" y="347"/>
                </a:lnTo>
                <a:lnTo>
                  <a:pt x="46" y="381"/>
                </a:lnTo>
                <a:lnTo>
                  <a:pt x="139" y="381"/>
                </a:lnTo>
                <a:lnTo>
                  <a:pt x="144" y="329"/>
                </a:lnTo>
                <a:lnTo>
                  <a:pt x="152" y="280"/>
                </a:lnTo>
                <a:lnTo>
                  <a:pt x="71" y="280"/>
                </a:lnTo>
                <a:close/>
                <a:moveTo>
                  <a:pt x="780" y="241"/>
                </a:moveTo>
                <a:lnTo>
                  <a:pt x="967" y="241"/>
                </a:lnTo>
                <a:lnTo>
                  <a:pt x="967" y="944"/>
                </a:lnTo>
                <a:lnTo>
                  <a:pt x="780" y="944"/>
                </a:lnTo>
                <a:lnTo>
                  <a:pt x="780" y="241"/>
                </a:lnTo>
                <a:close/>
                <a:moveTo>
                  <a:pt x="460" y="141"/>
                </a:moveTo>
                <a:lnTo>
                  <a:pt x="477" y="169"/>
                </a:lnTo>
                <a:lnTo>
                  <a:pt x="493" y="201"/>
                </a:lnTo>
                <a:lnTo>
                  <a:pt x="506" y="237"/>
                </a:lnTo>
                <a:lnTo>
                  <a:pt x="572" y="237"/>
                </a:lnTo>
                <a:lnTo>
                  <a:pt x="548" y="207"/>
                </a:lnTo>
                <a:lnTo>
                  <a:pt x="521" y="182"/>
                </a:lnTo>
                <a:lnTo>
                  <a:pt x="491" y="160"/>
                </a:lnTo>
                <a:lnTo>
                  <a:pt x="460" y="141"/>
                </a:lnTo>
                <a:close/>
                <a:moveTo>
                  <a:pt x="212" y="141"/>
                </a:moveTo>
                <a:lnTo>
                  <a:pt x="179" y="160"/>
                </a:lnTo>
                <a:lnTo>
                  <a:pt x="149" y="182"/>
                </a:lnTo>
                <a:lnTo>
                  <a:pt x="122" y="207"/>
                </a:lnTo>
                <a:lnTo>
                  <a:pt x="98" y="237"/>
                </a:lnTo>
                <a:lnTo>
                  <a:pt x="165" y="237"/>
                </a:lnTo>
                <a:lnTo>
                  <a:pt x="179" y="201"/>
                </a:lnTo>
                <a:lnTo>
                  <a:pt x="195" y="169"/>
                </a:lnTo>
                <a:lnTo>
                  <a:pt x="212" y="141"/>
                </a:lnTo>
                <a:close/>
                <a:moveTo>
                  <a:pt x="356" y="117"/>
                </a:moveTo>
                <a:lnTo>
                  <a:pt x="356" y="237"/>
                </a:lnTo>
                <a:lnTo>
                  <a:pt x="460" y="237"/>
                </a:lnTo>
                <a:lnTo>
                  <a:pt x="444" y="201"/>
                </a:lnTo>
                <a:lnTo>
                  <a:pt x="425" y="169"/>
                </a:lnTo>
                <a:lnTo>
                  <a:pt x="404" y="146"/>
                </a:lnTo>
                <a:lnTo>
                  <a:pt x="380" y="128"/>
                </a:lnTo>
                <a:lnTo>
                  <a:pt x="356" y="117"/>
                </a:lnTo>
                <a:close/>
                <a:moveTo>
                  <a:pt x="314" y="117"/>
                </a:moveTo>
                <a:lnTo>
                  <a:pt x="290" y="128"/>
                </a:lnTo>
                <a:lnTo>
                  <a:pt x="268" y="146"/>
                </a:lnTo>
                <a:lnTo>
                  <a:pt x="247" y="169"/>
                </a:lnTo>
                <a:lnTo>
                  <a:pt x="228" y="201"/>
                </a:lnTo>
                <a:lnTo>
                  <a:pt x="212" y="237"/>
                </a:lnTo>
                <a:lnTo>
                  <a:pt x="314" y="237"/>
                </a:lnTo>
                <a:lnTo>
                  <a:pt x="314" y="117"/>
                </a:lnTo>
                <a:close/>
                <a:moveTo>
                  <a:pt x="314" y="68"/>
                </a:moveTo>
                <a:lnTo>
                  <a:pt x="356" y="68"/>
                </a:lnTo>
                <a:lnTo>
                  <a:pt x="356" y="70"/>
                </a:lnTo>
                <a:lnTo>
                  <a:pt x="404" y="76"/>
                </a:lnTo>
                <a:lnTo>
                  <a:pt x="450" y="89"/>
                </a:lnTo>
                <a:lnTo>
                  <a:pt x="493" y="108"/>
                </a:lnTo>
                <a:lnTo>
                  <a:pt x="533" y="131"/>
                </a:lnTo>
                <a:lnTo>
                  <a:pt x="569" y="161"/>
                </a:lnTo>
                <a:lnTo>
                  <a:pt x="599" y="198"/>
                </a:lnTo>
                <a:lnTo>
                  <a:pt x="626" y="237"/>
                </a:lnTo>
                <a:lnTo>
                  <a:pt x="628" y="237"/>
                </a:lnTo>
                <a:lnTo>
                  <a:pt x="634" y="248"/>
                </a:lnTo>
                <a:lnTo>
                  <a:pt x="650" y="280"/>
                </a:lnTo>
                <a:lnTo>
                  <a:pt x="648" y="280"/>
                </a:lnTo>
                <a:lnTo>
                  <a:pt x="663" y="329"/>
                </a:lnTo>
                <a:lnTo>
                  <a:pt x="671" y="381"/>
                </a:lnTo>
                <a:lnTo>
                  <a:pt x="672" y="381"/>
                </a:lnTo>
                <a:lnTo>
                  <a:pt x="672" y="424"/>
                </a:lnTo>
                <a:lnTo>
                  <a:pt x="671" y="424"/>
                </a:lnTo>
                <a:lnTo>
                  <a:pt x="663" y="476"/>
                </a:lnTo>
                <a:lnTo>
                  <a:pt x="648" y="526"/>
                </a:lnTo>
                <a:lnTo>
                  <a:pt x="650" y="526"/>
                </a:lnTo>
                <a:lnTo>
                  <a:pt x="634" y="557"/>
                </a:lnTo>
                <a:lnTo>
                  <a:pt x="628" y="568"/>
                </a:lnTo>
                <a:lnTo>
                  <a:pt x="626" y="568"/>
                </a:lnTo>
                <a:lnTo>
                  <a:pt x="599" y="609"/>
                </a:lnTo>
                <a:lnTo>
                  <a:pt x="569" y="644"/>
                </a:lnTo>
                <a:lnTo>
                  <a:pt x="533" y="674"/>
                </a:lnTo>
                <a:lnTo>
                  <a:pt x="493" y="698"/>
                </a:lnTo>
                <a:lnTo>
                  <a:pt x="450" y="717"/>
                </a:lnTo>
                <a:lnTo>
                  <a:pt x="404" y="730"/>
                </a:lnTo>
                <a:lnTo>
                  <a:pt x="356" y="736"/>
                </a:lnTo>
                <a:lnTo>
                  <a:pt x="356" y="738"/>
                </a:lnTo>
                <a:lnTo>
                  <a:pt x="314" y="738"/>
                </a:lnTo>
                <a:lnTo>
                  <a:pt x="314" y="736"/>
                </a:lnTo>
                <a:lnTo>
                  <a:pt x="266" y="730"/>
                </a:lnTo>
                <a:lnTo>
                  <a:pt x="222" y="717"/>
                </a:lnTo>
                <a:lnTo>
                  <a:pt x="179" y="698"/>
                </a:lnTo>
                <a:lnTo>
                  <a:pt x="139" y="674"/>
                </a:lnTo>
                <a:lnTo>
                  <a:pt x="103" y="644"/>
                </a:lnTo>
                <a:lnTo>
                  <a:pt x="71" y="609"/>
                </a:lnTo>
                <a:lnTo>
                  <a:pt x="44" y="568"/>
                </a:lnTo>
                <a:lnTo>
                  <a:pt x="44" y="568"/>
                </a:lnTo>
                <a:lnTo>
                  <a:pt x="38" y="557"/>
                </a:lnTo>
                <a:lnTo>
                  <a:pt x="20" y="526"/>
                </a:lnTo>
                <a:lnTo>
                  <a:pt x="23" y="526"/>
                </a:lnTo>
                <a:lnTo>
                  <a:pt x="8" y="476"/>
                </a:lnTo>
                <a:lnTo>
                  <a:pt x="1" y="424"/>
                </a:lnTo>
                <a:lnTo>
                  <a:pt x="0" y="424"/>
                </a:lnTo>
                <a:lnTo>
                  <a:pt x="0" y="381"/>
                </a:lnTo>
                <a:lnTo>
                  <a:pt x="1" y="381"/>
                </a:lnTo>
                <a:lnTo>
                  <a:pt x="8" y="329"/>
                </a:lnTo>
                <a:lnTo>
                  <a:pt x="23" y="280"/>
                </a:lnTo>
                <a:lnTo>
                  <a:pt x="20" y="280"/>
                </a:lnTo>
                <a:lnTo>
                  <a:pt x="38" y="248"/>
                </a:lnTo>
                <a:lnTo>
                  <a:pt x="44" y="237"/>
                </a:lnTo>
                <a:lnTo>
                  <a:pt x="44" y="237"/>
                </a:lnTo>
                <a:lnTo>
                  <a:pt x="71" y="198"/>
                </a:lnTo>
                <a:lnTo>
                  <a:pt x="103" y="161"/>
                </a:lnTo>
                <a:lnTo>
                  <a:pt x="139" y="131"/>
                </a:lnTo>
                <a:lnTo>
                  <a:pt x="179" y="108"/>
                </a:lnTo>
                <a:lnTo>
                  <a:pt x="222" y="89"/>
                </a:lnTo>
                <a:lnTo>
                  <a:pt x="266" y="76"/>
                </a:lnTo>
                <a:lnTo>
                  <a:pt x="314" y="70"/>
                </a:lnTo>
                <a:lnTo>
                  <a:pt x="314" y="68"/>
                </a:lnTo>
                <a:close/>
                <a:moveTo>
                  <a:pt x="1045" y="0"/>
                </a:moveTo>
                <a:lnTo>
                  <a:pt x="1232" y="0"/>
                </a:lnTo>
                <a:lnTo>
                  <a:pt x="1232" y="944"/>
                </a:lnTo>
                <a:lnTo>
                  <a:pt x="1045" y="944"/>
                </a:lnTo>
                <a:lnTo>
                  <a:pt x="1045"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sp>
        <p:nvSpPr>
          <p:cNvPr id="87" name="Freeform 9"/>
          <p:cNvSpPr>
            <a:spLocks noEditPoints="1"/>
          </p:cNvSpPr>
          <p:nvPr/>
        </p:nvSpPr>
        <p:spPr bwMode="auto">
          <a:xfrm>
            <a:off x="6874781" y="3262998"/>
            <a:ext cx="358023" cy="356621"/>
          </a:xfrm>
          <a:custGeom>
            <a:avLst/>
            <a:gdLst>
              <a:gd name="T0" fmla="*/ 588 w 1021"/>
              <a:gd name="T1" fmla="*/ 661 h 1018"/>
              <a:gd name="T2" fmla="*/ 587 w 1021"/>
              <a:gd name="T3" fmla="*/ 940 h 1018"/>
              <a:gd name="T4" fmla="*/ 590 w 1021"/>
              <a:gd name="T5" fmla="*/ 943 h 1018"/>
              <a:gd name="T6" fmla="*/ 821 w 1021"/>
              <a:gd name="T7" fmla="*/ 942 h 1018"/>
              <a:gd name="T8" fmla="*/ 823 w 1021"/>
              <a:gd name="T9" fmla="*/ 663 h 1018"/>
              <a:gd name="T10" fmla="*/ 820 w 1021"/>
              <a:gd name="T11" fmla="*/ 661 h 1018"/>
              <a:gd name="T12" fmla="*/ 273 w 1021"/>
              <a:gd name="T13" fmla="*/ 661 h 1018"/>
              <a:gd name="T14" fmla="*/ 268 w 1021"/>
              <a:gd name="T15" fmla="*/ 663 h 1018"/>
              <a:gd name="T16" fmla="*/ 241 w 1021"/>
              <a:gd name="T17" fmla="*/ 691 h 1018"/>
              <a:gd name="T18" fmla="*/ 241 w 1021"/>
              <a:gd name="T19" fmla="*/ 779 h 1018"/>
              <a:gd name="T20" fmla="*/ 241 w 1021"/>
              <a:gd name="T21" fmla="*/ 782 h 1018"/>
              <a:gd name="T22" fmla="*/ 270 w 1021"/>
              <a:gd name="T23" fmla="*/ 809 h 1018"/>
              <a:gd name="T24" fmla="*/ 419 w 1021"/>
              <a:gd name="T25" fmla="*/ 809 h 1018"/>
              <a:gd name="T26" fmla="*/ 422 w 1021"/>
              <a:gd name="T27" fmla="*/ 809 h 1018"/>
              <a:gd name="T28" fmla="*/ 450 w 1021"/>
              <a:gd name="T29" fmla="*/ 780 h 1018"/>
              <a:gd name="T30" fmla="*/ 450 w 1021"/>
              <a:gd name="T31" fmla="*/ 693 h 1018"/>
              <a:gd name="T32" fmla="*/ 449 w 1021"/>
              <a:gd name="T33" fmla="*/ 688 h 1018"/>
              <a:gd name="T34" fmla="*/ 420 w 1021"/>
              <a:gd name="T35" fmla="*/ 661 h 1018"/>
              <a:gd name="T36" fmla="*/ 273 w 1021"/>
              <a:gd name="T37" fmla="*/ 661 h 1018"/>
              <a:gd name="T38" fmla="*/ 891 w 1021"/>
              <a:gd name="T39" fmla="*/ 497 h 1018"/>
              <a:gd name="T40" fmla="*/ 893 w 1021"/>
              <a:gd name="T41" fmla="*/ 498 h 1018"/>
              <a:gd name="T42" fmla="*/ 893 w 1021"/>
              <a:gd name="T43" fmla="*/ 1018 h 1018"/>
              <a:gd name="T44" fmla="*/ 128 w 1021"/>
              <a:gd name="T45" fmla="*/ 1018 h 1018"/>
              <a:gd name="T46" fmla="*/ 127 w 1021"/>
              <a:gd name="T47" fmla="*/ 1016 h 1018"/>
              <a:gd name="T48" fmla="*/ 127 w 1021"/>
              <a:gd name="T49" fmla="*/ 497 h 1018"/>
              <a:gd name="T50" fmla="*/ 783 w 1021"/>
              <a:gd name="T51" fmla="*/ 0 h 1018"/>
              <a:gd name="T52" fmla="*/ 783 w 1021"/>
              <a:gd name="T53" fmla="*/ 226 h 1018"/>
              <a:gd name="T54" fmla="*/ 788 w 1021"/>
              <a:gd name="T55" fmla="*/ 234 h 1018"/>
              <a:gd name="T56" fmla="*/ 1021 w 1021"/>
              <a:gd name="T57" fmla="*/ 424 h 1018"/>
              <a:gd name="T58" fmla="*/ 1020 w 1021"/>
              <a:gd name="T59" fmla="*/ 425 h 1018"/>
              <a:gd name="T60" fmla="*/ 3 w 1021"/>
              <a:gd name="T61" fmla="*/ 425 h 1018"/>
              <a:gd name="T62" fmla="*/ 0 w 1021"/>
              <a:gd name="T63" fmla="*/ 425 h 1018"/>
              <a:gd name="T64" fmla="*/ 1 w 1021"/>
              <a:gd name="T65" fmla="*/ 422 h 1018"/>
              <a:gd name="T66" fmla="*/ 480 w 1021"/>
              <a:gd name="T67" fmla="*/ 31 h 1018"/>
              <a:gd name="T68" fmla="*/ 490 w 1021"/>
              <a:gd name="T69" fmla="*/ 28 h 1018"/>
              <a:gd name="T70" fmla="*/ 534 w 1021"/>
              <a:gd name="T71" fmla="*/ 30 h 1018"/>
              <a:gd name="T72" fmla="*/ 542 w 1021"/>
              <a:gd name="T73" fmla="*/ 33 h 1018"/>
              <a:gd name="T74" fmla="*/ 677 w 1021"/>
              <a:gd name="T75" fmla="*/ 142 h 1018"/>
              <a:gd name="T76" fmla="*/ 682 w 1021"/>
              <a:gd name="T77" fmla="*/ 139 h 1018"/>
              <a:gd name="T78" fmla="*/ 783 w 1021"/>
              <a:gd name="T79"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21" h="1018">
                <a:moveTo>
                  <a:pt x="590" y="661"/>
                </a:moveTo>
                <a:lnTo>
                  <a:pt x="588" y="661"/>
                </a:lnTo>
                <a:lnTo>
                  <a:pt x="587" y="663"/>
                </a:lnTo>
                <a:lnTo>
                  <a:pt x="587" y="940"/>
                </a:lnTo>
                <a:lnTo>
                  <a:pt x="588" y="942"/>
                </a:lnTo>
                <a:lnTo>
                  <a:pt x="590" y="943"/>
                </a:lnTo>
                <a:lnTo>
                  <a:pt x="820" y="943"/>
                </a:lnTo>
                <a:lnTo>
                  <a:pt x="821" y="942"/>
                </a:lnTo>
                <a:lnTo>
                  <a:pt x="823" y="940"/>
                </a:lnTo>
                <a:lnTo>
                  <a:pt x="823" y="663"/>
                </a:lnTo>
                <a:lnTo>
                  <a:pt x="821" y="661"/>
                </a:lnTo>
                <a:lnTo>
                  <a:pt x="820" y="661"/>
                </a:lnTo>
                <a:lnTo>
                  <a:pt x="590" y="661"/>
                </a:lnTo>
                <a:close/>
                <a:moveTo>
                  <a:pt x="273" y="661"/>
                </a:moveTo>
                <a:lnTo>
                  <a:pt x="270" y="661"/>
                </a:lnTo>
                <a:lnTo>
                  <a:pt x="268" y="663"/>
                </a:lnTo>
                <a:lnTo>
                  <a:pt x="241" y="688"/>
                </a:lnTo>
                <a:lnTo>
                  <a:pt x="241" y="691"/>
                </a:lnTo>
                <a:lnTo>
                  <a:pt x="241" y="693"/>
                </a:lnTo>
                <a:lnTo>
                  <a:pt x="241" y="779"/>
                </a:lnTo>
                <a:lnTo>
                  <a:pt x="241" y="780"/>
                </a:lnTo>
                <a:lnTo>
                  <a:pt x="241" y="782"/>
                </a:lnTo>
                <a:lnTo>
                  <a:pt x="268" y="809"/>
                </a:lnTo>
                <a:lnTo>
                  <a:pt x="270" y="809"/>
                </a:lnTo>
                <a:lnTo>
                  <a:pt x="273" y="809"/>
                </a:lnTo>
                <a:lnTo>
                  <a:pt x="419" y="809"/>
                </a:lnTo>
                <a:lnTo>
                  <a:pt x="420" y="809"/>
                </a:lnTo>
                <a:lnTo>
                  <a:pt x="422" y="809"/>
                </a:lnTo>
                <a:lnTo>
                  <a:pt x="449" y="782"/>
                </a:lnTo>
                <a:lnTo>
                  <a:pt x="450" y="780"/>
                </a:lnTo>
                <a:lnTo>
                  <a:pt x="450" y="779"/>
                </a:lnTo>
                <a:lnTo>
                  <a:pt x="450" y="693"/>
                </a:lnTo>
                <a:lnTo>
                  <a:pt x="450" y="691"/>
                </a:lnTo>
                <a:lnTo>
                  <a:pt x="449" y="688"/>
                </a:lnTo>
                <a:lnTo>
                  <a:pt x="422" y="663"/>
                </a:lnTo>
                <a:lnTo>
                  <a:pt x="420" y="661"/>
                </a:lnTo>
                <a:lnTo>
                  <a:pt x="419" y="661"/>
                </a:lnTo>
                <a:lnTo>
                  <a:pt x="273" y="661"/>
                </a:lnTo>
                <a:close/>
                <a:moveTo>
                  <a:pt x="128" y="497"/>
                </a:moveTo>
                <a:lnTo>
                  <a:pt x="891" y="497"/>
                </a:lnTo>
                <a:lnTo>
                  <a:pt x="893" y="497"/>
                </a:lnTo>
                <a:lnTo>
                  <a:pt x="893" y="498"/>
                </a:lnTo>
                <a:lnTo>
                  <a:pt x="893" y="1016"/>
                </a:lnTo>
                <a:lnTo>
                  <a:pt x="893" y="1018"/>
                </a:lnTo>
                <a:lnTo>
                  <a:pt x="891" y="1018"/>
                </a:lnTo>
                <a:lnTo>
                  <a:pt x="128" y="1018"/>
                </a:lnTo>
                <a:lnTo>
                  <a:pt x="127" y="1018"/>
                </a:lnTo>
                <a:lnTo>
                  <a:pt x="127" y="1016"/>
                </a:lnTo>
                <a:lnTo>
                  <a:pt x="127" y="498"/>
                </a:lnTo>
                <a:lnTo>
                  <a:pt x="127" y="497"/>
                </a:lnTo>
                <a:lnTo>
                  <a:pt x="128" y="497"/>
                </a:lnTo>
                <a:close/>
                <a:moveTo>
                  <a:pt x="783" y="0"/>
                </a:moveTo>
                <a:lnTo>
                  <a:pt x="783" y="223"/>
                </a:lnTo>
                <a:lnTo>
                  <a:pt x="783" y="226"/>
                </a:lnTo>
                <a:lnTo>
                  <a:pt x="787" y="231"/>
                </a:lnTo>
                <a:lnTo>
                  <a:pt x="788" y="234"/>
                </a:lnTo>
                <a:lnTo>
                  <a:pt x="1020" y="422"/>
                </a:lnTo>
                <a:lnTo>
                  <a:pt x="1021" y="424"/>
                </a:lnTo>
                <a:lnTo>
                  <a:pt x="1021" y="425"/>
                </a:lnTo>
                <a:lnTo>
                  <a:pt x="1020" y="425"/>
                </a:lnTo>
                <a:lnTo>
                  <a:pt x="1018" y="425"/>
                </a:lnTo>
                <a:lnTo>
                  <a:pt x="3" y="425"/>
                </a:lnTo>
                <a:lnTo>
                  <a:pt x="0" y="425"/>
                </a:lnTo>
                <a:lnTo>
                  <a:pt x="0" y="425"/>
                </a:lnTo>
                <a:lnTo>
                  <a:pt x="0" y="424"/>
                </a:lnTo>
                <a:lnTo>
                  <a:pt x="1" y="422"/>
                </a:lnTo>
                <a:lnTo>
                  <a:pt x="477" y="33"/>
                </a:lnTo>
                <a:lnTo>
                  <a:pt x="480" y="31"/>
                </a:lnTo>
                <a:lnTo>
                  <a:pt x="485" y="30"/>
                </a:lnTo>
                <a:lnTo>
                  <a:pt x="490" y="28"/>
                </a:lnTo>
                <a:lnTo>
                  <a:pt x="531" y="28"/>
                </a:lnTo>
                <a:lnTo>
                  <a:pt x="534" y="30"/>
                </a:lnTo>
                <a:lnTo>
                  <a:pt x="539" y="31"/>
                </a:lnTo>
                <a:lnTo>
                  <a:pt x="542" y="33"/>
                </a:lnTo>
                <a:lnTo>
                  <a:pt x="674" y="140"/>
                </a:lnTo>
                <a:lnTo>
                  <a:pt x="677" y="142"/>
                </a:lnTo>
                <a:lnTo>
                  <a:pt x="680" y="140"/>
                </a:lnTo>
                <a:lnTo>
                  <a:pt x="682" y="139"/>
                </a:lnTo>
                <a:lnTo>
                  <a:pt x="715" y="3"/>
                </a:lnTo>
                <a:lnTo>
                  <a:pt x="783" y="0"/>
                </a:lnTo>
                <a:close/>
              </a:path>
            </a:pathLst>
          </a:custGeom>
          <a:solidFill>
            <a:sysClr val="window" lastClr="FFFFFF"/>
          </a:solid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b="0" i="0" u="none" strike="noStrike" kern="0" cap="none" spc="0" normalizeH="0" baseline="0" noProof="0">
              <a:ln>
                <a:noFill/>
              </a:ln>
              <a:solidFill>
                <a:prstClr val="black"/>
              </a:solidFill>
              <a:effectLst/>
              <a:uLnTx/>
              <a:uFillTx/>
              <a:cs typeface="+mn-ea"/>
              <a:sym typeface="+mn-lt"/>
            </a:endParaRPr>
          </a:p>
        </p:txBody>
      </p:sp>
      <p:grpSp>
        <p:nvGrpSpPr>
          <p:cNvPr id="88" name="组合 87"/>
          <p:cNvGrpSpPr/>
          <p:nvPr/>
        </p:nvGrpSpPr>
        <p:grpSpPr>
          <a:xfrm>
            <a:off x="339551" y="248225"/>
            <a:ext cx="2386460" cy="460375"/>
            <a:chOff x="7098013" y="5081584"/>
            <a:chExt cx="2386460" cy="460375"/>
          </a:xfrm>
        </p:grpSpPr>
        <p:sp>
          <p:nvSpPr>
            <p:cNvPr id="89"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90"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91"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187398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1000"/>
                                        <p:tgtEl>
                                          <p:spTgt spid="5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6"/>
                                        </p:tgtEl>
                                        <p:attrNameLst>
                                          <p:attrName>style.visibility</p:attrName>
                                        </p:attrNameLst>
                                      </p:cBhvr>
                                      <p:to>
                                        <p:strVal val="visible"/>
                                      </p:to>
                                    </p:set>
                                    <p:animEffect transition="in" filter="wipe(left)">
                                      <p:cBhvr>
                                        <p:cTn id="10" dur="1000"/>
                                        <p:tgtEl>
                                          <p:spTgt spid="5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animEffect transition="in" filter="wipe(left)">
                                      <p:cBhvr>
                                        <p:cTn id="13" dur="1000"/>
                                        <p:tgtEl>
                                          <p:spTgt spid="5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9"/>
                                        </p:tgtEl>
                                        <p:attrNameLst>
                                          <p:attrName>style.visibility</p:attrName>
                                        </p:attrNameLst>
                                      </p:cBhvr>
                                      <p:to>
                                        <p:strVal val="visible"/>
                                      </p:to>
                                    </p:set>
                                    <p:animEffect transition="in" filter="wipe(left)">
                                      <p:cBhvr>
                                        <p:cTn id="16" dur="1000"/>
                                        <p:tgtEl>
                                          <p:spTgt spid="7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0"/>
                                        </p:tgtEl>
                                        <p:attrNameLst>
                                          <p:attrName>style.visibility</p:attrName>
                                        </p:attrNameLst>
                                      </p:cBhvr>
                                      <p:to>
                                        <p:strVal val="visible"/>
                                      </p:to>
                                    </p:set>
                                    <p:animEffect transition="in" filter="wipe(left)">
                                      <p:cBhvr>
                                        <p:cTn id="19" dur="1000"/>
                                        <p:tgtEl>
                                          <p:spTgt spid="80"/>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wipe(left)">
                                      <p:cBhvr>
                                        <p:cTn id="22" dur="1000"/>
                                        <p:tgtEl>
                                          <p:spTgt spid="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wipe(left)">
                                      <p:cBhvr>
                                        <p:cTn id="27" dur="1000"/>
                                        <p:tgtEl>
                                          <p:spTgt spid="5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9"/>
                                        </p:tgtEl>
                                        <p:attrNameLst>
                                          <p:attrName>style.visibility</p:attrName>
                                        </p:attrNameLst>
                                      </p:cBhvr>
                                      <p:to>
                                        <p:strVal val="visible"/>
                                      </p:to>
                                    </p:set>
                                    <p:animEffect transition="in" filter="wipe(left)">
                                      <p:cBhvr>
                                        <p:cTn id="30" dur="1000"/>
                                        <p:tgtEl>
                                          <p:spTgt spid="5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wipe(left)">
                                      <p:cBhvr>
                                        <p:cTn id="33" dur="1000"/>
                                        <p:tgtEl>
                                          <p:spTgt spid="60"/>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1"/>
                                        </p:tgtEl>
                                        <p:attrNameLst>
                                          <p:attrName>style.visibility</p:attrName>
                                        </p:attrNameLst>
                                      </p:cBhvr>
                                      <p:to>
                                        <p:strVal val="visible"/>
                                      </p:to>
                                    </p:set>
                                    <p:animEffect transition="in" filter="wipe(left)">
                                      <p:cBhvr>
                                        <p:cTn id="36" dur="1000"/>
                                        <p:tgtEl>
                                          <p:spTgt spid="61"/>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1000"/>
                                        <p:tgtEl>
                                          <p:spTgt spid="62"/>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left)">
                                      <p:cBhvr>
                                        <p:cTn id="42" dur="1000"/>
                                        <p:tgtEl>
                                          <p:spTgt spid="7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animEffect transition="in" filter="wipe(left)">
                                      <p:cBhvr>
                                        <p:cTn id="45" dur="1000"/>
                                        <p:tgtEl>
                                          <p:spTgt spid="81"/>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85"/>
                                        </p:tgtEl>
                                        <p:attrNameLst>
                                          <p:attrName>style.visibility</p:attrName>
                                        </p:attrNameLst>
                                      </p:cBhvr>
                                      <p:to>
                                        <p:strVal val="visible"/>
                                      </p:to>
                                    </p:set>
                                    <p:animEffect transition="in" filter="wipe(left)">
                                      <p:cBhvr>
                                        <p:cTn id="48" dur="1000"/>
                                        <p:tgtEl>
                                          <p:spTgt spid="8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wipe(left)">
                                      <p:cBhvr>
                                        <p:cTn id="53" dur="1000"/>
                                        <p:tgtEl>
                                          <p:spTgt spid="63"/>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wipe(left)">
                                      <p:cBhvr>
                                        <p:cTn id="56" dur="1000"/>
                                        <p:tgtEl>
                                          <p:spTgt spid="64"/>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wipe(left)">
                                      <p:cBhvr>
                                        <p:cTn id="59" dur="1000"/>
                                        <p:tgtEl>
                                          <p:spTgt spid="6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wipe(left)">
                                      <p:cBhvr>
                                        <p:cTn id="62" dur="1000"/>
                                        <p:tgtEl>
                                          <p:spTgt spid="66"/>
                                        </p:tgtEl>
                                      </p:cBhvr>
                                    </p:animEffect>
                                  </p:childTnLst>
                                </p:cTn>
                              </p:par>
                              <p:par>
                                <p:cTn id="63" presetID="22" presetClass="entr" presetSubtype="8" fill="hold" grpId="0" nodeType="withEffect">
                                  <p:stCondLst>
                                    <p:cond delay="0"/>
                                  </p:stCondLst>
                                  <p:childTnLst>
                                    <p:set>
                                      <p:cBhvr>
                                        <p:cTn id="64" dur="1" fill="hold">
                                          <p:stCondLst>
                                            <p:cond delay="0"/>
                                          </p:stCondLst>
                                        </p:cTn>
                                        <p:tgtEl>
                                          <p:spTgt spid="67"/>
                                        </p:tgtEl>
                                        <p:attrNameLst>
                                          <p:attrName>style.visibility</p:attrName>
                                        </p:attrNameLst>
                                      </p:cBhvr>
                                      <p:to>
                                        <p:strVal val="visible"/>
                                      </p:to>
                                    </p:set>
                                    <p:animEffect transition="in" filter="wipe(left)">
                                      <p:cBhvr>
                                        <p:cTn id="65" dur="1000"/>
                                        <p:tgtEl>
                                          <p:spTgt spid="67"/>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68"/>
                                        </p:tgtEl>
                                        <p:attrNameLst>
                                          <p:attrName>style.visibility</p:attrName>
                                        </p:attrNameLst>
                                      </p:cBhvr>
                                      <p:to>
                                        <p:strVal val="visible"/>
                                      </p:to>
                                    </p:set>
                                    <p:animEffect transition="in" filter="wipe(left)">
                                      <p:cBhvr>
                                        <p:cTn id="68" dur="1000"/>
                                        <p:tgtEl>
                                          <p:spTgt spid="68"/>
                                        </p:tgtEl>
                                      </p:cBhvr>
                                    </p:animEffect>
                                  </p:childTnLst>
                                </p:cTn>
                              </p:par>
                              <p:par>
                                <p:cTn id="69" presetID="22" presetClass="entr" presetSubtype="8" fill="hold" grpId="0" nodeType="withEffect">
                                  <p:stCondLst>
                                    <p:cond delay="0"/>
                                  </p:stCondLst>
                                  <p:childTnLst>
                                    <p:set>
                                      <p:cBhvr>
                                        <p:cTn id="70" dur="1" fill="hold">
                                          <p:stCondLst>
                                            <p:cond delay="0"/>
                                          </p:stCondLst>
                                        </p:cTn>
                                        <p:tgtEl>
                                          <p:spTgt spid="77"/>
                                        </p:tgtEl>
                                        <p:attrNameLst>
                                          <p:attrName>style.visibility</p:attrName>
                                        </p:attrNameLst>
                                      </p:cBhvr>
                                      <p:to>
                                        <p:strVal val="visible"/>
                                      </p:to>
                                    </p:set>
                                    <p:animEffect transition="in" filter="wipe(left)">
                                      <p:cBhvr>
                                        <p:cTn id="71" dur="1000"/>
                                        <p:tgtEl>
                                          <p:spTgt spid="77"/>
                                        </p:tgtEl>
                                      </p:cBhvr>
                                    </p:animEffect>
                                  </p:childTnLst>
                                </p:cTn>
                              </p:par>
                              <p:par>
                                <p:cTn id="72" presetID="22" presetClass="entr" presetSubtype="8" fill="hold" grpId="0" nodeType="withEffect">
                                  <p:stCondLst>
                                    <p:cond delay="0"/>
                                  </p:stCondLst>
                                  <p:childTnLst>
                                    <p:set>
                                      <p:cBhvr>
                                        <p:cTn id="73" dur="1" fill="hold">
                                          <p:stCondLst>
                                            <p:cond delay="0"/>
                                          </p:stCondLst>
                                        </p:cTn>
                                        <p:tgtEl>
                                          <p:spTgt spid="82"/>
                                        </p:tgtEl>
                                        <p:attrNameLst>
                                          <p:attrName>style.visibility</p:attrName>
                                        </p:attrNameLst>
                                      </p:cBhvr>
                                      <p:to>
                                        <p:strVal val="visible"/>
                                      </p:to>
                                    </p:set>
                                    <p:animEffect transition="in" filter="wipe(left)">
                                      <p:cBhvr>
                                        <p:cTn id="74" dur="1000"/>
                                        <p:tgtEl>
                                          <p:spTgt spid="82"/>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wipe(left)">
                                      <p:cBhvr>
                                        <p:cTn id="77" dur="1000"/>
                                        <p:tgtEl>
                                          <p:spTgt spid="8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wipe(left)">
                                      <p:cBhvr>
                                        <p:cTn id="82" dur="1000"/>
                                        <p:tgtEl>
                                          <p:spTgt spid="69"/>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70"/>
                                        </p:tgtEl>
                                        <p:attrNameLst>
                                          <p:attrName>style.visibility</p:attrName>
                                        </p:attrNameLst>
                                      </p:cBhvr>
                                      <p:to>
                                        <p:strVal val="visible"/>
                                      </p:to>
                                    </p:set>
                                    <p:animEffect transition="in" filter="wipe(left)">
                                      <p:cBhvr>
                                        <p:cTn id="85" dur="1000"/>
                                        <p:tgtEl>
                                          <p:spTgt spid="70"/>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71"/>
                                        </p:tgtEl>
                                        <p:attrNameLst>
                                          <p:attrName>style.visibility</p:attrName>
                                        </p:attrNameLst>
                                      </p:cBhvr>
                                      <p:to>
                                        <p:strVal val="visible"/>
                                      </p:to>
                                    </p:set>
                                    <p:animEffect transition="in" filter="wipe(left)">
                                      <p:cBhvr>
                                        <p:cTn id="88" dur="1000"/>
                                        <p:tgtEl>
                                          <p:spTgt spid="71"/>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72"/>
                                        </p:tgtEl>
                                        <p:attrNameLst>
                                          <p:attrName>style.visibility</p:attrName>
                                        </p:attrNameLst>
                                      </p:cBhvr>
                                      <p:to>
                                        <p:strVal val="visible"/>
                                      </p:to>
                                    </p:set>
                                    <p:animEffect transition="in" filter="wipe(left)">
                                      <p:cBhvr>
                                        <p:cTn id="91" dur="1000"/>
                                        <p:tgtEl>
                                          <p:spTgt spid="72"/>
                                        </p:tgtEl>
                                      </p:cBhvr>
                                    </p:animEffect>
                                  </p:childTnLst>
                                </p:cTn>
                              </p:par>
                              <p:par>
                                <p:cTn id="92" presetID="22" presetClass="entr" presetSubtype="8"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Effect transition="in" filter="wipe(left)">
                                      <p:cBhvr>
                                        <p:cTn id="94" dur="1000"/>
                                        <p:tgtEl>
                                          <p:spTgt spid="73"/>
                                        </p:tgtEl>
                                      </p:cBhvr>
                                    </p:animEffect>
                                  </p:childTnLst>
                                </p:cTn>
                              </p:par>
                              <p:par>
                                <p:cTn id="95" presetID="22" presetClass="entr" presetSubtype="8" fill="hold" grpId="0" nodeType="withEffect">
                                  <p:stCondLst>
                                    <p:cond delay="0"/>
                                  </p:stCondLst>
                                  <p:childTnLst>
                                    <p:set>
                                      <p:cBhvr>
                                        <p:cTn id="96" dur="1" fill="hold">
                                          <p:stCondLst>
                                            <p:cond delay="0"/>
                                          </p:stCondLst>
                                        </p:cTn>
                                        <p:tgtEl>
                                          <p:spTgt spid="74"/>
                                        </p:tgtEl>
                                        <p:attrNameLst>
                                          <p:attrName>style.visibility</p:attrName>
                                        </p:attrNameLst>
                                      </p:cBhvr>
                                      <p:to>
                                        <p:strVal val="visible"/>
                                      </p:to>
                                    </p:set>
                                    <p:animEffect transition="in" filter="wipe(left)">
                                      <p:cBhvr>
                                        <p:cTn id="97" dur="1000"/>
                                        <p:tgtEl>
                                          <p:spTgt spid="74"/>
                                        </p:tgtEl>
                                      </p:cBhvr>
                                    </p:animEffect>
                                  </p:childTnLst>
                                </p:cTn>
                              </p:par>
                              <p:par>
                                <p:cTn id="98" presetID="22" presetClass="entr" presetSubtype="8" fill="hold" grpId="0" nodeType="withEffect">
                                  <p:stCondLst>
                                    <p:cond delay="0"/>
                                  </p:stCondLst>
                                  <p:childTnLst>
                                    <p:set>
                                      <p:cBhvr>
                                        <p:cTn id="99" dur="1" fill="hold">
                                          <p:stCondLst>
                                            <p:cond delay="0"/>
                                          </p:stCondLst>
                                        </p:cTn>
                                        <p:tgtEl>
                                          <p:spTgt spid="75"/>
                                        </p:tgtEl>
                                        <p:attrNameLst>
                                          <p:attrName>style.visibility</p:attrName>
                                        </p:attrNameLst>
                                      </p:cBhvr>
                                      <p:to>
                                        <p:strVal val="visible"/>
                                      </p:to>
                                    </p:set>
                                    <p:animEffect transition="in" filter="wipe(left)">
                                      <p:cBhvr>
                                        <p:cTn id="100" dur="1000"/>
                                        <p:tgtEl>
                                          <p:spTgt spid="75"/>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76"/>
                                        </p:tgtEl>
                                        <p:attrNameLst>
                                          <p:attrName>style.visibility</p:attrName>
                                        </p:attrNameLst>
                                      </p:cBhvr>
                                      <p:to>
                                        <p:strVal val="visible"/>
                                      </p:to>
                                    </p:set>
                                    <p:animEffect transition="in" filter="wipe(left)">
                                      <p:cBhvr>
                                        <p:cTn id="103" dur="1000"/>
                                        <p:tgtEl>
                                          <p:spTgt spid="76"/>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83"/>
                                        </p:tgtEl>
                                        <p:attrNameLst>
                                          <p:attrName>style.visibility</p:attrName>
                                        </p:attrNameLst>
                                      </p:cBhvr>
                                      <p:to>
                                        <p:strVal val="visible"/>
                                      </p:to>
                                    </p:set>
                                    <p:animEffect transition="in" filter="wipe(left)">
                                      <p:cBhvr>
                                        <p:cTn id="106" dur="1000"/>
                                        <p:tgtEl>
                                          <p:spTgt spid="83"/>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86"/>
                                        </p:tgtEl>
                                        <p:attrNameLst>
                                          <p:attrName>style.visibility</p:attrName>
                                        </p:attrNameLst>
                                      </p:cBhvr>
                                      <p:to>
                                        <p:strVal val="visible"/>
                                      </p:to>
                                    </p:set>
                                    <p:animEffect transition="in" filter="wipe(left)">
                                      <p:cBhvr>
                                        <p:cTn id="109"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p:bldP spid="77" grpId="0"/>
      <p:bldP spid="78" grpId="0"/>
      <p:bldP spid="79" grpId="0"/>
      <p:bldP spid="80" grpId="0"/>
      <p:bldP spid="81" grpId="0"/>
      <p:bldP spid="82" grpId="0"/>
      <p:bldP spid="83" grpId="0"/>
      <p:bldP spid="84" grpId="0" animBg="1"/>
      <p:bldP spid="85" grpId="0" animBg="1"/>
      <p:bldP spid="86" grpId="0" animBg="1"/>
      <p:bldP spid="8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3"/>
          <p:cNvGrpSpPr/>
          <p:nvPr/>
        </p:nvGrpSpPr>
        <p:grpSpPr>
          <a:xfrm>
            <a:off x="736600" y="1604695"/>
            <a:ext cx="4631267" cy="4867935"/>
            <a:chOff x="1903412" y="1560513"/>
            <a:chExt cx="3168650" cy="3330575"/>
          </a:xfrm>
          <a:solidFill>
            <a:sysClr val="window" lastClr="FFFFFF">
              <a:lumMod val="65000"/>
            </a:sysClr>
          </a:solidFill>
        </p:grpSpPr>
        <p:sp>
          <p:nvSpPr>
            <p:cNvPr id="22" name="Freeform 6"/>
            <p:cNvSpPr>
              <a:spLocks noEditPoints="1"/>
            </p:cNvSpPr>
            <p:nvPr/>
          </p:nvSpPr>
          <p:spPr bwMode="auto">
            <a:xfrm>
              <a:off x="2505075" y="4486276"/>
              <a:ext cx="1844675" cy="369888"/>
            </a:xfrm>
            <a:custGeom>
              <a:avLst/>
              <a:gdLst>
                <a:gd name="T0" fmla="*/ 1500 w 2323"/>
                <a:gd name="T1" fmla="*/ 398 h 466"/>
                <a:gd name="T2" fmla="*/ 1585 w 2323"/>
                <a:gd name="T3" fmla="*/ 391 h 466"/>
                <a:gd name="T4" fmla="*/ 247 w 2323"/>
                <a:gd name="T5" fmla="*/ 363 h 466"/>
                <a:gd name="T6" fmla="*/ 295 w 2323"/>
                <a:gd name="T7" fmla="*/ 376 h 466"/>
                <a:gd name="T8" fmla="*/ 690 w 2323"/>
                <a:gd name="T9" fmla="*/ 405 h 466"/>
                <a:gd name="T10" fmla="*/ 499 w 2323"/>
                <a:gd name="T11" fmla="*/ 362 h 466"/>
                <a:gd name="T12" fmla="*/ 653 w 2323"/>
                <a:gd name="T13" fmla="*/ 418 h 466"/>
                <a:gd name="T14" fmla="*/ 547 w 2323"/>
                <a:gd name="T15" fmla="*/ 417 h 466"/>
                <a:gd name="T16" fmla="*/ 760 w 2323"/>
                <a:gd name="T17" fmla="*/ 398 h 466"/>
                <a:gd name="T18" fmla="*/ 509 w 2323"/>
                <a:gd name="T19" fmla="*/ 414 h 466"/>
                <a:gd name="T20" fmla="*/ 67 w 2323"/>
                <a:gd name="T21" fmla="*/ 395 h 466"/>
                <a:gd name="T22" fmla="*/ 62 w 2323"/>
                <a:gd name="T23" fmla="*/ 375 h 466"/>
                <a:gd name="T24" fmla="*/ 356 w 2323"/>
                <a:gd name="T25" fmla="*/ 352 h 466"/>
                <a:gd name="T26" fmla="*/ 694 w 2323"/>
                <a:gd name="T27" fmla="*/ 417 h 466"/>
                <a:gd name="T28" fmla="*/ 430 w 2323"/>
                <a:gd name="T29" fmla="*/ 326 h 466"/>
                <a:gd name="T30" fmla="*/ 1534 w 2323"/>
                <a:gd name="T31" fmla="*/ 335 h 466"/>
                <a:gd name="T32" fmla="*/ 150 w 2323"/>
                <a:gd name="T33" fmla="*/ 418 h 466"/>
                <a:gd name="T34" fmla="*/ 179 w 2323"/>
                <a:gd name="T35" fmla="*/ 438 h 466"/>
                <a:gd name="T36" fmla="*/ 340 w 2323"/>
                <a:gd name="T37" fmla="*/ 410 h 466"/>
                <a:gd name="T38" fmla="*/ 310 w 2323"/>
                <a:gd name="T39" fmla="*/ 345 h 466"/>
                <a:gd name="T40" fmla="*/ 202 w 2323"/>
                <a:gd name="T41" fmla="*/ 345 h 466"/>
                <a:gd name="T42" fmla="*/ 100 w 2323"/>
                <a:gd name="T43" fmla="*/ 320 h 466"/>
                <a:gd name="T44" fmla="*/ 1266 w 2323"/>
                <a:gd name="T45" fmla="*/ 351 h 466"/>
                <a:gd name="T46" fmla="*/ 684 w 2323"/>
                <a:gd name="T47" fmla="*/ 442 h 466"/>
                <a:gd name="T48" fmla="*/ 142 w 2323"/>
                <a:gd name="T49" fmla="*/ 323 h 466"/>
                <a:gd name="T50" fmla="*/ 371 w 2323"/>
                <a:gd name="T51" fmla="*/ 349 h 466"/>
                <a:gd name="T52" fmla="*/ 189 w 2323"/>
                <a:gd name="T53" fmla="*/ 450 h 466"/>
                <a:gd name="T54" fmla="*/ 7 w 2323"/>
                <a:gd name="T55" fmla="*/ 338 h 466"/>
                <a:gd name="T56" fmla="*/ 1448 w 2323"/>
                <a:gd name="T57" fmla="*/ 301 h 466"/>
                <a:gd name="T58" fmla="*/ 1538 w 2323"/>
                <a:gd name="T59" fmla="*/ 343 h 466"/>
                <a:gd name="T60" fmla="*/ 1598 w 2323"/>
                <a:gd name="T61" fmla="*/ 287 h 466"/>
                <a:gd name="T62" fmla="*/ 1052 w 2323"/>
                <a:gd name="T63" fmla="*/ 267 h 466"/>
                <a:gd name="T64" fmla="*/ 1101 w 2323"/>
                <a:gd name="T65" fmla="*/ 345 h 466"/>
                <a:gd name="T66" fmla="*/ 908 w 2323"/>
                <a:gd name="T67" fmla="*/ 413 h 466"/>
                <a:gd name="T68" fmla="*/ 913 w 2323"/>
                <a:gd name="T69" fmla="*/ 316 h 466"/>
                <a:gd name="T70" fmla="*/ 1043 w 2323"/>
                <a:gd name="T71" fmla="*/ 263 h 466"/>
                <a:gd name="T72" fmla="*/ 1593 w 2323"/>
                <a:gd name="T73" fmla="*/ 251 h 466"/>
                <a:gd name="T74" fmla="*/ 1380 w 2323"/>
                <a:gd name="T75" fmla="*/ 385 h 466"/>
                <a:gd name="T76" fmla="*/ 1338 w 2323"/>
                <a:gd name="T77" fmla="*/ 282 h 466"/>
                <a:gd name="T78" fmla="*/ 1496 w 2323"/>
                <a:gd name="T79" fmla="*/ 253 h 466"/>
                <a:gd name="T80" fmla="*/ 217 w 2323"/>
                <a:gd name="T81" fmla="*/ 198 h 466"/>
                <a:gd name="T82" fmla="*/ 983 w 2323"/>
                <a:gd name="T83" fmla="*/ 152 h 466"/>
                <a:gd name="T84" fmla="*/ 633 w 2323"/>
                <a:gd name="T85" fmla="*/ 172 h 466"/>
                <a:gd name="T86" fmla="*/ 638 w 2323"/>
                <a:gd name="T87" fmla="*/ 107 h 466"/>
                <a:gd name="T88" fmla="*/ 165 w 2323"/>
                <a:gd name="T89" fmla="*/ 149 h 466"/>
                <a:gd name="T90" fmla="*/ 1869 w 2323"/>
                <a:gd name="T91" fmla="*/ 101 h 466"/>
                <a:gd name="T92" fmla="*/ 1730 w 2323"/>
                <a:gd name="T93" fmla="*/ 107 h 466"/>
                <a:gd name="T94" fmla="*/ 1155 w 2323"/>
                <a:gd name="T95" fmla="*/ 69 h 466"/>
                <a:gd name="T96" fmla="*/ 327 w 2323"/>
                <a:gd name="T97" fmla="*/ 65 h 466"/>
                <a:gd name="T98" fmla="*/ 331 w 2323"/>
                <a:gd name="T99" fmla="*/ 197 h 466"/>
                <a:gd name="T100" fmla="*/ 897 w 2323"/>
                <a:gd name="T101" fmla="*/ 86 h 466"/>
                <a:gd name="T102" fmla="*/ 1373 w 2323"/>
                <a:gd name="T103" fmla="*/ 60 h 466"/>
                <a:gd name="T104" fmla="*/ 1025 w 2323"/>
                <a:gd name="T105" fmla="*/ 34 h 466"/>
                <a:gd name="T106" fmla="*/ 992 w 2323"/>
                <a:gd name="T107" fmla="*/ 138 h 466"/>
                <a:gd name="T108" fmla="*/ 1589 w 2323"/>
                <a:gd name="T109" fmla="*/ 36 h 466"/>
                <a:gd name="T110" fmla="*/ 1444 w 2323"/>
                <a:gd name="T111" fmla="*/ 18 h 466"/>
                <a:gd name="T112" fmla="*/ 2102 w 2323"/>
                <a:gd name="T113" fmla="*/ 36 h 466"/>
                <a:gd name="T114" fmla="*/ 1592 w 2323"/>
                <a:gd name="T115" fmla="*/ 63 h 466"/>
                <a:gd name="T116" fmla="*/ 1522 w 2323"/>
                <a:gd name="T117" fmla="*/ 137 h 466"/>
                <a:gd name="T118" fmla="*/ 1500 w 2323"/>
                <a:gd name="T119" fmla="*/ 137 h 466"/>
                <a:gd name="T120" fmla="*/ 1434 w 2323"/>
                <a:gd name="T121" fmla="*/ 64 h 466"/>
                <a:gd name="T122" fmla="*/ 654 w 2323"/>
                <a:gd name="T123" fmla="*/ 39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323" h="466">
                  <a:moveTo>
                    <a:pt x="1202" y="408"/>
                  </a:moveTo>
                  <a:lnTo>
                    <a:pt x="1282" y="408"/>
                  </a:lnTo>
                  <a:lnTo>
                    <a:pt x="1285" y="408"/>
                  </a:lnTo>
                  <a:lnTo>
                    <a:pt x="1287" y="409"/>
                  </a:lnTo>
                  <a:lnTo>
                    <a:pt x="1288" y="412"/>
                  </a:lnTo>
                  <a:lnTo>
                    <a:pt x="1290" y="414"/>
                  </a:lnTo>
                  <a:lnTo>
                    <a:pt x="1288" y="417"/>
                  </a:lnTo>
                  <a:lnTo>
                    <a:pt x="1287" y="419"/>
                  </a:lnTo>
                  <a:lnTo>
                    <a:pt x="1285" y="421"/>
                  </a:lnTo>
                  <a:lnTo>
                    <a:pt x="1282" y="421"/>
                  </a:lnTo>
                  <a:lnTo>
                    <a:pt x="1202" y="421"/>
                  </a:lnTo>
                  <a:lnTo>
                    <a:pt x="1199" y="421"/>
                  </a:lnTo>
                  <a:lnTo>
                    <a:pt x="1197" y="419"/>
                  </a:lnTo>
                  <a:lnTo>
                    <a:pt x="1196" y="417"/>
                  </a:lnTo>
                  <a:lnTo>
                    <a:pt x="1196" y="414"/>
                  </a:lnTo>
                  <a:lnTo>
                    <a:pt x="1196" y="412"/>
                  </a:lnTo>
                  <a:lnTo>
                    <a:pt x="1197" y="409"/>
                  </a:lnTo>
                  <a:lnTo>
                    <a:pt x="1199" y="408"/>
                  </a:lnTo>
                  <a:lnTo>
                    <a:pt x="1202" y="408"/>
                  </a:lnTo>
                  <a:close/>
                  <a:moveTo>
                    <a:pt x="1500" y="398"/>
                  </a:moveTo>
                  <a:lnTo>
                    <a:pt x="1550" y="398"/>
                  </a:lnTo>
                  <a:lnTo>
                    <a:pt x="1550" y="403"/>
                  </a:lnTo>
                  <a:lnTo>
                    <a:pt x="1548" y="408"/>
                  </a:lnTo>
                  <a:lnTo>
                    <a:pt x="1547" y="410"/>
                  </a:lnTo>
                  <a:lnTo>
                    <a:pt x="1544" y="413"/>
                  </a:lnTo>
                  <a:lnTo>
                    <a:pt x="1541" y="414"/>
                  </a:lnTo>
                  <a:lnTo>
                    <a:pt x="1509" y="414"/>
                  </a:lnTo>
                  <a:lnTo>
                    <a:pt x="1505" y="413"/>
                  </a:lnTo>
                  <a:lnTo>
                    <a:pt x="1502" y="410"/>
                  </a:lnTo>
                  <a:lnTo>
                    <a:pt x="1501" y="408"/>
                  </a:lnTo>
                  <a:lnTo>
                    <a:pt x="1500" y="403"/>
                  </a:lnTo>
                  <a:lnTo>
                    <a:pt x="1500" y="398"/>
                  </a:lnTo>
                  <a:close/>
                  <a:moveTo>
                    <a:pt x="1215" y="380"/>
                  </a:moveTo>
                  <a:lnTo>
                    <a:pt x="1267" y="380"/>
                  </a:lnTo>
                  <a:lnTo>
                    <a:pt x="1269" y="380"/>
                  </a:lnTo>
                  <a:lnTo>
                    <a:pt x="1273" y="382"/>
                  </a:lnTo>
                  <a:lnTo>
                    <a:pt x="1274" y="385"/>
                  </a:lnTo>
                  <a:lnTo>
                    <a:pt x="1276" y="389"/>
                  </a:lnTo>
                  <a:lnTo>
                    <a:pt x="1276" y="400"/>
                  </a:lnTo>
                  <a:lnTo>
                    <a:pt x="1206" y="400"/>
                  </a:lnTo>
                  <a:lnTo>
                    <a:pt x="1206" y="389"/>
                  </a:lnTo>
                  <a:lnTo>
                    <a:pt x="1206" y="385"/>
                  </a:lnTo>
                  <a:lnTo>
                    <a:pt x="1208" y="382"/>
                  </a:lnTo>
                  <a:lnTo>
                    <a:pt x="1211" y="380"/>
                  </a:lnTo>
                  <a:lnTo>
                    <a:pt x="1215" y="380"/>
                  </a:lnTo>
                  <a:close/>
                  <a:moveTo>
                    <a:pt x="1612" y="371"/>
                  </a:moveTo>
                  <a:lnTo>
                    <a:pt x="1613" y="372"/>
                  </a:lnTo>
                  <a:lnTo>
                    <a:pt x="1613" y="374"/>
                  </a:lnTo>
                  <a:lnTo>
                    <a:pt x="1613" y="375"/>
                  </a:lnTo>
                  <a:lnTo>
                    <a:pt x="1613" y="375"/>
                  </a:lnTo>
                  <a:lnTo>
                    <a:pt x="1613" y="376"/>
                  </a:lnTo>
                  <a:lnTo>
                    <a:pt x="1613" y="376"/>
                  </a:lnTo>
                  <a:lnTo>
                    <a:pt x="1607" y="384"/>
                  </a:lnTo>
                  <a:lnTo>
                    <a:pt x="1602" y="390"/>
                  </a:lnTo>
                  <a:lnTo>
                    <a:pt x="1597" y="396"/>
                  </a:lnTo>
                  <a:lnTo>
                    <a:pt x="1595" y="398"/>
                  </a:lnTo>
                  <a:lnTo>
                    <a:pt x="1593" y="399"/>
                  </a:lnTo>
                  <a:lnTo>
                    <a:pt x="1592" y="400"/>
                  </a:lnTo>
                  <a:lnTo>
                    <a:pt x="1590" y="400"/>
                  </a:lnTo>
                  <a:lnTo>
                    <a:pt x="1590" y="400"/>
                  </a:lnTo>
                  <a:lnTo>
                    <a:pt x="1590" y="400"/>
                  </a:lnTo>
                  <a:lnTo>
                    <a:pt x="1588" y="399"/>
                  </a:lnTo>
                  <a:lnTo>
                    <a:pt x="1587" y="398"/>
                  </a:lnTo>
                  <a:lnTo>
                    <a:pt x="1585" y="391"/>
                  </a:lnTo>
                  <a:lnTo>
                    <a:pt x="1585" y="389"/>
                  </a:lnTo>
                  <a:lnTo>
                    <a:pt x="1585" y="388"/>
                  </a:lnTo>
                  <a:lnTo>
                    <a:pt x="1585" y="385"/>
                  </a:lnTo>
                  <a:lnTo>
                    <a:pt x="1587" y="382"/>
                  </a:lnTo>
                  <a:lnTo>
                    <a:pt x="1587" y="382"/>
                  </a:lnTo>
                  <a:lnTo>
                    <a:pt x="1588" y="381"/>
                  </a:lnTo>
                  <a:lnTo>
                    <a:pt x="1590" y="380"/>
                  </a:lnTo>
                  <a:lnTo>
                    <a:pt x="1590" y="380"/>
                  </a:lnTo>
                  <a:lnTo>
                    <a:pt x="1590" y="380"/>
                  </a:lnTo>
                  <a:lnTo>
                    <a:pt x="1592" y="381"/>
                  </a:lnTo>
                  <a:lnTo>
                    <a:pt x="1592" y="381"/>
                  </a:lnTo>
                  <a:lnTo>
                    <a:pt x="1592" y="382"/>
                  </a:lnTo>
                  <a:lnTo>
                    <a:pt x="1592" y="385"/>
                  </a:lnTo>
                  <a:lnTo>
                    <a:pt x="1593" y="388"/>
                  </a:lnTo>
                  <a:lnTo>
                    <a:pt x="1593" y="389"/>
                  </a:lnTo>
                  <a:lnTo>
                    <a:pt x="1593" y="390"/>
                  </a:lnTo>
                  <a:lnTo>
                    <a:pt x="1594" y="390"/>
                  </a:lnTo>
                  <a:lnTo>
                    <a:pt x="1594" y="389"/>
                  </a:lnTo>
                  <a:lnTo>
                    <a:pt x="1595" y="389"/>
                  </a:lnTo>
                  <a:lnTo>
                    <a:pt x="1597" y="388"/>
                  </a:lnTo>
                  <a:lnTo>
                    <a:pt x="1598" y="386"/>
                  </a:lnTo>
                  <a:lnTo>
                    <a:pt x="1599" y="384"/>
                  </a:lnTo>
                  <a:lnTo>
                    <a:pt x="1601" y="382"/>
                  </a:lnTo>
                  <a:lnTo>
                    <a:pt x="1602" y="381"/>
                  </a:lnTo>
                  <a:lnTo>
                    <a:pt x="1606" y="377"/>
                  </a:lnTo>
                  <a:lnTo>
                    <a:pt x="1608" y="374"/>
                  </a:lnTo>
                  <a:lnTo>
                    <a:pt x="1611" y="371"/>
                  </a:lnTo>
                  <a:lnTo>
                    <a:pt x="1612" y="371"/>
                  </a:lnTo>
                  <a:lnTo>
                    <a:pt x="1612" y="371"/>
                  </a:lnTo>
                  <a:close/>
                  <a:moveTo>
                    <a:pt x="242" y="363"/>
                  </a:moveTo>
                  <a:lnTo>
                    <a:pt x="242" y="363"/>
                  </a:lnTo>
                  <a:lnTo>
                    <a:pt x="247" y="363"/>
                  </a:lnTo>
                  <a:lnTo>
                    <a:pt x="250" y="366"/>
                  </a:lnTo>
                  <a:lnTo>
                    <a:pt x="253" y="370"/>
                  </a:lnTo>
                  <a:lnTo>
                    <a:pt x="256" y="375"/>
                  </a:lnTo>
                  <a:lnTo>
                    <a:pt x="257" y="381"/>
                  </a:lnTo>
                  <a:lnTo>
                    <a:pt x="257" y="382"/>
                  </a:lnTo>
                  <a:lnTo>
                    <a:pt x="257" y="388"/>
                  </a:lnTo>
                  <a:lnTo>
                    <a:pt x="254" y="393"/>
                  </a:lnTo>
                  <a:lnTo>
                    <a:pt x="252" y="396"/>
                  </a:lnTo>
                  <a:lnTo>
                    <a:pt x="248" y="400"/>
                  </a:lnTo>
                  <a:lnTo>
                    <a:pt x="245" y="402"/>
                  </a:lnTo>
                  <a:lnTo>
                    <a:pt x="242" y="402"/>
                  </a:lnTo>
                  <a:lnTo>
                    <a:pt x="238" y="400"/>
                  </a:lnTo>
                  <a:lnTo>
                    <a:pt x="234" y="399"/>
                  </a:lnTo>
                  <a:lnTo>
                    <a:pt x="230" y="395"/>
                  </a:lnTo>
                  <a:lnTo>
                    <a:pt x="229" y="390"/>
                  </a:lnTo>
                  <a:lnTo>
                    <a:pt x="226" y="385"/>
                  </a:lnTo>
                  <a:lnTo>
                    <a:pt x="226" y="381"/>
                  </a:lnTo>
                  <a:lnTo>
                    <a:pt x="228" y="375"/>
                  </a:lnTo>
                  <a:lnTo>
                    <a:pt x="229" y="371"/>
                  </a:lnTo>
                  <a:lnTo>
                    <a:pt x="233" y="367"/>
                  </a:lnTo>
                  <a:lnTo>
                    <a:pt x="236" y="363"/>
                  </a:lnTo>
                  <a:lnTo>
                    <a:pt x="239" y="363"/>
                  </a:lnTo>
                  <a:lnTo>
                    <a:pt x="242" y="363"/>
                  </a:lnTo>
                  <a:close/>
                  <a:moveTo>
                    <a:pt x="309" y="362"/>
                  </a:moveTo>
                  <a:lnTo>
                    <a:pt x="310" y="362"/>
                  </a:lnTo>
                  <a:lnTo>
                    <a:pt x="315" y="362"/>
                  </a:lnTo>
                  <a:lnTo>
                    <a:pt x="319" y="365"/>
                  </a:lnTo>
                  <a:lnTo>
                    <a:pt x="323" y="368"/>
                  </a:lnTo>
                  <a:lnTo>
                    <a:pt x="326" y="374"/>
                  </a:lnTo>
                  <a:lnTo>
                    <a:pt x="326" y="376"/>
                  </a:lnTo>
                  <a:lnTo>
                    <a:pt x="326" y="376"/>
                  </a:lnTo>
                  <a:lnTo>
                    <a:pt x="295" y="376"/>
                  </a:lnTo>
                  <a:lnTo>
                    <a:pt x="295" y="376"/>
                  </a:lnTo>
                  <a:lnTo>
                    <a:pt x="295" y="372"/>
                  </a:lnTo>
                  <a:lnTo>
                    <a:pt x="296" y="370"/>
                  </a:lnTo>
                  <a:lnTo>
                    <a:pt x="299" y="366"/>
                  </a:lnTo>
                  <a:lnTo>
                    <a:pt x="304" y="362"/>
                  </a:lnTo>
                  <a:lnTo>
                    <a:pt x="309" y="362"/>
                  </a:lnTo>
                  <a:close/>
                  <a:moveTo>
                    <a:pt x="742" y="361"/>
                  </a:moveTo>
                  <a:lnTo>
                    <a:pt x="743" y="362"/>
                  </a:lnTo>
                  <a:lnTo>
                    <a:pt x="746" y="363"/>
                  </a:lnTo>
                  <a:lnTo>
                    <a:pt x="746" y="365"/>
                  </a:lnTo>
                  <a:lnTo>
                    <a:pt x="747" y="368"/>
                  </a:lnTo>
                  <a:lnTo>
                    <a:pt x="747" y="376"/>
                  </a:lnTo>
                  <a:lnTo>
                    <a:pt x="746" y="376"/>
                  </a:lnTo>
                  <a:lnTo>
                    <a:pt x="736" y="376"/>
                  </a:lnTo>
                  <a:lnTo>
                    <a:pt x="736" y="376"/>
                  </a:lnTo>
                  <a:lnTo>
                    <a:pt x="736" y="372"/>
                  </a:lnTo>
                  <a:lnTo>
                    <a:pt x="736" y="367"/>
                  </a:lnTo>
                  <a:lnTo>
                    <a:pt x="737" y="365"/>
                  </a:lnTo>
                  <a:lnTo>
                    <a:pt x="737" y="362"/>
                  </a:lnTo>
                  <a:lnTo>
                    <a:pt x="740" y="362"/>
                  </a:lnTo>
                  <a:lnTo>
                    <a:pt x="742" y="361"/>
                  </a:lnTo>
                  <a:close/>
                  <a:moveTo>
                    <a:pt x="696" y="361"/>
                  </a:moveTo>
                  <a:lnTo>
                    <a:pt x="699" y="362"/>
                  </a:lnTo>
                  <a:lnTo>
                    <a:pt x="700" y="363"/>
                  </a:lnTo>
                  <a:lnTo>
                    <a:pt x="701" y="367"/>
                  </a:lnTo>
                  <a:lnTo>
                    <a:pt x="701" y="403"/>
                  </a:lnTo>
                  <a:lnTo>
                    <a:pt x="700" y="405"/>
                  </a:lnTo>
                  <a:lnTo>
                    <a:pt x="699" y="408"/>
                  </a:lnTo>
                  <a:lnTo>
                    <a:pt x="698" y="408"/>
                  </a:lnTo>
                  <a:lnTo>
                    <a:pt x="696" y="408"/>
                  </a:lnTo>
                  <a:lnTo>
                    <a:pt x="692" y="408"/>
                  </a:lnTo>
                  <a:lnTo>
                    <a:pt x="690" y="405"/>
                  </a:lnTo>
                  <a:lnTo>
                    <a:pt x="690" y="363"/>
                  </a:lnTo>
                  <a:lnTo>
                    <a:pt x="692" y="362"/>
                  </a:lnTo>
                  <a:lnTo>
                    <a:pt x="696" y="361"/>
                  </a:lnTo>
                  <a:close/>
                  <a:moveTo>
                    <a:pt x="1597" y="361"/>
                  </a:moveTo>
                  <a:lnTo>
                    <a:pt x="1584" y="365"/>
                  </a:lnTo>
                  <a:lnTo>
                    <a:pt x="1575" y="372"/>
                  </a:lnTo>
                  <a:lnTo>
                    <a:pt x="1573" y="385"/>
                  </a:lnTo>
                  <a:lnTo>
                    <a:pt x="1575" y="398"/>
                  </a:lnTo>
                  <a:lnTo>
                    <a:pt x="1584" y="407"/>
                  </a:lnTo>
                  <a:lnTo>
                    <a:pt x="1597" y="409"/>
                  </a:lnTo>
                  <a:lnTo>
                    <a:pt x="1609" y="407"/>
                  </a:lnTo>
                  <a:lnTo>
                    <a:pt x="1618" y="398"/>
                  </a:lnTo>
                  <a:lnTo>
                    <a:pt x="1621" y="385"/>
                  </a:lnTo>
                  <a:lnTo>
                    <a:pt x="1618" y="372"/>
                  </a:lnTo>
                  <a:lnTo>
                    <a:pt x="1609" y="365"/>
                  </a:lnTo>
                  <a:lnTo>
                    <a:pt x="1597" y="361"/>
                  </a:lnTo>
                  <a:close/>
                  <a:moveTo>
                    <a:pt x="495" y="359"/>
                  </a:moveTo>
                  <a:lnTo>
                    <a:pt x="492" y="361"/>
                  </a:lnTo>
                  <a:lnTo>
                    <a:pt x="490" y="362"/>
                  </a:lnTo>
                  <a:lnTo>
                    <a:pt x="490" y="365"/>
                  </a:lnTo>
                  <a:lnTo>
                    <a:pt x="490" y="402"/>
                  </a:lnTo>
                  <a:lnTo>
                    <a:pt x="490" y="405"/>
                  </a:lnTo>
                  <a:lnTo>
                    <a:pt x="492" y="407"/>
                  </a:lnTo>
                  <a:lnTo>
                    <a:pt x="495" y="407"/>
                  </a:lnTo>
                  <a:lnTo>
                    <a:pt x="495" y="407"/>
                  </a:lnTo>
                  <a:lnTo>
                    <a:pt x="498" y="407"/>
                  </a:lnTo>
                  <a:lnTo>
                    <a:pt x="499" y="405"/>
                  </a:lnTo>
                  <a:lnTo>
                    <a:pt x="500" y="404"/>
                  </a:lnTo>
                  <a:lnTo>
                    <a:pt x="500" y="400"/>
                  </a:lnTo>
                  <a:lnTo>
                    <a:pt x="500" y="366"/>
                  </a:lnTo>
                  <a:lnTo>
                    <a:pt x="500" y="363"/>
                  </a:lnTo>
                  <a:lnTo>
                    <a:pt x="499" y="362"/>
                  </a:lnTo>
                  <a:lnTo>
                    <a:pt x="498" y="361"/>
                  </a:lnTo>
                  <a:lnTo>
                    <a:pt x="495" y="359"/>
                  </a:lnTo>
                  <a:close/>
                  <a:moveTo>
                    <a:pt x="1597" y="357"/>
                  </a:moveTo>
                  <a:lnTo>
                    <a:pt x="1608" y="358"/>
                  </a:lnTo>
                  <a:lnTo>
                    <a:pt x="1617" y="365"/>
                  </a:lnTo>
                  <a:lnTo>
                    <a:pt x="1623" y="374"/>
                  </a:lnTo>
                  <a:lnTo>
                    <a:pt x="1626" y="385"/>
                  </a:lnTo>
                  <a:lnTo>
                    <a:pt x="1623" y="396"/>
                  </a:lnTo>
                  <a:lnTo>
                    <a:pt x="1617" y="405"/>
                  </a:lnTo>
                  <a:lnTo>
                    <a:pt x="1608" y="412"/>
                  </a:lnTo>
                  <a:lnTo>
                    <a:pt x="1597" y="414"/>
                  </a:lnTo>
                  <a:lnTo>
                    <a:pt x="1585" y="412"/>
                  </a:lnTo>
                  <a:lnTo>
                    <a:pt x="1576" y="405"/>
                  </a:lnTo>
                  <a:lnTo>
                    <a:pt x="1570" y="396"/>
                  </a:lnTo>
                  <a:lnTo>
                    <a:pt x="1569" y="385"/>
                  </a:lnTo>
                  <a:lnTo>
                    <a:pt x="1570" y="374"/>
                  </a:lnTo>
                  <a:lnTo>
                    <a:pt x="1576" y="365"/>
                  </a:lnTo>
                  <a:lnTo>
                    <a:pt x="1585" y="358"/>
                  </a:lnTo>
                  <a:lnTo>
                    <a:pt x="1597" y="357"/>
                  </a:lnTo>
                  <a:close/>
                  <a:moveTo>
                    <a:pt x="630" y="351"/>
                  </a:moveTo>
                  <a:lnTo>
                    <a:pt x="630" y="403"/>
                  </a:lnTo>
                  <a:lnTo>
                    <a:pt x="630" y="409"/>
                  </a:lnTo>
                  <a:lnTo>
                    <a:pt x="631" y="413"/>
                  </a:lnTo>
                  <a:lnTo>
                    <a:pt x="633" y="416"/>
                  </a:lnTo>
                  <a:lnTo>
                    <a:pt x="635" y="418"/>
                  </a:lnTo>
                  <a:lnTo>
                    <a:pt x="638" y="419"/>
                  </a:lnTo>
                  <a:lnTo>
                    <a:pt x="639" y="419"/>
                  </a:lnTo>
                  <a:lnTo>
                    <a:pt x="643" y="418"/>
                  </a:lnTo>
                  <a:lnTo>
                    <a:pt x="648" y="416"/>
                  </a:lnTo>
                  <a:lnTo>
                    <a:pt x="653" y="410"/>
                  </a:lnTo>
                  <a:lnTo>
                    <a:pt x="653" y="410"/>
                  </a:lnTo>
                  <a:lnTo>
                    <a:pt x="653" y="418"/>
                  </a:lnTo>
                  <a:lnTo>
                    <a:pt x="666" y="418"/>
                  </a:lnTo>
                  <a:lnTo>
                    <a:pt x="666" y="351"/>
                  </a:lnTo>
                  <a:lnTo>
                    <a:pt x="653" y="351"/>
                  </a:lnTo>
                  <a:lnTo>
                    <a:pt x="653" y="402"/>
                  </a:lnTo>
                  <a:lnTo>
                    <a:pt x="650" y="405"/>
                  </a:lnTo>
                  <a:lnTo>
                    <a:pt x="648" y="407"/>
                  </a:lnTo>
                  <a:lnTo>
                    <a:pt x="645" y="407"/>
                  </a:lnTo>
                  <a:lnTo>
                    <a:pt x="645" y="407"/>
                  </a:lnTo>
                  <a:lnTo>
                    <a:pt x="644" y="407"/>
                  </a:lnTo>
                  <a:lnTo>
                    <a:pt x="643" y="405"/>
                  </a:lnTo>
                  <a:lnTo>
                    <a:pt x="643" y="403"/>
                  </a:lnTo>
                  <a:lnTo>
                    <a:pt x="643" y="351"/>
                  </a:lnTo>
                  <a:lnTo>
                    <a:pt x="630" y="351"/>
                  </a:lnTo>
                  <a:close/>
                  <a:moveTo>
                    <a:pt x="524" y="351"/>
                  </a:moveTo>
                  <a:lnTo>
                    <a:pt x="536" y="351"/>
                  </a:lnTo>
                  <a:lnTo>
                    <a:pt x="536" y="351"/>
                  </a:lnTo>
                  <a:lnTo>
                    <a:pt x="536" y="400"/>
                  </a:lnTo>
                  <a:lnTo>
                    <a:pt x="537" y="404"/>
                  </a:lnTo>
                  <a:lnTo>
                    <a:pt x="537" y="405"/>
                  </a:lnTo>
                  <a:lnTo>
                    <a:pt x="540" y="405"/>
                  </a:lnTo>
                  <a:lnTo>
                    <a:pt x="540" y="405"/>
                  </a:lnTo>
                  <a:lnTo>
                    <a:pt x="542" y="405"/>
                  </a:lnTo>
                  <a:lnTo>
                    <a:pt x="545" y="404"/>
                  </a:lnTo>
                  <a:lnTo>
                    <a:pt x="547" y="402"/>
                  </a:lnTo>
                  <a:lnTo>
                    <a:pt x="547" y="351"/>
                  </a:lnTo>
                  <a:lnTo>
                    <a:pt x="547" y="351"/>
                  </a:lnTo>
                  <a:lnTo>
                    <a:pt x="559" y="351"/>
                  </a:lnTo>
                  <a:lnTo>
                    <a:pt x="560" y="351"/>
                  </a:lnTo>
                  <a:lnTo>
                    <a:pt x="560" y="417"/>
                  </a:lnTo>
                  <a:lnTo>
                    <a:pt x="559" y="417"/>
                  </a:lnTo>
                  <a:lnTo>
                    <a:pt x="547" y="417"/>
                  </a:lnTo>
                  <a:lnTo>
                    <a:pt x="547" y="417"/>
                  </a:lnTo>
                  <a:lnTo>
                    <a:pt x="547" y="410"/>
                  </a:lnTo>
                  <a:lnTo>
                    <a:pt x="542" y="414"/>
                  </a:lnTo>
                  <a:lnTo>
                    <a:pt x="537" y="418"/>
                  </a:lnTo>
                  <a:lnTo>
                    <a:pt x="532" y="418"/>
                  </a:lnTo>
                  <a:lnTo>
                    <a:pt x="529" y="418"/>
                  </a:lnTo>
                  <a:lnTo>
                    <a:pt x="526" y="416"/>
                  </a:lnTo>
                  <a:lnTo>
                    <a:pt x="524" y="412"/>
                  </a:lnTo>
                  <a:lnTo>
                    <a:pt x="524" y="409"/>
                  </a:lnTo>
                  <a:lnTo>
                    <a:pt x="524" y="405"/>
                  </a:lnTo>
                  <a:lnTo>
                    <a:pt x="524" y="351"/>
                  </a:lnTo>
                  <a:lnTo>
                    <a:pt x="524" y="351"/>
                  </a:lnTo>
                  <a:close/>
                  <a:moveTo>
                    <a:pt x="741" y="349"/>
                  </a:moveTo>
                  <a:lnTo>
                    <a:pt x="736" y="351"/>
                  </a:lnTo>
                  <a:lnTo>
                    <a:pt x="732" y="352"/>
                  </a:lnTo>
                  <a:lnTo>
                    <a:pt x="728" y="356"/>
                  </a:lnTo>
                  <a:lnTo>
                    <a:pt x="724" y="361"/>
                  </a:lnTo>
                  <a:lnTo>
                    <a:pt x="723" y="365"/>
                  </a:lnTo>
                  <a:lnTo>
                    <a:pt x="723" y="368"/>
                  </a:lnTo>
                  <a:lnTo>
                    <a:pt x="723" y="400"/>
                  </a:lnTo>
                  <a:lnTo>
                    <a:pt x="724" y="407"/>
                  </a:lnTo>
                  <a:lnTo>
                    <a:pt x="726" y="412"/>
                  </a:lnTo>
                  <a:lnTo>
                    <a:pt x="729" y="416"/>
                  </a:lnTo>
                  <a:lnTo>
                    <a:pt x="733" y="418"/>
                  </a:lnTo>
                  <a:lnTo>
                    <a:pt x="737" y="419"/>
                  </a:lnTo>
                  <a:lnTo>
                    <a:pt x="741" y="421"/>
                  </a:lnTo>
                  <a:lnTo>
                    <a:pt x="747" y="419"/>
                  </a:lnTo>
                  <a:lnTo>
                    <a:pt x="752" y="417"/>
                  </a:lnTo>
                  <a:lnTo>
                    <a:pt x="756" y="414"/>
                  </a:lnTo>
                  <a:lnTo>
                    <a:pt x="759" y="409"/>
                  </a:lnTo>
                  <a:lnTo>
                    <a:pt x="759" y="405"/>
                  </a:lnTo>
                  <a:lnTo>
                    <a:pt x="760" y="402"/>
                  </a:lnTo>
                  <a:lnTo>
                    <a:pt x="760" y="398"/>
                  </a:lnTo>
                  <a:lnTo>
                    <a:pt x="760" y="394"/>
                  </a:lnTo>
                  <a:lnTo>
                    <a:pt x="747" y="394"/>
                  </a:lnTo>
                  <a:lnTo>
                    <a:pt x="747" y="399"/>
                  </a:lnTo>
                  <a:lnTo>
                    <a:pt x="747" y="403"/>
                  </a:lnTo>
                  <a:lnTo>
                    <a:pt x="746" y="405"/>
                  </a:lnTo>
                  <a:lnTo>
                    <a:pt x="745" y="408"/>
                  </a:lnTo>
                  <a:lnTo>
                    <a:pt x="742" y="408"/>
                  </a:lnTo>
                  <a:lnTo>
                    <a:pt x="741" y="408"/>
                  </a:lnTo>
                  <a:lnTo>
                    <a:pt x="738" y="408"/>
                  </a:lnTo>
                  <a:lnTo>
                    <a:pt x="737" y="405"/>
                  </a:lnTo>
                  <a:lnTo>
                    <a:pt x="736" y="403"/>
                  </a:lnTo>
                  <a:lnTo>
                    <a:pt x="736" y="398"/>
                  </a:lnTo>
                  <a:lnTo>
                    <a:pt x="736" y="386"/>
                  </a:lnTo>
                  <a:lnTo>
                    <a:pt x="736" y="386"/>
                  </a:lnTo>
                  <a:lnTo>
                    <a:pt x="760" y="386"/>
                  </a:lnTo>
                  <a:lnTo>
                    <a:pt x="760" y="371"/>
                  </a:lnTo>
                  <a:lnTo>
                    <a:pt x="757" y="359"/>
                  </a:lnTo>
                  <a:lnTo>
                    <a:pt x="752" y="352"/>
                  </a:lnTo>
                  <a:lnTo>
                    <a:pt x="742" y="349"/>
                  </a:lnTo>
                  <a:lnTo>
                    <a:pt x="741" y="349"/>
                  </a:lnTo>
                  <a:close/>
                  <a:moveTo>
                    <a:pt x="495" y="348"/>
                  </a:moveTo>
                  <a:lnTo>
                    <a:pt x="496" y="348"/>
                  </a:lnTo>
                  <a:lnTo>
                    <a:pt x="501" y="349"/>
                  </a:lnTo>
                  <a:lnTo>
                    <a:pt x="506" y="351"/>
                  </a:lnTo>
                  <a:lnTo>
                    <a:pt x="509" y="354"/>
                  </a:lnTo>
                  <a:lnTo>
                    <a:pt x="512" y="359"/>
                  </a:lnTo>
                  <a:lnTo>
                    <a:pt x="513" y="362"/>
                  </a:lnTo>
                  <a:lnTo>
                    <a:pt x="513" y="365"/>
                  </a:lnTo>
                  <a:lnTo>
                    <a:pt x="513" y="402"/>
                  </a:lnTo>
                  <a:lnTo>
                    <a:pt x="513" y="407"/>
                  </a:lnTo>
                  <a:lnTo>
                    <a:pt x="512" y="410"/>
                  </a:lnTo>
                  <a:lnTo>
                    <a:pt x="509" y="414"/>
                  </a:lnTo>
                  <a:lnTo>
                    <a:pt x="505" y="417"/>
                  </a:lnTo>
                  <a:lnTo>
                    <a:pt x="501" y="418"/>
                  </a:lnTo>
                  <a:lnTo>
                    <a:pt x="495" y="419"/>
                  </a:lnTo>
                  <a:lnTo>
                    <a:pt x="490" y="418"/>
                  </a:lnTo>
                  <a:lnTo>
                    <a:pt x="486" y="417"/>
                  </a:lnTo>
                  <a:lnTo>
                    <a:pt x="482" y="414"/>
                  </a:lnTo>
                  <a:lnTo>
                    <a:pt x="480" y="410"/>
                  </a:lnTo>
                  <a:lnTo>
                    <a:pt x="477" y="405"/>
                  </a:lnTo>
                  <a:lnTo>
                    <a:pt x="477" y="402"/>
                  </a:lnTo>
                  <a:lnTo>
                    <a:pt x="477" y="398"/>
                  </a:lnTo>
                  <a:lnTo>
                    <a:pt x="477" y="368"/>
                  </a:lnTo>
                  <a:lnTo>
                    <a:pt x="477" y="363"/>
                  </a:lnTo>
                  <a:lnTo>
                    <a:pt x="478" y="358"/>
                  </a:lnTo>
                  <a:lnTo>
                    <a:pt x="480" y="354"/>
                  </a:lnTo>
                  <a:lnTo>
                    <a:pt x="482" y="352"/>
                  </a:lnTo>
                  <a:lnTo>
                    <a:pt x="486" y="351"/>
                  </a:lnTo>
                  <a:lnTo>
                    <a:pt x="490" y="349"/>
                  </a:lnTo>
                  <a:lnTo>
                    <a:pt x="495" y="348"/>
                  </a:lnTo>
                  <a:close/>
                  <a:moveTo>
                    <a:pt x="59" y="347"/>
                  </a:moveTo>
                  <a:lnTo>
                    <a:pt x="45" y="349"/>
                  </a:lnTo>
                  <a:lnTo>
                    <a:pt x="35" y="354"/>
                  </a:lnTo>
                  <a:lnTo>
                    <a:pt x="29" y="363"/>
                  </a:lnTo>
                  <a:lnTo>
                    <a:pt x="29" y="368"/>
                  </a:lnTo>
                  <a:lnTo>
                    <a:pt x="29" y="374"/>
                  </a:lnTo>
                  <a:lnTo>
                    <a:pt x="31" y="377"/>
                  </a:lnTo>
                  <a:lnTo>
                    <a:pt x="35" y="381"/>
                  </a:lnTo>
                  <a:lnTo>
                    <a:pt x="42" y="385"/>
                  </a:lnTo>
                  <a:lnTo>
                    <a:pt x="48" y="388"/>
                  </a:lnTo>
                  <a:lnTo>
                    <a:pt x="57" y="390"/>
                  </a:lnTo>
                  <a:lnTo>
                    <a:pt x="62" y="393"/>
                  </a:lnTo>
                  <a:lnTo>
                    <a:pt x="66" y="394"/>
                  </a:lnTo>
                  <a:lnTo>
                    <a:pt x="67" y="395"/>
                  </a:lnTo>
                  <a:lnTo>
                    <a:pt x="68" y="396"/>
                  </a:lnTo>
                  <a:lnTo>
                    <a:pt x="68" y="398"/>
                  </a:lnTo>
                  <a:lnTo>
                    <a:pt x="67" y="399"/>
                  </a:lnTo>
                  <a:lnTo>
                    <a:pt x="66" y="400"/>
                  </a:lnTo>
                  <a:lnTo>
                    <a:pt x="63" y="402"/>
                  </a:lnTo>
                  <a:lnTo>
                    <a:pt x="59" y="402"/>
                  </a:lnTo>
                  <a:lnTo>
                    <a:pt x="54" y="402"/>
                  </a:lnTo>
                  <a:lnTo>
                    <a:pt x="48" y="399"/>
                  </a:lnTo>
                  <a:lnTo>
                    <a:pt x="42" y="396"/>
                  </a:lnTo>
                  <a:lnTo>
                    <a:pt x="39" y="396"/>
                  </a:lnTo>
                  <a:lnTo>
                    <a:pt x="36" y="396"/>
                  </a:lnTo>
                  <a:lnTo>
                    <a:pt x="35" y="396"/>
                  </a:lnTo>
                  <a:lnTo>
                    <a:pt x="31" y="396"/>
                  </a:lnTo>
                  <a:lnTo>
                    <a:pt x="28" y="399"/>
                  </a:lnTo>
                  <a:lnTo>
                    <a:pt x="26" y="403"/>
                  </a:lnTo>
                  <a:lnTo>
                    <a:pt x="25" y="404"/>
                  </a:lnTo>
                  <a:lnTo>
                    <a:pt x="29" y="409"/>
                  </a:lnTo>
                  <a:lnTo>
                    <a:pt x="38" y="414"/>
                  </a:lnTo>
                  <a:lnTo>
                    <a:pt x="52" y="418"/>
                  </a:lnTo>
                  <a:lnTo>
                    <a:pt x="57" y="418"/>
                  </a:lnTo>
                  <a:lnTo>
                    <a:pt x="58" y="418"/>
                  </a:lnTo>
                  <a:lnTo>
                    <a:pt x="70" y="417"/>
                  </a:lnTo>
                  <a:lnTo>
                    <a:pt x="80" y="412"/>
                  </a:lnTo>
                  <a:lnTo>
                    <a:pt x="87" y="405"/>
                  </a:lnTo>
                  <a:lnTo>
                    <a:pt x="89" y="400"/>
                  </a:lnTo>
                  <a:lnTo>
                    <a:pt x="90" y="396"/>
                  </a:lnTo>
                  <a:lnTo>
                    <a:pt x="89" y="391"/>
                  </a:lnTo>
                  <a:lnTo>
                    <a:pt x="86" y="388"/>
                  </a:lnTo>
                  <a:lnTo>
                    <a:pt x="82" y="384"/>
                  </a:lnTo>
                  <a:lnTo>
                    <a:pt x="77" y="381"/>
                  </a:lnTo>
                  <a:lnTo>
                    <a:pt x="70" y="377"/>
                  </a:lnTo>
                  <a:lnTo>
                    <a:pt x="62" y="375"/>
                  </a:lnTo>
                  <a:lnTo>
                    <a:pt x="57" y="374"/>
                  </a:lnTo>
                  <a:lnTo>
                    <a:pt x="53" y="371"/>
                  </a:lnTo>
                  <a:lnTo>
                    <a:pt x="50" y="370"/>
                  </a:lnTo>
                  <a:lnTo>
                    <a:pt x="50" y="368"/>
                  </a:lnTo>
                  <a:lnTo>
                    <a:pt x="50" y="367"/>
                  </a:lnTo>
                  <a:lnTo>
                    <a:pt x="52" y="366"/>
                  </a:lnTo>
                  <a:lnTo>
                    <a:pt x="54" y="363"/>
                  </a:lnTo>
                  <a:lnTo>
                    <a:pt x="57" y="363"/>
                  </a:lnTo>
                  <a:lnTo>
                    <a:pt x="58" y="363"/>
                  </a:lnTo>
                  <a:lnTo>
                    <a:pt x="61" y="363"/>
                  </a:lnTo>
                  <a:lnTo>
                    <a:pt x="65" y="365"/>
                  </a:lnTo>
                  <a:lnTo>
                    <a:pt x="68" y="366"/>
                  </a:lnTo>
                  <a:lnTo>
                    <a:pt x="75" y="367"/>
                  </a:lnTo>
                  <a:lnTo>
                    <a:pt x="76" y="368"/>
                  </a:lnTo>
                  <a:lnTo>
                    <a:pt x="79" y="368"/>
                  </a:lnTo>
                  <a:lnTo>
                    <a:pt x="80" y="368"/>
                  </a:lnTo>
                  <a:lnTo>
                    <a:pt x="82" y="368"/>
                  </a:lnTo>
                  <a:lnTo>
                    <a:pt x="85" y="366"/>
                  </a:lnTo>
                  <a:lnTo>
                    <a:pt x="87" y="362"/>
                  </a:lnTo>
                  <a:lnTo>
                    <a:pt x="87" y="361"/>
                  </a:lnTo>
                  <a:lnTo>
                    <a:pt x="87" y="361"/>
                  </a:lnTo>
                  <a:lnTo>
                    <a:pt x="85" y="354"/>
                  </a:lnTo>
                  <a:lnTo>
                    <a:pt x="77" y="351"/>
                  </a:lnTo>
                  <a:lnTo>
                    <a:pt x="63" y="348"/>
                  </a:lnTo>
                  <a:lnTo>
                    <a:pt x="59" y="347"/>
                  </a:lnTo>
                  <a:close/>
                  <a:moveTo>
                    <a:pt x="354" y="345"/>
                  </a:moveTo>
                  <a:lnTo>
                    <a:pt x="354" y="354"/>
                  </a:lnTo>
                  <a:lnTo>
                    <a:pt x="354" y="356"/>
                  </a:lnTo>
                  <a:lnTo>
                    <a:pt x="355" y="356"/>
                  </a:lnTo>
                  <a:lnTo>
                    <a:pt x="355" y="348"/>
                  </a:lnTo>
                  <a:lnTo>
                    <a:pt x="355" y="348"/>
                  </a:lnTo>
                  <a:lnTo>
                    <a:pt x="356" y="352"/>
                  </a:lnTo>
                  <a:lnTo>
                    <a:pt x="356" y="354"/>
                  </a:lnTo>
                  <a:lnTo>
                    <a:pt x="357" y="356"/>
                  </a:lnTo>
                  <a:lnTo>
                    <a:pt x="359" y="356"/>
                  </a:lnTo>
                  <a:lnTo>
                    <a:pt x="360" y="348"/>
                  </a:lnTo>
                  <a:lnTo>
                    <a:pt x="361" y="348"/>
                  </a:lnTo>
                  <a:lnTo>
                    <a:pt x="361" y="356"/>
                  </a:lnTo>
                  <a:lnTo>
                    <a:pt x="363" y="356"/>
                  </a:lnTo>
                  <a:lnTo>
                    <a:pt x="363" y="345"/>
                  </a:lnTo>
                  <a:lnTo>
                    <a:pt x="360" y="345"/>
                  </a:lnTo>
                  <a:lnTo>
                    <a:pt x="360" y="347"/>
                  </a:lnTo>
                  <a:lnTo>
                    <a:pt x="359" y="349"/>
                  </a:lnTo>
                  <a:lnTo>
                    <a:pt x="357" y="353"/>
                  </a:lnTo>
                  <a:lnTo>
                    <a:pt x="357" y="353"/>
                  </a:lnTo>
                  <a:lnTo>
                    <a:pt x="356" y="345"/>
                  </a:lnTo>
                  <a:lnTo>
                    <a:pt x="354" y="345"/>
                  </a:lnTo>
                  <a:close/>
                  <a:moveTo>
                    <a:pt x="345" y="345"/>
                  </a:moveTo>
                  <a:lnTo>
                    <a:pt x="345" y="347"/>
                  </a:lnTo>
                  <a:lnTo>
                    <a:pt x="347" y="347"/>
                  </a:lnTo>
                  <a:lnTo>
                    <a:pt x="347" y="348"/>
                  </a:lnTo>
                  <a:lnTo>
                    <a:pt x="347" y="356"/>
                  </a:lnTo>
                  <a:lnTo>
                    <a:pt x="349" y="356"/>
                  </a:lnTo>
                  <a:lnTo>
                    <a:pt x="349" y="348"/>
                  </a:lnTo>
                  <a:lnTo>
                    <a:pt x="350" y="347"/>
                  </a:lnTo>
                  <a:lnTo>
                    <a:pt x="352" y="347"/>
                  </a:lnTo>
                  <a:lnTo>
                    <a:pt x="352" y="345"/>
                  </a:lnTo>
                  <a:lnTo>
                    <a:pt x="345" y="345"/>
                  </a:lnTo>
                  <a:close/>
                  <a:moveTo>
                    <a:pt x="678" y="328"/>
                  </a:moveTo>
                  <a:lnTo>
                    <a:pt x="678" y="418"/>
                  </a:lnTo>
                  <a:lnTo>
                    <a:pt x="690" y="418"/>
                  </a:lnTo>
                  <a:lnTo>
                    <a:pt x="690" y="413"/>
                  </a:lnTo>
                  <a:lnTo>
                    <a:pt x="690" y="413"/>
                  </a:lnTo>
                  <a:lnTo>
                    <a:pt x="694" y="417"/>
                  </a:lnTo>
                  <a:lnTo>
                    <a:pt x="698" y="418"/>
                  </a:lnTo>
                  <a:lnTo>
                    <a:pt x="701" y="419"/>
                  </a:lnTo>
                  <a:lnTo>
                    <a:pt x="703" y="419"/>
                  </a:lnTo>
                  <a:lnTo>
                    <a:pt x="706" y="418"/>
                  </a:lnTo>
                  <a:lnTo>
                    <a:pt x="709" y="417"/>
                  </a:lnTo>
                  <a:lnTo>
                    <a:pt x="712" y="414"/>
                  </a:lnTo>
                  <a:lnTo>
                    <a:pt x="713" y="410"/>
                  </a:lnTo>
                  <a:lnTo>
                    <a:pt x="714" y="404"/>
                  </a:lnTo>
                  <a:lnTo>
                    <a:pt x="714" y="367"/>
                  </a:lnTo>
                  <a:lnTo>
                    <a:pt x="713" y="361"/>
                  </a:lnTo>
                  <a:lnTo>
                    <a:pt x="712" y="357"/>
                  </a:lnTo>
                  <a:lnTo>
                    <a:pt x="709" y="353"/>
                  </a:lnTo>
                  <a:lnTo>
                    <a:pt x="705" y="351"/>
                  </a:lnTo>
                  <a:lnTo>
                    <a:pt x="701" y="351"/>
                  </a:lnTo>
                  <a:lnTo>
                    <a:pt x="698" y="351"/>
                  </a:lnTo>
                  <a:lnTo>
                    <a:pt x="694" y="353"/>
                  </a:lnTo>
                  <a:lnTo>
                    <a:pt x="690" y="357"/>
                  </a:lnTo>
                  <a:lnTo>
                    <a:pt x="690" y="357"/>
                  </a:lnTo>
                  <a:lnTo>
                    <a:pt x="690" y="328"/>
                  </a:lnTo>
                  <a:lnTo>
                    <a:pt x="678" y="328"/>
                  </a:lnTo>
                  <a:close/>
                  <a:moveTo>
                    <a:pt x="587" y="328"/>
                  </a:moveTo>
                  <a:lnTo>
                    <a:pt x="587" y="340"/>
                  </a:lnTo>
                  <a:lnTo>
                    <a:pt x="601" y="340"/>
                  </a:lnTo>
                  <a:lnTo>
                    <a:pt x="602" y="340"/>
                  </a:lnTo>
                  <a:lnTo>
                    <a:pt x="602" y="418"/>
                  </a:lnTo>
                  <a:lnTo>
                    <a:pt x="616" y="418"/>
                  </a:lnTo>
                  <a:lnTo>
                    <a:pt x="616" y="340"/>
                  </a:lnTo>
                  <a:lnTo>
                    <a:pt x="616" y="340"/>
                  </a:lnTo>
                  <a:lnTo>
                    <a:pt x="630" y="340"/>
                  </a:lnTo>
                  <a:lnTo>
                    <a:pt x="630" y="328"/>
                  </a:lnTo>
                  <a:lnTo>
                    <a:pt x="587" y="328"/>
                  </a:lnTo>
                  <a:close/>
                  <a:moveTo>
                    <a:pt x="430" y="326"/>
                  </a:moveTo>
                  <a:lnTo>
                    <a:pt x="444" y="326"/>
                  </a:lnTo>
                  <a:lnTo>
                    <a:pt x="445" y="328"/>
                  </a:lnTo>
                  <a:lnTo>
                    <a:pt x="445" y="330"/>
                  </a:lnTo>
                  <a:lnTo>
                    <a:pt x="447" y="334"/>
                  </a:lnTo>
                  <a:lnTo>
                    <a:pt x="450" y="347"/>
                  </a:lnTo>
                  <a:lnTo>
                    <a:pt x="454" y="362"/>
                  </a:lnTo>
                  <a:lnTo>
                    <a:pt x="454" y="362"/>
                  </a:lnTo>
                  <a:lnTo>
                    <a:pt x="463" y="326"/>
                  </a:lnTo>
                  <a:lnTo>
                    <a:pt x="477" y="326"/>
                  </a:lnTo>
                  <a:lnTo>
                    <a:pt x="477" y="326"/>
                  </a:lnTo>
                  <a:lnTo>
                    <a:pt x="477" y="326"/>
                  </a:lnTo>
                  <a:lnTo>
                    <a:pt x="471" y="349"/>
                  </a:lnTo>
                  <a:lnTo>
                    <a:pt x="466" y="366"/>
                  </a:lnTo>
                  <a:lnTo>
                    <a:pt x="462" y="376"/>
                  </a:lnTo>
                  <a:lnTo>
                    <a:pt x="462" y="380"/>
                  </a:lnTo>
                  <a:lnTo>
                    <a:pt x="462" y="417"/>
                  </a:lnTo>
                  <a:lnTo>
                    <a:pt x="461" y="417"/>
                  </a:lnTo>
                  <a:lnTo>
                    <a:pt x="448" y="417"/>
                  </a:lnTo>
                  <a:lnTo>
                    <a:pt x="447" y="417"/>
                  </a:lnTo>
                  <a:lnTo>
                    <a:pt x="447" y="382"/>
                  </a:lnTo>
                  <a:lnTo>
                    <a:pt x="447" y="379"/>
                  </a:lnTo>
                  <a:lnTo>
                    <a:pt x="443" y="368"/>
                  </a:lnTo>
                  <a:lnTo>
                    <a:pt x="439" y="354"/>
                  </a:lnTo>
                  <a:lnTo>
                    <a:pt x="433" y="334"/>
                  </a:lnTo>
                  <a:lnTo>
                    <a:pt x="430" y="326"/>
                  </a:lnTo>
                  <a:lnTo>
                    <a:pt x="430" y="326"/>
                  </a:lnTo>
                  <a:close/>
                  <a:moveTo>
                    <a:pt x="1528" y="326"/>
                  </a:moveTo>
                  <a:lnTo>
                    <a:pt x="1528" y="343"/>
                  </a:lnTo>
                  <a:lnTo>
                    <a:pt x="1530" y="342"/>
                  </a:lnTo>
                  <a:lnTo>
                    <a:pt x="1533" y="340"/>
                  </a:lnTo>
                  <a:lnTo>
                    <a:pt x="1534" y="339"/>
                  </a:lnTo>
                  <a:lnTo>
                    <a:pt x="1534" y="335"/>
                  </a:lnTo>
                  <a:lnTo>
                    <a:pt x="1534" y="333"/>
                  </a:lnTo>
                  <a:lnTo>
                    <a:pt x="1533" y="330"/>
                  </a:lnTo>
                  <a:lnTo>
                    <a:pt x="1532" y="328"/>
                  </a:lnTo>
                  <a:lnTo>
                    <a:pt x="1528" y="326"/>
                  </a:lnTo>
                  <a:lnTo>
                    <a:pt x="1528" y="326"/>
                  </a:lnTo>
                  <a:close/>
                  <a:moveTo>
                    <a:pt x="100" y="320"/>
                  </a:moveTo>
                  <a:lnTo>
                    <a:pt x="96" y="321"/>
                  </a:lnTo>
                  <a:lnTo>
                    <a:pt x="93" y="323"/>
                  </a:lnTo>
                  <a:lnTo>
                    <a:pt x="91" y="326"/>
                  </a:lnTo>
                  <a:lnTo>
                    <a:pt x="90" y="330"/>
                  </a:lnTo>
                  <a:lnTo>
                    <a:pt x="90" y="409"/>
                  </a:lnTo>
                  <a:lnTo>
                    <a:pt x="91" y="414"/>
                  </a:lnTo>
                  <a:lnTo>
                    <a:pt x="93" y="417"/>
                  </a:lnTo>
                  <a:lnTo>
                    <a:pt x="95" y="418"/>
                  </a:lnTo>
                  <a:lnTo>
                    <a:pt x="99" y="419"/>
                  </a:lnTo>
                  <a:lnTo>
                    <a:pt x="100" y="419"/>
                  </a:lnTo>
                  <a:lnTo>
                    <a:pt x="104" y="418"/>
                  </a:lnTo>
                  <a:lnTo>
                    <a:pt x="107" y="416"/>
                  </a:lnTo>
                  <a:lnTo>
                    <a:pt x="109" y="413"/>
                  </a:lnTo>
                  <a:lnTo>
                    <a:pt x="109" y="410"/>
                  </a:lnTo>
                  <a:lnTo>
                    <a:pt x="110" y="408"/>
                  </a:lnTo>
                  <a:lnTo>
                    <a:pt x="110" y="394"/>
                  </a:lnTo>
                  <a:lnTo>
                    <a:pt x="110" y="393"/>
                  </a:lnTo>
                  <a:lnTo>
                    <a:pt x="113" y="391"/>
                  </a:lnTo>
                  <a:lnTo>
                    <a:pt x="117" y="389"/>
                  </a:lnTo>
                  <a:lnTo>
                    <a:pt x="135" y="414"/>
                  </a:lnTo>
                  <a:lnTo>
                    <a:pt x="137" y="418"/>
                  </a:lnTo>
                  <a:lnTo>
                    <a:pt x="141" y="419"/>
                  </a:lnTo>
                  <a:lnTo>
                    <a:pt x="143" y="419"/>
                  </a:lnTo>
                  <a:lnTo>
                    <a:pt x="145" y="419"/>
                  </a:lnTo>
                  <a:lnTo>
                    <a:pt x="147" y="419"/>
                  </a:lnTo>
                  <a:lnTo>
                    <a:pt x="150" y="418"/>
                  </a:lnTo>
                  <a:lnTo>
                    <a:pt x="151" y="416"/>
                  </a:lnTo>
                  <a:lnTo>
                    <a:pt x="152" y="413"/>
                  </a:lnTo>
                  <a:lnTo>
                    <a:pt x="154" y="412"/>
                  </a:lnTo>
                  <a:lnTo>
                    <a:pt x="152" y="408"/>
                  </a:lnTo>
                  <a:lnTo>
                    <a:pt x="150" y="404"/>
                  </a:lnTo>
                  <a:lnTo>
                    <a:pt x="147" y="400"/>
                  </a:lnTo>
                  <a:lnTo>
                    <a:pt x="131" y="377"/>
                  </a:lnTo>
                  <a:lnTo>
                    <a:pt x="136" y="371"/>
                  </a:lnTo>
                  <a:lnTo>
                    <a:pt x="138" y="367"/>
                  </a:lnTo>
                  <a:lnTo>
                    <a:pt x="141" y="365"/>
                  </a:lnTo>
                  <a:lnTo>
                    <a:pt x="143" y="362"/>
                  </a:lnTo>
                  <a:lnTo>
                    <a:pt x="145" y="361"/>
                  </a:lnTo>
                  <a:lnTo>
                    <a:pt x="146" y="361"/>
                  </a:lnTo>
                  <a:lnTo>
                    <a:pt x="169" y="423"/>
                  </a:lnTo>
                  <a:lnTo>
                    <a:pt x="169" y="423"/>
                  </a:lnTo>
                  <a:lnTo>
                    <a:pt x="168" y="426"/>
                  </a:lnTo>
                  <a:lnTo>
                    <a:pt x="166" y="427"/>
                  </a:lnTo>
                  <a:lnTo>
                    <a:pt x="164" y="428"/>
                  </a:lnTo>
                  <a:lnTo>
                    <a:pt x="161" y="428"/>
                  </a:lnTo>
                  <a:lnTo>
                    <a:pt x="159" y="428"/>
                  </a:lnTo>
                  <a:lnTo>
                    <a:pt x="155" y="430"/>
                  </a:lnTo>
                  <a:lnTo>
                    <a:pt x="152" y="431"/>
                  </a:lnTo>
                  <a:lnTo>
                    <a:pt x="151" y="435"/>
                  </a:lnTo>
                  <a:lnTo>
                    <a:pt x="151" y="437"/>
                  </a:lnTo>
                  <a:lnTo>
                    <a:pt x="151" y="441"/>
                  </a:lnTo>
                  <a:lnTo>
                    <a:pt x="154" y="444"/>
                  </a:lnTo>
                  <a:lnTo>
                    <a:pt x="157" y="445"/>
                  </a:lnTo>
                  <a:lnTo>
                    <a:pt x="161" y="446"/>
                  </a:lnTo>
                  <a:lnTo>
                    <a:pt x="166" y="445"/>
                  </a:lnTo>
                  <a:lnTo>
                    <a:pt x="171" y="444"/>
                  </a:lnTo>
                  <a:lnTo>
                    <a:pt x="175" y="442"/>
                  </a:lnTo>
                  <a:lnTo>
                    <a:pt x="179" y="438"/>
                  </a:lnTo>
                  <a:lnTo>
                    <a:pt x="182" y="435"/>
                  </a:lnTo>
                  <a:lnTo>
                    <a:pt x="207" y="366"/>
                  </a:lnTo>
                  <a:lnTo>
                    <a:pt x="207" y="366"/>
                  </a:lnTo>
                  <a:lnTo>
                    <a:pt x="207" y="435"/>
                  </a:lnTo>
                  <a:lnTo>
                    <a:pt x="207" y="438"/>
                  </a:lnTo>
                  <a:lnTo>
                    <a:pt x="210" y="442"/>
                  </a:lnTo>
                  <a:lnTo>
                    <a:pt x="212" y="445"/>
                  </a:lnTo>
                  <a:lnTo>
                    <a:pt x="216" y="446"/>
                  </a:lnTo>
                  <a:lnTo>
                    <a:pt x="217" y="446"/>
                  </a:lnTo>
                  <a:lnTo>
                    <a:pt x="221" y="445"/>
                  </a:lnTo>
                  <a:lnTo>
                    <a:pt x="224" y="442"/>
                  </a:lnTo>
                  <a:lnTo>
                    <a:pt x="226" y="440"/>
                  </a:lnTo>
                  <a:lnTo>
                    <a:pt x="226" y="436"/>
                  </a:lnTo>
                  <a:lnTo>
                    <a:pt x="226" y="433"/>
                  </a:lnTo>
                  <a:lnTo>
                    <a:pt x="226" y="413"/>
                  </a:lnTo>
                  <a:lnTo>
                    <a:pt x="228" y="412"/>
                  </a:lnTo>
                  <a:lnTo>
                    <a:pt x="233" y="416"/>
                  </a:lnTo>
                  <a:lnTo>
                    <a:pt x="238" y="418"/>
                  </a:lnTo>
                  <a:lnTo>
                    <a:pt x="244" y="418"/>
                  </a:lnTo>
                  <a:lnTo>
                    <a:pt x="256" y="417"/>
                  </a:lnTo>
                  <a:lnTo>
                    <a:pt x="266" y="410"/>
                  </a:lnTo>
                  <a:lnTo>
                    <a:pt x="273" y="399"/>
                  </a:lnTo>
                  <a:lnTo>
                    <a:pt x="276" y="391"/>
                  </a:lnTo>
                  <a:lnTo>
                    <a:pt x="276" y="391"/>
                  </a:lnTo>
                  <a:lnTo>
                    <a:pt x="278" y="398"/>
                  </a:lnTo>
                  <a:lnTo>
                    <a:pt x="281" y="403"/>
                  </a:lnTo>
                  <a:lnTo>
                    <a:pt x="285" y="408"/>
                  </a:lnTo>
                  <a:lnTo>
                    <a:pt x="289" y="410"/>
                  </a:lnTo>
                  <a:lnTo>
                    <a:pt x="299" y="417"/>
                  </a:lnTo>
                  <a:lnTo>
                    <a:pt x="312" y="418"/>
                  </a:lnTo>
                  <a:lnTo>
                    <a:pt x="326" y="417"/>
                  </a:lnTo>
                  <a:lnTo>
                    <a:pt x="340" y="410"/>
                  </a:lnTo>
                  <a:lnTo>
                    <a:pt x="342" y="407"/>
                  </a:lnTo>
                  <a:lnTo>
                    <a:pt x="343" y="403"/>
                  </a:lnTo>
                  <a:lnTo>
                    <a:pt x="342" y="399"/>
                  </a:lnTo>
                  <a:lnTo>
                    <a:pt x="341" y="396"/>
                  </a:lnTo>
                  <a:lnTo>
                    <a:pt x="337" y="395"/>
                  </a:lnTo>
                  <a:lnTo>
                    <a:pt x="336" y="395"/>
                  </a:lnTo>
                  <a:lnTo>
                    <a:pt x="333" y="395"/>
                  </a:lnTo>
                  <a:lnTo>
                    <a:pt x="331" y="396"/>
                  </a:lnTo>
                  <a:lnTo>
                    <a:pt x="326" y="398"/>
                  </a:lnTo>
                  <a:lnTo>
                    <a:pt x="321" y="402"/>
                  </a:lnTo>
                  <a:lnTo>
                    <a:pt x="318" y="402"/>
                  </a:lnTo>
                  <a:lnTo>
                    <a:pt x="313" y="403"/>
                  </a:lnTo>
                  <a:lnTo>
                    <a:pt x="313" y="402"/>
                  </a:lnTo>
                  <a:lnTo>
                    <a:pt x="312" y="402"/>
                  </a:lnTo>
                  <a:lnTo>
                    <a:pt x="307" y="402"/>
                  </a:lnTo>
                  <a:lnTo>
                    <a:pt x="301" y="399"/>
                  </a:lnTo>
                  <a:lnTo>
                    <a:pt x="298" y="395"/>
                  </a:lnTo>
                  <a:lnTo>
                    <a:pt x="295" y="391"/>
                  </a:lnTo>
                  <a:lnTo>
                    <a:pt x="295" y="389"/>
                  </a:lnTo>
                  <a:lnTo>
                    <a:pt x="295" y="389"/>
                  </a:lnTo>
                  <a:lnTo>
                    <a:pt x="336" y="389"/>
                  </a:lnTo>
                  <a:lnTo>
                    <a:pt x="340" y="388"/>
                  </a:lnTo>
                  <a:lnTo>
                    <a:pt x="342" y="386"/>
                  </a:lnTo>
                  <a:lnTo>
                    <a:pt x="345" y="384"/>
                  </a:lnTo>
                  <a:lnTo>
                    <a:pt x="345" y="380"/>
                  </a:lnTo>
                  <a:lnTo>
                    <a:pt x="345" y="380"/>
                  </a:lnTo>
                  <a:lnTo>
                    <a:pt x="341" y="366"/>
                  </a:lnTo>
                  <a:lnTo>
                    <a:pt x="331" y="352"/>
                  </a:lnTo>
                  <a:lnTo>
                    <a:pt x="324" y="349"/>
                  </a:lnTo>
                  <a:lnTo>
                    <a:pt x="318" y="347"/>
                  </a:lnTo>
                  <a:lnTo>
                    <a:pt x="312" y="345"/>
                  </a:lnTo>
                  <a:lnTo>
                    <a:pt x="310" y="345"/>
                  </a:lnTo>
                  <a:lnTo>
                    <a:pt x="310" y="345"/>
                  </a:lnTo>
                  <a:lnTo>
                    <a:pt x="309" y="345"/>
                  </a:lnTo>
                  <a:lnTo>
                    <a:pt x="308" y="345"/>
                  </a:lnTo>
                  <a:lnTo>
                    <a:pt x="296" y="348"/>
                  </a:lnTo>
                  <a:lnTo>
                    <a:pt x="285" y="357"/>
                  </a:lnTo>
                  <a:lnTo>
                    <a:pt x="281" y="362"/>
                  </a:lnTo>
                  <a:lnTo>
                    <a:pt x="278" y="368"/>
                  </a:lnTo>
                  <a:lnTo>
                    <a:pt x="276" y="374"/>
                  </a:lnTo>
                  <a:lnTo>
                    <a:pt x="276" y="374"/>
                  </a:lnTo>
                  <a:lnTo>
                    <a:pt x="272" y="362"/>
                  </a:lnTo>
                  <a:lnTo>
                    <a:pt x="266" y="353"/>
                  </a:lnTo>
                  <a:lnTo>
                    <a:pt x="259" y="349"/>
                  </a:lnTo>
                  <a:lnTo>
                    <a:pt x="253" y="347"/>
                  </a:lnTo>
                  <a:lnTo>
                    <a:pt x="247" y="345"/>
                  </a:lnTo>
                  <a:lnTo>
                    <a:pt x="245" y="345"/>
                  </a:lnTo>
                  <a:lnTo>
                    <a:pt x="245" y="345"/>
                  </a:lnTo>
                  <a:lnTo>
                    <a:pt x="245" y="345"/>
                  </a:lnTo>
                  <a:lnTo>
                    <a:pt x="244" y="345"/>
                  </a:lnTo>
                  <a:lnTo>
                    <a:pt x="239" y="347"/>
                  </a:lnTo>
                  <a:lnTo>
                    <a:pt x="234" y="348"/>
                  </a:lnTo>
                  <a:lnTo>
                    <a:pt x="230" y="351"/>
                  </a:lnTo>
                  <a:lnTo>
                    <a:pt x="226" y="354"/>
                  </a:lnTo>
                  <a:lnTo>
                    <a:pt x="225" y="352"/>
                  </a:lnTo>
                  <a:lnTo>
                    <a:pt x="224" y="349"/>
                  </a:lnTo>
                  <a:lnTo>
                    <a:pt x="221" y="348"/>
                  </a:lnTo>
                  <a:lnTo>
                    <a:pt x="220" y="347"/>
                  </a:lnTo>
                  <a:lnTo>
                    <a:pt x="217" y="347"/>
                  </a:lnTo>
                  <a:lnTo>
                    <a:pt x="214" y="348"/>
                  </a:lnTo>
                  <a:lnTo>
                    <a:pt x="210" y="349"/>
                  </a:lnTo>
                  <a:lnTo>
                    <a:pt x="210" y="349"/>
                  </a:lnTo>
                  <a:lnTo>
                    <a:pt x="206" y="347"/>
                  </a:lnTo>
                  <a:lnTo>
                    <a:pt x="202" y="345"/>
                  </a:lnTo>
                  <a:lnTo>
                    <a:pt x="201" y="345"/>
                  </a:lnTo>
                  <a:lnTo>
                    <a:pt x="197" y="347"/>
                  </a:lnTo>
                  <a:lnTo>
                    <a:pt x="193" y="348"/>
                  </a:lnTo>
                  <a:lnTo>
                    <a:pt x="192" y="352"/>
                  </a:lnTo>
                  <a:lnTo>
                    <a:pt x="189" y="357"/>
                  </a:lnTo>
                  <a:lnTo>
                    <a:pt x="179" y="398"/>
                  </a:lnTo>
                  <a:lnTo>
                    <a:pt x="179" y="398"/>
                  </a:lnTo>
                  <a:lnTo>
                    <a:pt x="173" y="380"/>
                  </a:lnTo>
                  <a:lnTo>
                    <a:pt x="168" y="365"/>
                  </a:lnTo>
                  <a:lnTo>
                    <a:pt x="164" y="356"/>
                  </a:lnTo>
                  <a:lnTo>
                    <a:pt x="163" y="351"/>
                  </a:lnTo>
                  <a:lnTo>
                    <a:pt x="160" y="348"/>
                  </a:lnTo>
                  <a:lnTo>
                    <a:pt x="157" y="345"/>
                  </a:lnTo>
                  <a:lnTo>
                    <a:pt x="154" y="345"/>
                  </a:lnTo>
                  <a:lnTo>
                    <a:pt x="152" y="345"/>
                  </a:lnTo>
                  <a:lnTo>
                    <a:pt x="149" y="347"/>
                  </a:lnTo>
                  <a:lnTo>
                    <a:pt x="145" y="349"/>
                  </a:lnTo>
                  <a:lnTo>
                    <a:pt x="145" y="349"/>
                  </a:lnTo>
                  <a:lnTo>
                    <a:pt x="142" y="348"/>
                  </a:lnTo>
                  <a:lnTo>
                    <a:pt x="138" y="347"/>
                  </a:lnTo>
                  <a:lnTo>
                    <a:pt x="138" y="347"/>
                  </a:lnTo>
                  <a:lnTo>
                    <a:pt x="135" y="348"/>
                  </a:lnTo>
                  <a:lnTo>
                    <a:pt x="129" y="351"/>
                  </a:lnTo>
                  <a:lnTo>
                    <a:pt x="126" y="356"/>
                  </a:lnTo>
                  <a:lnTo>
                    <a:pt x="110" y="374"/>
                  </a:lnTo>
                  <a:lnTo>
                    <a:pt x="110" y="374"/>
                  </a:lnTo>
                  <a:lnTo>
                    <a:pt x="110" y="331"/>
                  </a:lnTo>
                  <a:lnTo>
                    <a:pt x="109" y="326"/>
                  </a:lnTo>
                  <a:lnTo>
                    <a:pt x="108" y="324"/>
                  </a:lnTo>
                  <a:lnTo>
                    <a:pt x="104" y="321"/>
                  </a:lnTo>
                  <a:lnTo>
                    <a:pt x="103" y="320"/>
                  </a:lnTo>
                  <a:lnTo>
                    <a:pt x="100" y="320"/>
                  </a:lnTo>
                  <a:close/>
                  <a:moveTo>
                    <a:pt x="1064" y="314"/>
                  </a:moveTo>
                  <a:lnTo>
                    <a:pt x="1062" y="315"/>
                  </a:lnTo>
                  <a:lnTo>
                    <a:pt x="1059" y="317"/>
                  </a:lnTo>
                  <a:lnTo>
                    <a:pt x="1058" y="320"/>
                  </a:lnTo>
                  <a:lnTo>
                    <a:pt x="1059" y="324"/>
                  </a:lnTo>
                  <a:lnTo>
                    <a:pt x="1062" y="325"/>
                  </a:lnTo>
                  <a:lnTo>
                    <a:pt x="1064" y="326"/>
                  </a:lnTo>
                  <a:lnTo>
                    <a:pt x="1068" y="325"/>
                  </a:lnTo>
                  <a:lnTo>
                    <a:pt x="1071" y="324"/>
                  </a:lnTo>
                  <a:lnTo>
                    <a:pt x="1071" y="320"/>
                  </a:lnTo>
                  <a:lnTo>
                    <a:pt x="1071" y="317"/>
                  </a:lnTo>
                  <a:lnTo>
                    <a:pt x="1068" y="315"/>
                  </a:lnTo>
                  <a:lnTo>
                    <a:pt x="1064" y="314"/>
                  </a:lnTo>
                  <a:close/>
                  <a:moveTo>
                    <a:pt x="1602" y="309"/>
                  </a:moveTo>
                  <a:lnTo>
                    <a:pt x="1603" y="311"/>
                  </a:lnTo>
                  <a:lnTo>
                    <a:pt x="1584" y="312"/>
                  </a:lnTo>
                  <a:lnTo>
                    <a:pt x="1584" y="310"/>
                  </a:lnTo>
                  <a:lnTo>
                    <a:pt x="1602" y="309"/>
                  </a:lnTo>
                  <a:close/>
                  <a:moveTo>
                    <a:pt x="1436" y="307"/>
                  </a:moveTo>
                  <a:lnTo>
                    <a:pt x="1466" y="310"/>
                  </a:lnTo>
                  <a:lnTo>
                    <a:pt x="1466" y="312"/>
                  </a:lnTo>
                  <a:lnTo>
                    <a:pt x="1436" y="311"/>
                  </a:lnTo>
                  <a:lnTo>
                    <a:pt x="1436" y="307"/>
                  </a:lnTo>
                  <a:close/>
                  <a:moveTo>
                    <a:pt x="1236" y="305"/>
                  </a:moveTo>
                  <a:lnTo>
                    <a:pt x="1239" y="306"/>
                  </a:lnTo>
                  <a:lnTo>
                    <a:pt x="1272" y="340"/>
                  </a:lnTo>
                  <a:lnTo>
                    <a:pt x="1273" y="343"/>
                  </a:lnTo>
                  <a:lnTo>
                    <a:pt x="1273" y="345"/>
                  </a:lnTo>
                  <a:lnTo>
                    <a:pt x="1272" y="348"/>
                  </a:lnTo>
                  <a:lnTo>
                    <a:pt x="1271" y="349"/>
                  </a:lnTo>
                  <a:lnTo>
                    <a:pt x="1268" y="351"/>
                  </a:lnTo>
                  <a:lnTo>
                    <a:pt x="1266" y="351"/>
                  </a:lnTo>
                  <a:lnTo>
                    <a:pt x="1263" y="349"/>
                  </a:lnTo>
                  <a:lnTo>
                    <a:pt x="1229" y="316"/>
                  </a:lnTo>
                  <a:lnTo>
                    <a:pt x="1227" y="314"/>
                  </a:lnTo>
                  <a:lnTo>
                    <a:pt x="1227" y="311"/>
                  </a:lnTo>
                  <a:lnTo>
                    <a:pt x="1229" y="309"/>
                  </a:lnTo>
                  <a:lnTo>
                    <a:pt x="1231" y="307"/>
                  </a:lnTo>
                  <a:lnTo>
                    <a:pt x="1234" y="305"/>
                  </a:lnTo>
                  <a:lnTo>
                    <a:pt x="1236" y="305"/>
                  </a:lnTo>
                  <a:close/>
                  <a:moveTo>
                    <a:pt x="663" y="303"/>
                  </a:moveTo>
                  <a:lnTo>
                    <a:pt x="684" y="303"/>
                  </a:lnTo>
                  <a:lnTo>
                    <a:pt x="719" y="303"/>
                  </a:lnTo>
                  <a:lnTo>
                    <a:pt x="751" y="305"/>
                  </a:lnTo>
                  <a:lnTo>
                    <a:pt x="757" y="307"/>
                  </a:lnTo>
                  <a:lnTo>
                    <a:pt x="762" y="310"/>
                  </a:lnTo>
                  <a:lnTo>
                    <a:pt x="766" y="314"/>
                  </a:lnTo>
                  <a:lnTo>
                    <a:pt x="773" y="324"/>
                  </a:lnTo>
                  <a:lnTo>
                    <a:pt x="775" y="339"/>
                  </a:lnTo>
                  <a:lnTo>
                    <a:pt x="776" y="352"/>
                  </a:lnTo>
                  <a:lnTo>
                    <a:pt x="776" y="368"/>
                  </a:lnTo>
                  <a:lnTo>
                    <a:pt x="776" y="377"/>
                  </a:lnTo>
                  <a:lnTo>
                    <a:pt x="776" y="400"/>
                  </a:lnTo>
                  <a:lnTo>
                    <a:pt x="775" y="414"/>
                  </a:lnTo>
                  <a:lnTo>
                    <a:pt x="774" y="421"/>
                  </a:lnTo>
                  <a:lnTo>
                    <a:pt x="771" y="426"/>
                  </a:lnTo>
                  <a:lnTo>
                    <a:pt x="768" y="431"/>
                  </a:lnTo>
                  <a:lnTo>
                    <a:pt x="764" y="435"/>
                  </a:lnTo>
                  <a:lnTo>
                    <a:pt x="759" y="438"/>
                  </a:lnTo>
                  <a:lnTo>
                    <a:pt x="754" y="440"/>
                  </a:lnTo>
                  <a:lnTo>
                    <a:pt x="747" y="441"/>
                  </a:lnTo>
                  <a:lnTo>
                    <a:pt x="738" y="441"/>
                  </a:lnTo>
                  <a:lnTo>
                    <a:pt x="713" y="442"/>
                  </a:lnTo>
                  <a:lnTo>
                    <a:pt x="684" y="442"/>
                  </a:lnTo>
                  <a:lnTo>
                    <a:pt x="664" y="442"/>
                  </a:lnTo>
                  <a:lnTo>
                    <a:pt x="627" y="442"/>
                  </a:lnTo>
                  <a:lnTo>
                    <a:pt x="597" y="441"/>
                  </a:lnTo>
                  <a:lnTo>
                    <a:pt x="592" y="440"/>
                  </a:lnTo>
                  <a:lnTo>
                    <a:pt x="587" y="437"/>
                  </a:lnTo>
                  <a:lnTo>
                    <a:pt x="582" y="432"/>
                  </a:lnTo>
                  <a:lnTo>
                    <a:pt x="574" y="422"/>
                  </a:lnTo>
                  <a:lnTo>
                    <a:pt x="571" y="407"/>
                  </a:lnTo>
                  <a:lnTo>
                    <a:pt x="571" y="393"/>
                  </a:lnTo>
                  <a:lnTo>
                    <a:pt x="570" y="376"/>
                  </a:lnTo>
                  <a:lnTo>
                    <a:pt x="570" y="370"/>
                  </a:lnTo>
                  <a:lnTo>
                    <a:pt x="573" y="329"/>
                  </a:lnTo>
                  <a:lnTo>
                    <a:pt x="573" y="326"/>
                  </a:lnTo>
                  <a:lnTo>
                    <a:pt x="574" y="323"/>
                  </a:lnTo>
                  <a:lnTo>
                    <a:pt x="577" y="319"/>
                  </a:lnTo>
                  <a:lnTo>
                    <a:pt x="580" y="314"/>
                  </a:lnTo>
                  <a:lnTo>
                    <a:pt x="587" y="310"/>
                  </a:lnTo>
                  <a:lnTo>
                    <a:pt x="593" y="306"/>
                  </a:lnTo>
                  <a:lnTo>
                    <a:pt x="597" y="306"/>
                  </a:lnTo>
                  <a:lnTo>
                    <a:pt x="606" y="305"/>
                  </a:lnTo>
                  <a:lnTo>
                    <a:pt x="619" y="305"/>
                  </a:lnTo>
                  <a:lnTo>
                    <a:pt x="639" y="303"/>
                  </a:lnTo>
                  <a:lnTo>
                    <a:pt x="663" y="303"/>
                  </a:lnTo>
                  <a:close/>
                  <a:moveTo>
                    <a:pt x="100" y="302"/>
                  </a:moveTo>
                  <a:lnTo>
                    <a:pt x="105" y="303"/>
                  </a:lnTo>
                  <a:lnTo>
                    <a:pt x="110" y="307"/>
                  </a:lnTo>
                  <a:lnTo>
                    <a:pt x="115" y="312"/>
                  </a:lnTo>
                  <a:lnTo>
                    <a:pt x="118" y="316"/>
                  </a:lnTo>
                  <a:lnTo>
                    <a:pt x="119" y="321"/>
                  </a:lnTo>
                  <a:lnTo>
                    <a:pt x="121" y="326"/>
                  </a:lnTo>
                  <a:lnTo>
                    <a:pt x="132" y="324"/>
                  </a:lnTo>
                  <a:lnTo>
                    <a:pt x="142" y="323"/>
                  </a:lnTo>
                  <a:lnTo>
                    <a:pt x="154" y="324"/>
                  </a:lnTo>
                  <a:lnTo>
                    <a:pt x="163" y="328"/>
                  </a:lnTo>
                  <a:lnTo>
                    <a:pt x="168" y="334"/>
                  </a:lnTo>
                  <a:lnTo>
                    <a:pt x="169" y="334"/>
                  </a:lnTo>
                  <a:lnTo>
                    <a:pt x="179" y="323"/>
                  </a:lnTo>
                  <a:lnTo>
                    <a:pt x="193" y="316"/>
                  </a:lnTo>
                  <a:lnTo>
                    <a:pt x="211" y="314"/>
                  </a:lnTo>
                  <a:lnTo>
                    <a:pt x="224" y="315"/>
                  </a:lnTo>
                  <a:lnTo>
                    <a:pt x="235" y="321"/>
                  </a:lnTo>
                  <a:lnTo>
                    <a:pt x="244" y="331"/>
                  </a:lnTo>
                  <a:lnTo>
                    <a:pt x="248" y="337"/>
                  </a:lnTo>
                  <a:lnTo>
                    <a:pt x="253" y="335"/>
                  </a:lnTo>
                  <a:lnTo>
                    <a:pt x="258" y="334"/>
                  </a:lnTo>
                  <a:lnTo>
                    <a:pt x="261" y="334"/>
                  </a:lnTo>
                  <a:lnTo>
                    <a:pt x="266" y="335"/>
                  </a:lnTo>
                  <a:lnTo>
                    <a:pt x="270" y="337"/>
                  </a:lnTo>
                  <a:lnTo>
                    <a:pt x="275" y="340"/>
                  </a:lnTo>
                  <a:lnTo>
                    <a:pt x="275" y="340"/>
                  </a:lnTo>
                  <a:lnTo>
                    <a:pt x="291" y="333"/>
                  </a:lnTo>
                  <a:lnTo>
                    <a:pt x="307" y="331"/>
                  </a:lnTo>
                  <a:lnTo>
                    <a:pt x="310" y="331"/>
                  </a:lnTo>
                  <a:lnTo>
                    <a:pt x="323" y="333"/>
                  </a:lnTo>
                  <a:lnTo>
                    <a:pt x="337" y="340"/>
                  </a:lnTo>
                  <a:lnTo>
                    <a:pt x="337" y="340"/>
                  </a:lnTo>
                  <a:lnTo>
                    <a:pt x="342" y="337"/>
                  </a:lnTo>
                  <a:lnTo>
                    <a:pt x="349" y="334"/>
                  </a:lnTo>
                  <a:lnTo>
                    <a:pt x="355" y="334"/>
                  </a:lnTo>
                  <a:lnTo>
                    <a:pt x="359" y="334"/>
                  </a:lnTo>
                  <a:lnTo>
                    <a:pt x="363" y="337"/>
                  </a:lnTo>
                  <a:lnTo>
                    <a:pt x="366" y="339"/>
                  </a:lnTo>
                  <a:lnTo>
                    <a:pt x="369" y="344"/>
                  </a:lnTo>
                  <a:lnTo>
                    <a:pt x="371" y="349"/>
                  </a:lnTo>
                  <a:lnTo>
                    <a:pt x="371" y="353"/>
                  </a:lnTo>
                  <a:lnTo>
                    <a:pt x="371" y="356"/>
                  </a:lnTo>
                  <a:lnTo>
                    <a:pt x="370" y="361"/>
                  </a:lnTo>
                  <a:lnTo>
                    <a:pt x="369" y="365"/>
                  </a:lnTo>
                  <a:lnTo>
                    <a:pt x="365" y="368"/>
                  </a:lnTo>
                  <a:lnTo>
                    <a:pt x="360" y="371"/>
                  </a:lnTo>
                  <a:lnTo>
                    <a:pt x="360" y="375"/>
                  </a:lnTo>
                  <a:lnTo>
                    <a:pt x="360" y="379"/>
                  </a:lnTo>
                  <a:lnTo>
                    <a:pt x="357" y="398"/>
                  </a:lnTo>
                  <a:lnTo>
                    <a:pt x="350" y="413"/>
                  </a:lnTo>
                  <a:lnTo>
                    <a:pt x="338" y="426"/>
                  </a:lnTo>
                  <a:lnTo>
                    <a:pt x="332" y="430"/>
                  </a:lnTo>
                  <a:lnTo>
                    <a:pt x="326" y="433"/>
                  </a:lnTo>
                  <a:lnTo>
                    <a:pt x="318" y="435"/>
                  </a:lnTo>
                  <a:lnTo>
                    <a:pt x="312" y="436"/>
                  </a:lnTo>
                  <a:lnTo>
                    <a:pt x="305" y="436"/>
                  </a:lnTo>
                  <a:lnTo>
                    <a:pt x="291" y="435"/>
                  </a:lnTo>
                  <a:lnTo>
                    <a:pt x="276" y="428"/>
                  </a:lnTo>
                  <a:lnTo>
                    <a:pt x="262" y="436"/>
                  </a:lnTo>
                  <a:lnTo>
                    <a:pt x="244" y="438"/>
                  </a:lnTo>
                  <a:lnTo>
                    <a:pt x="242" y="438"/>
                  </a:lnTo>
                  <a:lnTo>
                    <a:pt x="239" y="445"/>
                  </a:lnTo>
                  <a:lnTo>
                    <a:pt x="234" y="451"/>
                  </a:lnTo>
                  <a:lnTo>
                    <a:pt x="225" y="458"/>
                  </a:lnTo>
                  <a:lnTo>
                    <a:pt x="214" y="460"/>
                  </a:lnTo>
                  <a:lnTo>
                    <a:pt x="211" y="460"/>
                  </a:lnTo>
                  <a:lnTo>
                    <a:pt x="206" y="459"/>
                  </a:lnTo>
                  <a:lnTo>
                    <a:pt x="201" y="456"/>
                  </a:lnTo>
                  <a:lnTo>
                    <a:pt x="196" y="452"/>
                  </a:lnTo>
                  <a:lnTo>
                    <a:pt x="191" y="446"/>
                  </a:lnTo>
                  <a:lnTo>
                    <a:pt x="191" y="446"/>
                  </a:lnTo>
                  <a:lnTo>
                    <a:pt x="189" y="450"/>
                  </a:lnTo>
                  <a:lnTo>
                    <a:pt x="186" y="454"/>
                  </a:lnTo>
                  <a:lnTo>
                    <a:pt x="182" y="458"/>
                  </a:lnTo>
                  <a:lnTo>
                    <a:pt x="173" y="464"/>
                  </a:lnTo>
                  <a:lnTo>
                    <a:pt x="160" y="466"/>
                  </a:lnTo>
                  <a:lnTo>
                    <a:pt x="157" y="466"/>
                  </a:lnTo>
                  <a:lnTo>
                    <a:pt x="146" y="464"/>
                  </a:lnTo>
                  <a:lnTo>
                    <a:pt x="137" y="454"/>
                  </a:lnTo>
                  <a:lnTo>
                    <a:pt x="135" y="450"/>
                  </a:lnTo>
                  <a:lnTo>
                    <a:pt x="132" y="446"/>
                  </a:lnTo>
                  <a:lnTo>
                    <a:pt x="132" y="446"/>
                  </a:lnTo>
                  <a:lnTo>
                    <a:pt x="132" y="446"/>
                  </a:lnTo>
                  <a:lnTo>
                    <a:pt x="117" y="444"/>
                  </a:lnTo>
                  <a:lnTo>
                    <a:pt x="105" y="438"/>
                  </a:lnTo>
                  <a:lnTo>
                    <a:pt x="95" y="428"/>
                  </a:lnTo>
                  <a:lnTo>
                    <a:pt x="81" y="435"/>
                  </a:lnTo>
                  <a:lnTo>
                    <a:pt x="67" y="437"/>
                  </a:lnTo>
                  <a:lnTo>
                    <a:pt x="52" y="436"/>
                  </a:lnTo>
                  <a:lnTo>
                    <a:pt x="39" y="433"/>
                  </a:lnTo>
                  <a:lnTo>
                    <a:pt x="30" y="427"/>
                  </a:lnTo>
                  <a:lnTo>
                    <a:pt x="26" y="424"/>
                  </a:lnTo>
                  <a:lnTo>
                    <a:pt x="22" y="421"/>
                  </a:lnTo>
                  <a:lnTo>
                    <a:pt x="19" y="416"/>
                  </a:lnTo>
                  <a:lnTo>
                    <a:pt x="15" y="408"/>
                  </a:lnTo>
                  <a:lnTo>
                    <a:pt x="11" y="400"/>
                  </a:lnTo>
                  <a:lnTo>
                    <a:pt x="10" y="391"/>
                  </a:lnTo>
                  <a:lnTo>
                    <a:pt x="7" y="380"/>
                  </a:lnTo>
                  <a:lnTo>
                    <a:pt x="2" y="368"/>
                  </a:lnTo>
                  <a:lnTo>
                    <a:pt x="0" y="357"/>
                  </a:lnTo>
                  <a:lnTo>
                    <a:pt x="0" y="353"/>
                  </a:lnTo>
                  <a:lnTo>
                    <a:pt x="1" y="348"/>
                  </a:lnTo>
                  <a:lnTo>
                    <a:pt x="3" y="343"/>
                  </a:lnTo>
                  <a:lnTo>
                    <a:pt x="7" y="338"/>
                  </a:lnTo>
                  <a:lnTo>
                    <a:pt x="12" y="334"/>
                  </a:lnTo>
                  <a:lnTo>
                    <a:pt x="19" y="331"/>
                  </a:lnTo>
                  <a:lnTo>
                    <a:pt x="25" y="331"/>
                  </a:lnTo>
                  <a:lnTo>
                    <a:pt x="31" y="331"/>
                  </a:lnTo>
                  <a:lnTo>
                    <a:pt x="36" y="333"/>
                  </a:lnTo>
                  <a:lnTo>
                    <a:pt x="49" y="330"/>
                  </a:lnTo>
                  <a:lnTo>
                    <a:pt x="61" y="329"/>
                  </a:lnTo>
                  <a:lnTo>
                    <a:pt x="62" y="329"/>
                  </a:lnTo>
                  <a:lnTo>
                    <a:pt x="68" y="329"/>
                  </a:lnTo>
                  <a:lnTo>
                    <a:pt x="73" y="330"/>
                  </a:lnTo>
                  <a:lnTo>
                    <a:pt x="72" y="328"/>
                  </a:lnTo>
                  <a:lnTo>
                    <a:pt x="72" y="325"/>
                  </a:lnTo>
                  <a:lnTo>
                    <a:pt x="73" y="316"/>
                  </a:lnTo>
                  <a:lnTo>
                    <a:pt x="79" y="309"/>
                  </a:lnTo>
                  <a:lnTo>
                    <a:pt x="85" y="305"/>
                  </a:lnTo>
                  <a:lnTo>
                    <a:pt x="89" y="303"/>
                  </a:lnTo>
                  <a:lnTo>
                    <a:pt x="94" y="303"/>
                  </a:lnTo>
                  <a:lnTo>
                    <a:pt x="100" y="302"/>
                  </a:lnTo>
                  <a:close/>
                  <a:moveTo>
                    <a:pt x="1522" y="302"/>
                  </a:moveTo>
                  <a:lnTo>
                    <a:pt x="1519" y="302"/>
                  </a:lnTo>
                  <a:lnTo>
                    <a:pt x="1516" y="303"/>
                  </a:lnTo>
                  <a:lnTo>
                    <a:pt x="1515" y="306"/>
                  </a:lnTo>
                  <a:lnTo>
                    <a:pt x="1514" y="309"/>
                  </a:lnTo>
                  <a:lnTo>
                    <a:pt x="1515" y="311"/>
                  </a:lnTo>
                  <a:lnTo>
                    <a:pt x="1516" y="312"/>
                  </a:lnTo>
                  <a:lnTo>
                    <a:pt x="1519" y="315"/>
                  </a:lnTo>
                  <a:lnTo>
                    <a:pt x="1522" y="316"/>
                  </a:lnTo>
                  <a:lnTo>
                    <a:pt x="1522" y="302"/>
                  </a:lnTo>
                  <a:close/>
                  <a:moveTo>
                    <a:pt x="1449" y="297"/>
                  </a:moveTo>
                  <a:lnTo>
                    <a:pt x="1467" y="301"/>
                  </a:lnTo>
                  <a:lnTo>
                    <a:pt x="1467" y="303"/>
                  </a:lnTo>
                  <a:lnTo>
                    <a:pt x="1448" y="301"/>
                  </a:lnTo>
                  <a:lnTo>
                    <a:pt x="1449" y="297"/>
                  </a:lnTo>
                  <a:close/>
                  <a:moveTo>
                    <a:pt x="1612" y="296"/>
                  </a:moveTo>
                  <a:lnTo>
                    <a:pt x="1612" y="298"/>
                  </a:lnTo>
                  <a:lnTo>
                    <a:pt x="1584" y="303"/>
                  </a:lnTo>
                  <a:lnTo>
                    <a:pt x="1583" y="301"/>
                  </a:lnTo>
                  <a:lnTo>
                    <a:pt x="1612" y="296"/>
                  </a:lnTo>
                  <a:close/>
                  <a:moveTo>
                    <a:pt x="1522" y="291"/>
                  </a:moveTo>
                  <a:lnTo>
                    <a:pt x="1528" y="291"/>
                  </a:lnTo>
                  <a:lnTo>
                    <a:pt x="1528" y="298"/>
                  </a:lnTo>
                  <a:lnTo>
                    <a:pt x="1534" y="298"/>
                  </a:lnTo>
                  <a:lnTo>
                    <a:pt x="1541" y="301"/>
                  </a:lnTo>
                  <a:lnTo>
                    <a:pt x="1541" y="303"/>
                  </a:lnTo>
                  <a:lnTo>
                    <a:pt x="1541" y="307"/>
                  </a:lnTo>
                  <a:lnTo>
                    <a:pt x="1539" y="310"/>
                  </a:lnTo>
                  <a:lnTo>
                    <a:pt x="1539" y="314"/>
                  </a:lnTo>
                  <a:lnTo>
                    <a:pt x="1537" y="312"/>
                  </a:lnTo>
                  <a:lnTo>
                    <a:pt x="1537" y="307"/>
                  </a:lnTo>
                  <a:lnTo>
                    <a:pt x="1536" y="305"/>
                  </a:lnTo>
                  <a:lnTo>
                    <a:pt x="1533" y="303"/>
                  </a:lnTo>
                  <a:lnTo>
                    <a:pt x="1530" y="302"/>
                  </a:lnTo>
                  <a:lnTo>
                    <a:pt x="1528" y="302"/>
                  </a:lnTo>
                  <a:lnTo>
                    <a:pt x="1528" y="319"/>
                  </a:lnTo>
                  <a:lnTo>
                    <a:pt x="1533" y="321"/>
                  </a:lnTo>
                  <a:lnTo>
                    <a:pt x="1536" y="323"/>
                  </a:lnTo>
                  <a:lnTo>
                    <a:pt x="1538" y="324"/>
                  </a:lnTo>
                  <a:lnTo>
                    <a:pt x="1541" y="326"/>
                  </a:lnTo>
                  <a:lnTo>
                    <a:pt x="1542" y="330"/>
                  </a:lnTo>
                  <a:lnTo>
                    <a:pt x="1542" y="334"/>
                  </a:lnTo>
                  <a:lnTo>
                    <a:pt x="1542" y="337"/>
                  </a:lnTo>
                  <a:lnTo>
                    <a:pt x="1541" y="339"/>
                  </a:lnTo>
                  <a:lnTo>
                    <a:pt x="1539" y="342"/>
                  </a:lnTo>
                  <a:lnTo>
                    <a:pt x="1538" y="343"/>
                  </a:lnTo>
                  <a:lnTo>
                    <a:pt x="1536" y="345"/>
                  </a:lnTo>
                  <a:lnTo>
                    <a:pt x="1533" y="345"/>
                  </a:lnTo>
                  <a:lnTo>
                    <a:pt x="1528" y="347"/>
                  </a:lnTo>
                  <a:lnTo>
                    <a:pt x="1528" y="353"/>
                  </a:lnTo>
                  <a:lnTo>
                    <a:pt x="1522" y="353"/>
                  </a:lnTo>
                  <a:lnTo>
                    <a:pt x="1522" y="347"/>
                  </a:lnTo>
                  <a:lnTo>
                    <a:pt x="1515" y="345"/>
                  </a:lnTo>
                  <a:lnTo>
                    <a:pt x="1508" y="344"/>
                  </a:lnTo>
                  <a:lnTo>
                    <a:pt x="1509" y="342"/>
                  </a:lnTo>
                  <a:lnTo>
                    <a:pt x="1509" y="338"/>
                  </a:lnTo>
                  <a:lnTo>
                    <a:pt x="1510" y="334"/>
                  </a:lnTo>
                  <a:lnTo>
                    <a:pt x="1510" y="331"/>
                  </a:lnTo>
                  <a:lnTo>
                    <a:pt x="1513" y="331"/>
                  </a:lnTo>
                  <a:lnTo>
                    <a:pt x="1513" y="338"/>
                  </a:lnTo>
                  <a:lnTo>
                    <a:pt x="1514" y="339"/>
                  </a:lnTo>
                  <a:lnTo>
                    <a:pt x="1515" y="342"/>
                  </a:lnTo>
                  <a:lnTo>
                    <a:pt x="1518" y="342"/>
                  </a:lnTo>
                  <a:lnTo>
                    <a:pt x="1522" y="343"/>
                  </a:lnTo>
                  <a:lnTo>
                    <a:pt x="1522" y="324"/>
                  </a:lnTo>
                  <a:lnTo>
                    <a:pt x="1518" y="323"/>
                  </a:lnTo>
                  <a:lnTo>
                    <a:pt x="1513" y="320"/>
                  </a:lnTo>
                  <a:lnTo>
                    <a:pt x="1510" y="317"/>
                  </a:lnTo>
                  <a:lnTo>
                    <a:pt x="1508" y="314"/>
                  </a:lnTo>
                  <a:lnTo>
                    <a:pt x="1508" y="310"/>
                  </a:lnTo>
                  <a:lnTo>
                    <a:pt x="1508" y="306"/>
                  </a:lnTo>
                  <a:lnTo>
                    <a:pt x="1509" y="303"/>
                  </a:lnTo>
                  <a:lnTo>
                    <a:pt x="1511" y="301"/>
                  </a:lnTo>
                  <a:lnTo>
                    <a:pt x="1514" y="300"/>
                  </a:lnTo>
                  <a:lnTo>
                    <a:pt x="1518" y="298"/>
                  </a:lnTo>
                  <a:lnTo>
                    <a:pt x="1522" y="297"/>
                  </a:lnTo>
                  <a:lnTo>
                    <a:pt x="1522" y="291"/>
                  </a:lnTo>
                  <a:close/>
                  <a:moveTo>
                    <a:pt x="1598" y="287"/>
                  </a:moveTo>
                  <a:lnTo>
                    <a:pt x="1599" y="289"/>
                  </a:lnTo>
                  <a:lnTo>
                    <a:pt x="1581" y="295"/>
                  </a:lnTo>
                  <a:lnTo>
                    <a:pt x="1581" y="292"/>
                  </a:lnTo>
                  <a:lnTo>
                    <a:pt x="1598" y="287"/>
                  </a:lnTo>
                  <a:close/>
                  <a:moveTo>
                    <a:pt x="1440" y="284"/>
                  </a:moveTo>
                  <a:lnTo>
                    <a:pt x="1469" y="292"/>
                  </a:lnTo>
                  <a:lnTo>
                    <a:pt x="1468" y="295"/>
                  </a:lnTo>
                  <a:lnTo>
                    <a:pt x="1440" y="287"/>
                  </a:lnTo>
                  <a:lnTo>
                    <a:pt x="1440" y="284"/>
                  </a:lnTo>
                  <a:close/>
                  <a:moveTo>
                    <a:pt x="1454" y="277"/>
                  </a:moveTo>
                  <a:lnTo>
                    <a:pt x="1472" y="283"/>
                  </a:lnTo>
                  <a:lnTo>
                    <a:pt x="1471" y="286"/>
                  </a:lnTo>
                  <a:lnTo>
                    <a:pt x="1454" y="279"/>
                  </a:lnTo>
                  <a:lnTo>
                    <a:pt x="1454" y="277"/>
                  </a:lnTo>
                  <a:close/>
                  <a:moveTo>
                    <a:pt x="1606" y="273"/>
                  </a:moveTo>
                  <a:lnTo>
                    <a:pt x="1606" y="275"/>
                  </a:lnTo>
                  <a:lnTo>
                    <a:pt x="1579" y="286"/>
                  </a:lnTo>
                  <a:lnTo>
                    <a:pt x="1578" y="283"/>
                  </a:lnTo>
                  <a:lnTo>
                    <a:pt x="1606" y="273"/>
                  </a:lnTo>
                  <a:close/>
                  <a:moveTo>
                    <a:pt x="1590" y="267"/>
                  </a:moveTo>
                  <a:lnTo>
                    <a:pt x="1592" y="269"/>
                  </a:lnTo>
                  <a:lnTo>
                    <a:pt x="1575" y="278"/>
                  </a:lnTo>
                  <a:lnTo>
                    <a:pt x="1574" y="275"/>
                  </a:lnTo>
                  <a:lnTo>
                    <a:pt x="1590" y="267"/>
                  </a:lnTo>
                  <a:close/>
                  <a:moveTo>
                    <a:pt x="1046" y="263"/>
                  </a:moveTo>
                  <a:lnTo>
                    <a:pt x="1046" y="263"/>
                  </a:lnTo>
                  <a:lnTo>
                    <a:pt x="1046" y="265"/>
                  </a:lnTo>
                  <a:lnTo>
                    <a:pt x="1044" y="268"/>
                  </a:lnTo>
                  <a:lnTo>
                    <a:pt x="1040" y="270"/>
                  </a:lnTo>
                  <a:lnTo>
                    <a:pt x="1040" y="270"/>
                  </a:lnTo>
                  <a:lnTo>
                    <a:pt x="1046" y="268"/>
                  </a:lnTo>
                  <a:lnTo>
                    <a:pt x="1052" y="267"/>
                  </a:lnTo>
                  <a:lnTo>
                    <a:pt x="1055" y="267"/>
                  </a:lnTo>
                  <a:lnTo>
                    <a:pt x="1058" y="267"/>
                  </a:lnTo>
                  <a:lnTo>
                    <a:pt x="1059" y="268"/>
                  </a:lnTo>
                  <a:lnTo>
                    <a:pt x="1059" y="269"/>
                  </a:lnTo>
                  <a:lnTo>
                    <a:pt x="1059" y="270"/>
                  </a:lnTo>
                  <a:lnTo>
                    <a:pt x="1058" y="272"/>
                  </a:lnTo>
                  <a:lnTo>
                    <a:pt x="1055" y="273"/>
                  </a:lnTo>
                  <a:lnTo>
                    <a:pt x="1052" y="275"/>
                  </a:lnTo>
                  <a:lnTo>
                    <a:pt x="1044" y="277"/>
                  </a:lnTo>
                  <a:lnTo>
                    <a:pt x="1038" y="279"/>
                  </a:lnTo>
                  <a:lnTo>
                    <a:pt x="1038" y="279"/>
                  </a:lnTo>
                  <a:lnTo>
                    <a:pt x="1040" y="279"/>
                  </a:lnTo>
                  <a:lnTo>
                    <a:pt x="1057" y="283"/>
                  </a:lnTo>
                  <a:lnTo>
                    <a:pt x="1071" y="291"/>
                  </a:lnTo>
                  <a:lnTo>
                    <a:pt x="1085" y="306"/>
                  </a:lnTo>
                  <a:lnTo>
                    <a:pt x="1091" y="319"/>
                  </a:lnTo>
                  <a:lnTo>
                    <a:pt x="1095" y="330"/>
                  </a:lnTo>
                  <a:lnTo>
                    <a:pt x="1096" y="331"/>
                  </a:lnTo>
                  <a:lnTo>
                    <a:pt x="1099" y="331"/>
                  </a:lnTo>
                  <a:lnTo>
                    <a:pt x="1104" y="331"/>
                  </a:lnTo>
                  <a:lnTo>
                    <a:pt x="1105" y="331"/>
                  </a:lnTo>
                  <a:lnTo>
                    <a:pt x="1127" y="328"/>
                  </a:lnTo>
                  <a:lnTo>
                    <a:pt x="1127" y="328"/>
                  </a:lnTo>
                  <a:lnTo>
                    <a:pt x="1124" y="331"/>
                  </a:lnTo>
                  <a:lnTo>
                    <a:pt x="1120" y="335"/>
                  </a:lnTo>
                  <a:lnTo>
                    <a:pt x="1117" y="339"/>
                  </a:lnTo>
                  <a:lnTo>
                    <a:pt x="1111" y="342"/>
                  </a:lnTo>
                  <a:lnTo>
                    <a:pt x="1106" y="343"/>
                  </a:lnTo>
                  <a:lnTo>
                    <a:pt x="1101" y="344"/>
                  </a:lnTo>
                  <a:lnTo>
                    <a:pt x="1097" y="344"/>
                  </a:lnTo>
                  <a:lnTo>
                    <a:pt x="1099" y="345"/>
                  </a:lnTo>
                  <a:lnTo>
                    <a:pt x="1101" y="345"/>
                  </a:lnTo>
                  <a:lnTo>
                    <a:pt x="1105" y="347"/>
                  </a:lnTo>
                  <a:lnTo>
                    <a:pt x="1110" y="348"/>
                  </a:lnTo>
                  <a:lnTo>
                    <a:pt x="1119" y="348"/>
                  </a:lnTo>
                  <a:lnTo>
                    <a:pt x="1120" y="348"/>
                  </a:lnTo>
                  <a:lnTo>
                    <a:pt x="1127" y="348"/>
                  </a:lnTo>
                  <a:lnTo>
                    <a:pt x="1128" y="348"/>
                  </a:lnTo>
                  <a:lnTo>
                    <a:pt x="1128" y="348"/>
                  </a:lnTo>
                  <a:lnTo>
                    <a:pt x="1119" y="354"/>
                  </a:lnTo>
                  <a:lnTo>
                    <a:pt x="1108" y="358"/>
                  </a:lnTo>
                  <a:lnTo>
                    <a:pt x="1095" y="359"/>
                  </a:lnTo>
                  <a:lnTo>
                    <a:pt x="1095" y="361"/>
                  </a:lnTo>
                  <a:lnTo>
                    <a:pt x="1087" y="382"/>
                  </a:lnTo>
                  <a:lnTo>
                    <a:pt x="1073" y="402"/>
                  </a:lnTo>
                  <a:lnTo>
                    <a:pt x="1068" y="408"/>
                  </a:lnTo>
                  <a:lnTo>
                    <a:pt x="1062" y="413"/>
                  </a:lnTo>
                  <a:lnTo>
                    <a:pt x="1058" y="417"/>
                  </a:lnTo>
                  <a:lnTo>
                    <a:pt x="1034" y="432"/>
                  </a:lnTo>
                  <a:lnTo>
                    <a:pt x="1001" y="444"/>
                  </a:lnTo>
                  <a:lnTo>
                    <a:pt x="969" y="447"/>
                  </a:lnTo>
                  <a:lnTo>
                    <a:pt x="962" y="447"/>
                  </a:lnTo>
                  <a:lnTo>
                    <a:pt x="937" y="446"/>
                  </a:lnTo>
                  <a:lnTo>
                    <a:pt x="913" y="438"/>
                  </a:lnTo>
                  <a:lnTo>
                    <a:pt x="890" y="426"/>
                  </a:lnTo>
                  <a:lnTo>
                    <a:pt x="880" y="418"/>
                  </a:lnTo>
                  <a:lnTo>
                    <a:pt x="867" y="405"/>
                  </a:lnTo>
                  <a:lnTo>
                    <a:pt x="863" y="402"/>
                  </a:lnTo>
                  <a:lnTo>
                    <a:pt x="861" y="398"/>
                  </a:lnTo>
                  <a:lnTo>
                    <a:pt x="858" y="395"/>
                  </a:lnTo>
                  <a:lnTo>
                    <a:pt x="858" y="394"/>
                  </a:lnTo>
                  <a:lnTo>
                    <a:pt x="873" y="405"/>
                  </a:lnTo>
                  <a:lnTo>
                    <a:pt x="890" y="412"/>
                  </a:lnTo>
                  <a:lnTo>
                    <a:pt x="908" y="413"/>
                  </a:lnTo>
                  <a:lnTo>
                    <a:pt x="924" y="412"/>
                  </a:lnTo>
                  <a:lnTo>
                    <a:pt x="941" y="405"/>
                  </a:lnTo>
                  <a:lnTo>
                    <a:pt x="955" y="394"/>
                  </a:lnTo>
                  <a:lnTo>
                    <a:pt x="956" y="393"/>
                  </a:lnTo>
                  <a:lnTo>
                    <a:pt x="957" y="393"/>
                  </a:lnTo>
                  <a:lnTo>
                    <a:pt x="957" y="391"/>
                  </a:lnTo>
                  <a:lnTo>
                    <a:pt x="956" y="393"/>
                  </a:lnTo>
                  <a:lnTo>
                    <a:pt x="954" y="393"/>
                  </a:lnTo>
                  <a:lnTo>
                    <a:pt x="948" y="391"/>
                  </a:lnTo>
                  <a:lnTo>
                    <a:pt x="945" y="389"/>
                  </a:lnTo>
                  <a:lnTo>
                    <a:pt x="941" y="385"/>
                  </a:lnTo>
                  <a:lnTo>
                    <a:pt x="938" y="382"/>
                  </a:lnTo>
                  <a:lnTo>
                    <a:pt x="938" y="380"/>
                  </a:lnTo>
                  <a:lnTo>
                    <a:pt x="940" y="376"/>
                  </a:lnTo>
                  <a:lnTo>
                    <a:pt x="943" y="372"/>
                  </a:lnTo>
                  <a:lnTo>
                    <a:pt x="948" y="370"/>
                  </a:lnTo>
                  <a:lnTo>
                    <a:pt x="948" y="370"/>
                  </a:lnTo>
                  <a:lnTo>
                    <a:pt x="945" y="370"/>
                  </a:lnTo>
                  <a:lnTo>
                    <a:pt x="933" y="367"/>
                  </a:lnTo>
                  <a:lnTo>
                    <a:pt x="923" y="362"/>
                  </a:lnTo>
                  <a:lnTo>
                    <a:pt x="917" y="352"/>
                  </a:lnTo>
                  <a:lnTo>
                    <a:pt x="920" y="349"/>
                  </a:lnTo>
                  <a:lnTo>
                    <a:pt x="925" y="347"/>
                  </a:lnTo>
                  <a:lnTo>
                    <a:pt x="929" y="345"/>
                  </a:lnTo>
                  <a:lnTo>
                    <a:pt x="933" y="345"/>
                  </a:lnTo>
                  <a:lnTo>
                    <a:pt x="933" y="345"/>
                  </a:lnTo>
                  <a:lnTo>
                    <a:pt x="919" y="339"/>
                  </a:lnTo>
                  <a:lnTo>
                    <a:pt x="910" y="331"/>
                  </a:lnTo>
                  <a:lnTo>
                    <a:pt x="908" y="326"/>
                  </a:lnTo>
                  <a:lnTo>
                    <a:pt x="905" y="323"/>
                  </a:lnTo>
                  <a:lnTo>
                    <a:pt x="905" y="319"/>
                  </a:lnTo>
                  <a:lnTo>
                    <a:pt x="913" y="316"/>
                  </a:lnTo>
                  <a:lnTo>
                    <a:pt x="920" y="316"/>
                  </a:lnTo>
                  <a:lnTo>
                    <a:pt x="920" y="316"/>
                  </a:lnTo>
                  <a:lnTo>
                    <a:pt x="918" y="315"/>
                  </a:lnTo>
                  <a:lnTo>
                    <a:pt x="914" y="312"/>
                  </a:lnTo>
                  <a:lnTo>
                    <a:pt x="909" y="309"/>
                  </a:lnTo>
                  <a:lnTo>
                    <a:pt x="905" y="303"/>
                  </a:lnTo>
                  <a:lnTo>
                    <a:pt x="901" y="297"/>
                  </a:lnTo>
                  <a:lnTo>
                    <a:pt x="899" y="291"/>
                  </a:lnTo>
                  <a:lnTo>
                    <a:pt x="897" y="286"/>
                  </a:lnTo>
                  <a:lnTo>
                    <a:pt x="897" y="282"/>
                  </a:lnTo>
                  <a:lnTo>
                    <a:pt x="914" y="288"/>
                  </a:lnTo>
                  <a:lnTo>
                    <a:pt x="934" y="297"/>
                  </a:lnTo>
                  <a:lnTo>
                    <a:pt x="952" y="305"/>
                  </a:lnTo>
                  <a:lnTo>
                    <a:pt x="965" y="311"/>
                  </a:lnTo>
                  <a:lnTo>
                    <a:pt x="974" y="316"/>
                  </a:lnTo>
                  <a:lnTo>
                    <a:pt x="988" y="329"/>
                  </a:lnTo>
                  <a:lnTo>
                    <a:pt x="988" y="329"/>
                  </a:lnTo>
                  <a:lnTo>
                    <a:pt x="997" y="307"/>
                  </a:lnTo>
                  <a:lnTo>
                    <a:pt x="1007" y="288"/>
                  </a:lnTo>
                  <a:lnTo>
                    <a:pt x="1011" y="282"/>
                  </a:lnTo>
                  <a:lnTo>
                    <a:pt x="1016" y="275"/>
                  </a:lnTo>
                  <a:lnTo>
                    <a:pt x="1024" y="269"/>
                  </a:lnTo>
                  <a:lnTo>
                    <a:pt x="1030" y="264"/>
                  </a:lnTo>
                  <a:lnTo>
                    <a:pt x="1030" y="264"/>
                  </a:lnTo>
                  <a:lnTo>
                    <a:pt x="1030" y="264"/>
                  </a:lnTo>
                  <a:lnTo>
                    <a:pt x="1029" y="268"/>
                  </a:lnTo>
                  <a:lnTo>
                    <a:pt x="1027" y="270"/>
                  </a:lnTo>
                  <a:lnTo>
                    <a:pt x="1027" y="270"/>
                  </a:lnTo>
                  <a:lnTo>
                    <a:pt x="1027" y="270"/>
                  </a:lnTo>
                  <a:lnTo>
                    <a:pt x="1034" y="267"/>
                  </a:lnTo>
                  <a:lnTo>
                    <a:pt x="1039" y="264"/>
                  </a:lnTo>
                  <a:lnTo>
                    <a:pt x="1043" y="263"/>
                  </a:lnTo>
                  <a:lnTo>
                    <a:pt x="1046" y="263"/>
                  </a:lnTo>
                  <a:close/>
                  <a:moveTo>
                    <a:pt x="1450" y="261"/>
                  </a:moveTo>
                  <a:lnTo>
                    <a:pt x="1476" y="275"/>
                  </a:lnTo>
                  <a:lnTo>
                    <a:pt x="1474" y="278"/>
                  </a:lnTo>
                  <a:lnTo>
                    <a:pt x="1449" y="264"/>
                  </a:lnTo>
                  <a:lnTo>
                    <a:pt x="1450" y="261"/>
                  </a:lnTo>
                  <a:close/>
                  <a:moveTo>
                    <a:pt x="1525" y="260"/>
                  </a:moveTo>
                  <a:lnTo>
                    <a:pt x="1510" y="263"/>
                  </a:lnTo>
                  <a:lnTo>
                    <a:pt x="1497" y="272"/>
                  </a:lnTo>
                  <a:lnTo>
                    <a:pt x="1488" y="284"/>
                  </a:lnTo>
                  <a:lnTo>
                    <a:pt x="1482" y="301"/>
                  </a:lnTo>
                  <a:lnTo>
                    <a:pt x="1480" y="320"/>
                  </a:lnTo>
                  <a:lnTo>
                    <a:pt x="1482" y="340"/>
                  </a:lnTo>
                  <a:lnTo>
                    <a:pt x="1490" y="358"/>
                  </a:lnTo>
                  <a:lnTo>
                    <a:pt x="1502" y="371"/>
                  </a:lnTo>
                  <a:lnTo>
                    <a:pt x="1506" y="381"/>
                  </a:lnTo>
                  <a:lnTo>
                    <a:pt x="1543" y="381"/>
                  </a:lnTo>
                  <a:lnTo>
                    <a:pt x="1547" y="371"/>
                  </a:lnTo>
                  <a:lnTo>
                    <a:pt x="1560" y="358"/>
                  </a:lnTo>
                  <a:lnTo>
                    <a:pt x="1567" y="340"/>
                  </a:lnTo>
                  <a:lnTo>
                    <a:pt x="1570" y="320"/>
                  </a:lnTo>
                  <a:lnTo>
                    <a:pt x="1567" y="301"/>
                  </a:lnTo>
                  <a:lnTo>
                    <a:pt x="1561" y="284"/>
                  </a:lnTo>
                  <a:lnTo>
                    <a:pt x="1552" y="272"/>
                  </a:lnTo>
                  <a:lnTo>
                    <a:pt x="1539" y="263"/>
                  </a:lnTo>
                  <a:lnTo>
                    <a:pt x="1525" y="260"/>
                  </a:lnTo>
                  <a:close/>
                  <a:moveTo>
                    <a:pt x="1466" y="258"/>
                  </a:moveTo>
                  <a:lnTo>
                    <a:pt x="1481" y="268"/>
                  </a:lnTo>
                  <a:lnTo>
                    <a:pt x="1478" y="270"/>
                  </a:lnTo>
                  <a:lnTo>
                    <a:pt x="1463" y="260"/>
                  </a:lnTo>
                  <a:lnTo>
                    <a:pt x="1466" y="258"/>
                  </a:lnTo>
                  <a:close/>
                  <a:moveTo>
                    <a:pt x="1593" y="251"/>
                  </a:moveTo>
                  <a:lnTo>
                    <a:pt x="1595" y="254"/>
                  </a:lnTo>
                  <a:lnTo>
                    <a:pt x="1571" y="270"/>
                  </a:lnTo>
                  <a:lnTo>
                    <a:pt x="1569" y="268"/>
                  </a:lnTo>
                  <a:lnTo>
                    <a:pt x="1593" y="251"/>
                  </a:lnTo>
                  <a:close/>
                  <a:moveTo>
                    <a:pt x="1525" y="251"/>
                  </a:moveTo>
                  <a:lnTo>
                    <a:pt x="1542" y="255"/>
                  </a:lnTo>
                  <a:lnTo>
                    <a:pt x="1556" y="264"/>
                  </a:lnTo>
                  <a:lnTo>
                    <a:pt x="1567" y="279"/>
                  </a:lnTo>
                  <a:lnTo>
                    <a:pt x="1575" y="298"/>
                  </a:lnTo>
                  <a:lnTo>
                    <a:pt x="1578" y="320"/>
                  </a:lnTo>
                  <a:lnTo>
                    <a:pt x="1574" y="343"/>
                  </a:lnTo>
                  <a:lnTo>
                    <a:pt x="1565" y="363"/>
                  </a:lnTo>
                  <a:lnTo>
                    <a:pt x="1552" y="379"/>
                  </a:lnTo>
                  <a:lnTo>
                    <a:pt x="1551" y="395"/>
                  </a:lnTo>
                  <a:lnTo>
                    <a:pt x="1499" y="395"/>
                  </a:lnTo>
                  <a:lnTo>
                    <a:pt x="1497" y="379"/>
                  </a:lnTo>
                  <a:lnTo>
                    <a:pt x="1485" y="363"/>
                  </a:lnTo>
                  <a:lnTo>
                    <a:pt x="1476" y="343"/>
                  </a:lnTo>
                  <a:lnTo>
                    <a:pt x="1472" y="320"/>
                  </a:lnTo>
                  <a:lnTo>
                    <a:pt x="1474" y="298"/>
                  </a:lnTo>
                  <a:lnTo>
                    <a:pt x="1482" y="279"/>
                  </a:lnTo>
                  <a:lnTo>
                    <a:pt x="1494" y="264"/>
                  </a:lnTo>
                  <a:lnTo>
                    <a:pt x="1509" y="255"/>
                  </a:lnTo>
                  <a:lnTo>
                    <a:pt x="1525" y="251"/>
                  </a:lnTo>
                  <a:close/>
                  <a:moveTo>
                    <a:pt x="1295" y="249"/>
                  </a:moveTo>
                  <a:lnTo>
                    <a:pt x="1327" y="283"/>
                  </a:lnTo>
                  <a:lnTo>
                    <a:pt x="1309" y="302"/>
                  </a:lnTo>
                  <a:lnTo>
                    <a:pt x="1379" y="372"/>
                  </a:lnTo>
                  <a:lnTo>
                    <a:pt x="1381" y="375"/>
                  </a:lnTo>
                  <a:lnTo>
                    <a:pt x="1381" y="379"/>
                  </a:lnTo>
                  <a:lnTo>
                    <a:pt x="1381" y="382"/>
                  </a:lnTo>
                  <a:lnTo>
                    <a:pt x="1380" y="385"/>
                  </a:lnTo>
                  <a:lnTo>
                    <a:pt x="1376" y="389"/>
                  </a:lnTo>
                  <a:lnTo>
                    <a:pt x="1374" y="390"/>
                  </a:lnTo>
                  <a:lnTo>
                    <a:pt x="1371" y="390"/>
                  </a:lnTo>
                  <a:lnTo>
                    <a:pt x="1367" y="389"/>
                  </a:lnTo>
                  <a:lnTo>
                    <a:pt x="1364" y="386"/>
                  </a:lnTo>
                  <a:lnTo>
                    <a:pt x="1294" y="317"/>
                  </a:lnTo>
                  <a:lnTo>
                    <a:pt x="1277" y="335"/>
                  </a:lnTo>
                  <a:lnTo>
                    <a:pt x="1244" y="298"/>
                  </a:lnTo>
                  <a:lnTo>
                    <a:pt x="1295" y="249"/>
                  </a:lnTo>
                  <a:close/>
                  <a:moveTo>
                    <a:pt x="1578" y="249"/>
                  </a:moveTo>
                  <a:lnTo>
                    <a:pt x="1579" y="251"/>
                  </a:lnTo>
                  <a:lnTo>
                    <a:pt x="1566" y="264"/>
                  </a:lnTo>
                  <a:lnTo>
                    <a:pt x="1564" y="261"/>
                  </a:lnTo>
                  <a:lnTo>
                    <a:pt x="1578" y="249"/>
                  </a:lnTo>
                  <a:close/>
                  <a:moveTo>
                    <a:pt x="1464" y="242"/>
                  </a:moveTo>
                  <a:lnTo>
                    <a:pt x="1486" y="261"/>
                  </a:lnTo>
                  <a:lnTo>
                    <a:pt x="1483" y="264"/>
                  </a:lnTo>
                  <a:lnTo>
                    <a:pt x="1462" y="244"/>
                  </a:lnTo>
                  <a:lnTo>
                    <a:pt x="1464" y="242"/>
                  </a:lnTo>
                  <a:close/>
                  <a:moveTo>
                    <a:pt x="1481" y="241"/>
                  </a:moveTo>
                  <a:lnTo>
                    <a:pt x="1492" y="255"/>
                  </a:lnTo>
                  <a:lnTo>
                    <a:pt x="1490" y="258"/>
                  </a:lnTo>
                  <a:lnTo>
                    <a:pt x="1478" y="244"/>
                  </a:lnTo>
                  <a:lnTo>
                    <a:pt x="1481" y="241"/>
                  </a:lnTo>
                  <a:close/>
                  <a:moveTo>
                    <a:pt x="1305" y="236"/>
                  </a:moveTo>
                  <a:lnTo>
                    <a:pt x="1308" y="239"/>
                  </a:lnTo>
                  <a:lnTo>
                    <a:pt x="1342" y="272"/>
                  </a:lnTo>
                  <a:lnTo>
                    <a:pt x="1343" y="274"/>
                  </a:lnTo>
                  <a:lnTo>
                    <a:pt x="1343" y="277"/>
                  </a:lnTo>
                  <a:lnTo>
                    <a:pt x="1342" y="279"/>
                  </a:lnTo>
                  <a:lnTo>
                    <a:pt x="1339" y="281"/>
                  </a:lnTo>
                  <a:lnTo>
                    <a:pt x="1338" y="282"/>
                  </a:lnTo>
                  <a:lnTo>
                    <a:pt x="1336" y="282"/>
                  </a:lnTo>
                  <a:lnTo>
                    <a:pt x="1333" y="281"/>
                  </a:lnTo>
                  <a:lnTo>
                    <a:pt x="1299" y="247"/>
                  </a:lnTo>
                  <a:lnTo>
                    <a:pt x="1297" y="245"/>
                  </a:lnTo>
                  <a:lnTo>
                    <a:pt x="1297" y="242"/>
                  </a:lnTo>
                  <a:lnTo>
                    <a:pt x="1299" y="240"/>
                  </a:lnTo>
                  <a:lnTo>
                    <a:pt x="1301" y="239"/>
                  </a:lnTo>
                  <a:lnTo>
                    <a:pt x="1302" y="236"/>
                  </a:lnTo>
                  <a:lnTo>
                    <a:pt x="1305" y="236"/>
                  </a:lnTo>
                  <a:close/>
                  <a:moveTo>
                    <a:pt x="1560" y="235"/>
                  </a:moveTo>
                  <a:lnTo>
                    <a:pt x="1562" y="237"/>
                  </a:lnTo>
                  <a:lnTo>
                    <a:pt x="1553" y="253"/>
                  </a:lnTo>
                  <a:lnTo>
                    <a:pt x="1551" y="251"/>
                  </a:lnTo>
                  <a:lnTo>
                    <a:pt x="1560" y="235"/>
                  </a:lnTo>
                  <a:close/>
                  <a:moveTo>
                    <a:pt x="1576" y="233"/>
                  </a:moveTo>
                  <a:lnTo>
                    <a:pt x="1579" y="235"/>
                  </a:lnTo>
                  <a:lnTo>
                    <a:pt x="1560" y="258"/>
                  </a:lnTo>
                  <a:lnTo>
                    <a:pt x="1557" y="255"/>
                  </a:lnTo>
                  <a:lnTo>
                    <a:pt x="1576" y="233"/>
                  </a:lnTo>
                  <a:close/>
                  <a:moveTo>
                    <a:pt x="1499" y="231"/>
                  </a:moveTo>
                  <a:lnTo>
                    <a:pt x="1506" y="247"/>
                  </a:lnTo>
                  <a:lnTo>
                    <a:pt x="1504" y="249"/>
                  </a:lnTo>
                  <a:lnTo>
                    <a:pt x="1496" y="231"/>
                  </a:lnTo>
                  <a:lnTo>
                    <a:pt x="1499" y="231"/>
                  </a:lnTo>
                  <a:close/>
                  <a:moveTo>
                    <a:pt x="1539" y="227"/>
                  </a:moveTo>
                  <a:lnTo>
                    <a:pt x="1543" y="227"/>
                  </a:lnTo>
                  <a:lnTo>
                    <a:pt x="1538" y="245"/>
                  </a:lnTo>
                  <a:lnTo>
                    <a:pt x="1536" y="245"/>
                  </a:lnTo>
                  <a:lnTo>
                    <a:pt x="1539" y="227"/>
                  </a:lnTo>
                  <a:close/>
                  <a:moveTo>
                    <a:pt x="1483" y="226"/>
                  </a:moveTo>
                  <a:lnTo>
                    <a:pt x="1499" y="251"/>
                  </a:lnTo>
                  <a:lnTo>
                    <a:pt x="1496" y="253"/>
                  </a:lnTo>
                  <a:lnTo>
                    <a:pt x="1481" y="227"/>
                  </a:lnTo>
                  <a:lnTo>
                    <a:pt x="1483" y="226"/>
                  </a:lnTo>
                  <a:close/>
                  <a:moveTo>
                    <a:pt x="1520" y="226"/>
                  </a:moveTo>
                  <a:lnTo>
                    <a:pt x="1523" y="244"/>
                  </a:lnTo>
                  <a:lnTo>
                    <a:pt x="1519" y="244"/>
                  </a:lnTo>
                  <a:lnTo>
                    <a:pt x="1518" y="226"/>
                  </a:lnTo>
                  <a:lnTo>
                    <a:pt x="1520" y="226"/>
                  </a:lnTo>
                  <a:close/>
                  <a:moveTo>
                    <a:pt x="1555" y="221"/>
                  </a:moveTo>
                  <a:lnTo>
                    <a:pt x="1557" y="222"/>
                  </a:lnTo>
                  <a:lnTo>
                    <a:pt x="1546" y="249"/>
                  </a:lnTo>
                  <a:lnTo>
                    <a:pt x="1543" y="247"/>
                  </a:lnTo>
                  <a:lnTo>
                    <a:pt x="1555" y="221"/>
                  </a:lnTo>
                  <a:close/>
                  <a:moveTo>
                    <a:pt x="1508" y="217"/>
                  </a:moveTo>
                  <a:lnTo>
                    <a:pt x="1514" y="245"/>
                  </a:lnTo>
                  <a:lnTo>
                    <a:pt x="1511" y="245"/>
                  </a:lnTo>
                  <a:lnTo>
                    <a:pt x="1504" y="217"/>
                  </a:lnTo>
                  <a:lnTo>
                    <a:pt x="1508" y="217"/>
                  </a:lnTo>
                  <a:close/>
                  <a:moveTo>
                    <a:pt x="1529" y="214"/>
                  </a:moveTo>
                  <a:lnTo>
                    <a:pt x="1533" y="214"/>
                  </a:lnTo>
                  <a:lnTo>
                    <a:pt x="1530" y="244"/>
                  </a:lnTo>
                  <a:lnTo>
                    <a:pt x="1528" y="244"/>
                  </a:lnTo>
                  <a:lnTo>
                    <a:pt x="1529" y="214"/>
                  </a:lnTo>
                  <a:close/>
                  <a:moveTo>
                    <a:pt x="202" y="177"/>
                  </a:moveTo>
                  <a:lnTo>
                    <a:pt x="307" y="177"/>
                  </a:lnTo>
                  <a:lnTo>
                    <a:pt x="307" y="198"/>
                  </a:lnTo>
                  <a:lnTo>
                    <a:pt x="307" y="198"/>
                  </a:lnTo>
                  <a:lnTo>
                    <a:pt x="307" y="203"/>
                  </a:lnTo>
                  <a:lnTo>
                    <a:pt x="380" y="203"/>
                  </a:lnTo>
                  <a:lnTo>
                    <a:pt x="380" y="221"/>
                  </a:lnTo>
                  <a:lnTo>
                    <a:pt x="290" y="221"/>
                  </a:lnTo>
                  <a:lnTo>
                    <a:pt x="290" y="198"/>
                  </a:lnTo>
                  <a:lnTo>
                    <a:pt x="217" y="198"/>
                  </a:lnTo>
                  <a:lnTo>
                    <a:pt x="217" y="237"/>
                  </a:lnTo>
                  <a:lnTo>
                    <a:pt x="131" y="237"/>
                  </a:lnTo>
                  <a:lnTo>
                    <a:pt x="131" y="219"/>
                  </a:lnTo>
                  <a:lnTo>
                    <a:pt x="202" y="219"/>
                  </a:lnTo>
                  <a:lnTo>
                    <a:pt x="202" y="177"/>
                  </a:lnTo>
                  <a:close/>
                  <a:moveTo>
                    <a:pt x="561" y="170"/>
                  </a:moveTo>
                  <a:lnTo>
                    <a:pt x="564" y="172"/>
                  </a:lnTo>
                  <a:lnTo>
                    <a:pt x="568" y="176"/>
                  </a:lnTo>
                  <a:lnTo>
                    <a:pt x="573" y="179"/>
                  </a:lnTo>
                  <a:lnTo>
                    <a:pt x="579" y="180"/>
                  </a:lnTo>
                  <a:lnTo>
                    <a:pt x="585" y="181"/>
                  </a:lnTo>
                  <a:lnTo>
                    <a:pt x="593" y="180"/>
                  </a:lnTo>
                  <a:lnTo>
                    <a:pt x="599" y="177"/>
                  </a:lnTo>
                  <a:lnTo>
                    <a:pt x="605" y="175"/>
                  </a:lnTo>
                  <a:lnTo>
                    <a:pt x="607" y="172"/>
                  </a:lnTo>
                  <a:lnTo>
                    <a:pt x="610" y="171"/>
                  </a:lnTo>
                  <a:lnTo>
                    <a:pt x="610" y="170"/>
                  </a:lnTo>
                  <a:lnTo>
                    <a:pt x="612" y="172"/>
                  </a:lnTo>
                  <a:lnTo>
                    <a:pt x="624" y="183"/>
                  </a:lnTo>
                  <a:lnTo>
                    <a:pt x="636" y="194"/>
                  </a:lnTo>
                  <a:lnTo>
                    <a:pt x="648" y="204"/>
                  </a:lnTo>
                  <a:lnTo>
                    <a:pt x="661" y="216"/>
                  </a:lnTo>
                  <a:lnTo>
                    <a:pt x="655" y="217"/>
                  </a:lnTo>
                  <a:lnTo>
                    <a:pt x="515" y="217"/>
                  </a:lnTo>
                  <a:lnTo>
                    <a:pt x="510" y="216"/>
                  </a:lnTo>
                  <a:lnTo>
                    <a:pt x="523" y="204"/>
                  </a:lnTo>
                  <a:lnTo>
                    <a:pt x="534" y="194"/>
                  </a:lnTo>
                  <a:lnTo>
                    <a:pt x="547" y="183"/>
                  </a:lnTo>
                  <a:lnTo>
                    <a:pt x="559" y="172"/>
                  </a:lnTo>
                  <a:lnTo>
                    <a:pt x="561" y="170"/>
                  </a:lnTo>
                  <a:close/>
                  <a:moveTo>
                    <a:pt x="971" y="148"/>
                  </a:moveTo>
                  <a:lnTo>
                    <a:pt x="983" y="152"/>
                  </a:lnTo>
                  <a:lnTo>
                    <a:pt x="990" y="160"/>
                  </a:lnTo>
                  <a:lnTo>
                    <a:pt x="994" y="171"/>
                  </a:lnTo>
                  <a:lnTo>
                    <a:pt x="990" y="183"/>
                  </a:lnTo>
                  <a:lnTo>
                    <a:pt x="983" y="190"/>
                  </a:lnTo>
                  <a:lnTo>
                    <a:pt x="971" y="193"/>
                  </a:lnTo>
                  <a:lnTo>
                    <a:pt x="960" y="190"/>
                  </a:lnTo>
                  <a:lnTo>
                    <a:pt x="952" y="183"/>
                  </a:lnTo>
                  <a:lnTo>
                    <a:pt x="950" y="171"/>
                  </a:lnTo>
                  <a:lnTo>
                    <a:pt x="952" y="160"/>
                  </a:lnTo>
                  <a:lnTo>
                    <a:pt x="960" y="152"/>
                  </a:lnTo>
                  <a:lnTo>
                    <a:pt x="971" y="148"/>
                  </a:lnTo>
                  <a:close/>
                  <a:moveTo>
                    <a:pt x="896" y="148"/>
                  </a:moveTo>
                  <a:lnTo>
                    <a:pt x="908" y="152"/>
                  </a:lnTo>
                  <a:lnTo>
                    <a:pt x="915" y="160"/>
                  </a:lnTo>
                  <a:lnTo>
                    <a:pt x="918" y="171"/>
                  </a:lnTo>
                  <a:lnTo>
                    <a:pt x="915" y="183"/>
                  </a:lnTo>
                  <a:lnTo>
                    <a:pt x="908" y="190"/>
                  </a:lnTo>
                  <a:lnTo>
                    <a:pt x="896" y="193"/>
                  </a:lnTo>
                  <a:lnTo>
                    <a:pt x="885" y="190"/>
                  </a:lnTo>
                  <a:lnTo>
                    <a:pt x="876" y="183"/>
                  </a:lnTo>
                  <a:lnTo>
                    <a:pt x="873" y="171"/>
                  </a:lnTo>
                  <a:lnTo>
                    <a:pt x="876" y="160"/>
                  </a:lnTo>
                  <a:lnTo>
                    <a:pt x="885" y="152"/>
                  </a:lnTo>
                  <a:lnTo>
                    <a:pt x="896" y="148"/>
                  </a:lnTo>
                  <a:close/>
                  <a:moveTo>
                    <a:pt x="676" y="104"/>
                  </a:moveTo>
                  <a:lnTo>
                    <a:pt x="676" y="197"/>
                  </a:lnTo>
                  <a:lnTo>
                    <a:pt x="675" y="203"/>
                  </a:lnTo>
                  <a:lnTo>
                    <a:pt x="672" y="208"/>
                  </a:lnTo>
                  <a:lnTo>
                    <a:pt x="671" y="208"/>
                  </a:lnTo>
                  <a:lnTo>
                    <a:pt x="657" y="194"/>
                  </a:lnTo>
                  <a:lnTo>
                    <a:pt x="645" y="184"/>
                  </a:lnTo>
                  <a:lnTo>
                    <a:pt x="633" y="172"/>
                  </a:lnTo>
                  <a:lnTo>
                    <a:pt x="622" y="162"/>
                  </a:lnTo>
                  <a:lnTo>
                    <a:pt x="620" y="161"/>
                  </a:lnTo>
                  <a:lnTo>
                    <a:pt x="622" y="160"/>
                  </a:lnTo>
                  <a:lnTo>
                    <a:pt x="626" y="155"/>
                  </a:lnTo>
                  <a:lnTo>
                    <a:pt x="634" y="147"/>
                  </a:lnTo>
                  <a:lnTo>
                    <a:pt x="643" y="138"/>
                  </a:lnTo>
                  <a:lnTo>
                    <a:pt x="652" y="129"/>
                  </a:lnTo>
                  <a:lnTo>
                    <a:pt x="661" y="119"/>
                  </a:lnTo>
                  <a:lnTo>
                    <a:pt x="668" y="111"/>
                  </a:lnTo>
                  <a:lnTo>
                    <a:pt x="673" y="106"/>
                  </a:lnTo>
                  <a:lnTo>
                    <a:pt x="676" y="104"/>
                  </a:lnTo>
                  <a:close/>
                  <a:moveTo>
                    <a:pt x="495" y="104"/>
                  </a:moveTo>
                  <a:lnTo>
                    <a:pt x="551" y="161"/>
                  </a:lnTo>
                  <a:lnTo>
                    <a:pt x="550" y="162"/>
                  </a:lnTo>
                  <a:lnTo>
                    <a:pt x="538" y="172"/>
                  </a:lnTo>
                  <a:lnTo>
                    <a:pt x="526" y="184"/>
                  </a:lnTo>
                  <a:lnTo>
                    <a:pt x="514" y="194"/>
                  </a:lnTo>
                  <a:lnTo>
                    <a:pt x="500" y="208"/>
                  </a:lnTo>
                  <a:lnTo>
                    <a:pt x="499" y="208"/>
                  </a:lnTo>
                  <a:lnTo>
                    <a:pt x="496" y="203"/>
                  </a:lnTo>
                  <a:lnTo>
                    <a:pt x="495" y="197"/>
                  </a:lnTo>
                  <a:lnTo>
                    <a:pt x="495" y="123"/>
                  </a:lnTo>
                  <a:lnTo>
                    <a:pt x="495" y="120"/>
                  </a:lnTo>
                  <a:lnTo>
                    <a:pt x="495" y="118"/>
                  </a:lnTo>
                  <a:lnTo>
                    <a:pt x="495" y="114"/>
                  </a:lnTo>
                  <a:lnTo>
                    <a:pt x="495" y="110"/>
                  </a:lnTo>
                  <a:lnTo>
                    <a:pt x="495" y="106"/>
                  </a:lnTo>
                  <a:lnTo>
                    <a:pt x="495" y="105"/>
                  </a:lnTo>
                  <a:lnTo>
                    <a:pt x="495" y="104"/>
                  </a:lnTo>
                  <a:close/>
                  <a:moveTo>
                    <a:pt x="532" y="97"/>
                  </a:moveTo>
                  <a:lnTo>
                    <a:pt x="532" y="107"/>
                  </a:lnTo>
                  <a:lnTo>
                    <a:pt x="638" y="107"/>
                  </a:lnTo>
                  <a:lnTo>
                    <a:pt x="638" y="97"/>
                  </a:lnTo>
                  <a:lnTo>
                    <a:pt x="532" y="97"/>
                  </a:lnTo>
                  <a:close/>
                  <a:moveTo>
                    <a:pt x="146" y="90"/>
                  </a:moveTo>
                  <a:lnTo>
                    <a:pt x="156" y="90"/>
                  </a:lnTo>
                  <a:lnTo>
                    <a:pt x="159" y="93"/>
                  </a:lnTo>
                  <a:lnTo>
                    <a:pt x="164" y="95"/>
                  </a:lnTo>
                  <a:lnTo>
                    <a:pt x="168" y="96"/>
                  </a:lnTo>
                  <a:lnTo>
                    <a:pt x="171" y="95"/>
                  </a:lnTo>
                  <a:lnTo>
                    <a:pt x="177" y="93"/>
                  </a:lnTo>
                  <a:lnTo>
                    <a:pt x="179" y="90"/>
                  </a:lnTo>
                  <a:lnTo>
                    <a:pt x="191" y="90"/>
                  </a:lnTo>
                  <a:lnTo>
                    <a:pt x="194" y="91"/>
                  </a:lnTo>
                  <a:lnTo>
                    <a:pt x="197" y="92"/>
                  </a:lnTo>
                  <a:lnTo>
                    <a:pt x="200" y="96"/>
                  </a:lnTo>
                  <a:lnTo>
                    <a:pt x="200" y="100"/>
                  </a:lnTo>
                  <a:lnTo>
                    <a:pt x="200" y="141"/>
                  </a:lnTo>
                  <a:lnTo>
                    <a:pt x="200" y="144"/>
                  </a:lnTo>
                  <a:lnTo>
                    <a:pt x="197" y="147"/>
                  </a:lnTo>
                  <a:lnTo>
                    <a:pt x="194" y="149"/>
                  </a:lnTo>
                  <a:lnTo>
                    <a:pt x="191" y="149"/>
                  </a:lnTo>
                  <a:lnTo>
                    <a:pt x="186" y="149"/>
                  </a:lnTo>
                  <a:lnTo>
                    <a:pt x="186" y="198"/>
                  </a:lnTo>
                  <a:lnTo>
                    <a:pt x="186" y="202"/>
                  </a:lnTo>
                  <a:lnTo>
                    <a:pt x="184" y="204"/>
                  </a:lnTo>
                  <a:lnTo>
                    <a:pt x="182" y="205"/>
                  </a:lnTo>
                  <a:lnTo>
                    <a:pt x="178" y="205"/>
                  </a:lnTo>
                  <a:lnTo>
                    <a:pt x="175" y="205"/>
                  </a:lnTo>
                  <a:lnTo>
                    <a:pt x="173" y="204"/>
                  </a:lnTo>
                  <a:lnTo>
                    <a:pt x="171" y="202"/>
                  </a:lnTo>
                  <a:lnTo>
                    <a:pt x="170" y="198"/>
                  </a:lnTo>
                  <a:lnTo>
                    <a:pt x="170" y="149"/>
                  </a:lnTo>
                  <a:lnTo>
                    <a:pt x="165" y="149"/>
                  </a:lnTo>
                  <a:lnTo>
                    <a:pt x="165" y="198"/>
                  </a:lnTo>
                  <a:lnTo>
                    <a:pt x="164" y="202"/>
                  </a:lnTo>
                  <a:lnTo>
                    <a:pt x="163" y="204"/>
                  </a:lnTo>
                  <a:lnTo>
                    <a:pt x="160" y="205"/>
                  </a:lnTo>
                  <a:lnTo>
                    <a:pt x="157" y="205"/>
                  </a:lnTo>
                  <a:lnTo>
                    <a:pt x="154" y="205"/>
                  </a:lnTo>
                  <a:lnTo>
                    <a:pt x="151" y="204"/>
                  </a:lnTo>
                  <a:lnTo>
                    <a:pt x="150" y="202"/>
                  </a:lnTo>
                  <a:lnTo>
                    <a:pt x="150" y="198"/>
                  </a:lnTo>
                  <a:lnTo>
                    <a:pt x="150" y="149"/>
                  </a:lnTo>
                  <a:lnTo>
                    <a:pt x="146" y="149"/>
                  </a:lnTo>
                  <a:lnTo>
                    <a:pt x="141" y="149"/>
                  </a:lnTo>
                  <a:lnTo>
                    <a:pt x="138" y="147"/>
                  </a:lnTo>
                  <a:lnTo>
                    <a:pt x="136" y="144"/>
                  </a:lnTo>
                  <a:lnTo>
                    <a:pt x="136" y="141"/>
                  </a:lnTo>
                  <a:lnTo>
                    <a:pt x="136" y="100"/>
                  </a:lnTo>
                  <a:lnTo>
                    <a:pt x="136" y="96"/>
                  </a:lnTo>
                  <a:lnTo>
                    <a:pt x="138" y="92"/>
                  </a:lnTo>
                  <a:lnTo>
                    <a:pt x="141" y="91"/>
                  </a:lnTo>
                  <a:lnTo>
                    <a:pt x="146" y="90"/>
                  </a:lnTo>
                  <a:close/>
                  <a:moveTo>
                    <a:pt x="1879" y="86"/>
                  </a:moveTo>
                  <a:lnTo>
                    <a:pt x="1883" y="87"/>
                  </a:lnTo>
                  <a:lnTo>
                    <a:pt x="1887" y="90"/>
                  </a:lnTo>
                  <a:lnTo>
                    <a:pt x="1890" y="92"/>
                  </a:lnTo>
                  <a:lnTo>
                    <a:pt x="1891" y="97"/>
                  </a:lnTo>
                  <a:lnTo>
                    <a:pt x="1890" y="101"/>
                  </a:lnTo>
                  <a:lnTo>
                    <a:pt x="1887" y="105"/>
                  </a:lnTo>
                  <a:lnTo>
                    <a:pt x="1883" y="107"/>
                  </a:lnTo>
                  <a:lnTo>
                    <a:pt x="1879" y="107"/>
                  </a:lnTo>
                  <a:lnTo>
                    <a:pt x="1876" y="107"/>
                  </a:lnTo>
                  <a:lnTo>
                    <a:pt x="1872" y="105"/>
                  </a:lnTo>
                  <a:lnTo>
                    <a:pt x="1869" y="101"/>
                  </a:lnTo>
                  <a:lnTo>
                    <a:pt x="1869" y="97"/>
                  </a:lnTo>
                  <a:lnTo>
                    <a:pt x="1869" y="92"/>
                  </a:lnTo>
                  <a:lnTo>
                    <a:pt x="1872" y="90"/>
                  </a:lnTo>
                  <a:lnTo>
                    <a:pt x="1876" y="87"/>
                  </a:lnTo>
                  <a:lnTo>
                    <a:pt x="1879" y="86"/>
                  </a:lnTo>
                  <a:close/>
                  <a:moveTo>
                    <a:pt x="1807" y="86"/>
                  </a:moveTo>
                  <a:lnTo>
                    <a:pt x="1812" y="87"/>
                  </a:lnTo>
                  <a:lnTo>
                    <a:pt x="1815" y="90"/>
                  </a:lnTo>
                  <a:lnTo>
                    <a:pt x="1817" y="92"/>
                  </a:lnTo>
                  <a:lnTo>
                    <a:pt x="1818" y="97"/>
                  </a:lnTo>
                  <a:lnTo>
                    <a:pt x="1817" y="101"/>
                  </a:lnTo>
                  <a:lnTo>
                    <a:pt x="1815" y="105"/>
                  </a:lnTo>
                  <a:lnTo>
                    <a:pt x="1812" y="107"/>
                  </a:lnTo>
                  <a:lnTo>
                    <a:pt x="1807" y="107"/>
                  </a:lnTo>
                  <a:lnTo>
                    <a:pt x="1803" y="107"/>
                  </a:lnTo>
                  <a:lnTo>
                    <a:pt x="1799" y="105"/>
                  </a:lnTo>
                  <a:lnTo>
                    <a:pt x="1798" y="101"/>
                  </a:lnTo>
                  <a:lnTo>
                    <a:pt x="1797" y="97"/>
                  </a:lnTo>
                  <a:lnTo>
                    <a:pt x="1798" y="92"/>
                  </a:lnTo>
                  <a:lnTo>
                    <a:pt x="1799" y="90"/>
                  </a:lnTo>
                  <a:lnTo>
                    <a:pt x="1803" y="87"/>
                  </a:lnTo>
                  <a:lnTo>
                    <a:pt x="1807" y="86"/>
                  </a:lnTo>
                  <a:close/>
                  <a:moveTo>
                    <a:pt x="1736" y="86"/>
                  </a:moveTo>
                  <a:lnTo>
                    <a:pt x="1739" y="87"/>
                  </a:lnTo>
                  <a:lnTo>
                    <a:pt x="1743" y="90"/>
                  </a:lnTo>
                  <a:lnTo>
                    <a:pt x="1746" y="92"/>
                  </a:lnTo>
                  <a:lnTo>
                    <a:pt x="1746" y="97"/>
                  </a:lnTo>
                  <a:lnTo>
                    <a:pt x="1746" y="101"/>
                  </a:lnTo>
                  <a:lnTo>
                    <a:pt x="1743" y="105"/>
                  </a:lnTo>
                  <a:lnTo>
                    <a:pt x="1739" y="107"/>
                  </a:lnTo>
                  <a:lnTo>
                    <a:pt x="1736" y="107"/>
                  </a:lnTo>
                  <a:lnTo>
                    <a:pt x="1730" y="107"/>
                  </a:lnTo>
                  <a:lnTo>
                    <a:pt x="1728" y="105"/>
                  </a:lnTo>
                  <a:lnTo>
                    <a:pt x="1725" y="101"/>
                  </a:lnTo>
                  <a:lnTo>
                    <a:pt x="1724" y="97"/>
                  </a:lnTo>
                  <a:lnTo>
                    <a:pt x="1725" y="92"/>
                  </a:lnTo>
                  <a:lnTo>
                    <a:pt x="1728" y="90"/>
                  </a:lnTo>
                  <a:lnTo>
                    <a:pt x="1730" y="87"/>
                  </a:lnTo>
                  <a:lnTo>
                    <a:pt x="1736" y="86"/>
                  </a:lnTo>
                  <a:close/>
                  <a:moveTo>
                    <a:pt x="1663" y="86"/>
                  </a:moveTo>
                  <a:lnTo>
                    <a:pt x="1667" y="87"/>
                  </a:lnTo>
                  <a:lnTo>
                    <a:pt x="1671" y="90"/>
                  </a:lnTo>
                  <a:lnTo>
                    <a:pt x="1673" y="92"/>
                  </a:lnTo>
                  <a:lnTo>
                    <a:pt x="1674" y="97"/>
                  </a:lnTo>
                  <a:lnTo>
                    <a:pt x="1673" y="101"/>
                  </a:lnTo>
                  <a:lnTo>
                    <a:pt x="1671" y="105"/>
                  </a:lnTo>
                  <a:lnTo>
                    <a:pt x="1667" y="107"/>
                  </a:lnTo>
                  <a:lnTo>
                    <a:pt x="1663" y="107"/>
                  </a:lnTo>
                  <a:lnTo>
                    <a:pt x="1659" y="107"/>
                  </a:lnTo>
                  <a:lnTo>
                    <a:pt x="1655" y="105"/>
                  </a:lnTo>
                  <a:lnTo>
                    <a:pt x="1653" y="101"/>
                  </a:lnTo>
                  <a:lnTo>
                    <a:pt x="1653" y="97"/>
                  </a:lnTo>
                  <a:lnTo>
                    <a:pt x="1653" y="92"/>
                  </a:lnTo>
                  <a:lnTo>
                    <a:pt x="1655" y="90"/>
                  </a:lnTo>
                  <a:lnTo>
                    <a:pt x="1659" y="87"/>
                  </a:lnTo>
                  <a:lnTo>
                    <a:pt x="1663" y="86"/>
                  </a:lnTo>
                  <a:close/>
                  <a:moveTo>
                    <a:pt x="532" y="74"/>
                  </a:moveTo>
                  <a:lnTo>
                    <a:pt x="532" y="83"/>
                  </a:lnTo>
                  <a:lnTo>
                    <a:pt x="638" y="83"/>
                  </a:lnTo>
                  <a:lnTo>
                    <a:pt x="638" y="74"/>
                  </a:lnTo>
                  <a:lnTo>
                    <a:pt x="532" y="74"/>
                  </a:lnTo>
                  <a:close/>
                  <a:moveTo>
                    <a:pt x="1160" y="68"/>
                  </a:moveTo>
                  <a:lnTo>
                    <a:pt x="1157" y="68"/>
                  </a:lnTo>
                  <a:lnTo>
                    <a:pt x="1155" y="69"/>
                  </a:lnTo>
                  <a:lnTo>
                    <a:pt x="1153" y="72"/>
                  </a:lnTo>
                  <a:lnTo>
                    <a:pt x="1152" y="76"/>
                  </a:lnTo>
                  <a:lnTo>
                    <a:pt x="1152" y="77"/>
                  </a:lnTo>
                  <a:lnTo>
                    <a:pt x="1153" y="81"/>
                  </a:lnTo>
                  <a:lnTo>
                    <a:pt x="1155" y="87"/>
                  </a:lnTo>
                  <a:lnTo>
                    <a:pt x="1159" y="95"/>
                  </a:lnTo>
                  <a:lnTo>
                    <a:pt x="1165" y="101"/>
                  </a:lnTo>
                  <a:lnTo>
                    <a:pt x="1174" y="107"/>
                  </a:lnTo>
                  <a:lnTo>
                    <a:pt x="1185" y="113"/>
                  </a:lnTo>
                  <a:lnTo>
                    <a:pt x="1202" y="114"/>
                  </a:lnTo>
                  <a:lnTo>
                    <a:pt x="1204" y="113"/>
                  </a:lnTo>
                  <a:lnTo>
                    <a:pt x="1207" y="111"/>
                  </a:lnTo>
                  <a:lnTo>
                    <a:pt x="1208" y="109"/>
                  </a:lnTo>
                  <a:lnTo>
                    <a:pt x="1208" y="106"/>
                  </a:lnTo>
                  <a:lnTo>
                    <a:pt x="1208" y="104"/>
                  </a:lnTo>
                  <a:lnTo>
                    <a:pt x="1207" y="101"/>
                  </a:lnTo>
                  <a:lnTo>
                    <a:pt x="1204" y="100"/>
                  </a:lnTo>
                  <a:lnTo>
                    <a:pt x="1202" y="99"/>
                  </a:lnTo>
                  <a:lnTo>
                    <a:pt x="1196" y="99"/>
                  </a:lnTo>
                  <a:lnTo>
                    <a:pt x="1190" y="97"/>
                  </a:lnTo>
                  <a:lnTo>
                    <a:pt x="1179" y="93"/>
                  </a:lnTo>
                  <a:lnTo>
                    <a:pt x="1173" y="88"/>
                  </a:lnTo>
                  <a:lnTo>
                    <a:pt x="1169" y="82"/>
                  </a:lnTo>
                  <a:lnTo>
                    <a:pt x="1169" y="78"/>
                  </a:lnTo>
                  <a:lnTo>
                    <a:pt x="1167" y="77"/>
                  </a:lnTo>
                  <a:lnTo>
                    <a:pt x="1167" y="74"/>
                  </a:lnTo>
                  <a:lnTo>
                    <a:pt x="1167" y="72"/>
                  </a:lnTo>
                  <a:lnTo>
                    <a:pt x="1165" y="69"/>
                  </a:lnTo>
                  <a:lnTo>
                    <a:pt x="1164" y="68"/>
                  </a:lnTo>
                  <a:lnTo>
                    <a:pt x="1160" y="68"/>
                  </a:lnTo>
                  <a:close/>
                  <a:moveTo>
                    <a:pt x="317" y="65"/>
                  </a:moveTo>
                  <a:lnTo>
                    <a:pt x="327" y="65"/>
                  </a:lnTo>
                  <a:lnTo>
                    <a:pt x="329" y="69"/>
                  </a:lnTo>
                  <a:lnTo>
                    <a:pt x="335" y="71"/>
                  </a:lnTo>
                  <a:lnTo>
                    <a:pt x="338" y="72"/>
                  </a:lnTo>
                  <a:lnTo>
                    <a:pt x="342" y="71"/>
                  </a:lnTo>
                  <a:lnTo>
                    <a:pt x="347" y="69"/>
                  </a:lnTo>
                  <a:lnTo>
                    <a:pt x="350" y="65"/>
                  </a:lnTo>
                  <a:lnTo>
                    <a:pt x="361" y="65"/>
                  </a:lnTo>
                  <a:lnTo>
                    <a:pt x="365" y="67"/>
                  </a:lnTo>
                  <a:lnTo>
                    <a:pt x="368" y="69"/>
                  </a:lnTo>
                  <a:lnTo>
                    <a:pt x="370" y="72"/>
                  </a:lnTo>
                  <a:lnTo>
                    <a:pt x="370" y="76"/>
                  </a:lnTo>
                  <a:lnTo>
                    <a:pt x="370" y="132"/>
                  </a:lnTo>
                  <a:lnTo>
                    <a:pt x="370" y="135"/>
                  </a:lnTo>
                  <a:lnTo>
                    <a:pt x="368" y="138"/>
                  </a:lnTo>
                  <a:lnTo>
                    <a:pt x="365" y="141"/>
                  </a:lnTo>
                  <a:lnTo>
                    <a:pt x="361" y="142"/>
                  </a:lnTo>
                  <a:lnTo>
                    <a:pt x="356" y="142"/>
                  </a:lnTo>
                  <a:lnTo>
                    <a:pt x="356" y="189"/>
                  </a:lnTo>
                  <a:lnTo>
                    <a:pt x="356" y="193"/>
                  </a:lnTo>
                  <a:lnTo>
                    <a:pt x="355" y="195"/>
                  </a:lnTo>
                  <a:lnTo>
                    <a:pt x="352" y="197"/>
                  </a:lnTo>
                  <a:lnTo>
                    <a:pt x="349" y="197"/>
                  </a:lnTo>
                  <a:lnTo>
                    <a:pt x="346" y="197"/>
                  </a:lnTo>
                  <a:lnTo>
                    <a:pt x="343" y="195"/>
                  </a:lnTo>
                  <a:lnTo>
                    <a:pt x="342" y="193"/>
                  </a:lnTo>
                  <a:lnTo>
                    <a:pt x="341" y="189"/>
                  </a:lnTo>
                  <a:lnTo>
                    <a:pt x="341" y="142"/>
                  </a:lnTo>
                  <a:lnTo>
                    <a:pt x="336" y="142"/>
                  </a:lnTo>
                  <a:lnTo>
                    <a:pt x="336" y="189"/>
                  </a:lnTo>
                  <a:lnTo>
                    <a:pt x="335" y="193"/>
                  </a:lnTo>
                  <a:lnTo>
                    <a:pt x="333" y="195"/>
                  </a:lnTo>
                  <a:lnTo>
                    <a:pt x="331" y="197"/>
                  </a:lnTo>
                  <a:lnTo>
                    <a:pt x="328" y="197"/>
                  </a:lnTo>
                  <a:lnTo>
                    <a:pt x="324" y="197"/>
                  </a:lnTo>
                  <a:lnTo>
                    <a:pt x="322" y="195"/>
                  </a:lnTo>
                  <a:lnTo>
                    <a:pt x="321" y="193"/>
                  </a:lnTo>
                  <a:lnTo>
                    <a:pt x="321" y="189"/>
                  </a:lnTo>
                  <a:lnTo>
                    <a:pt x="321" y="142"/>
                  </a:lnTo>
                  <a:lnTo>
                    <a:pt x="317" y="142"/>
                  </a:lnTo>
                  <a:lnTo>
                    <a:pt x="312" y="141"/>
                  </a:lnTo>
                  <a:lnTo>
                    <a:pt x="309" y="138"/>
                  </a:lnTo>
                  <a:lnTo>
                    <a:pt x="307" y="135"/>
                  </a:lnTo>
                  <a:lnTo>
                    <a:pt x="307" y="132"/>
                  </a:lnTo>
                  <a:lnTo>
                    <a:pt x="307" y="76"/>
                  </a:lnTo>
                  <a:lnTo>
                    <a:pt x="307" y="72"/>
                  </a:lnTo>
                  <a:lnTo>
                    <a:pt x="309" y="69"/>
                  </a:lnTo>
                  <a:lnTo>
                    <a:pt x="312" y="67"/>
                  </a:lnTo>
                  <a:lnTo>
                    <a:pt x="317" y="65"/>
                  </a:lnTo>
                  <a:close/>
                  <a:moveTo>
                    <a:pt x="909" y="64"/>
                  </a:moveTo>
                  <a:lnTo>
                    <a:pt x="999" y="64"/>
                  </a:lnTo>
                  <a:lnTo>
                    <a:pt x="1004" y="65"/>
                  </a:lnTo>
                  <a:lnTo>
                    <a:pt x="1008" y="67"/>
                  </a:lnTo>
                  <a:lnTo>
                    <a:pt x="1012" y="71"/>
                  </a:lnTo>
                  <a:lnTo>
                    <a:pt x="1015" y="74"/>
                  </a:lnTo>
                  <a:lnTo>
                    <a:pt x="1015" y="78"/>
                  </a:lnTo>
                  <a:lnTo>
                    <a:pt x="1015" y="82"/>
                  </a:lnTo>
                  <a:lnTo>
                    <a:pt x="1012" y="86"/>
                  </a:lnTo>
                  <a:lnTo>
                    <a:pt x="1008" y="88"/>
                  </a:lnTo>
                  <a:lnTo>
                    <a:pt x="1004" y="91"/>
                  </a:lnTo>
                  <a:lnTo>
                    <a:pt x="999" y="91"/>
                  </a:lnTo>
                  <a:lnTo>
                    <a:pt x="909" y="91"/>
                  </a:lnTo>
                  <a:lnTo>
                    <a:pt x="905" y="91"/>
                  </a:lnTo>
                  <a:lnTo>
                    <a:pt x="900" y="88"/>
                  </a:lnTo>
                  <a:lnTo>
                    <a:pt x="897" y="86"/>
                  </a:lnTo>
                  <a:lnTo>
                    <a:pt x="895" y="82"/>
                  </a:lnTo>
                  <a:lnTo>
                    <a:pt x="894" y="78"/>
                  </a:lnTo>
                  <a:lnTo>
                    <a:pt x="895" y="74"/>
                  </a:lnTo>
                  <a:lnTo>
                    <a:pt x="897" y="71"/>
                  </a:lnTo>
                  <a:lnTo>
                    <a:pt x="900" y="67"/>
                  </a:lnTo>
                  <a:lnTo>
                    <a:pt x="905" y="65"/>
                  </a:lnTo>
                  <a:lnTo>
                    <a:pt x="909" y="64"/>
                  </a:lnTo>
                  <a:close/>
                  <a:moveTo>
                    <a:pt x="168" y="54"/>
                  </a:moveTo>
                  <a:lnTo>
                    <a:pt x="173" y="55"/>
                  </a:lnTo>
                  <a:lnTo>
                    <a:pt x="177" y="56"/>
                  </a:lnTo>
                  <a:lnTo>
                    <a:pt x="180" y="60"/>
                  </a:lnTo>
                  <a:lnTo>
                    <a:pt x="182" y="64"/>
                  </a:lnTo>
                  <a:lnTo>
                    <a:pt x="183" y="69"/>
                  </a:lnTo>
                  <a:lnTo>
                    <a:pt x="182" y="74"/>
                  </a:lnTo>
                  <a:lnTo>
                    <a:pt x="180" y="78"/>
                  </a:lnTo>
                  <a:lnTo>
                    <a:pt x="177" y="82"/>
                  </a:lnTo>
                  <a:lnTo>
                    <a:pt x="173" y="83"/>
                  </a:lnTo>
                  <a:lnTo>
                    <a:pt x="168" y="85"/>
                  </a:lnTo>
                  <a:lnTo>
                    <a:pt x="163" y="83"/>
                  </a:lnTo>
                  <a:lnTo>
                    <a:pt x="159" y="82"/>
                  </a:lnTo>
                  <a:lnTo>
                    <a:pt x="155" y="78"/>
                  </a:lnTo>
                  <a:lnTo>
                    <a:pt x="154" y="74"/>
                  </a:lnTo>
                  <a:lnTo>
                    <a:pt x="152" y="69"/>
                  </a:lnTo>
                  <a:lnTo>
                    <a:pt x="154" y="64"/>
                  </a:lnTo>
                  <a:lnTo>
                    <a:pt x="155" y="60"/>
                  </a:lnTo>
                  <a:lnTo>
                    <a:pt x="159" y="56"/>
                  </a:lnTo>
                  <a:lnTo>
                    <a:pt x="163" y="55"/>
                  </a:lnTo>
                  <a:lnTo>
                    <a:pt x="168" y="54"/>
                  </a:lnTo>
                  <a:close/>
                  <a:moveTo>
                    <a:pt x="1343" y="41"/>
                  </a:moveTo>
                  <a:lnTo>
                    <a:pt x="1356" y="44"/>
                  </a:lnTo>
                  <a:lnTo>
                    <a:pt x="1366" y="50"/>
                  </a:lnTo>
                  <a:lnTo>
                    <a:pt x="1373" y="60"/>
                  </a:lnTo>
                  <a:lnTo>
                    <a:pt x="1375" y="73"/>
                  </a:lnTo>
                  <a:lnTo>
                    <a:pt x="1373" y="86"/>
                  </a:lnTo>
                  <a:lnTo>
                    <a:pt x="1366" y="96"/>
                  </a:lnTo>
                  <a:lnTo>
                    <a:pt x="1356" y="102"/>
                  </a:lnTo>
                  <a:lnTo>
                    <a:pt x="1343" y="105"/>
                  </a:lnTo>
                  <a:lnTo>
                    <a:pt x="1343" y="41"/>
                  </a:lnTo>
                  <a:close/>
                  <a:moveTo>
                    <a:pt x="338" y="30"/>
                  </a:moveTo>
                  <a:lnTo>
                    <a:pt x="343" y="31"/>
                  </a:lnTo>
                  <a:lnTo>
                    <a:pt x="347" y="34"/>
                  </a:lnTo>
                  <a:lnTo>
                    <a:pt x="351" y="36"/>
                  </a:lnTo>
                  <a:lnTo>
                    <a:pt x="352" y="40"/>
                  </a:lnTo>
                  <a:lnTo>
                    <a:pt x="354" y="45"/>
                  </a:lnTo>
                  <a:lnTo>
                    <a:pt x="352" y="50"/>
                  </a:lnTo>
                  <a:lnTo>
                    <a:pt x="351" y="54"/>
                  </a:lnTo>
                  <a:lnTo>
                    <a:pt x="347" y="58"/>
                  </a:lnTo>
                  <a:lnTo>
                    <a:pt x="343" y="60"/>
                  </a:lnTo>
                  <a:lnTo>
                    <a:pt x="338" y="60"/>
                  </a:lnTo>
                  <a:lnTo>
                    <a:pt x="333" y="60"/>
                  </a:lnTo>
                  <a:lnTo>
                    <a:pt x="329" y="58"/>
                  </a:lnTo>
                  <a:lnTo>
                    <a:pt x="326" y="54"/>
                  </a:lnTo>
                  <a:lnTo>
                    <a:pt x="324" y="50"/>
                  </a:lnTo>
                  <a:lnTo>
                    <a:pt x="323" y="45"/>
                  </a:lnTo>
                  <a:lnTo>
                    <a:pt x="324" y="40"/>
                  </a:lnTo>
                  <a:lnTo>
                    <a:pt x="326" y="36"/>
                  </a:lnTo>
                  <a:lnTo>
                    <a:pt x="329" y="34"/>
                  </a:lnTo>
                  <a:lnTo>
                    <a:pt x="333" y="31"/>
                  </a:lnTo>
                  <a:lnTo>
                    <a:pt x="338" y="30"/>
                  </a:lnTo>
                  <a:close/>
                  <a:moveTo>
                    <a:pt x="901" y="28"/>
                  </a:moveTo>
                  <a:lnTo>
                    <a:pt x="1013" y="28"/>
                  </a:lnTo>
                  <a:lnTo>
                    <a:pt x="1018" y="28"/>
                  </a:lnTo>
                  <a:lnTo>
                    <a:pt x="1022" y="31"/>
                  </a:lnTo>
                  <a:lnTo>
                    <a:pt x="1025" y="34"/>
                  </a:lnTo>
                  <a:lnTo>
                    <a:pt x="1027" y="37"/>
                  </a:lnTo>
                  <a:lnTo>
                    <a:pt x="1029" y="41"/>
                  </a:lnTo>
                  <a:lnTo>
                    <a:pt x="1027" y="45"/>
                  </a:lnTo>
                  <a:lnTo>
                    <a:pt x="1025" y="49"/>
                  </a:lnTo>
                  <a:lnTo>
                    <a:pt x="1022" y="53"/>
                  </a:lnTo>
                  <a:lnTo>
                    <a:pt x="1018" y="54"/>
                  </a:lnTo>
                  <a:lnTo>
                    <a:pt x="1013" y="55"/>
                  </a:lnTo>
                  <a:lnTo>
                    <a:pt x="901" y="55"/>
                  </a:lnTo>
                  <a:lnTo>
                    <a:pt x="897" y="54"/>
                  </a:lnTo>
                  <a:lnTo>
                    <a:pt x="892" y="53"/>
                  </a:lnTo>
                  <a:lnTo>
                    <a:pt x="890" y="49"/>
                  </a:lnTo>
                  <a:lnTo>
                    <a:pt x="887" y="45"/>
                  </a:lnTo>
                  <a:lnTo>
                    <a:pt x="886" y="41"/>
                  </a:lnTo>
                  <a:lnTo>
                    <a:pt x="887" y="37"/>
                  </a:lnTo>
                  <a:lnTo>
                    <a:pt x="890" y="34"/>
                  </a:lnTo>
                  <a:lnTo>
                    <a:pt x="892" y="31"/>
                  </a:lnTo>
                  <a:lnTo>
                    <a:pt x="897" y="28"/>
                  </a:lnTo>
                  <a:lnTo>
                    <a:pt x="901" y="28"/>
                  </a:lnTo>
                  <a:close/>
                  <a:moveTo>
                    <a:pt x="817" y="21"/>
                  </a:moveTo>
                  <a:lnTo>
                    <a:pt x="863" y="21"/>
                  </a:lnTo>
                  <a:lnTo>
                    <a:pt x="889" y="106"/>
                  </a:lnTo>
                  <a:lnTo>
                    <a:pt x="992" y="106"/>
                  </a:lnTo>
                  <a:lnTo>
                    <a:pt x="997" y="107"/>
                  </a:lnTo>
                  <a:lnTo>
                    <a:pt x="1001" y="109"/>
                  </a:lnTo>
                  <a:lnTo>
                    <a:pt x="1004" y="113"/>
                  </a:lnTo>
                  <a:lnTo>
                    <a:pt x="1007" y="116"/>
                  </a:lnTo>
                  <a:lnTo>
                    <a:pt x="1007" y="121"/>
                  </a:lnTo>
                  <a:lnTo>
                    <a:pt x="1007" y="127"/>
                  </a:lnTo>
                  <a:lnTo>
                    <a:pt x="1004" y="132"/>
                  </a:lnTo>
                  <a:lnTo>
                    <a:pt x="1001" y="134"/>
                  </a:lnTo>
                  <a:lnTo>
                    <a:pt x="997" y="137"/>
                  </a:lnTo>
                  <a:lnTo>
                    <a:pt x="992" y="138"/>
                  </a:lnTo>
                  <a:lnTo>
                    <a:pt x="866" y="138"/>
                  </a:lnTo>
                  <a:lnTo>
                    <a:pt x="840" y="51"/>
                  </a:lnTo>
                  <a:lnTo>
                    <a:pt x="817" y="51"/>
                  </a:lnTo>
                  <a:lnTo>
                    <a:pt x="812" y="51"/>
                  </a:lnTo>
                  <a:lnTo>
                    <a:pt x="808" y="49"/>
                  </a:lnTo>
                  <a:lnTo>
                    <a:pt x="804" y="45"/>
                  </a:lnTo>
                  <a:lnTo>
                    <a:pt x="802" y="41"/>
                  </a:lnTo>
                  <a:lnTo>
                    <a:pt x="801" y="36"/>
                  </a:lnTo>
                  <a:lnTo>
                    <a:pt x="802" y="31"/>
                  </a:lnTo>
                  <a:lnTo>
                    <a:pt x="804" y="27"/>
                  </a:lnTo>
                  <a:lnTo>
                    <a:pt x="808" y="23"/>
                  </a:lnTo>
                  <a:lnTo>
                    <a:pt x="812" y="21"/>
                  </a:lnTo>
                  <a:lnTo>
                    <a:pt x="817" y="21"/>
                  </a:lnTo>
                  <a:close/>
                  <a:moveTo>
                    <a:pt x="1576" y="18"/>
                  </a:moveTo>
                  <a:lnTo>
                    <a:pt x="1571" y="20"/>
                  </a:lnTo>
                  <a:lnTo>
                    <a:pt x="1567" y="21"/>
                  </a:lnTo>
                  <a:lnTo>
                    <a:pt x="1565" y="25"/>
                  </a:lnTo>
                  <a:lnTo>
                    <a:pt x="1564" y="28"/>
                  </a:lnTo>
                  <a:lnTo>
                    <a:pt x="1564" y="35"/>
                  </a:lnTo>
                  <a:lnTo>
                    <a:pt x="1560" y="36"/>
                  </a:lnTo>
                  <a:lnTo>
                    <a:pt x="1555" y="26"/>
                  </a:lnTo>
                  <a:lnTo>
                    <a:pt x="1552" y="45"/>
                  </a:lnTo>
                  <a:lnTo>
                    <a:pt x="1550" y="65"/>
                  </a:lnTo>
                  <a:lnTo>
                    <a:pt x="1553" y="63"/>
                  </a:lnTo>
                  <a:lnTo>
                    <a:pt x="1559" y="60"/>
                  </a:lnTo>
                  <a:lnTo>
                    <a:pt x="1565" y="56"/>
                  </a:lnTo>
                  <a:lnTo>
                    <a:pt x="1573" y="54"/>
                  </a:lnTo>
                  <a:lnTo>
                    <a:pt x="1579" y="51"/>
                  </a:lnTo>
                  <a:lnTo>
                    <a:pt x="1583" y="49"/>
                  </a:lnTo>
                  <a:lnTo>
                    <a:pt x="1585" y="45"/>
                  </a:lnTo>
                  <a:lnTo>
                    <a:pt x="1588" y="41"/>
                  </a:lnTo>
                  <a:lnTo>
                    <a:pt x="1589" y="36"/>
                  </a:lnTo>
                  <a:lnTo>
                    <a:pt x="1590" y="32"/>
                  </a:lnTo>
                  <a:lnTo>
                    <a:pt x="1589" y="27"/>
                  </a:lnTo>
                  <a:lnTo>
                    <a:pt x="1588" y="23"/>
                  </a:lnTo>
                  <a:lnTo>
                    <a:pt x="1585" y="21"/>
                  </a:lnTo>
                  <a:lnTo>
                    <a:pt x="1581" y="18"/>
                  </a:lnTo>
                  <a:lnTo>
                    <a:pt x="1576" y="18"/>
                  </a:lnTo>
                  <a:close/>
                  <a:moveTo>
                    <a:pt x="1444" y="18"/>
                  </a:moveTo>
                  <a:lnTo>
                    <a:pt x="1439" y="18"/>
                  </a:lnTo>
                  <a:lnTo>
                    <a:pt x="1435" y="21"/>
                  </a:lnTo>
                  <a:lnTo>
                    <a:pt x="1432" y="23"/>
                  </a:lnTo>
                  <a:lnTo>
                    <a:pt x="1431" y="27"/>
                  </a:lnTo>
                  <a:lnTo>
                    <a:pt x="1431" y="32"/>
                  </a:lnTo>
                  <a:lnTo>
                    <a:pt x="1431" y="36"/>
                  </a:lnTo>
                  <a:lnTo>
                    <a:pt x="1432" y="41"/>
                  </a:lnTo>
                  <a:lnTo>
                    <a:pt x="1435" y="45"/>
                  </a:lnTo>
                  <a:lnTo>
                    <a:pt x="1439" y="49"/>
                  </a:lnTo>
                  <a:lnTo>
                    <a:pt x="1443" y="51"/>
                  </a:lnTo>
                  <a:lnTo>
                    <a:pt x="1448" y="54"/>
                  </a:lnTo>
                  <a:lnTo>
                    <a:pt x="1455" y="56"/>
                  </a:lnTo>
                  <a:lnTo>
                    <a:pt x="1463" y="60"/>
                  </a:lnTo>
                  <a:lnTo>
                    <a:pt x="1468" y="63"/>
                  </a:lnTo>
                  <a:lnTo>
                    <a:pt x="1472" y="65"/>
                  </a:lnTo>
                  <a:lnTo>
                    <a:pt x="1469" y="45"/>
                  </a:lnTo>
                  <a:lnTo>
                    <a:pt x="1467" y="26"/>
                  </a:lnTo>
                  <a:lnTo>
                    <a:pt x="1462" y="36"/>
                  </a:lnTo>
                  <a:lnTo>
                    <a:pt x="1458" y="35"/>
                  </a:lnTo>
                  <a:lnTo>
                    <a:pt x="1458" y="32"/>
                  </a:lnTo>
                  <a:lnTo>
                    <a:pt x="1457" y="27"/>
                  </a:lnTo>
                  <a:lnTo>
                    <a:pt x="1455" y="23"/>
                  </a:lnTo>
                  <a:lnTo>
                    <a:pt x="1453" y="21"/>
                  </a:lnTo>
                  <a:lnTo>
                    <a:pt x="1449" y="18"/>
                  </a:lnTo>
                  <a:lnTo>
                    <a:pt x="1444" y="18"/>
                  </a:lnTo>
                  <a:close/>
                  <a:moveTo>
                    <a:pt x="1672" y="4"/>
                  </a:moveTo>
                  <a:lnTo>
                    <a:pt x="1681" y="7"/>
                  </a:lnTo>
                  <a:lnTo>
                    <a:pt x="1690" y="13"/>
                  </a:lnTo>
                  <a:lnTo>
                    <a:pt x="1699" y="25"/>
                  </a:lnTo>
                  <a:lnTo>
                    <a:pt x="1696" y="45"/>
                  </a:lnTo>
                  <a:lnTo>
                    <a:pt x="1695" y="65"/>
                  </a:lnTo>
                  <a:lnTo>
                    <a:pt x="1696" y="79"/>
                  </a:lnTo>
                  <a:lnTo>
                    <a:pt x="1631" y="79"/>
                  </a:lnTo>
                  <a:lnTo>
                    <a:pt x="1634" y="55"/>
                  </a:lnTo>
                  <a:lnTo>
                    <a:pt x="1640" y="35"/>
                  </a:lnTo>
                  <a:lnTo>
                    <a:pt x="1649" y="18"/>
                  </a:lnTo>
                  <a:lnTo>
                    <a:pt x="1659" y="8"/>
                  </a:lnTo>
                  <a:lnTo>
                    <a:pt x="1672" y="4"/>
                  </a:lnTo>
                  <a:close/>
                  <a:moveTo>
                    <a:pt x="2262" y="3"/>
                  </a:moveTo>
                  <a:lnTo>
                    <a:pt x="2279" y="6"/>
                  </a:lnTo>
                  <a:lnTo>
                    <a:pt x="2295" y="11"/>
                  </a:lnTo>
                  <a:lnTo>
                    <a:pt x="2306" y="21"/>
                  </a:lnTo>
                  <a:lnTo>
                    <a:pt x="2315" y="36"/>
                  </a:lnTo>
                  <a:lnTo>
                    <a:pt x="2320" y="54"/>
                  </a:lnTo>
                  <a:lnTo>
                    <a:pt x="2323" y="77"/>
                  </a:lnTo>
                  <a:lnTo>
                    <a:pt x="2202" y="77"/>
                  </a:lnTo>
                  <a:lnTo>
                    <a:pt x="2203" y="54"/>
                  </a:lnTo>
                  <a:lnTo>
                    <a:pt x="2208" y="36"/>
                  </a:lnTo>
                  <a:lnTo>
                    <a:pt x="2217" y="21"/>
                  </a:lnTo>
                  <a:lnTo>
                    <a:pt x="2230" y="11"/>
                  </a:lnTo>
                  <a:lnTo>
                    <a:pt x="2244" y="6"/>
                  </a:lnTo>
                  <a:lnTo>
                    <a:pt x="2262" y="3"/>
                  </a:lnTo>
                  <a:close/>
                  <a:moveTo>
                    <a:pt x="2049" y="3"/>
                  </a:moveTo>
                  <a:lnTo>
                    <a:pt x="2065" y="6"/>
                  </a:lnTo>
                  <a:lnTo>
                    <a:pt x="2081" y="11"/>
                  </a:lnTo>
                  <a:lnTo>
                    <a:pt x="2093" y="21"/>
                  </a:lnTo>
                  <a:lnTo>
                    <a:pt x="2102" y="36"/>
                  </a:lnTo>
                  <a:lnTo>
                    <a:pt x="2107" y="54"/>
                  </a:lnTo>
                  <a:lnTo>
                    <a:pt x="2109" y="77"/>
                  </a:lnTo>
                  <a:lnTo>
                    <a:pt x="1988" y="77"/>
                  </a:lnTo>
                  <a:lnTo>
                    <a:pt x="1990" y="54"/>
                  </a:lnTo>
                  <a:lnTo>
                    <a:pt x="1995" y="36"/>
                  </a:lnTo>
                  <a:lnTo>
                    <a:pt x="2004" y="21"/>
                  </a:lnTo>
                  <a:lnTo>
                    <a:pt x="2016" y="11"/>
                  </a:lnTo>
                  <a:lnTo>
                    <a:pt x="2031" y="6"/>
                  </a:lnTo>
                  <a:lnTo>
                    <a:pt x="2049" y="3"/>
                  </a:lnTo>
                  <a:close/>
                  <a:moveTo>
                    <a:pt x="1510" y="0"/>
                  </a:moveTo>
                  <a:lnTo>
                    <a:pt x="1534" y="2"/>
                  </a:lnTo>
                  <a:lnTo>
                    <a:pt x="1550" y="4"/>
                  </a:lnTo>
                  <a:lnTo>
                    <a:pt x="1560" y="9"/>
                  </a:lnTo>
                  <a:lnTo>
                    <a:pt x="1560" y="12"/>
                  </a:lnTo>
                  <a:lnTo>
                    <a:pt x="1562" y="12"/>
                  </a:lnTo>
                  <a:lnTo>
                    <a:pt x="1566" y="12"/>
                  </a:lnTo>
                  <a:lnTo>
                    <a:pt x="1570" y="11"/>
                  </a:lnTo>
                  <a:lnTo>
                    <a:pt x="1573" y="8"/>
                  </a:lnTo>
                  <a:lnTo>
                    <a:pt x="1573" y="4"/>
                  </a:lnTo>
                  <a:lnTo>
                    <a:pt x="1579" y="4"/>
                  </a:lnTo>
                  <a:lnTo>
                    <a:pt x="1580" y="8"/>
                  </a:lnTo>
                  <a:lnTo>
                    <a:pt x="1581" y="11"/>
                  </a:lnTo>
                  <a:lnTo>
                    <a:pt x="1589" y="13"/>
                  </a:lnTo>
                  <a:lnTo>
                    <a:pt x="1594" y="16"/>
                  </a:lnTo>
                  <a:lnTo>
                    <a:pt x="1598" y="18"/>
                  </a:lnTo>
                  <a:lnTo>
                    <a:pt x="1602" y="22"/>
                  </a:lnTo>
                  <a:lnTo>
                    <a:pt x="1603" y="26"/>
                  </a:lnTo>
                  <a:lnTo>
                    <a:pt x="1606" y="31"/>
                  </a:lnTo>
                  <a:lnTo>
                    <a:pt x="1606" y="36"/>
                  </a:lnTo>
                  <a:lnTo>
                    <a:pt x="1604" y="48"/>
                  </a:lnTo>
                  <a:lnTo>
                    <a:pt x="1599" y="55"/>
                  </a:lnTo>
                  <a:lnTo>
                    <a:pt x="1592" y="63"/>
                  </a:lnTo>
                  <a:lnTo>
                    <a:pt x="1587" y="64"/>
                  </a:lnTo>
                  <a:lnTo>
                    <a:pt x="1578" y="68"/>
                  </a:lnTo>
                  <a:lnTo>
                    <a:pt x="1566" y="72"/>
                  </a:lnTo>
                  <a:lnTo>
                    <a:pt x="1560" y="74"/>
                  </a:lnTo>
                  <a:lnTo>
                    <a:pt x="1556" y="77"/>
                  </a:lnTo>
                  <a:lnTo>
                    <a:pt x="1553" y="79"/>
                  </a:lnTo>
                  <a:lnTo>
                    <a:pt x="1552" y="83"/>
                  </a:lnTo>
                  <a:lnTo>
                    <a:pt x="1552" y="88"/>
                  </a:lnTo>
                  <a:lnTo>
                    <a:pt x="1555" y="91"/>
                  </a:lnTo>
                  <a:lnTo>
                    <a:pt x="1557" y="93"/>
                  </a:lnTo>
                  <a:lnTo>
                    <a:pt x="1561" y="93"/>
                  </a:lnTo>
                  <a:lnTo>
                    <a:pt x="1565" y="93"/>
                  </a:lnTo>
                  <a:lnTo>
                    <a:pt x="1566" y="91"/>
                  </a:lnTo>
                  <a:lnTo>
                    <a:pt x="1567" y="88"/>
                  </a:lnTo>
                  <a:lnTo>
                    <a:pt x="1567" y="86"/>
                  </a:lnTo>
                  <a:lnTo>
                    <a:pt x="1570" y="86"/>
                  </a:lnTo>
                  <a:lnTo>
                    <a:pt x="1571" y="87"/>
                  </a:lnTo>
                  <a:lnTo>
                    <a:pt x="1573" y="90"/>
                  </a:lnTo>
                  <a:lnTo>
                    <a:pt x="1573" y="93"/>
                  </a:lnTo>
                  <a:lnTo>
                    <a:pt x="1571" y="96"/>
                  </a:lnTo>
                  <a:lnTo>
                    <a:pt x="1570" y="100"/>
                  </a:lnTo>
                  <a:lnTo>
                    <a:pt x="1567" y="101"/>
                  </a:lnTo>
                  <a:lnTo>
                    <a:pt x="1562" y="104"/>
                  </a:lnTo>
                  <a:lnTo>
                    <a:pt x="1557" y="104"/>
                  </a:lnTo>
                  <a:lnTo>
                    <a:pt x="1552" y="104"/>
                  </a:lnTo>
                  <a:lnTo>
                    <a:pt x="1548" y="101"/>
                  </a:lnTo>
                  <a:lnTo>
                    <a:pt x="1544" y="113"/>
                  </a:lnTo>
                  <a:lnTo>
                    <a:pt x="1536" y="123"/>
                  </a:lnTo>
                  <a:lnTo>
                    <a:pt x="1522" y="129"/>
                  </a:lnTo>
                  <a:lnTo>
                    <a:pt x="1522" y="133"/>
                  </a:lnTo>
                  <a:lnTo>
                    <a:pt x="1522" y="135"/>
                  </a:lnTo>
                  <a:lnTo>
                    <a:pt x="1522" y="137"/>
                  </a:lnTo>
                  <a:lnTo>
                    <a:pt x="1522" y="138"/>
                  </a:lnTo>
                  <a:lnTo>
                    <a:pt x="1523" y="138"/>
                  </a:lnTo>
                  <a:lnTo>
                    <a:pt x="1523" y="139"/>
                  </a:lnTo>
                  <a:lnTo>
                    <a:pt x="1527" y="141"/>
                  </a:lnTo>
                  <a:lnTo>
                    <a:pt x="1529" y="141"/>
                  </a:lnTo>
                  <a:lnTo>
                    <a:pt x="1532" y="142"/>
                  </a:lnTo>
                  <a:lnTo>
                    <a:pt x="1533" y="143"/>
                  </a:lnTo>
                  <a:lnTo>
                    <a:pt x="1534" y="146"/>
                  </a:lnTo>
                  <a:lnTo>
                    <a:pt x="1538" y="146"/>
                  </a:lnTo>
                  <a:lnTo>
                    <a:pt x="1541" y="148"/>
                  </a:lnTo>
                  <a:lnTo>
                    <a:pt x="1542" y="151"/>
                  </a:lnTo>
                  <a:lnTo>
                    <a:pt x="1543" y="156"/>
                  </a:lnTo>
                  <a:lnTo>
                    <a:pt x="1542" y="157"/>
                  </a:lnTo>
                  <a:lnTo>
                    <a:pt x="1539" y="157"/>
                  </a:lnTo>
                  <a:lnTo>
                    <a:pt x="1536" y="158"/>
                  </a:lnTo>
                  <a:lnTo>
                    <a:pt x="1510" y="161"/>
                  </a:lnTo>
                  <a:lnTo>
                    <a:pt x="1486" y="158"/>
                  </a:lnTo>
                  <a:lnTo>
                    <a:pt x="1482" y="157"/>
                  </a:lnTo>
                  <a:lnTo>
                    <a:pt x="1480" y="157"/>
                  </a:lnTo>
                  <a:lnTo>
                    <a:pt x="1478" y="156"/>
                  </a:lnTo>
                  <a:lnTo>
                    <a:pt x="1480" y="151"/>
                  </a:lnTo>
                  <a:lnTo>
                    <a:pt x="1481" y="148"/>
                  </a:lnTo>
                  <a:lnTo>
                    <a:pt x="1483" y="146"/>
                  </a:lnTo>
                  <a:lnTo>
                    <a:pt x="1487" y="146"/>
                  </a:lnTo>
                  <a:lnTo>
                    <a:pt x="1488" y="143"/>
                  </a:lnTo>
                  <a:lnTo>
                    <a:pt x="1490" y="142"/>
                  </a:lnTo>
                  <a:lnTo>
                    <a:pt x="1492" y="141"/>
                  </a:lnTo>
                  <a:lnTo>
                    <a:pt x="1495" y="141"/>
                  </a:lnTo>
                  <a:lnTo>
                    <a:pt x="1499" y="139"/>
                  </a:lnTo>
                  <a:lnTo>
                    <a:pt x="1499" y="138"/>
                  </a:lnTo>
                  <a:lnTo>
                    <a:pt x="1499" y="138"/>
                  </a:lnTo>
                  <a:lnTo>
                    <a:pt x="1500" y="137"/>
                  </a:lnTo>
                  <a:lnTo>
                    <a:pt x="1500" y="135"/>
                  </a:lnTo>
                  <a:lnTo>
                    <a:pt x="1500" y="133"/>
                  </a:lnTo>
                  <a:lnTo>
                    <a:pt x="1500" y="129"/>
                  </a:lnTo>
                  <a:lnTo>
                    <a:pt x="1486" y="123"/>
                  </a:lnTo>
                  <a:lnTo>
                    <a:pt x="1477" y="113"/>
                  </a:lnTo>
                  <a:lnTo>
                    <a:pt x="1473" y="101"/>
                  </a:lnTo>
                  <a:lnTo>
                    <a:pt x="1471" y="102"/>
                  </a:lnTo>
                  <a:lnTo>
                    <a:pt x="1467" y="104"/>
                  </a:lnTo>
                  <a:lnTo>
                    <a:pt x="1463" y="104"/>
                  </a:lnTo>
                  <a:lnTo>
                    <a:pt x="1458" y="104"/>
                  </a:lnTo>
                  <a:lnTo>
                    <a:pt x="1454" y="101"/>
                  </a:lnTo>
                  <a:lnTo>
                    <a:pt x="1452" y="100"/>
                  </a:lnTo>
                  <a:lnTo>
                    <a:pt x="1449" y="96"/>
                  </a:lnTo>
                  <a:lnTo>
                    <a:pt x="1449" y="93"/>
                  </a:lnTo>
                  <a:lnTo>
                    <a:pt x="1449" y="90"/>
                  </a:lnTo>
                  <a:lnTo>
                    <a:pt x="1450" y="87"/>
                  </a:lnTo>
                  <a:lnTo>
                    <a:pt x="1452" y="86"/>
                  </a:lnTo>
                  <a:lnTo>
                    <a:pt x="1453" y="86"/>
                  </a:lnTo>
                  <a:lnTo>
                    <a:pt x="1453" y="88"/>
                  </a:lnTo>
                  <a:lnTo>
                    <a:pt x="1454" y="91"/>
                  </a:lnTo>
                  <a:lnTo>
                    <a:pt x="1457" y="93"/>
                  </a:lnTo>
                  <a:lnTo>
                    <a:pt x="1459" y="93"/>
                  </a:lnTo>
                  <a:lnTo>
                    <a:pt x="1464" y="93"/>
                  </a:lnTo>
                  <a:lnTo>
                    <a:pt x="1467" y="91"/>
                  </a:lnTo>
                  <a:lnTo>
                    <a:pt x="1468" y="88"/>
                  </a:lnTo>
                  <a:lnTo>
                    <a:pt x="1469" y="83"/>
                  </a:lnTo>
                  <a:lnTo>
                    <a:pt x="1468" y="79"/>
                  </a:lnTo>
                  <a:lnTo>
                    <a:pt x="1466" y="77"/>
                  </a:lnTo>
                  <a:lnTo>
                    <a:pt x="1462" y="74"/>
                  </a:lnTo>
                  <a:lnTo>
                    <a:pt x="1455" y="72"/>
                  </a:lnTo>
                  <a:lnTo>
                    <a:pt x="1443" y="68"/>
                  </a:lnTo>
                  <a:lnTo>
                    <a:pt x="1434" y="64"/>
                  </a:lnTo>
                  <a:lnTo>
                    <a:pt x="1429" y="63"/>
                  </a:lnTo>
                  <a:lnTo>
                    <a:pt x="1421" y="55"/>
                  </a:lnTo>
                  <a:lnTo>
                    <a:pt x="1417" y="48"/>
                  </a:lnTo>
                  <a:lnTo>
                    <a:pt x="1416" y="36"/>
                  </a:lnTo>
                  <a:lnTo>
                    <a:pt x="1416" y="31"/>
                  </a:lnTo>
                  <a:lnTo>
                    <a:pt x="1417" y="26"/>
                  </a:lnTo>
                  <a:lnTo>
                    <a:pt x="1420" y="22"/>
                  </a:lnTo>
                  <a:lnTo>
                    <a:pt x="1422" y="18"/>
                  </a:lnTo>
                  <a:lnTo>
                    <a:pt x="1426" y="16"/>
                  </a:lnTo>
                  <a:lnTo>
                    <a:pt x="1432" y="13"/>
                  </a:lnTo>
                  <a:lnTo>
                    <a:pt x="1439" y="11"/>
                  </a:lnTo>
                  <a:lnTo>
                    <a:pt x="1441" y="8"/>
                  </a:lnTo>
                  <a:lnTo>
                    <a:pt x="1443" y="4"/>
                  </a:lnTo>
                  <a:lnTo>
                    <a:pt x="1448" y="4"/>
                  </a:lnTo>
                  <a:lnTo>
                    <a:pt x="1449" y="8"/>
                  </a:lnTo>
                  <a:lnTo>
                    <a:pt x="1452" y="11"/>
                  </a:lnTo>
                  <a:lnTo>
                    <a:pt x="1455" y="12"/>
                  </a:lnTo>
                  <a:lnTo>
                    <a:pt x="1462" y="12"/>
                  </a:lnTo>
                  <a:lnTo>
                    <a:pt x="1462" y="9"/>
                  </a:lnTo>
                  <a:lnTo>
                    <a:pt x="1471" y="4"/>
                  </a:lnTo>
                  <a:lnTo>
                    <a:pt x="1487" y="2"/>
                  </a:lnTo>
                  <a:lnTo>
                    <a:pt x="1510" y="0"/>
                  </a:lnTo>
                  <a:close/>
                  <a:moveTo>
                    <a:pt x="612" y="0"/>
                  </a:moveTo>
                  <a:lnTo>
                    <a:pt x="613" y="0"/>
                  </a:lnTo>
                  <a:lnTo>
                    <a:pt x="617" y="2"/>
                  </a:lnTo>
                  <a:lnTo>
                    <a:pt x="620" y="3"/>
                  </a:lnTo>
                  <a:lnTo>
                    <a:pt x="622" y="6"/>
                  </a:lnTo>
                  <a:lnTo>
                    <a:pt x="626" y="8"/>
                  </a:lnTo>
                  <a:lnTo>
                    <a:pt x="629" y="11"/>
                  </a:lnTo>
                  <a:lnTo>
                    <a:pt x="650" y="34"/>
                  </a:lnTo>
                  <a:lnTo>
                    <a:pt x="652" y="36"/>
                  </a:lnTo>
                  <a:lnTo>
                    <a:pt x="654" y="39"/>
                  </a:lnTo>
                  <a:lnTo>
                    <a:pt x="657" y="41"/>
                  </a:lnTo>
                  <a:lnTo>
                    <a:pt x="659" y="45"/>
                  </a:lnTo>
                  <a:lnTo>
                    <a:pt x="661" y="48"/>
                  </a:lnTo>
                  <a:lnTo>
                    <a:pt x="662" y="49"/>
                  </a:lnTo>
                  <a:lnTo>
                    <a:pt x="663" y="50"/>
                  </a:lnTo>
                  <a:lnTo>
                    <a:pt x="663" y="51"/>
                  </a:lnTo>
                  <a:lnTo>
                    <a:pt x="659" y="49"/>
                  </a:lnTo>
                  <a:lnTo>
                    <a:pt x="652" y="45"/>
                  </a:lnTo>
                  <a:lnTo>
                    <a:pt x="640" y="44"/>
                  </a:lnTo>
                  <a:lnTo>
                    <a:pt x="633" y="44"/>
                  </a:lnTo>
                  <a:lnTo>
                    <a:pt x="629" y="44"/>
                  </a:lnTo>
                  <a:lnTo>
                    <a:pt x="625" y="41"/>
                  </a:lnTo>
                  <a:lnTo>
                    <a:pt x="622" y="39"/>
                  </a:lnTo>
                  <a:lnTo>
                    <a:pt x="621" y="35"/>
                  </a:lnTo>
                  <a:lnTo>
                    <a:pt x="620" y="31"/>
                  </a:lnTo>
                  <a:lnTo>
                    <a:pt x="620" y="21"/>
                  </a:lnTo>
                  <a:lnTo>
                    <a:pt x="620" y="16"/>
                  </a:lnTo>
                  <a:lnTo>
                    <a:pt x="619" y="12"/>
                  </a:lnTo>
                  <a:lnTo>
                    <a:pt x="617" y="8"/>
                  </a:lnTo>
                  <a:lnTo>
                    <a:pt x="615" y="6"/>
                  </a:lnTo>
                  <a:lnTo>
                    <a:pt x="613" y="3"/>
                  </a:lnTo>
                  <a:lnTo>
                    <a:pt x="612" y="2"/>
                  </a:lnTo>
                  <a:lnTo>
                    <a:pt x="611" y="0"/>
                  </a:lnTo>
                  <a:lnTo>
                    <a:pt x="612"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3" name="Freeform 7"/>
            <p:cNvSpPr>
              <a:spLocks noEditPoints="1"/>
            </p:cNvSpPr>
            <p:nvPr/>
          </p:nvSpPr>
          <p:spPr bwMode="auto">
            <a:xfrm>
              <a:off x="2659063" y="4149726"/>
              <a:ext cx="2039938" cy="471488"/>
            </a:xfrm>
            <a:custGeom>
              <a:avLst/>
              <a:gdLst>
                <a:gd name="T0" fmla="*/ 390 w 2570"/>
                <a:gd name="T1" fmla="*/ 592 h 593"/>
                <a:gd name="T2" fmla="*/ 94 w 2570"/>
                <a:gd name="T3" fmla="*/ 495 h 593"/>
                <a:gd name="T4" fmla="*/ 27 w 2570"/>
                <a:gd name="T5" fmla="*/ 428 h 593"/>
                <a:gd name="T6" fmla="*/ 1132 w 2570"/>
                <a:gd name="T7" fmla="*/ 579 h 593"/>
                <a:gd name="T8" fmla="*/ 1029 w 2570"/>
                <a:gd name="T9" fmla="*/ 434 h 593"/>
                <a:gd name="T10" fmla="*/ 70 w 2570"/>
                <a:gd name="T11" fmla="*/ 386 h 593"/>
                <a:gd name="T12" fmla="*/ 1539 w 2570"/>
                <a:gd name="T13" fmla="*/ 380 h 593"/>
                <a:gd name="T14" fmla="*/ 1865 w 2570"/>
                <a:gd name="T15" fmla="*/ 359 h 593"/>
                <a:gd name="T16" fmla="*/ 1597 w 2570"/>
                <a:gd name="T17" fmla="*/ 335 h 593"/>
                <a:gd name="T18" fmla="*/ 2187 w 2570"/>
                <a:gd name="T19" fmla="*/ 373 h 593"/>
                <a:gd name="T20" fmla="*/ 1266 w 2570"/>
                <a:gd name="T21" fmla="*/ 313 h 593"/>
                <a:gd name="T22" fmla="*/ 1964 w 2570"/>
                <a:gd name="T23" fmla="*/ 289 h 593"/>
                <a:gd name="T24" fmla="*/ 306 w 2570"/>
                <a:gd name="T25" fmla="*/ 282 h 593"/>
                <a:gd name="T26" fmla="*/ 1315 w 2570"/>
                <a:gd name="T27" fmla="*/ 280 h 593"/>
                <a:gd name="T28" fmla="*/ 99 w 2570"/>
                <a:gd name="T29" fmla="*/ 303 h 593"/>
                <a:gd name="T30" fmla="*/ 1698 w 2570"/>
                <a:gd name="T31" fmla="*/ 267 h 593"/>
                <a:gd name="T32" fmla="*/ 1293 w 2570"/>
                <a:gd name="T33" fmla="*/ 285 h 593"/>
                <a:gd name="T34" fmla="*/ 382 w 2570"/>
                <a:gd name="T35" fmla="*/ 246 h 593"/>
                <a:gd name="T36" fmla="*/ 539 w 2570"/>
                <a:gd name="T37" fmla="*/ 247 h 593"/>
                <a:gd name="T38" fmla="*/ 1253 w 2570"/>
                <a:gd name="T39" fmla="*/ 225 h 593"/>
                <a:gd name="T40" fmla="*/ 52 w 2570"/>
                <a:gd name="T41" fmla="*/ 225 h 593"/>
                <a:gd name="T42" fmla="*/ 128 w 2570"/>
                <a:gd name="T43" fmla="*/ 209 h 593"/>
                <a:gd name="T44" fmla="*/ 41 w 2570"/>
                <a:gd name="T45" fmla="*/ 232 h 593"/>
                <a:gd name="T46" fmla="*/ 283 w 2570"/>
                <a:gd name="T47" fmla="*/ 214 h 593"/>
                <a:gd name="T48" fmla="*/ 293 w 2570"/>
                <a:gd name="T49" fmla="*/ 323 h 593"/>
                <a:gd name="T50" fmla="*/ 1259 w 2570"/>
                <a:gd name="T51" fmla="*/ 220 h 593"/>
                <a:gd name="T52" fmla="*/ 1236 w 2570"/>
                <a:gd name="T53" fmla="*/ 216 h 593"/>
                <a:gd name="T54" fmla="*/ 2410 w 2570"/>
                <a:gd name="T55" fmla="*/ 200 h 593"/>
                <a:gd name="T56" fmla="*/ 1618 w 2570"/>
                <a:gd name="T57" fmla="*/ 182 h 593"/>
                <a:gd name="T58" fmla="*/ 1591 w 2570"/>
                <a:gd name="T59" fmla="*/ 200 h 593"/>
                <a:gd name="T60" fmla="*/ 387 w 2570"/>
                <a:gd name="T61" fmla="*/ 234 h 593"/>
                <a:gd name="T62" fmla="*/ 669 w 2570"/>
                <a:gd name="T63" fmla="*/ 285 h 593"/>
                <a:gd name="T64" fmla="*/ 710 w 2570"/>
                <a:gd name="T65" fmla="*/ 271 h 593"/>
                <a:gd name="T66" fmla="*/ 1630 w 2570"/>
                <a:gd name="T67" fmla="*/ 202 h 593"/>
                <a:gd name="T68" fmla="*/ 694 w 2570"/>
                <a:gd name="T69" fmla="*/ 281 h 593"/>
                <a:gd name="T70" fmla="*/ 613 w 2570"/>
                <a:gd name="T71" fmla="*/ 290 h 593"/>
                <a:gd name="T72" fmla="*/ 575 w 2570"/>
                <a:gd name="T73" fmla="*/ 258 h 593"/>
                <a:gd name="T74" fmla="*/ 2093 w 2570"/>
                <a:gd name="T75" fmla="*/ 169 h 593"/>
                <a:gd name="T76" fmla="*/ 1174 w 2570"/>
                <a:gd name="T77" fmla="*/ 161 h 593"/>
                <a:gd name="T78" fmla="*/ 348 w 2570"/>
                <a:gd name="T79" fmla="*/ 169 h 593"/>
                <a:gd name="T80" fmla="*/ 880 w 2570"/>
                <a:gd name="T81" fmla="*/ 270 h 593"/>
                <a:gd name="T82" fmla="*/ 1442 w 2570"/>
                <a:gd name="T83" fmla="*/ 289 h 593"/>
                <a:gd name="T84" fmla="*/ 1278 w 2570"/>
                <a:gd name="T85" fmla="*/ 277 h 593"/>
                <a:gd name="T86" fmla="*/ 1190 w 2570"/>
                <a:gd name="T87" fmla="*/ 141 h 593"/>
                <a:gd name="T88" fmla="*/ 1275 w 2570"/>
                <a:gd name="T89" fmla="*/ 150 h 593"/>
                <a:gd name="T90" fmla="*/ 1229 w 2570"/>
                <a:gd name="T91" fmla="*/ 147 h 593"/>
                <a:gd name="T92" fmla="*/ 1269 w 2570"/>
                <a:gd name="T93" fmla="*/ 146 h 593"/>
                <a:gd name="T94" fmla="*/ 1229 w 2570"/>
                <a:gd name="T95" fmla="*/ 117 h 593"/>
                <a:gd name="T96" fmla="*/ 1478 w 2570"/>
                <a:gd name="T97" fmla="*/ 151 h 593"/>
                <a:gd name="T98" fmla="*/ 1802 w 2570"/>
                <a:gd name="T99" fmla="*/ 117 h 593"/>
                <a:gd name="T100" fmla="*/ 1732 w 2570"/>
                <a:gd name="T101" fmla="*/ 97 h 593"/>
                <a:gd name="T102" fmla="*/ 2151 w 2570"/>
                <a:gd name="T103" fmla="*/ 99 h 593"/>
                <a:gd name="T104" fmla="*/ 2444 w 2570"/>
                <a:gd name="T105" fmla="*/ 188 h 593"/>
                <a:gd name="T106" fmla="*/ 2401 w 2570"/>
                <a:gd name="T107" fmla="*/ 260 h 593"/>
                <a:gd name="T108" fmla="*/ 2470 w 2570"/>
                <a:gd name="T109" fmla="*/ 38 h 593"/>
                <a:gd name="T110" fmla="*/ 2461 w 2570"/>
                <a:gd name="T111" fmla="*/ 20 h 593"/>
                <a:gd name="T112" fmla="*/ 552 w 2570"/>
                <a:gd name="T113" fmla="*/ 18 h 593"/>
                <a:gd name="T114" fmla="*/ 297 w 2570"/>
                <a:gd name="T115" fmla="*/ 58 h 593"/>
                <a:gd name="T116" fmla="*/ 1614 w 2570"/>
                <a:gd name="T117" fmla="*/ 9 h 593"/>
                <a:gd name="T118" fmla="*/ 343 w 2570"/>
                <a:gd name="T119" fmla="*/ 57 h 593"/>
                <a:gd name="T120" fmla="*/ 529 w 2570"/>
                <a:gd name="T121" fmla="*/ 52 h 593"/>
                <a:gd name="T122" fmla="*/ 548 w 2570"/>
                <a:gd name="T123" fmla="*/ 1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0" h="593">
                  <a:moveTo>
                    <a:pt x="327" y="421"/>
                  </a:moveTo>
                  <a:lnTo>
                    <a:pt x="403" y="421"/>
                  </a:lnTo>
                  <a:lnTo>
                    <a:pt x="406" y="422"/>
                  </a:lnTo>
                  <a:lnTo>
                    <a:pt x="410" y="424"/>
                  </a:lnTo>
                  <a:lnTo>
                    <a:pt x="413" y="426"/>
                  </a:lnTo>
                  <a:lnTo>
                    <a:pt x="415" y="430"/>
                  </a:lnTo>
                  <a:lnTo>
                    <a:pt x="417" y="434"/>
                  </a:lnTo>
                  <a:lnTo>
                    <a:pt x="417" y="463"/>
                  </a:lnTo>
                  <a:lnTo>
                    <a:pt x="418" y="467"/>
                  </a:lnTo>
                  <a:lnTo>
                    <a:pt x="419" y="471"/>
                  </a:lnTo>
                  <a:lnTo>
                    <a:pt x="422" y="473"/>
                  </a:lnTo>
                  <a:lnTo>
                    <a:pt x="426" y="475"/>
                  </a:lnTo>
                  <a:lnTo>
                    <a:pt x="429" y="476"/>
                  </a:lnTo>
                  <a:lnTo>
                    <a:pt x="456" y="475"/>
                  </a:lnTo>
                  <a:lnTo>
                    <a:pt x="460" y="476"/>
                  </a:lnTo>
                  <a:lnTo>
                    <a:pt x="464" y="477"/>
                  </a:lnTo>
                  <a:lnTo>
                    <a:pt x="466" y="480"/>
                  </a:lnTo>
                  <a:lnTo>
                    <a:pt x="469" y="484"/>
                  </a:lnTo>
                  <a:lnTo>
                    <a:pt x="469" y="487"/>
                  </a:lnTo>
                  <a:lnTo>
                    <a:pt x="469" y="523"/>
                  </a:lnTo>
                  <a:lnTo>
                    <a:pt x="468" y="527"/>
                  </a:lnTo>
                  <a:lnTo>
                    <a:pt x="461" y="533"/>
                  </a:lnTo>
                  <a:lnTo>
                    <a:pt x="454" y="541"/>
                  </a:lnTo>
                  <a:lnTo>
                    <a:pt x="443" y="551"/>
                  </a:lnTo>
                  <a:lnTo>
                    <a:pt x="432" y="563"/>
                  </a:lnTo>
                  <a:lnTo>
                    <a:pt x="422" y="573"/>
                  </a:lnTo>
                  <a:lnTo>
                    <a:pt x="413" y="582"/>
                  </a:lnTo>
                  <a:lnTo>
                    <a:pt x="405" y="588"/>
                  </a:lnTo>
                  <a:lnTo>
                    <a:pt x="400" y="591"/>
                  </a:lnTo>
                  <a:lnTo>
                    <a:pt x="396" y="592"/>
                  </a:lnTo>
                  <a:lnTo>
                    <a:pt x="392" y="593"/>
                  </a:lnTo>
                  <a:lnTo>
                    <a:pt x="390" y="592"/>
                  </a:lnTo>
                  <a:lnTo>
                    <a:pt x="389" y="592"/>
                  </a:lnTo>
                  <a:lnTo>
                    <a:pt x="387" y="592"/>
                  </a:lnTo>
                  <a:lnTo>
                    <a:pt x="382" y="588"/>
                  </a:lnTo>
                  <a:lnTo>
                    <a:pt x="375" y="582"/>
                  </a:lnTo>
                  <a:lnTo>
                    <a:pt x="364" y="573"/>
                  </a:lnTo>
                  <a:lnTo>
                    <a:pt x="354" y="563"/>
                  </a:lnTo>
                  <a:lnTo>
                    <a:pt x="343" y="551"/>
                  </a:lnTo>
                  <a:lnTo>
                    <a:pt x="333" y="540"/>
                  </a:lnTo>
                  <a:lnTo>
                    <a:pt x="324" y="531"/>
                  </a:lnTo>
                  <a:lnTo>
                    <a:pt x="317" y="524"/>
                  </a:lnTo>
                  <a:lnTo>
                    <a:pt x="316" y="521"/>
                  </a:lnTo>
                  <a:lnTo>
                    <a:pt x="316" y="434"/>
                  </a:lnTo>
                  <a:lnTo>
                    <a:pt x="316" y="430"/>
                  </a:lnTo>
                  <a:lnTo>
                    <a:pt x="317" y="426"/>
                  </a:lnTo>
                  <a:lnTo>
                    <a:pt x="321" y="424"/>
                  </a:lnTo>
                  <a:lnTo>
                    <a:pt x="324" y="422"/>
                  </a:lnTo>
                  <a:lnTo>
                    <a:pt x="327" y="421"/>
                  </a:lnTo>
                  <a:close/>
                  <a:moveTo>
                    <a:pt x="37" y="420"/>
                  </a:moveTo>
                  <a:lnTo>
                    <a:pt x="49" y="420"/>
                  </a:lnTo>
                  <a:lnTo>
                    <a:pt x="52" y="424"/>
                  </a:lnTo>
                  <a:lnTo>
                    <a:pt x="56" y="426"/>
                  </a:lnTo>
                  <a:lnTo>
                    <a:pt x="61" y="426"/>
                  </a:lnTo>
                  <a:lnTo>
                    <a:pt x="65" y="426"/>
                  </a:lnTo>
                  <a:lnTo>
                    <a:pt x="70" y="424"/>
                  </a:lnTo>
                  <a:lnTo>
                    <a:pt x="74" y="420"/>
                  </a:lnTo>
                  <a:lnTo>
                    <a:pt x="85" y="420"/>
                  </a:lnTo>
                  <a:lnTo>
                    <a:pt x="89" y="421"/>
                  </a:lnTo>
                  <a:lnTo>
                    <a:pt x="93" y="424"/>
                  </a:lnTo>
                  <a:lnTo>
                    <a:pt x="94" y="428"/>
                  </a:lnTo>
                  <a:lnTo>
                    <a:pt x="96" y="431"/>
                  </a:lnTo>
                  <a:lnTo>
                    <a:pt x="96" y="491"/>
                  </a:lnTo>
                  <a:lnTo>
                    <a:pt x="94" y="495"/>
                  </a:lnTo>
                  <a:lnTo>
                    <a:pt x="93" y="499"/>
                  </a:lnTo>
                  <a:lnTo>
                    <a:pt x="89" y="501"/>
                  </a:lnTo>
                  <a:lnTo>
                    <a:pt x="85" y="501"/>
                  </a:lnTo>
                  <a:lnTo>
                    <a:pt x="80" y="501"/>
                  </a:lnTo>
                  <a:lnTo>
                    <a:pt x="80" y="584"/>
                  </a:lnTo>
                  <a:lnTo>
                    <a:pt x="80" y="587"/>
                  </a:lnTo>
                  <a:lnTo>
                    <a:pt x="78" y="589"/>
                  </a:lnTo>
                  <a:lnTo>
                    <a:pt x="75" y="592"/>
                  </a:lnTo>
                  <a:lnTo>
                    <a:pt x="73" y="592"/>
                  </a:lnTo>
                  <a:lnTo>
                    <a:pt x="69" y="592"/>
                  </a:lnTo>
                  <a:lnTo>
                    <a:pt x="66" y="589"/>
                  </a:lnTo>
                  <a:lnTo>
                    <a:pt x="65" y="587"/>
                  </a:lnTo>
                  <a:lnTo>
                    <a:pt x="64" y="584"/>
                  </a:lnTo>
                  <a:lnTo>
                    <a:pt x="64" y="501"/>
                  </a:lnTo>
                  <a:lnTo>
                    <a:pt x="57" y="501"/>
                  </a:lnTo>
                  <a:lnTo>
                    <a:pt x="57" y="584"/>
                  </a:lnTo>
                  <a:lnTo>
                    <a:pt x="57" y="587"/>
                  </a:lnTo>
                  <a:lnTo>
                    <a:pt x="55" y="589"/>
                  </a:lnTo>
                  <a:lnTo>
                    <a:pt x="52" y="592"/>
                  </a:lnTo>
                  <a:lnTo>
                    <a:pt x="50" y="592"/>
                  </a:lnTo>
                  <a:lnTo>
                    <a:pt x="46" y="592"/>
                  </a:lnTo>
                  <a:lnTo>
                    <a:pt x="43" y="589"/>
                  </a:lnTo>
                  <a:lnTo>
                    <a:pt x="42" y="587"/>
                  </a:lnTo>
                  <a:lnTo>
                    <a:pt x="41" y="584"/>
                  </a:lnTo>
                  <a:lnTo>
                    <a:pt x="41" y="501"/>
                  </a:lnTo>
                  <a:lnTo>
                    <a:pt x="37" y="501"/>
                  </a:lnTo>
                  <a:lnTo>
                    <a:pt x="33" y="501"/>
                  </a:lnTo>
                  <a:lnTo>
                    <a:pt x="29" y="499"/>
                  </a:lnTo>
                  <a:lnTo>
                    <a:pt x="27" y="495"/>
                  </a:lnTo>
                  <a:lnTo>
                    <a:pt x="26" y="491"/>
                  </a:lnTo>
                  <a:lnTo>
                    <a:pt x="26" y="431"/>
                  </a:lnTo>
                  <a:lnTo>
                    <a:pt x="27" y="428"/>
                  </a:lnTo>
                  <a:lnTo>
                    <a:pt x="29" y="424"/>
                  </a:lnTo>
                  <a:lnTo>
                    <a:pt x="33" y="421"/>
                  </a:lnTo>
                  <a:lnTo>
                    <a:pt x="37" y="420"/>
                  </a:lnTo>
                  <a:close/>
                  <a:moveTo>
                    <a:pt x="2358" y="415"/>
                  </a:moveTo>
                  <a:lnTo>
                    <a:pt x="2363" y="420"/>
                  </a:lnTo>
                  <a:lnTo>
                    <a:pt x="2368" y="424"/>
                  </a:lnTo>
                  <a:lnTo>
                    <a:pt x="2372" y="426"/>
                  </a:lnTo>
                  <a:lnTo>
                    <a:pt x="2377" y="428"/>
                  </a:lnTo>
                  <a:lnTo>
                    <a:pt x="2382" y="429"/>
                  </a:lnTo>
                  <a:lnTo>
                    <a:pt x="2387" y="428"/>
                  </a:lnTo>
                  <a:lnTo>
                    <a:pt x="2392" y="426"/>
                  </a:lnTo>
                  <a:lnTo>
                    <a:pt x="2396" y="424"/>
                  </a:lnTo>
                  <a:lnTo>
                    <a:pt x="2404" y="420"/>
                  </a:lnTo>
                  <a:lnTo>
                    <a:pt x="2404" y="486"/>
                  </a:lnTo>
                  <a:lnTo>
                    <a:pt x="2358" y="486"/>
                  </a:lnTo>
                  <a:lnTo>
                    <a:pt x="2358" y="415"/>
                  </a:lnTo>
                  <a:close/>
                  <a:moveTo>
                    <a:pt x="2209" y="407"/>
                  </a:moveTo>
                  <a:lnTo>
                    <a:pt x="2216" y="412"/>
                  </a:lnTo>
                  <a:lnTo>
                    <a:pt x="2226" y="417"/>
                  </a:lnTo>
                  <a:lnTo>
                    <a:pt x="2239" y="417"/>
                  </a:lnTo>
                  <a:lnTo>
                    <a:pt x="2249" y="412"/>
                  </a:lnTo>
                  <a:lnTo>
                    <a:pt x="2255" y="408"/>
                  </a:lnTo>
                  <a:lnTo>
                    <a:pt x="2255" y="486"/>
                  </a:lnTo>
                  <a:lnTo>
                    <a:pt x="2209" y="486"/>
                  </a:lnTo>
                  <a:lnTo>
                    <a:pt x="2209" y="407"/>
                  </a:lnTo>
                  <a:close/>
                  <a:moveTo>
                    <a:pt x="1118" y="401"/>
                  </a:moveTo>
                  <a:lnTo>
                    <a:pt x="1125" y="402"/>
                  </a:lnTo>
                  <a:lnTo>
                    <a:pt x="1130" y="406"/>
                  </a:lnTo>
                  <a:lnTo>
                    <a:pt x="1132" y="411"/>
                  </a:lnTo>
                  <a:lnTo>
                    <a:pt x="1134" y="412"/>
                  </a:lnTo>
                  <a:lnTo>
                    <a:pt x="1134" y="578"/>
                  </a:lnTo>
                  <a:lnTo>
                    <a:pt x="1132" y="579"/>
                  </a:lnTo>
                  <a:lnTo>
                    <a:pt x="1130" y="584"/>
                  </a:lnTo>
                  <a:lnTo>
                    <a:pt x="1125" y="588"/>
                  </a:lnTo>
                  <a:lnTo>
                    <a:pt x="1118" y="589"/>
                  </a:lnTo>
                  <a:lnTo>
                    <a:pt x="1109" y="587"/>
                  </a:lnTo>
                  <a:lnTo>
                    <a:pt x="1107" y="585"/>
                  </a:lnTo>
                  <a:lnTo>
                    <a:pt x="1099" y="580"/>
                  </a:lnTo>
                  <a:lnTo>
                    <a:pt x="1088" y="574"/>
                  </a:lnTo>
                  <a:lnTo>
                    <a:pt x="1071" y="568"/>
                  </a:lnTo>
                  <a:lnTo>
                    <a:pt x="1052" y="561"/>
                  </a:lnTo>
                  <a:lnTo>
                    <a:pt x="1029" y="556"/>
                  </a:lnTo>
                  <a:lnTo>
                    <a:pt x="1005" y="554"/>
                  </a:lnTo>
                  <a:lnTo>
                    <a:pt x="1003" y="555"/>
                  </a:lnTo>
                  <a:lnTo>
                    <a:pt x="995" y="555"/>
                  </a:lnTo>
                  <a:lnTo>
                    <a:pt x="986" y="554"/>
                  </a:lnTo>
                  <a:lnTo>
                    <a:pt x="974" y="550"/>
                  </a:lnTo>
                  <a:lnTo>
                    <a:pt x="964" y="545"/>
                  </a:lnTo>
                  <a:lnTo>
                    <a:pt x="954" y="535"/>
                  </a:lnTo>
                  <a:lnTo>
                    <a:pt x="946" y="519"/>
                  </a:lnTo>
                  <a:lnTo>
                    <a:pt x="936" y="515"/>
                  </a:lnTo>
                  <a:lnTo>
                    <a:pt x="929" y="507"/>
                  </a:lnTo>
                  <a:lnTo>
                    <a:pt x="926" y="495"/>
                  </a:lnTo>
                  <a:lnTo>
                    <a:pt x="929" y="484"/>
                  </a:lnTo>
                  <a:lnTo>
                    <a:pt x="936" y="475"/>
                  </a:lnTo>
                  <a:lnTo>
                    <a:pt x="946" y="471"/>
                  </a:lnTo>
                  <a:lnTo>
                    <a:pt x="954" y="456"/>
                  </a:lnTo>
                  <a:lnTo>
                    <a:pt x="964" y="445"/>
                  </a:lnTo>
                  <a:lnTo>
                    <a:pt x="974" y="440"/>
                  </a:lnTo>
                  <a:lnTo>
                    <a:pt x="986" y="436"/>
                  </a:lnTo>
                  <a:lnTo>
                    <a:pt x="995" y="435"/>
                  </a:lnTo>
                  <a:lnTo>
                    <a:pt x="1003" y="435"/>
                  </a:lnTo>
                  <a:lnTo>
                    <a:pt x="1005" y="436"/>
                  </a:lnTo>
                  <a:lnTo>
                    <a:pt x="1029" y="434"/>
                  </a:lnTo>
                  <a:lnTo>
                    <a:pt x="1052" y="429"/>
                  </a:lnTo>
                  <a:lnTo>
                    <a:pt x="1071" y="422"/>
                  </a:lnTo>
                  <a:lnTo>
                    <a:pt x="1088" y="416"/>
                  </a:lnTo>
                  <a:lnTo>
                    <a:pt x="1099" y="410"/>
                  </a:lnTo>
                  <a:lnTo>
                    <a:pt x="1107" y="405"/>
                  </a:lnTo>
                  <a:lnTo>
                    <a:pt x="1109" y="403"/>
                  </a:lnTo>
                  <a:lnTo>
                    <a:pt x="1118" y="401"/>
                  </a:lnTo>
                  <a:close/>
                  <a:moveTo>
                    <a:pt x="1963" y="389"/>
                  </a:moveTo>
                  <a:lnTo>
                    <a:pt x="1978" y="391"/>
                  </a:lnTo>
                  <a:lnTo>
                    <a:pt x="1995" y="393"/>
                  </a:lnTo>
                  <a:lnTo>
                    <a:pt x="2011" y="400"/>
                  </a:lnTo>
                  <a:lnTo>
                    <a:pt x="2027" y="407"/>
                  </a:lnTo>
                  <a:lnTo>
                    <a:pt x="2038" y="416"/>
                  </a:lnTo>
                  <a:lnTo>
                    <a:pt x="2023" y="425"/>
                  </a:lnTo>
                  <a:lnTo>
                    <a:pt x="2010" y="438"/>
                  </a:lnTo>
                  <a:lnTo>
                    <a:pt x="2001" y="454"/>
                  </a:lnTo>
                  <a:lnTo>
                    <a:pt x="1995" y="475"/>
                  </a:lnTo>
                  <a:lnTo>
                    <a:pt x="1993" y="499"/>
                  </a:lnTo>
                  <a:lnTo>
                    <a:pt x="1932" y="499"/>
                  </a:lnTo>
                  <a:lnTo>
                    <a:pt x="1930" y="475"/>
                  </a:lnTo>
                  <a:lnTo>
                    <a:pt x="1925" y="454"/>
                  </a:lnTo>
                  <a:lnTo>
                    <a:pt x="1916" y="438"/>
                  </a:lnTo>
                  <a:lnTo>
                    <a:pt x="1903" y="425"/>
                  </a:lnTo>
                  <a:lnTo>
                    <a:pt x="1888" y="416"/>
                  </a:lnTo>
                  <a:lnTo>
                    <a:pt x="1899" y="407"/>
                  </a:lnTo>
                  <a:lnTo>
                    <a:pt x="1914" y="400"/>
                  </a:lnTo>
                  <a:lnTo>
                    <a:pt x="1931" y="393"/>
                  </a:lnTo>
                  <a:lnTo>
                    <a:pt x="1948" y="391"/>
                  </a:lnTo>
                  <a:lnTo>
                    <a:pt x="1963" y="389"/>
                  </a:lnTo>
                  <a:close/>
                  <a:moveTo>
                    <a:pt x="61" y="382"/>
                  </a:moveTo>
                  <a:lnTo>
                    <a:pt x="66" y="383"/>
                  </a:lnTo>
                  <a:lnTo>
                    <a:pt x="70" y="386"/>
                  </a:lnTo>
                  <a:lnTo>
                    <a:pt x="74" y="389"/>
                  </a:lnTo>
                  <a:lnTo>
                    <a:pt x="77" y="393"/>
                  </a:lnTo>
                  <a:lnTo>
                    <a:pt x="78" y="398"/>
                  </a:lnTo>
                  <a:lnTo>
                    <a:pt x="77" y="403"/>
                  </a:lnTo>
                  <a:lnTo>
                    <a:pt x="74" y="408"/>
                  </a:lnTo>
                  <a:lnTo>
                    <a:pt x="70" y="412"/>
                  </a:lnTo>
                  <a:lnTo>
                    <a:pt x="66" y="414"/>
                  </a:lnTo>
                  <a:lnTo>
                    <a:pt x="61" y="415"/>
                  </a:lnTo>
                  <a:lnTo>
                    <a:pt x="56" y="414"/>
                  </a:lnTo>
                  <a:lnTo>
                    <a:pt x="51" y="412"/>
                  </a:lnTo>
                  <a:lnTo>
                    <a:pt x="47" y="408"/>
                  </a:lnTo>
                  <a:lnTo>
                    <a:pt x="46" y="403"/>
                  </a:lnTo>
                  <a:lnTo>
                    <a:pt x="45" y="398"/>
                  </a:lnTo>
                  <a:lnTo>
                    <a:pt x="46" y="393"/>
                  </a:lnTo>
                  <a:lnTo>
                    <a:pt x="47" y="389"/>
                  </a:lnTo>
                  <a:lnTo>
                    <a:pt x="51" y="386"/>
                  </a:lnTo>
                  <a:lnTo>
                    <a:pt x="56" y="383"/>
                  </a:lnTo>
                  <a:lnTo>
                    <a:pt x="61" y="382"/>
                  </a:lnTo>
                  <a:close/>
                  <a:moveTo>
                    <a:pt x="1548" y="378"/>
                  </a:moveTo>
                  <a:lnTo>
                    <a:pt x="1557" y="380"/>
                  </a:lnTo>
                  <a:lnTo>
                    <a:pt x="1565" y="391"/>
                  </a:lnTo>
                  <a:lnTo>
                    <a:pt x="1573" y="408"/>
                  </a:lnTo>
                  <a:lnTo>
                    <a:pt x="1573" y="408"/>
                  </a:lnTo>
                  <a:lnTo>
                    <a:pt x="1572" y="456"/>
                  </a:lnTo>
                  <a:lnTo>
                    <a:pt x="1573" y="501"/>
                  </a:lnTo>
                  <a:lnTo>
                    <a:pt x="1511" y="501"/>
                  </a:lnTo>
                  <a:lnTo>
                    <a:pt x="1511" y="487"/>
                  </a:lnTo>
                  <a:lnTo>
                    <a:pt x="1512" y="458"/>
                  </a:lnTo>
                  <a:lnTo>
                    <a:pt x="1516" y="431"/>
                  </a:lnTo>
                  <a:lnTo>
                    <a:pt x="1522" y="408"/>
                  </a:lnTo>
                  <a:lnTo>
                    <a:pt x="1530" y="391"/>
                  </a:lnTo>
                  <a:lnTo>
                    <a:pt x="1539" y="380"/>
                  </a:lnTo>
                  <a:lnTo>
                    <a:pt x="1548" y="378"/>
                  </a:lnTo>
                  <a:close/>
                  <a:moveTo>
                    <a:pt x="2474" y="377"/>
                  </a:moveTo>
                  <a:lnTo>
                    <a:pt x="2477" y="377"/>
                  </a:lnTo>
                  <a:lnTo>
                    <a:pt x="2477" y="486"/>
                  </a:lnTo>
                  <a:lnTo>
                    <a:pt x="2432" y="486"/>
                  </a:lnTo>
                  <a:lnTo>
                    <a:pt x="2432" y="402"/>
                  </a:lnTo>
                  <a:lnTo>
                    <a:pt x="2474" y="377"/>
                  </a:lnTo>
                  <a:close/>
                  <a:moveTo>
                    <a:pt x="2307" y="365"/>
                  </a:moveTo>
                  <a:lnTo>
                    <a:pt x="2328" y="387"/>
                  </a:lnTo>
                  <a:lnTo>
                    <a:pt x="2328" y="486"/>
                  </a:lnTo>
                  <a:lnTo>
                    <a:pt x="2284" y="486"/>
                  </a:lnTo>
                  <a:lnTo>
                    <a:pt x="2284" y="384"/>
                  </a:lnTo>
                  <a:lnTo>
                    <a:pt x="2307" y="365"/>
                  </a:lnTo>
                  <a:close/>
                  <a:moveTo>
                    <a:pt x="2066" y="358"/>
                  </a:moveTo>
                  <a:lnTo>
                    <a:pt x="2077" y="359"/>
                  </a:lnTo>
                  <a:lnTo>
                    <a:pt x="2088" y="365"/>
                  </a:lnTo>
                  <a:lnTo>
                    <a:pt x="2094" y="375"/>
                  </a:lnTo>
                  <a:lnTo>
                    <a:pt x="2095" y="387"/>
                  </a:lnTo>
                  <a:lnTo>
                    <a:pt x="2094" y="398"/>
                  </a:lnTo>
                  <a:lnTo>
                    <a:pt x="2088" y="407"/>
                  </a:lnTo>
                  <a:lnTo>
                    <a:pt x="2077" y="414"/>
                  </a:lnTo>
                  <a:lnTo>
                    <a:pt x="2066" y="416"/>
                  </a:lnTo>
                  <a:lnTo>
                    <a:pt x="2055" y="414"/>
                  </a:lnTo>
                  <a:lnTo>
                    <a:pt x="2046" y="407"/>
                  </a:lnTo>
                  <a:lnTo>
                    <a:pt x="2039" y="398"/>
                  </a:lnTo>
                  <a:lnTo>
                    <a:pt x="2037" y="387"/>
                  </a:lnTo>
                  <a:lnTo>
                    <a:pt x="2039" y="375"/>
                  </a:lnTo>
                  <a:lnTo>
                    <a:pt x="2046" y="365"/>
                  </a:lnTo>
                  <a:lnTo>
                    <a:pt x="2055" y="359"/>
                  </a:lnTo>
                  <a:lnTo>
                    <a:pt x="2066" y="358"/>
                  </a:lnTo>
                  <a:close/>
                  <a:moveTo>
                    <a:pt x="1853" y="358"/>
                  </a:moveTo>
                  <a:lnTo>
                    <a:pt x="1865" y="359"/>
                  </a:lnTo>
                  <a:lnTo>
                    <a:pt x="1874" y="365"/>
                  </a:lnTo>
                  <a:lnTo>
                    <a:pt x="1880" y="375"/>
                  </a:lnTo>
                  <a:lnTo>
                    <a:pt x="1883" y="387"/>
                  </a:lnTo>
                  <a:lnTo>
                    <a:pt x="1880" y="398"/>
                  </a:lnTo>
                  <a:lnTo>
                    <a:pt x="1874" y="407"/>
                  </a:lnTo>
                  <a:lnTo>
                    <a:pt x="1865" y="414"/>
                  </a:lnTo>
                  <a:lnTo>
                    <a:pt x="1853" y="416"/>
                  </a:lnTo>
                  <a:lnTo>
                    <a:pt x="1842" y="414"/>
                  </a:lnTo>
                  <a:lnTo>
                    <a:pt x="1833" y="407"/>
                  </a:lnTo>
                  <a:lnTo>
                    <a:pt x="1827" y="398"/>
                  </a:lnTo>
                  <a:lnTo>
                    <a:pt x="1824" y="387"/>
                  </a:lnTo>
                  <a:lnTo>
                    <a:pt x="1827" y="375"/>
                  </a:lnTo>
                  <a:lnTo>
                    <a:pt x="1833" y="365"/>
                  </a:lnTo>
                  <a:lnTo>
                    <a:pt x="1842" y="359"/>
                  </a:lnTo>
                  <a:lnTo>
                    <a:pt x="1853" y="358"/>
                  </a:lnTo>
                  <a:close/>
                  <a:moveTo>
                    <a:pt x="1616" y="313"/>
                  </a:moveTo>
                  <a:lnTo>
                    <a:pt x="1620" y="313"/>
                  </a:lnTo>
                  <a:lnTo>
                    <a:pt x="1623" y="316"/>
                  </a:lnTo>
                  <a:lnTo>
                    <a:pt x="1627" y="318"/>
                  </a:lnTo>
                  <a:lnTo>
                    <a:pt x="1629" y="322"/>
                  </a:lnTo>
                  <a:lnTo>
                    <a:pt x="1637" y="337"/>
                  </a:lnTo>
                  <a:lnTo>
                    <a:pt x="1643" y="358"/>
                  </a:lnTo>
                  <a:lnTo>
                    <a:pt x="1641" y="391"/>
                  </a:lnTo>
                  <a:lnTo>
                    <a:pt x="1641" y="426"/>
                  </a:lnTo>
                  <a:lnTo>
                    <a:pt x="1642" y="466"/>
                  </a:lnTo>
                  <a:lnTo>
                    <a:pt x="1644" y="501"/>
                  </a:lnTo>
                  <a:lnTo>
                    <a:pt x="1581" y="501"/>
                  </a:lnTo>
                  <a:lnTo>
                    <a:pt x="1579" y="456"/>
                  </a:lnTo>
                  <a:lnTo>
                    <a:pt x="1581" y="416"/>
                  </a:lnTo>
                  <a:lnTo>
                    <a:pt x="1585" y="382"/>
                  </a:lnTo>
                  <a:lnTo>
                    <a:pt x="1591" y="352"/>
                  </a:lnTo>
                  <a:lnTo>
                    <a:pt x="1597" y="335"/>
                  </a:lnTo>
                  <a:lnTo>
                    <a:pt x="1604" y="322"/>
                  </a:lnTo>
                  <a:lnTo>
                    <a:pt x="1607" y="318"/>
                  </a:lnTo>
                  <a:lnTo>
                    <a:pt x="1610" y="316"/>
                  </a:lnTo>
                  <a:lnTo>
                    <a:pt x="1614" y="313"/>
                  </a:lnTo>
                  <a:lnTo>
                    <a:pt x="1616" y="313"/>
                  </a:lnTo>
                  <a:close/>
                  <a:moveTo>
                    <a:pt x="2505" y="308"/>
                  </a:moveTo>
                  <a:lnTo>
                    <a:pt x="2509" y="308"/>
                  </a:lnTo>
                  <a:lnTo>
                    <a:pt x="2512" y="309"/>
                  </a:lnTo>
                  <a:lnTo>
                    <a:pt x="2514" y="312"/>
                  </a:lnTo>
                  <a:lnTo>
                    <a:pt x="2514" y="316"/>
                  </a:lnTo>
                  <a:lnTo>
                    <a:pt x="2513" y="319"/>
                  </a:lnTo>
                  <a:lnTo>
                    <a:pt x="2494" y="366"/>
                  </a:lnTo>
                  <a:lnTo>
                    <a:pt x="2491" y="369"/>
                  </a:lnTo>
                  <a:lnTo>
                    <a:pt x="2489" y="372"/>
                  </a:lnTo>
                  <a:lnTo>
                    <a:pt x="2485" y="372"/>
                  </a:lnTo>
                  <a:lnTo>
                    <a:pt x="2482" y="370"/>
                  </a:lnTo>
                  <a:lnTo>
                    <a:pt x="2480" y="368"/>
                  </a:lnTo>
                  <a:lnTo>
                    <a:pt x="2475" y="360"/>
                  </a:lnTo>
                  <a:lnTo>
                    <a:pt x="2390" y="412"/>
                  </a:lnTo>
                  <a:lnTo>
                    <a:pt x="2386" y="414"/>
                  </a:lnTo>
                  <a:lnTo>
                    <a:pt x="2382" y="414"/>
                  </a:lnTo>
                  <a:lnTo>
                    <a:pt x="2379" y="414"/>
                  </a:lnTo>
                  <a:lnTo>
                    <a:pt x="2376" y="412"/>
                  </a:lnTo>
                  <a:lnTo>
                    <a:pt x="2373" y="410"/>
                  </a:lnTo>
                  <a:lnTo>
                    <a:pt x="2308" y="346"/>
                  </a:lnTo>
                  <a:lnTo>
                    <a:pt x="2242" y="401"/>
                  </a:lnTo>
                  <a:lnTo>
                    <a:pt x="2237" y="403"/>
                  </a:lnTo>
                  <a:lnTo>
                    <a:pt x="2233" y="403"/>
                  </a:lnTo>
                  <a:lnTo>
                    <a:pt x="2228" y="403"/>
                  </a:lnTo>
                  <a:lnTo>
                    <a:pt x="2224" y="401"/>
                  </a:lnTo>
                  <a:lnTo>
                    <a:pt x="2190" y="377"/>
                  </a:lnTo>
                  <a:lnTo>
                    <a:pt x="2187" y="373"/>
                  </a:lnTo>
                  <a:lnTo>
                    <a:pt x="2184" y="369"/>
                  </a:lnTo>
                  <a:lnTo>
                    <a:pt x="2184" y="364"/>
                  </a:lnTo>
                  <a:lnTo>
                    <a:pt x="2184" y="360"/>
                  </a:lnTo>
                  <a:lnTo>
                    <a:pt x="2187" y="356"/>
                  </a:lnTo>
                  <a:lnTo>
                    <a:pt x="2190" y="352"/>
                  </a:lnTo>
                  <a:lnTo>
                    <a:pt x="2195" y="351"/>
                  </a:lnTo>
                  <a:lnTo>
                    <a:pt x="2198" y="350"/>
                  </a:lnTo>
                  <a:lnTo>
                    <a:pt x="2202" y="351"/>
                  </a:lnTo>
                  <a:lnTo>
                    <a:pt x="2206" y="354"/>
                  </a:lnTo>
                  <a:lnTo>
                    <a:pt x="2233" y="372"/>
                  </a:lnTo>
                  <a:lnTo>
                    <a:pt x="2300" y="317"/>
                  </a:lnTo>
                  <a:lnTo>
                    <a:pt x="2304" y="314"/>
                  </a:lnTo>
                  <a:lnTo>
                    <a:pt x="2308" y="313"/>
                  </a:lnTo>
                  <a:lnTo>
                    <a:pt x="2312" y="313"/>
                  </a:lnTo>
                  <a:lnTo>
                    <a:pt x="2316" y="314"/>
                  </a:lnTo>
                  <a:lnTo>
                    <a:pt x="2318" y="317"/>
                  </a:lnTo>
                  <a:lnTo>
                    <a:pt x="2384" y="382"/>
                  </a:lnTo>
                  <a:lnTo>
                    <a:pt x="2458" y="336"/>
                  </a:lnTo>
                  <a:lnTo>
                    <a:pt x="2451" y="326"/>
                  </a:lnTo>
                  <a:lnTo>
                    <a:pt x="2449" y="322"/>
                  </a:lnTo>
                  <a:lnTo>
                    <a:pt x="2448" y="319"/>
                  </a:lnTo>
                  <a:lnTo>
                    <a:pt x="2449" y="317"/>
                  </a:lnTo>
                  <a:lnTo>
                    <a:pt x="2452" y="314"/>
                  </a:lnTo>
                  <a:lnTo>
                    <a:pt x="2457" y="313"/>
                  </a:lnTo>
                  <a:lnTo>
                    <a:pt x="2505" y="308"/>
                  </a:lnTo>
                  <a:close/>
                  <a:moveTo>
                    <a:pt x="1224" y="296"/>
                  </a:moveTo>
                  <a:lnTo>
                    <a:pt x="1275" y="296"/>
                  </a:lnTo>
                  <a:lnTo>
                    <a:pt x="1275" y="303"/>
                  </a:lnTo>
                  <a:lnTo>
                    <a:pt x="1274" y="307"/>
                  </a:lnTo>
                  <a:lnTo>
                    <a:pt x="1273" y="310"/>
                  </a:lnTo>
                  <a:lnTo>
                    <a:pt x="1269" y="312"/>
                  </a:lnTo>
                  <a:lnTo>
                    <a:pt x="1266" y="313"/>
                  </a:lnTo>
                  <a:lnTo>
                    <a:pt x="1234" y="313"/>
                  </a:lnTo>
                  <a:lnTo>
                    <a:pt x="1230" y="312"/>
                  </a:lnTo>
                  <a:lnTo>
                    <a:pt x="1228" y="310"/>
                  </a:lnTo>
                  <a:lnTo>
                    <a:pt x="1225" y="307"/>
                  </a:lnTo>
                  <a:lnTo>
                    <a:pt x="1225" y="303"/>
                  </a:lnTo>
                  <a:lnTo>
                    <a:pt x="1224" y="296"/>
                  </a:lnTo>
                  <a:close/>
                  <a:moveTo>
                    <a:pt x="1033" y="289"/>
                  </a:moveTo>
                  <a:lnTo>
                    <a:pt x="1027" y="304"/>
                  </a:lnTo>
                  <a:lnTo>
                    <a:pt x="1018" y="318"/>
                  </a:lnTo>
                  <a:lnTo>
                    <a:pt x="1034" y="312"/>
                  </a:lnTo>
                  <a:lnTo>
                    <a:pt x="1047" y="302"/>
                  </a:lnTo>
                  <a:lnTo>
                    <a:pt x="1059" y="289"/>
                  </a:lnTo>
                  <a:lnTo>
                    <a:pt x="1033" y="289"/>
                  </a:lnTo>
                  <a:close/>
                  <a:moveTo>
                    <a:pt x="999" y="289"/>
                  </a:moveTo>
                  <a:lnTo>
                    <a:pt x="999" y="322"/>
                  </a:lnTo>
                  <a:lnTo>
                    <a:pt x="1006" y="322"/>
                  </a:lnTo>
                  <a:lnTo>
                    <a:pt x="1017" y="307"/>
                  </a:lnTo>
                  <a:lnTo>
                    <a:pt x="1024" y="289"/>
                  </a:lnTo>
                  <a:lnTo>
                    <a:pt x="999" y="289"/>
                  </a:lnTo>
                  <a:close/>
                  <a:moveTo>
                    <a:pt x="962" y="289"/>
                  </a:moveTo>
                  <a:lnTo>
                    <a:pt x="969" y="307"/>
                  </a:lnTo>
                  <a:lnTo>
                    <a:pt x="980" y="321"/>
                  </a:lnTo>
                  <a:lnTo>
                    <a:pt x="990" y="322"/>
                  </a:lnTo>
                  <a:lnTo>
                    <a:pt x="990" y="289"/>
                  </a:lnTo>
                  <a:lnTo>
                    <a:pt x="962" y="289"/>
                  </a:lnTo>
                  <a:close/>
                  <a:moveTo>
                    <a:pt x="930" y="289"/>
                  </a:moveTo>
                  <a:lnTo>
                    <a:pt x="946" y="307"/>
                  </a:lnTo>
                  <a:lnTo>
                    <a:pt x="968" y="318"/>
                  </a:lnTo>
                  <a:lnTo>
                    <a:pt x="960" y="304"/>
                  </a:lnTo>
                  <a:lnTo>
                    <a:pt x="954" y="289"/>
                  </a:lnTo>
                  <a:lnTo>
                    <a:pt x="930" y="289"/>
                  </a:lnTo>
                  <a:close/>
                  <a:moveTo>
                    <a:pt x="1964" y="289"/>
                  </a:moveTo>
                  <a:lnTo>
                    <a:pt x="1981" y="291"/>
                  </a:lnTo>
                  <a:lnTo>
                    <a:pt x="1995" y="302"/>
                  </a:lnTo>
                  <a:lnTo>
                    <a:pt x="2004" y="316"/>
                  </a:lnTo>
                  <a:lnTo>
                    <a:pt x="2007" y="332"/>
                  </a:lnTo>
                  <a:lnTo>
                    <a:pt x="2004" y="349"/>
                  </a:lnTo>
                  <a:lnTo>
                    <a:pt x="1995" y="363"/>
                  </a:lnTo>
                  <a:lnTo>
                    <a:pt x="1981" y="372"/>
                  </a:lnTo>
                  <a:lnTo>
                    <a:pt x="1964" y="375"/>
                  </a:lnTo>
                  <a:lnTo>
                    <a:pt x="1948" y="372"/>
                  </a:lnTo>
                  <a:lnTo>
                    <a:pt x="1934" y="363"/>
                  </a:lnTo>
                  <a:lnTo>
                    <a:pt x="1923" y="349"/>
                  </a:lnTo>
                  <a:lnTo>
                    <a:pt x="1921" y="332"/>
                  </a:lnTo>
                  <a:lnTo>
                    <a:pt x="1923" y="316"/>
                  </a:lnTo>
                  <a:lnTo>
                    <a:pt x="1934" y="302"/>
                  </a:lnTo>
                  <a:lnTo>
                    <a:pt x="1948" y="291"/>
                  </a:lnTo>
                  <a:lnTo>
                    <a:pt x="1964" y="289"/>
                  </a:lnTo>
                  <a:close/>
                  <a:moveTo>
                    <a:pt x="66" y="272"/>
                  </a:moveTo>
                  <a:lnTo>
                    <a:pt x="106" y="272"/>
                  </a:lnTo>
                  <a:lnTo>
                    <a:pt x="106" y="286"/>
                  </a:lnTo>
                  <a:lnTo>
                    <a:pt x="106" y="290"/>
                  </a:lnTo>
                  <a:lnTo>
                    <a:pt x="103" y="294"/>
                  </a:lnTo>
                  <a:lnTo>
                    <a:pt x="99" y="295"/>
                  </a:lnTo>
                  <a:lnTo>
                    <a:pt x="96" y="296"/>
                  </a:lnTo>
                  <a:lnTo>
                    <a:pt x="77" y="296"/>
                  </a:lnTo>
                  <a:lnTo>
                    <a:pt x="73" y="295"/>
                  </a:lnTo>
                  <a:lnTo>
                    <a:pt x="69" y="294"/>
                  </a:lnTo>
                  <a:lnTo>
                    <a:pt x="66" y="290"/>
                  </a:lnTo>
                  <a:lnTo>
                    <a:pt x="66" y="286"/>
                  </a:lnTo>
                  <a:lnTo>
                    <a:pt x="66" y="272"/>
                  </a:lnTo>
                  <a:close/>
                  <a:moveTo>
                    <a:pt x="249" y="271"/>
                  </a:moveTo>
                  <a:lnTo>
                    <a:pt x="311" y="271"/>
                  </a:lnTo>
                  <a:lnTo>
                    <a:pt x="306" y="282"/>
                  </a:lnTo>
                  <a:lnTo>
                    <a:pt x="294" y="290"/>
                  </a:lnTo>
                  <a:lnTo>
                    <a:pt x="280" y="293"/>
                  </a:lnTo>
                  <a:lnTo>
                    <a:pt x="265" y="290"/>
                  </a:lnTo>
                  <a:lnTo>
                    <a:pt x="254" y="282"/>
                  </a:lnTo>
                  <a:lnTo>
                    <a:pt x="249" y="271"/>
                  </a:lnTo>
                  <a:close/>
                  <a:moveTo>
                    <a:pt x="1337" y="271"/>
                  </a:moveTo>
                  <a:lnTo>
                    <a:pt x="1339" y="271"/>
                  </a:lnTo>
                  <a:lnTo>
                    <a:pt x="1339" y="272"/>
                  </a:lnTo>
                  <a:lnTo>
                    <a:pt x="1339" y="274"/>
                  </a:lnTo>
                  <a:lnTo>
                    <a:pt x="1339" y="274"/>
                  </a:lnTo>
                  <a:lnTo>
                    <a:pt x="1339" y="275"/>
                  </a:lnTo>
                  <a:lnTo>
                    <a:pt x="1339" y="276"/>
                  </a:lnTo>
                  <a:lnTo>
                    <a:pt x="1339" y="276"/>
                  </a:lnTo>
                  <a:lnTo>
                    <a:pt x="1332" y="284"/>
                  </a:lnTo>
                  <a:lnTo>
                    <a:pt x="1326" y="290"/>
                  </a:lnTo>
                  <a:lnTo>
                    <a:pt x="1321" y="295"/>
                  </a:lnTo>
                  <a:lnTo>
                    <a:pt x="1321" y="296"/>
                  </a:lnTo>
                  <a:lnTo>
                    <a:pt x="1318" y="299"/>
                  </a:lnTo>
                  <a:lnTo>
                    <a:pt x="1317" y="300"/>
                  </a:lnTo>
                  <a:lnTo>
                    <a:pt x="1316" y="300"/>
                  </a:lnTo>
                  <a:lnTo>
                    <a:pt x="1315" y="300"/>
                  </a:lnTo>
                  <a:lnTo>
                    <a:pt x="1315" y="300"/>
                  </a:lnTo>
                  <a:lnTo>
                    <a:pt x="1313" y="299"/>
                  </a:lnTo>
                  <a:lnTo>
                    <a:pt x="1311" y="296"/>
                  </a:lnTo>
                  <a:lnTo>
                    <a:pt x="1311" y="290"/>
                  </a:lnTo>
                  <a:lnTo>
                    <a:pt x="1311" y="289"/>
                  </a:lnTo>
                  <a:lnTo>
                    <a:pt x="1311" y="286"/>
                  </a:lnTo>
                  <a:lnTo>
                    <a:pt x="1311" y="284"/>
                  </a:lnTo>
                  <a:lnTo>
                    <a:pt x="1312" y="281"/>
                  </a:lnTo>
                  <a:lnTo>
                    <a:pt x="1312" y="281"/>
                  </a:lnTo>
                  <a:lnTo>
                    <a:pt x="1313" y="280"/>
                  </a:lnTo>
                  <a:lnTo>
                    <a:pt x="1315" y="280"/>
                  </a:lnTo>
                  <a:lnTo>
                    <a:pt x="1316" y="280"/>
                  </a:lnTo>
                  <a:lnTo>
                    <a:pt x="1316" y="280"/>
                  </a:lnTo>
                  <a:lnTo>
                    <a:pt x="1316" y="280"/>
                  </a:lnTo>
                  <a:lnTo>
                    <a:pt x="1317" y="281"/>
                  </a:lnTo>
                  <a:lnTo>
                    <a:pt x="1317" y="282"/>
                  </a:lnTo>
                  <a:lnTo>
                    <a:pt x="1317" y="284"/>
                  </a:lnTo>
                  <a:lnTo>
                    <a:pt x="1317" y="286"/>
                  </a:lnTo>
                  <a:lnTo>
                    <a:pt x="1318" y="289"/>
                  </a:lnTo>
                  <a:lnTo>
                    <a:pt x="1318" y="289"/>
                  </a:lnTo>
                  <a:lnTo>
                    <a:pt x="1318" y="289"/>
                  </a:lnTo>
                  <a:lnTo>
                    <a:pt x="1320" y="289"/>
                  </a:lnTo>
                  <a:lnTo>
                    <a:pt x="1320" y="288"/>
                  </a:lnTo>
                  <a:lnTo>
                    <a:pt x="1321" y="286"/>
                  </a:lnTo>
                  <a:lnTo>
                    <a:pt x="1322" y="285"/>
                  </a:lnTo>
                  <a:lnTo>
                    <a:pt x="1325" y="282"/>
                  </a:lnTo>
                  <a:lnTo>
                    <a:pt x="1326" y="281"/>
                  </a:lnTo>
                  <a:lnTo>
                    <a:pt x="1327" y="280"/>
                  </a:lnTo>
                  <a:lnTo>
                    <a:pt x="1331" y="276"/>
                  </a:lnTo>
                  <a:lnTo>
                    <a:pt x="1334" y="274"/>
                  </a:lnTo>
                  <a:lnTo>
                    <a:pt x="1336" y="271"/>
                  </a:lnTo>
                  <a:lnTo>
                    <a:pt x="1337" y="271"/>
                  </a:lnTo>
                  <a:lnTo>
                    <a:pt x="1337" y="271"/>
                  </a:lnTo>
                  <a:close/>
                  <a:moveTo>
                    <a:pt x="38" y="265"/>
                  </a:moveTo>
                  <a:lnTo>
                    <a:pt x="38" y="272"/>
                  </a:lnTo>
                  <a:lnTo>
                    <a:pt x="59" y="272"/>
                  </a:lnTo>
                  <a:lnTo>
                    <a:pt x="59" y="289"/>
                  </a:lnTo>
                  <a:lnTo>
                    <a:pt x="60" y="294"/>
                  </a:lnTo>
                  <a:lnTo>
                    <a:pt x="61" y="298"/>
                  </a:lnTo>
                  <a:lnTo>
                    <a:pt x="65" y="300"/>
                  </a:lnTo>
                  <a:lnTo>
                    <a:pt x="69" y="303"/>
                  </a:lnTo>
                  <a:lnTo>
                    <a:pt x="74" y="303"/>
                  </a:lnTo>
                  <a:lnTo>
                    <a:pt x="99" y="303"/>
                  </a:lnTo>
                  <a:lnTo>
                    <a:pt x="103" y="303"/>
                  </a:lnTo>
                  <a:lnTo>
                    <a:pt x="107" y="300"/>
                  </a:lnTo>
                  <a:lnTo>
                    <a:pt x="111" y="298"/>
                  </a:lnTo>
                  <a:lnTo>
                    <a:pt x="112" y="294"/>
                  </a:lnTo>
                  <a:lnTo>
                    <a:pt x="114" y="289"/>
                  </a:lnTo>
                  <a:lnTo>
                    <a:pt x="114" y="272"/>
                  </a:lnTo>
                  <a:lnTo>
                    <a:pt x="139" y="272"/>
                  </a:lnTo>
                  <a:lnTo>
                    <a:pt x="139" y="265"/>
                  </a:lnTo>
                  <a:lnTo>
                    <a:pt x="38" y="265"/>
                  </a:lnTo>
                  <a:close/>
                  <a:moveTo>
                    <a:pt x="1322" y="260"/>
                  </a:moveTo>
                  <a:lnTo>
                    <a:pt x="1309" y="263"/>
                  </a:lnTo>
                  <a:lnTo>
                    <a:pt x="1301" y="272"/>
                  </a:lnTo>
                  <a:lnTo>
                    <a:pt x="1298" y="285"/>
                  </a:lnTo>
                  <a:lnTo>
                    <a:pt x="1301" y="296"/>
                  </a:lnTo>
                  <a:lnTo>
                    <a:pt x="1309" y="305"/>
                  </a:lnTo>
                  <a:lnTo>
                    <a:pt x="1322" y="309"/>
                  </a:lnTo>
                  <a:lnTo>
                    <a:pt x="1334" y="305"/>
                  </a:lnTo>
                  <a:lnTo>
                    <a:pt x="1343" y="296"/>
                  </a:lnTo>
                  <a:lnTo>
                    <a:pt x="1346" y="285"/>
                  </a:lnTo>
                  <a:lnTo>
                    <a:pt x="1343" y="272"/>
                  </a:lnTo>
                  <a:lnTo>
                    <a:pt x="1334" y="263"/>
                  </a:lnTo>
                  <a:lnTo>
                    <a:pt x="1322" y="260"/>
                  </a:lnTo>
                  <a:close/>
                  <a:moveTo>
                    <a:pt x="1452" y="257"/>
                  </a:moveTo>
                  <a:lnTo>
                    <a:pt x="1466" y="257"/>
                  </a:lnTo>
                  <a:lnTo>
                    <a:pt x="1466" y="265"/>
                  </a:lnTo>
                  <a:lnTo>
                    <a:pt x="1452" y="265"/>
                  </a:lnTo>
                  <a:lnTo>
                    <a:pt x="1452" y="257"/>
                  </a:lnTo>
                  <a:close/>
                  <a:moveTo>
                    <a:pt x="1685" y="256"/>
                  </a:moveTo>
                  <a:lnTo>
                    <a:pt x="1689" y="257"/>
                  </a:lnTo>
                  <a:lnTo>
                    <a:pt x="1692" y="258"/>
                  </a:lnTo>
                  <a:lnTo>
                    <a:pt x="1695" y="262"/>
                  </a:lnTo>
                  <a:lnTo>
                    <a:pt x="1698" y="267"/>
                  </a:lnTo>
                  <a:lnTo>
                    <a:pt x="1707" y="286"/>
                  </a:lnTo>
                  <a:lnTo>
                    <a:pt x="1713" y="314"/>
                  </a:lnTo>
                  <a:lnTo>
                    <a:pt x="1718" y="347"/>
                  </a:lnTo>
                  <a:lnTo>
                    <a:pt x="1722" y="386"/>
                  </a:lnTo>
                  <a:lnTo>
                    <a:pt x="1723" y="426"/>
                  </a:lnTo>
                  <a:lnTo>
                    <a:pt x="1722" y="466"/>
                  </a:lnTo>
                  <a:lnTo>
                    <a:pt x="1720" y="501"/>
                  </a:lnTo>
                  <a:lnTo>
                    <a:pt x="1652" y="501"/>
                  </a:lnTo>
                  <a:lnTo>
                    <a:pt x="1650" y="466"/>
                  </a:lnTo>
                  <a:lnTo>
                    <a:pt x="1648" y="426"/>
                  </a:lnTo>
                  <a:lnTo>
                    <a:pt x="1650" y="380"/>
                  </a:lnTo>
                  <a:lnTo>
                    <a:pt x="1653" y="338"/>
                  </a:lnTo>
                  <a:lnTo>
                    <a:pt x="1660" y="304"/>
                  </a:lnTo>
                  <a:lnTo>
                    <a:pt x="1666" y="282"/>
                  </a:lnTo>
                  <a:lnTo>
                    <a:pt x="1672" y="267"/>
                  </a:lnTo>
                  <a:lnTo>
                    <a:pt x="1676" y="262"/>
                  </a:lnTo>
                  <a:lnTo>
                    <a:pt x="1680" y="258"/>
                  </a:lnTo>
                  <a:lnTo>
                    <a:pt x="1683" y="257"/>
                  </a:lnTo>
                  <a:lnTo>
                    <a:pt x="1685" y="256"/>
                  </a:lnTo>
                  <a:close/>
                  <a:moveTo>
                    <a:pt x="1322" y="256"/>
                  </a:moveTo>
                  <a:lnTo>
                    <a:pt x="1332" y="258"/>
                  </a:lnTo>
                  <a:lnTo>
                    <a:pt x="1343" y="265"/>
                  </a:lnTo>
                  <a:lnTo>
                    <a:pt x="1348" y="274"/>
                  </a:lnTo>
                  <a:lnTo>
                    <a:pt x="1350" y="285"/>
                  </a:lnTo>
                  <a:lnTo>
                    <a:pt x="1348" y="295"/>
                  </a:lnTo>
                  <a:lnTo>
                    <a:pt x="1343" y="304"/>
                  </a:lnTo>
                  <a:lnTo>
                    <a:pt x="1332" y="310"/>
                  </a:lnTo>
                  <a:lnTo>
                    <a:pt x="1322" y="313"/>
                  </a:lnTo>
                  <a:lnTo>
                    <a:pt x="1311" y="310"/>
                  </a:lnTo>
                  <a:lnTo>
                    <a:pt x="1302" y="304"/>
                  </a:lnTo>
                  <a:lnTo>
                    <a:pt x="1295" y="295"/>
                  </a:lnTo>
                  <a:lnTo>
                    <a:pt x="1293" y="285"/>
                  </a:lnTo>
                  <a:lnTo>
                    <a:pt x="1295" y="274"/>
                  </a:lnTo>
                  <a:lnTo>
                    <a:pt x="1302" y="265"/>
                  </a:lnTo>
                  <a:lnTo>
                    <a:pt x="1311" y="258"/>
                  </a:lnTo>
                  <a:lnTo>
                    <a:pt x="1322" y="256"/>
                  </a:lnTo>
                  <a:close/>
                  <a:moveTo>
                    <a:pt x="1041" y="247"/>
                  </a:moveTo>
                  <a:lnTo>
                    <a:pt x="1038" y="265"/>
                  </a:lnTo>
                  <a:lnTo>
                    <a:pt x="1036" y="281"/>
                  </a:lnTo>
                  <a:lnTo>
                    <a:pt x="1064" y="281"/>
                  </a:lnTo>
                  <a:lnTo>
                    <a:pt x="1070" y="266"/>
                  </a:lnTo>
                  <a:lnTo>
                    <a:pt x="1073" y="247"/>
                  </a:lnTo>
                  <a:lnTo>
                    <a:pt x="1041" y="247"/>
                  </a:lnTo>
                  <a:close/>
                  <a:moveTo>
                    <a:pt x="999" y="247"/>
                  </a:moveTo>
                  <a:lnTo>
                    <a:pt x="999" y="281"/>
                  </a:lnTo>
                  <a:lnTo>
                    <a:pt x="1027" y="281"/>
                  </a:lnTo>
                  <a:lnTo>
                    <a:pt x="1031" y="265"/>
                  </a:lnTo>
                  <a:lnTo>
                    <a:pt x="1032" y="247"/>
                  </a:lnTo>
                  <a:lnTo>
                    <a:pt x="999" y="247"/>
                  </a:lnTo>
                  <a:close/>
                  <a:moveTo>
                    <a:pt x="954" y="247"/>
                  </a:moveTo>
                  <a:lnTo>
                    <a:pt x="955" y="265"/>
                  </a:lnTo>
                  <a:lnTo>
                    <a:pt x="959" y="281"/>
                  </a:lnTo>
                  <a:lnTo>
                    <a:pt x="990" y="281"/>
                  </a:lnTo>
                  <a:lnTo>
                    <a:pt x="990" y="247"/>
                  </a:lnTo>
                  <a:lnTo>
                    <a:pt x="954" y="247"/>
                  </a:lnTo>
                  <a:close/>
                  <a:moveTo>
                    <a:pt x="924" y="247"/>
                  </a:moveTo>
                  <a:lnTo>
                    <a:pt x="922" y="261"/>
                  </a:lnTo>
                  <a:lnTo>
                    <a:pt x="922" y="275"/>
                  </a:lnTo>
                  <a:lnTo>
                    <a:pt x="925" y="281"/>
                  </a:lnTo>
                  <a:lnTo>
                    <a:pt x="952" y="281"/>
                  </a:lnTo>
                  <a:lnTo>
                    <a:pt x="948" y="265"/>
                  </a:lnTo>
                  <a:lnTo>
                    <a:pt x="946" y="247"/>
                  </a:lnTo>
                  <a:lnTo>
                    <a:pt x="924" y="247"/>
                  </a:lnTo>
                  <a:close/>
                  <a:moveTo>
                    <a:pt x="382" y="246"/>
                  </a:moveTo>
                  <a:lnTo>
                    <a:pt x="445" y="246"/>
                  </a:lnTo>
                  <a:lnTo>
                    <a:pt x="440" y="257"/>
                  </a:lnTo>
                  <a:lnTo>
                    <a:pt x="428" y="265"/>
                  </a:lnTo>
                  <a:lnTo>
                    <a:pt x="413" y="267"/>
                  </a:lnTo>
                  <a:lnTo>
                    <a:pt x="399" y="265"/>
                  </a:lnTo>
                  <a:lnTo>
                    <a:pt x="387" y="257"/>
                  </a:lnTo>
                  <a:lnTo>
                    <a:pt x="382" y="246"/>
                  </a:lnTo>
                  <a:close/>
                  <a:moveTo>
                    <a:pt x="954" y="238"/>
                  </a:moveTo>
                  <a:lnTo>
                    <a:pt x="954" y="239"/>
                  </a:lnTo>
                  <a:lnTo>
                    <a:pt x="959" y="239"/>
                  </a:lnTo>
                  <a:lnTo>
                    <a:pt x="954" y="238"/>
                  </a:lnTo>
                  <a:close/>
                  <a:moveTo>
                    <a:pt x="758" y="235"/>
                  </a:moveTo>
                  <a:lnTo>
                    <a:pt x="754" y="237"/>
                  </a:lnTo>
                  <a:lnTo>
                    <a:pt x="753" y="239"/>
                  </a:lnTo>
                  <a:lnTo>
                    <a:pt x="752" y="242"/>
                  </a:lnTo>
                  <a:lnTo>
                    <a:pt x="753" y="244"/>
                  </a:lnTo>
                  <a:lnTo>
                    <a:pt x="754" y="247"/>
                  </a:lnTo>
                  <a:lnTo>
                    <a:pt x="758" y="247"/>
                  </a:lnTo>
                  <a:lnTo>
                    <a:pt x="762" y="247"/>
                  </a:lnTo>
                  <a:lnTo>
                    <a:pt x="764" y="244"/>
                  </a:lnTo>
                  <a:lnTo>
                    <a:pt x="766" y="242"/>
                  </a:lnTo>
                  <a:lnTo>
                    <a:pt x="764" y="239"/>
                  </a:lnTo>
                  <a:lnTo>
                    <a:pt x="762" y="237"/>
                  </a:lnTo>
                  <a:lnTo>
                    <a:pt x="758" y="235"/>
                  </a:lnTo>
                  <a:close/>
                  <a:moveTo>
                    <a:pt x="536" y="235"/>
                  </a:moveTo>
                  <a:lnTo>
                    <a:pt x="533" y="237"/>
                  </a:lnTo>
                  <a:lnTo>
                    <a:pt x="530" y="239"/>
                  </a:lnTo>
                  <a:lnTo>
                    <a:pt x="529" y="242"/>
                  </a:lnTo>
                  <a:lnTo>
                    <a:pt x="530" y="244"/>
                  </a:lnTo>
                  <a:lnTo>
                    <a:pt x="533" y="247"/>
                  </a:lnTo>
                  <a:lnTo>
                    <a:pt x="536" y="247"/>
                  </a:lnTo>
                  <a:lnTo>
                    <a:pt x="539" y="247"/>
                  </a:lnTo>
                  <a:lnTo>
                    <a:pt x="541" y="244"/>
                  </a:lnTo>
                  <a:lnTo>
                    <a:pt x="543" y="242"/>
                  </a:lnTo>
                  <a:lnTo>
                    <a:pt x="541" y="239"/>
                  </a:lnTo>
                  <a:lnTo>
                    <a:pt x="539" y="237"/>
                  </a:lnTo>
                  <a:lnTo>
                    <a:pt x="536" y="235"/>
                  </a:lnTo>
                  <a:close/>
                  <a:moveTo>
                    <a:pt x="1495" y="233"/>
                  </a:moveTo>
                  <a:lnTo>
                    <a:pt x="1553" y="233"/>
                  </a:lnTo>
                  <a:lnTo>
                    <a:pt x="1553" y="239"/>
                  </a:lnTo>
                  <a:lnTo>
                    <a:pt x="1495" y="239"/>
                  </a:lnTo>
                  <a:lnTo>
                    <a:pt x="1495" y="233"/>
                  </a:lnTo>
                  <a:close/>
                  <a:moveTo>
                    <a:pt x="1452" y="232"/>
                  </a:moveTo>
                  <a:lnTo>
                    <a:pt x="1466" y="232"/>
                  </a:lnTo>
                  <a:lnTo>
                    <a:pt x="1466" y="238"/>
                  </a:lnTo>
                  <a:lnTo>
                    <a:pt x="1452" y="238"/>
                  </a:lnTo>
                  <a:lnTo>
                    <a:pt x="1452" y="232"/>
                  </a:lnTo>
                  <a:close/>
                  <a:moveTo>
                    <a:pt x="929" y="230"/>
                  </a:moveTo>
                  <a:lnTo>
                    <a:pt x="929" y="232"/>
                  </a:lnTo>
                  <a:lnTo>
                    <a:pt x="927" y="235"/>
                  </a:lnTo>
                  <a:lnTo>
                    <a:pt x="926" y="239"/>
                  </a:lnTo>
                  <a:lnTo>
                    <a:pt x="946" y="239"/>
                  </a:lnTo>
                  <a:lnTo>
                    <a:pt x="946" y="235"/>
                  </a:lnTo>
                  <a:lnTo>
                    <a:pt x="929" y="230"/>
                  </a:lnTo>
                  <a:close/>
                  <a:moveTo>
                    <a:pt x="1252" y="225"/>
                  </a:moveTo>
                  <a:lnTo>
                    <a:pt x="1252" y="242"/>
                  </a:lnTo>
                  <a:lnTo>
                    <a:pt x="1256" y="242"/>
                  </a:lnTo>
                  <a:lnTo>
                    <a:pt x="1257" y="240"/>
                  </a:lnTo>
                  <a:lnTo>
                    <a:pt x="1259" y="238"/>
                  </a:lnTo>
                  <a:lnTo>
                    <a:pt x="1260" y="235"/>
                  </a:lnTo>
                  <a:lnTo>
                    <a:pt x="1260" y="233"/>
                  </a:lnTo>
                  <a:lnTo>
                    <a:pt x="1259" y="230"/>
                  </a:lnTo>
                  <a:lnTo>
                    <a:pt x="1256" y="228"/>
                  </a:lnTo>
                  <a:lnTo>
                    <a:pt x="1253" y="225"/>
                  </a:lnTo>
                  <a:lnTo>
                    <a:pt x="1252" y="225"/>
                  </a:lnTo>
                  <a:close/>
                  <a:moveTo>
                    <a:pt x="1888" y="224"/>
                  </a:moveTo>
                  <a:lnTo>
                    <a:pt x="1898" y="228"/>
                  </a:lnTo>
                  <a:lnTo>
                    <a:pt x="1907" y="235"/>
                  </a:lnTo>
                  <a:lnTo>
                    <a:pt x="1909" y="247"/>
                  </a:lnTo>
                  <a:lnTo>
                    <a:pt x="1907" y="258"/>
                  </a:lnTo>
                  <a:lnTo>
                    <a:pt x="1898" y="266"/>
                  </a:lnTo>
                  <a:lnTo>
                    <a:pt x="1888" y="270"/>
                  </a:lnTo>
                  <a:lnTo>
                    <a:pt x="1876" y="266"/>
                  </a:lnTo>
                  <a:lnTo>
                    <a:pt x="1867" y="258"/>
                  </a:lnTo>
                  <a:lnTo>
                    <a:pt x="1865" y="247"/>
                  </a:lnTo>
                  <a:lnTo>
                    <a:pt x="1867" y="235"/>
                  </a:lnTo>
                  <a:lnTo>
                    <a:pt x="1876" y="228"/>
                  </a:lnTo>
                  <a:lnTo>
                    <a:pt x="1888" y="224"/>
                  </a:lnTo>
                  <a:close/>
                  <a:moveTo>
                    <a:pt x="1811" y="224"/>
                  </a:moveTo>
                  <a:lnTo>
                    <a:pt x="1823" y="228"/>
                  </a:lnTo>
                  <a:lnTo>
                    <a:pt x="1830" y="235"/>
                  </a:lnTo>
                  <a:lnTo>
                    <a:pt x="1833" y="247"/>
                  </a:lnTo>
                  <a:lnTo>
                    <a:pt x="1830" y="258"/>
                  </a:lnTo>
                  <a:lnTo>
                    <a:pt x="1823" y="266"/>
                  </a:lnTo>
                  <a:lnTo>
                    <a:pt x="1811" y="270"/>
                  </a:lnTo>
                  <a:lnTo>
                    <a:pt x="1800" y="266"/>
                  </a:lnTo>
                  <a:lnTo>
                    <a:pt x="1792" y="258"/>
                  </a:lnTo>
                  <a:lnTo>
                    <a:pt x="1788" y="247"/>
                  </a:lnTo>
                  <a:lnTo>
                    <a:pt x="1792" y="235"/>
                  </a:lnTo>
                  <a:lnTo>
                    <a:pt x="1800" y="228"/>
                  </a:lnTo>
                  <a:lnTo>
                    <a:pt x="1811" y="224"/>
                  </a:lnTo>
                  <a:close/>
                  <a:moveTo>
                    <a:pt x="63" y="215"/>
                  </a:moveTo>
                  <a:lnTo>
                    <a:pt x="59" y="215"/>
                  </a:lnTo>
                  <a:lnTo>
                    <a:pt x="55" y="218"/>
                  </a:lnTo>
                  <a:lnTo>
                    <a:pt x="52" y="221"/>
                  </a:lnTo>
                  <a:lnTo>
                    <a:pt x="52" y="225"/>
                  </a:lnTo>
                  <a:lnTo>
                    <a:pt x="52" y="232"/>
                  </a:lnTo>
                  <a:lnTo>
                    <a:pt x="116" y="232"/>
                  </a:lnTo>
                  <a:lnTo>
                    <a:pt x="116" y="225"/>
                  </a:lnTo>
                  <a:lnTo>
                    <a:pt x="115" y="221"/>
                  </a:lnTo>
                  <a:lnTo>
                    <a:pt x="112" y="218"/>
                  </a:lnTo>
                  <a:lnTo>
                    <a:pt x="110" y="215"/>
                  </a:lnTo>
                  <a:lnTo>
                    <a:pt x="105" y="215"/>
                  </a:lnTo>
                  <a:lnTo>
                    <a:pt x="63" y="215"/>
                  </a:lnTo>
                  <a:close/>
                  <a:moveTo>
                    <a:pt x="1327" y="207"/>
                  </a:moveTo>
                  <a:lnTo>
                    <a:pt x="1327" y="211"/>
                  </a:lnTo>
                  <a:lnTo>
                    <a:pt x="1309" y="211"/>
                  </a:lnTo>
                  <a:lnTo>
                    <a:pt x="1309" y="209"/>
                  </a:lnTo>
                  <a:lnTo>
                    <a:pt x="1327" y="207"/>
                  </a:lnTo>
                  <a:close/>
                  <a:moveTo>
                    <a:pt x="1162" y="207"/>
                  </a:moveTo>
                  <a:lnTo>
                    <a:pt x="1191" y="209"/>
                  </a:lnTo>
                  <a:lnTo>
                    <a:pt x="1191" y="211"/>
                  </a:lnTo>
                  <a:lnTo>
                    <a:pt x="1162" y="210"/>
                  </a:lnTo>
                  <a:lnTo>
                    <a:pt x="1162" y="207"/>
                  </a:lnTo>
                  <a:close/>
                  <a:moveTo>
                    <a:pt x="1495" y="206"/>
                  </a:moveTo>
                  <a:lnTo>
                    <a:pt x="1553" y="206"/>
                  </a:lnTo>
                  <a:lnTo>
                    <a:pt x="1553" y="214"/>
                  </a:lnTo>
                  <a:lnTo>
                    <a:pt x="1495" y="214"/>
                  </a:lnTo>
                  <a:lnTo>
                    <a:pt x="1495" y="206"/>
                  </a:lnTo>
                  <a:close/>
                  <a:moveTo>
                    <a:pt x="1452" y="206"/>
                  </a:moveTo>
                  <a:lnTo>
                    <a:pt x="1466" y="206"/>
                  </a:lnTo>
                  <a:lnTo>
                    <a:pt x="1466" y="214"/>
                  </a:lnTo>
                  <a:lnTo>
                    <a:pt x="1452" y="214"/>
                  </a:lnTo>
                  <a:lnTo>
                    <a:pt x="1452" y="206"/>
                  </a:lnTo>
                  <a:close/>
                  <a:moveTo>
                    <a:pt x="51" y="205"/>
                  </a:moveTo>
                  <a:lnTo>
                    <a:pt x="120" y="205"/>
                  </a:lnTo>
                  <a:lnTo>
                    <a:pt x="124" y="206"/>
                  </a:lnTo>
                  <a:lnTo>
                    <a:pt x="128" y="209"/>
                  </a:lnTo>
                  <a:lnTo>
                    <a:pt x="130" y="212"/>
                  </a:lnTo>
                  <a:lnTo>
                    <a:pt x="130" y="216"/>
                  </a:lnTo>
                  <a:lnTo>
                    <a:pt x="130" y="232"/>
                  </a:lnTo>
                  <a:lnTo>
                    <a:pt x="157" y="232"/>
                  </a:lnTo>
                  <a:lnTo>
                    <a:pt x="162" y="232"/>
                  </a:lnTo>
                  <a:lnTo>
                    <a:pt x="164" y="234"/>
                  </a:lnTo>
                  <a:lnTo>
                    <a:pt x="167" y="238"/>
                  </a:lnTo>
                  <a:lnTo>
                    <a:pt x="168" y="242"/>
                  </a:lnTo>
                  <a:lnTo>
                    <a:pt x="168" y="265"/>
                  </a:lnTo>
                  <a:lnTo>
                    <a:pt x="154" y="265"/>
                  </a:lnTo>
                  <a:lnTo>
                    <a:pt x="154" y="272"/>
                  </a:lnTo>
                  <a:lnTo>
                    <a:pt x="168" y="272"/>
                  </a:lnTo>
                  <a:lnTo>
                    <a:pt x="168" y="328"/>
                  </a:lnTo>
                  <a:lnTo>
                    <a:pt x="167" y="332"/>
                  </a:lnTo>
                  <a:lnTo>
                    <a:pt x="164" y="336"/>
                  </a:lnTo>
                  <a:lnTo>
                    <a:pt x="162" y="338"/>
                  </a:lnTo>
                  <a:lnTo>
                    <a:pt x="157" y="340"/>
                  </a:lnTo>
                  <a:lnTo>
                    <a:pt x="15" y="340"/>
                  </a:lnTo>
                  <a:lnTo>
                    <a:pt x="10" y="338"/>
                  </a:lnTo>
                  <a:lnTo>
                    <a:pt x="8" y="336"/>
                  </a:lnTo>
                  <a:lnTo>
                    <a:pt x="5" y="332"/>
                  </a:lnTo>
                  <a:lnTo>
                    <a:pt x="4" y="328"/>
                  </a:lnTo>
                  <a:lnTo>
                    <a:pt x="4" y="272"/>
                  </a:lnTo>
                  <a:lnTo>
                    <a:pt x="23" y="272"/>
                  </a:lnTo>
                  <a:lnTo>
                    <a:pt x="23" y="265"/>
                  </a:lnTo>
                  <a:lnTo>
                    <a:pt x="4" y="265"/>
                  </a:lnTo>
                  <a:lnTo>
                    <a:pt x="4" y="242"/>
                  </a:lnTo>
                  <a:lnTo>
                    <a:pt x="5" y="238"/>
                  </a:lnTo>
                  <a:lnTo>
                    <a:pt x="8" y="234"/>
                  </a:lnTo>
                  <a:lnTo>
                    <a:pt x="10" y="232"/>
                  </a:lnTo>
                  <a:lnTo>
                    <a:pt x="15" y="232"/>
                  </a:lnTo>
                  <a:lnTo>
                    <a:pt x="41" y="232"/>
                  </a:lnTo>
                  <a:lnTo>
                    <a:pt x="41" y="216"/>
                  </a:lnTo>
                  <a:lnTo>
                    <a:pt x="41" y="212"/>
                  </a:lnTo>
                  <a:lnTo>
                    <a:pt x="43" y="209"/>
                  </a:lnTo>
                  <a:lnTo>
                    <a:pt x="47" y="206"/>
                  </a:lnTo>
                  <a:lnTo>
                    <a:pt x="51" y="205"/>
                  </a:lnTo>
                  <a:close/>
                  <a:moveTo>
                    <a:pt x="1036" y="205"/>
                  </a:moveTo>
                  <a:lnTo>
                    <a:pt x="1038" y="221"/>
                  </a:lnTo>
                  <a:lnTo>
                    <a:pt x="1041" y="239"/>
                  </a:lnTo>
                  <a:lnTo>
                    <a:pt x="1073" y="239"/>
                  </a:lnTo>
                  <a:lnTo>
                    <a:pt x="1070" y="221"/>
                  </a:lnTo>
                  <a:lnTo>
                    <a:pt x="1064" y="205"/>
                  </a:lnTo>
                  <a:lnTo>
                    <a:pt x="1036" y="205"/>
                  </a:lnTo>
                  <a:close/>
                  <a:moveTo>
                    <a:pt x="999" y="205"/>
                  </a:moveTo>
                  <a:lnTo>
                    <a:pt x="999" y="239"/>
                  </a:lnTo>
                  <a:lnTo>
                    <a:pt x="1032" y="239"/>
                  </a:lnTo>
                  <a:lnTo>
                    <a:pt x="1031" y="221"/>
                  </a:lnTo>
                  <a:lnTo>
                    <a:pt x="1027" y="205"/>
                  </a:lnTo>
                  <a:lnTo>
                    <a:pt x="999" y="205"/>
                  </a:lnTo>
                  <a:close/>
                  <a:moveTo>
                    <a:pt x="959" y="205"/>
                  </a:moveTo>
                  <a:lnTo>
                    <a:pt x="955" y="228"/>
                  </a:lnTo>
                  <a:lnTo>
                    <a:pt x="962" y="239"/>
                  </a:lnTo>
                  <a:lnTo>
                    <a:pt x="990" y="239"/>
                  </a:lnTo>
                  <a:lnTo>
                    <a:pt x="990" y="205"/>
                  </a:lnTo>
                  <a:lnTo>
                    <a:pt x="959" y="205"/>
                  </a:lnTo>
                  <a:close/>
                  <a:moveTo>
                    <a:pt x="943" y="205"/>
                  </a:moveTo>
                  <a:lnTo>
                    <a:pt x="949" y="216"/>
                  </a:lnTo>
                  <a:lnTo>
                    <a:pt x="952" y="205"/>
                  </a:lnTo>
                  <a:lnTo>
                    <a:pt x="943" y="205"/>
                  </a:lnTo>
                  <a:close/>
                  <a:moveTo>
                    <a:pt x="282" y="201"/>
                  </a:moveTo>
                  <a:lnTo>
                    <a:pt x="311" y="258"/>
                  </a:lnTo>
                  <a:lnTo>
                    <a:pt x="306" y="261"/>
                  </a:lnTo>
                  <a:lnTo>
                    <a:pt x="283" y="214"/>
                  </a:lnTo>
                  <a:lnTo>
                    <a:pt x="259" y="262"/>
                  </a:lnTo>
                  <a:lnTo>
                    <a:pt x="254" y="260"/>
                  </a:lnTo>
                  <a:lnTo>
                    <a:pt x="282" y="201"/>
                  </a:lnTo>
                  <a:close/>
                  <a:moveTo>
                    <a:pt x="1247" y="201"/>
                  </a:moveTo>
                  <a:lnTo>
                    <a:pt x="1245" y="202"/>
                  </a:lnTo>
                  <a:lnTo>
                    <a:pt x="1242" y="204"/>
                  </a:lnTo>
                  <a:lnTo>
                    <a:pt x="1239" y="206"/>
                  </a:lnTo>
                  <a:lnTo>
                    <a:pt x="1239" y="209"/>
                  </a:lnTo>
                  <a:lnTo>
                    <a:pt x="1241" y="210"/>
                  </a:lnTo>
                  <a:lnTo>
                    <a:pt x="1242" y="212"/>
                  </a:lnTo>
                  <a:lnTo>
                    <a:pt x="1245" y="214"/>
                  </a:lnTo>
                  <a:lnTo>
                    <a:pt x="1247" y="215"/>
                  </a:lnTo>
                  <a:lnTo>
                    <a:pt x="1247" y="201"/>
                  </a:lnTo>
                  <a:close/>
                  <a:moveTo>
                    <a:pt x="1173" y="197"/>
                  </a:moveTo>
                  <a:lnTo>
                    <a:pt x="1192" y="200"/>
                  </a:lnTo>
                  <a:lnTo>
                    <a:pt x="1191" y="202"/>
                  </a:lnTo>
                  <a:lnTo>
                    <a:pt x="1173" y="200"/>
                  </a:lnTo>
                  <a:lnTo>
                    <a:pt x="1173" y="197"/>
                  </a:lnTo>
                  <a:close/>
                  <a:moveTo>
                    <a:pt x="347" y="197"/>
                  </a:moveTo>
                  <a:lnTo>
                    <a:pt x="350" y="197"/>
                  </a:lnTo>
                  <a:lnTo>
                    <a:pt x="352" y="198"/>
                  </a:lnTo>
                  <a:lnTo>
                    <a:pt x="354" y="201"/>
                  </a:lnTo>
                  <a:lnTo>
                    <a:pt x="354" y="204"/>
                  </a:lnTo>
                  <a:lnTo>
                    <a:pt x="354" y="313"/>
                  </a:lnTo>
                  <a:lnTo>
                    <a:pt x="387" y="313"/>
                  </a:lnTo>
                  <a:lnTo>
                    <a:pt x="392" y="313"/>
                  </a:lnTo>
                  <a:lnTo>
                    <a:pt x="398" y="316"/>
                  </a:lnTo>
                  <a:lnTo>
                    <a:pt x="401" y="319"/>
                  </a:lnTo>
                  <a:lnTo>
                    <a:pt x="404" y="323"/>
                  </a:lnTo>
                  <a:lnTo>
                    <a:pt x="405" y="330"/>
                  </a:lnTo>
                  <a:lnTo>
                    <a:pt x="292" y="330"/>
                  </a:lnTo>
                  <a:lnTo>
                    <a:pt x="293" y="323"/>
                  </a:lnTo>
                  <a:lnTo>
                    <a:pt x="296" y="319"/>
                  </a:lnTo>
                  <a:lnTo>
                    <a:pt x="299" y="316"/>
                  </a:lnTo>
                  <a:lnTo>
                    <a:pt x="305" y="313"/>
                  </a:lnTo>
                  <a:lnTo>
                    <a:pt x="310" y="313"/>
                  </a:lnTo>
                  <a:lnTo>
                    <a:pt x="340" y="313"/>
                  </a:lnTo>
                  <a:lnTo>
                    <a:pt x="340" y="204"/>
                  </a:lnTo>
                  <a:lnTo>
                    <a:pt x="340" y="201"/>
                  </a:lnTo>
                  <a:lnTo>
                    <a:pt x="341" y="198"/>
                  </a:lnTo>
                  <a:lnTo>
                    <a:pt x="344" y="197"/>
                  </a:lnTo>
                  <a:lnTo>
                    <a:pt x="347" y="197"/>
                  </a:lnTo>
                  <a:close/>
                  <a:moveTo>
                    <a:pt x="1336" y="195"/>
                  </a:moveTo>
                  <a:lnTo>
                    <a:pt x="1337" y="198"/>
                  </a:lnTo>
                  <a:lnTo>
                    <a:pt x="1308" y="202"/>
                  </a:lnTo>
                  <a:lnTo>
                    <a:pt x="1308" y="200"/>
                  </a:lnTo>
                  <a:lnTo>
                    <a:pt x="1336" y="195"/>
                  </a:lnTo>
                  <a:close/>
                  <a:moveTo>
                    <a:pt x="1247" y="190"/>
                  </a:moveTo>
                  <a:lnTo>
                    <a:pt x="1252" y="190"/>
                  </a:lnTo>
                  <a:lnTo>
                    <a:pt x="1252" y="197"/>
                  </a:lnTo>
                  <a:lnTo>
                    <a:pt x="1260" y="198"/>
                  </a:lnTo>
                  <a:lnTo>
                    <a:pt x="1266" y="200"/>
                  </a:lnTo>
                  <a:lnTo>
                    <a:pt x="1266" y="204"/>
                  </a:lnTo>
                  <a:lnTo>
                    <a:pt x="1265" y="206"/>
                  </a:lnTo>
                  <a:lnTo>
                    <a:pt x="1265" y="210"/>
                  </a:lnTo>
                  <a:lnTo>
                    <a:pt x="1265" y="212"/>
                  </a:lnTo>
                  <a:lnTo>
                    <a:pt x="1261" y="212"/>
                  </a:lnTo>
                  <a:lnTo>
                    <a:pt x="1261" y="207"/>
                  </a:lnTo>
                  <a:lnTo>
                    <a:pt x="1261" y="205"/>
                  </a:lnTo>
                  <a:lnTo>
                    <a:pt x="1259" y="204"/>
                  </a:lnTo>
                  <a:lnTo>
                    <a:pt x="1256" y="202"/>
                  </a:lnTo>
                  <a:lnTo>
                    <a:pt x="1252" y="201"/>
                  </a:lnTo>
                  <a:lnTo>
                    <a:pt x="1252" y="218"/>
                  </a:lnTo>
                  <a:lnTo>
                    <a:pt x="1259" y="220"/>
                  </a:lnTo>
                  <a:lnTo>
                    <a:pt x="1261" y="221"/>
                  </a:lnTo>
                  <a:lnTo>
                    <a:pt x="1262" y="223"/>
                  </a:lnTo>
                  <a:lnTo>
                    <a:pt x="1265" y="226"/>
                  </a:lnTo>
                  <a:lnTo>
                    <a:pt x="1267" y="230"/>
                  </a:lnTo>
                  <a:lnTo>
                    <a:pt x="1267" y="234"/>
                  </a:lnTo>
                  <a:lnTo>
                    <a:pt x="1266" y="237"/>
                  </a:lnTo>
                  <a:lnTo>
                    <a:pt x="1266" y="239"/>
                  </a:lnTo>
                  <a:lnTo>
                    <a:pt x="1265" y="240"/>
                  </a:lnTo>
                  <a:lnTo>
                    <a:pt x="1262" y="243"/>
                  </a:lnTo>
                  <a:lnTo>
                    <a:pt x="1261" y="244"/>
                  </a:lnTo>
                  <a:lnTo>
                    <a:pt x="1259" y="246"/>
                  </a:lnTo>
                  <a:lnTo>
                    <a:pt x="1256" y="246"/>
                  </a:lnTo>
                  <a:lnTo>
                    <a:pt x="1252" y="247"/>
                  </a:lnTo>
                  <a:lnTo>
                    <a:pt x="1252" y="253"/>
                  </a:lnTo>
                  <a:lnTo>
                    <a:pt x="1247" y="253"/>
                  </a:lnTo>
                  <a:lnTo>
                    <a:pt x="1247" y="247"/>
                  </a:lnTo>
                  <a:lnTo>
                    <a:pt x="1239" y="246"/>
                  </a:lnTo>
                  <a:lnTo>
                    <a:pt x="1233" y="243"/>
                  </a:lnTo>
                  <a:lnTo>
                    <a:pt x="1234" y="240"/>
                  </a:lnTo>
                  <a:lnTo>
                    <a:pt x="1234" y="237"/>
                  </a:lnTo>
                  <a:lnTo>
                    <a:pt x="1234" y="234"/>
                  </a:lnTo>
                  <a:lnTo>
                    <a:pt x="1234" y="232"/>
                  </a:lnTo>
                  <a:lnTo>
                    <a:pt x="1238" y="232"/>
                  </a:lnTo>
                  <a:lnTo>
                    <a:pt x="1238" y="237"/>
                  </a:lnTo>
                  <a:lnTo>
                    <a:pt x="1239" y="239"/>
                  </a:lnTo>
                  <a:lnTo>
                    <a:pt x="1241" y="240"/>
                  </a:lnTo>
                  <a:lnTo>
                    <a:pt x="1243" y="242"/>
                  </a:lnTo>
                  <a:lnTo>
                    <a:pt x="1247" y="242"/>
                  </a:lnTo>
                  <a:lnTo>
                    <a:pt x="1247" y="224"/>
                  </a:lnTo>
                  <a:lnTo>
                    <a:pt x="1243" y="223"/>
                  </a:lnTo>
                  <a:lnTo>
                    <a:pt x="1238" y="220"/>
                  </a:lnTo>
                  <a:lnTo>
                    <a:pt x="1236" y="216"/>
                  </a:lnTo>
                  <a:lnTo>
                    <a:pt x="1233" y="214"/>
                  </a:lnTo>
                  <a:lnTo>
                    <a:pt x="1233" y="210"/>
                  </a:lnTo>
                  <a:lnTo>
                    <a:pt x="1233" y="206"/>
                  </a:lnTo>
                  <a:lnTo>
                    <a:pt x="1234" y="202"/>
                  </a:lnTo>
                  <a:lnTo>
                    <a:pt x="1237" y="201"/>
                  </a:lnTo>
                  <a:lnTo>
                    <a:pt x="1239" y="198"/>
                  </a:lnTo>
                  <a:lnTo>
                    <a:pt x="1242" y="197"/>
                  </a:lnTo>
                  <a:lnTo>
                    <a:pt x="1247" y="197"/>
                  </a:lnTo>
                  <a:lnTo>
                    <a:pt x="1247" y="190"/>
                  </a:lnTo>
                  <a:close/>
                  <a:moveTo>
                    <a:pt x="740" y="187"/>
                  </a:moveTo>
                  <a:lnTo>
                    <a:pt x="776" y="187"/>
                  </a:lnTo>
                  <a:lnTo>
                    <a:pt x="776" y="260"/>
                  </a:lnTo>
                  <a:lnTo>
                    <a:pt x="740" y="260"/>
                  </a:lnTo>
                  <a:lnTo>
                    <a:pt x="740" y="187"/>
                  </a:lnTo>
                  <a:close/>
                  <a:moveTo>
                    <a:pt x="517" y="187"/>
                  </a:moveTo>
                  <a:lnTo>
                    <a:pt x="554" y="187"/>
                  </a:lnTo>
                  <a:lnTo>
                    <a:pt x="554" y="260"/>
                  </a:lnTo>
                  <a:lnTo>
                    <a:pt x="517" y="260"/>
                  </a:lnTo>
                  <a:lnTo>
                    <a:pt x="517" y="187"/>
                  </a:lnTo>
                  <a:close/>
                  <a:moveTo>
                    <a:pt x="1323" y="186"/>
                  </a:moveTo>
                  <a:lnTo>
                    <a:pt x="1325" y="190"/>
                  </a:lnTo>
                  <a:lnTo>
                    <a:pt x="1307" y="193"/>
                  </a:lnTo>
                  <a:lnTo>
                    <a:pt x="1306" y="191"/>
                  </a:lnTo>
                  <a:lnTo>
                    <a:pt x="1323" y="186"/>
                  </a:lnTo>
                  <a:close/>
                  <a:moveTo>
                    <a:pt x="2400" y="184"/>
                  </a:moveTo>
                  <a:lnTo>
                    <a:pt x="2400" y="186"/>
                  </a:lnTo>
                  <a:lnTo>
                    <a:pt x="2400" y="187"/>
                  </a:lnTo>
                  <a:lnTo>
                    <a:pt x="2401" y="188"/>
                  </a:lnTo>
                  <a:lnTo>
                    <a:pt x="2404" y="191"/>
                  </a:lnTo>
                  <a:lnTo>
                    <a:pt x="2406" y="195"/>
                  </a:lnTo>
                  <a:lnTo>
                    <a:pt x="2407" y="197"/>
                  </a:lnTo>
                  <a:lnTo>
                    <a:pt x="2410" y="200"/>
                  </a:lnTo>
                  <a:lnTo>
                    <a:pt x="2411" y="201"/>
                  </a:lnTo>
                  <a:lnTo>
                    <a:pt x="2433" y="225"/>
                  </a:lnTo>
                  <a:lnTo>
                    <a:pt x="2435" y="226"/>
                  </a:lnTo>
                  <a:lnTo>
                    <a:pt x="2438" y="229"/>
                  </a:lnTo>
                  <a:lnTo>
                    <a:pt x="2440" y="232"/>
                  </a:lnTo>
                  <a:lnTo>
                    <a:pt x="2444" y="233"/>
                  </a:lnTo>
                  <a:lnTo>
                    <a:pt x="2447" y="234"/>
                  </a:lnTo>
                  <a:lnTo>
                    <a:pt x="2448" y="234"/>
                  </a:lnTo>
                  <a:lnTo>
                    <a:pt x="2449" y="234"/>
                  </a:lnTo>
                  <a:lnTo>
                    <a:pt x="2448" y="233"/>
                  </a:lnTo>
                  <a:lnTo>
                    <a:pt x="2447" y="232"/>
                  </a:lnTo>
                  <a:lnTo>
                    <a:pt x="2446" y="229"/>
                  </a:lnTo>
                  <a:lnTo>
                    <a:pt x="2444" y="226"/>
                  </a:lnTo>
                  <a:lnTo>
                    <a:pt x="2443" y="223"/>
                  </a:lnTo>
                  <a:lnTo>
                    <a:pt x="2442" y="219"/>
                  </a:lnTo>
                  <a:lnTo>
                    <a:pt x="2440" y="214"/>
                  </a:lnTo>
                  <a:lnTo>
                    <a:pt x="2440" y="204"/>
                  </a:lnTo>
                  <a:lnTo>
                    <a:pt x="2440" y="200"/>
                  </a:lnTo>
                  <a:lnTo>
                    <a:pt x="2439" y="197"/>
                  </a:lnTo>
                  <a:lnTo>
                    <a:pt x="2435" y="195"/>
                  </a:lnTo>
                  <a:lnTo>
                    <a:pt x="2433" y="192"/>
                  </a:lnTo>
                  <a:lnTo>
                    <a:pt x="2429" y="192"/>
                  </a:lnTo>
                  <a:lnTo>
                    <a:pt x="2421" y="192"/>
                  </a:lnTo>
                  <a:lnTo>
                    <a:pt x="2410" y="191"/>
                  </a:lnTo>
                  <a:lnTo>
                    <a:pt x="2402" y="187"/>
                  </a:lnTo>
                  <a:lnTo>
                    <a:pt x="2400" y="184"/>
                  </a:lnTo>
                  <a:close/>
                  <a:moveTo>
                    <a:pt x="1166" y="183"/>
                  </a:moveTo>
                  <a:lnTo>
                    <a:pt x="1194" y="191"/>
                  </a:lnTo>
                  <a:lnTo>
                    <a:pt x="1194" y="193"/>
                  </a:lnTo>
                  <a:lnTo>
                    <a:pt x="1166" y="186"/>
                  </a:lnTo>
                  <a:lnTo>
                    <a:pt x="1166" y="183"/>
                  </a:lnTo>
                  <a:close/>
                  <a:moveTo>
                    <a:pt x="1618" y="182"/>
                  </a:moveTo>
                  <a:lnTo>
                    <a:pt x="1619" y="183"/>
                  </a:lnTo>
                  <a:lnTo>
                    <a:pt x="1619" y="183"/>
                  </a:lnTo>
                  <a:lnTo>
                    <a:pt x="1619" y="186"/>
                  </a:lnTo>
                  <a:lnTo>
                    <a:pt x="1619" y="187"/>
                  </a:lnTo>
                  <a:lnTo>
                    <a:pt x="1619" y="187"/>
                  </a:lnTo>
                  <a:lnTo>
                    <a:pt x="1619" y="188"/>
                  </a:lnTo>
                  <a:lnTo>
                    <a:pt x="1619" y="188"/>
                  </a:lnTo>
                  <a:lnTo>
                    <a:pt x="1606" y="204"/>
                  </a:lnTo>
                  <a:lnTo>
                    <a:pt x="1596" y="215"/>
                  </a:lnTo>
                  <a:lnTo>
                    <a:pt x="1595" y="216"/>
                  </a:lnTo>
                  <a:lnTo>
                    <a:pt x="1592" y="219"/>
                  </a:lnTo>
                  <a:lnTo>
                    <a:pt x="1591" y="220"/>
                  </a:lnTo>
                  <a:lnTo>
                    <a:pt x="1590" y="221"/>
                  </a:lnTo>
                  <a:lnTo>
                    <a:pt x="1588" y="220"/>
                  </a:lnTo>
                  <a:lnTo>
                    <a:pt x="1588" y="220"/>
                  </a:lnTo>
                  <a:lnTo>
                    <a:pt x="1586" y="219"/>
                  </a:lnTo>
                  <a:lnTo>
                    <a:pt x="1583" y="216"/>
                  </a:lnTo>
                  <a:lnTo>
                    <a:pt x="1582" y="209"/>
                  </a:lnTo>
                  <a:lnTo>
                    <a:pt x="1582" y="205"/>
                  </a:lnTo>
                  <a:lnTo>
                    <a:pt x="1582" y="202"/>
                  </a:lnTo>
                  <a:lnTo>
                    <a:pt x="1582" y="201"/>
                  </a:lnTo>
                  <a:lnTo>
                    <a:pt x="1582" y="200"/>
                  </a:lnTo>
                  <a:lnTo>
                    <a:pt x="1583" y="197"/>
                  </a:lnTo>
                  <a:lnTo>
                    <a:pt x="1583" y="197"/>
                  </a:lnTo>
                  <a:lnTo>
                    <a:pt x="1586" y="195"/>
                  </a:lnTo>
                  <a:lnTo>
                    <a:pt x="1588" y="195"/>
                  </a:lnTo>
                  <a:lnTo>
                    <a:pt x="1588" y="195"/>
                  </a:lnTo>
                  <a:lnTo>
                    <a:pt x="1590" y="195"/>
                  </a:lnTo>
                  <a:lnTo>
                    <a:pt x="1590" y="195"/>
                  </a:lnTo>
                  <a:lnTo>
                    <a:pt x="1591" y="196"/>
                  </a:lnTo>
                  <a:lnTo>
                    <a:pt x="1591" y="197"/>
                  </a:lnTo>
                  <a:lnTo>
                    <a:pt x="1591" y="200"/>
                  </a:lnTo>
                  <a:lnTo>
                    <a:pt x="1591" y="204"/>
                  </a:lnTo>
                  <a:lnTo>
                    <a:pt x="1592" y="205"/>
                  </a:lnTo>
                  <a:lnTo>
                    <a:pt x="1592" y="206"/>
                  </a:lnTo>
                  <a:lnTo>
                    <a:pt x="1593" y="206"/>
                  </a:lnTo>
                  <a:lnTo>
                    <a:pt x="1593" y="206"/>
                  </a:lnTo>
                  <a:lnTo>
                    <a:pt x="1595" y="205"/>
                  </a:lnTo>
                  <a:lnTo>
                    <a:pt x="1596" y="204"/>
                  </a:lnTo>
                  <a:lnTo>
                    <a:pt x="1599" y="201"/>
                  </a:lnTo>
                  <a:lnTo>
                    <a:pt x="1601" y="198"/>
                  </a:lnTo>
                  <a:lnTo>
                    <a:pt x="1602" y="197"/>
                  </a:lnTo>
                  <a:lnTo>
                    <a:pt x="1604" y="195"/>
                  </a:lnTo>
                  <a:lnTo>
                    <a:pt x="1609" y="190"/>
                  </a:lnTo>
                  <a:lnTo>
                    <a:pt x="1613" y="186"/>
                  </a:lnTo>
                  <a:lnTo>
                    <a:pt x="1616" y="183"/>
                  </a:lnTo>
                  <a:lnTo>
                    <a:pt x="1616" y="182"/>
                  </a:lnTo>
                  <a:lnTo>
                    <a:pt x="1618" y="182"/>
                  </a:lnTo>
                  <a:close/>
                  <a:moveTo>
                    <a:pt x="1495" y="181"/>
                  </a:moveTo>
                  <a:lnTo>
                    <a:pt x="1553" y="181"/>
                  </a:lnTo>
                  <a:lnTo>
                    <a:pt x="1553" y="188"/>
                  </a:lnTo>
                  <a:lnTo>
                    <a:pt x="1495" y="188"/>
                  </a:lnTo>
                  <a:lnTo>
                    <a:pt x="1495" y="181"/>
                  </a:lnTo>
                  <a:close/>
                  <a:moveTo>
                    <a:pt x="1180" y="175"/>
                  </a:moveTo>
                  <a:lnTo>
                    <a:pt x="1197" y="183"/>
                  </a:lnTo>
                  <a:lnTo>
                    <a:pt x="1196" y="186"/>
                  </a:lnTo>
                  <a:lnTo>
                    <a:pt x="1178" y="178"/>
                  </a:lnTo>
                  <a:lnTo>
                    <a:pt x="1180" y="175"/>
                  </a:lnTo>
                  <a:close/>
                  <a:moveTo>
                    <a:pt x="415" y="175"/>
                  </a:moveTo>
                  <a:lnTo>
                    <a:pt x="445" y="233"/>
                  </a:lnTo>
                  <a:lnTo>
                    <a:pt x="440" y="235"/>
                  </a:lnTo>
                  <a:lnTo>
                    <a:pt x="415" y="188"/>
                  </a:lnTo>
                  <a:lnTo>
                    <a:pt x="392" y="237"/>
                  </a:lnTo>
                  <a:lnTo>
                    <a:pt x="387" y="234"/>
                  </a:lnTo>
                  <a:lnTo>
                    <a:pt x="415" y="175"/>
                  </a:lnTo>
                  <a:close/>
                  <a:moveTo>
                    <a:pt x="619" y="175"/>
                  </a:moveTo>
                  <a:lnTo>
                    <a:pt x="586" y="196"/>
                  </a:lnTo>
                  <a:lnTo>
                    <a:pt x="568" y="196"/>
                  </a:lnTo>
                  <a:lnTo>
                    <a:pt x="569" y="251"/>
                  </a:lnTo>
                  <a:lnTo>
                    <a:pt x="590" y="252"/>
                  </a:lnTo>
                  <a:lnTo>
                    <a:pt x="590" y="252"/>
                  </a:lnTo>
                  <a:lnTo>
                    <a:pt x="600" y="260"/>
                  </a:lnTo>
                  <a:lnTo>
                    <a:pt x="610" y="267"/>
                  </a:lnTo>
                  <a:lnTo>
                    <a:pt x="620" y="275"/>
                  </a:lnTo>
                  <a:lnTo>
                    <a:pt x="629" y="281"/>
                  </a:lnTo>
                  <a:lnTo>
                    <a:pt x="636" y="285"/>
                  </a:lnTo>
                  <a:lnTo>
                    <a:pt x="638" y="288"/>
                  </a:lnTo>
                  <a:lnTo>
                    <a:pt x="640" y="288"/>
                  </a:lnTo>
                  <a:lnTo>
                    <a:pt x="642" y="289"/>
                  </a:lnTo>
                  <a:lnTo>
                    <a:pt x="645" y="289"/>
                  </a:lnTo>
                  <a:lnTo>
                    <a:pt x="647" y="289"/>
                  </a:lnTo>
                  <a:lnTo>
                    <a:pt x="650" y="289"/>
                  </a:lnTo>
                  <a:lnTo>
                    <a:pt x="651" y="289"/>
                  </a:lnTo>
                  <a:lnTo>
                    <a:pt x="651" y="288"/>
                  </a:lnTo>
                  <a:lnTo>
                    <a:pt x="651" y="285"/>
                  </a:lnTo>
                  <a:lnTo>
                    <a:pt x="633" y="258"/>
                  </a:lnTo>
                  <a:lnTo>
                    <a:pt x="637" y="256"/>
                  </a:lnTo>
                  <a:lnTo>
                    <a:pt x="652" y="280"/>
                  </a:lnTo>
                  <a:lnTo>
                    <a:pt x="655" y="281"/>
                  </a:lnTo>
                  <a:lnTo>
                    <a:pt x="655" y="282"/>
                  </a:lnTo>
                  <a:lnTo>
                    <a:pt x="656" y="284"/>
                  </a:lnTo>
                  <a:lnTo>
                    <a:pt x="659" y="285"/>
                  </a:lnTo>
                  <a:lnTo>
                    <a:pt x="661" y="286"/>
                  </a:lnTo>
                  <a:lnTo>
                    <a:pt x="665" y="286"/>
                  </a:lnTo>
                  <a:lnTo>
                    <a:pt x="666" y="286"/>
                  </a:lnTo>
                  <a:lnTo>
                    <a:pt x="669" y="285"/>
                  </a:lnTo>
                  <a:lnTo>
                    <a:pt x="669" y="285"/>
                  </a:lnTo>
                  <a:lnTo>
                    <a:pt x="670" y="285"/>
                  </a:lnTo>
                  <a:lnTo>
                    <a:pt x="671" y="284"/>
                  </a:lnTo>
                  <a:lnTo>
                    <a:pt x="673" y="282"/>
                  </a:lnTo>
                  <a:lnTo>
                    <a:pt x="673" y="281"/>
                  </a:lnTo>
                  <a:lnTo>
                    <a:pt x="671" y="280"/>
                  </a:lnTo>
                  <a:lnTo>
                    <a:pt x="671" y="279"/>
                  </a:lnTo>
                  <a:lnTo>
                    <a:pt x="654" y="252"/>
                  </a:lnTo>
                  <a:lnTo>
                    <a:pt x="657" y="249"/>
                  </a:lnTo>
                  <a:lnTo>
                    <a:pt x="676" y="277"/>
                  </a:lnTo>
                  <a:lnTo>
                    <a:pt x="678" y="279"/>
                  </a:lnTo>
                  <a:lnTo>
                    <a:pt x="680" y="280"/>
                  </a:lnTo>
                  <a:lnTo>
                    <a:pt x="683" y="281"/>
                  </a:lnTo>
                  <a:lnTo>
                    <a:pt x="687" y="280"/>
                  </a:lnTo>
                  <a:lnTo>
                    <a:pt x="689" y="279"/>
                  </a:lnTo>
                  <a:lnTo>
                    <a:pt x="690" y="277"/>
                  </a:lnTo>
                  <a:lnTo>
                    <a:pt x="692" y="277"/>
                  </a:lnTo>
                  <a:lnTo>
                    <a:pt x="692" y="276"/>
                  </a:lnTo>
                  <a:lnTo>
                    <a:pt x="692" y="275"/>
                  </a:lnTo>
                  <a:lnTo>
                    <a:pt x="692" y="274"/>
                  </a:lnTo>
                  <a:lnTo>
                    <a:pt x="692" y="274"/>
                  </a:lnTo>
                  <a:lnTo>
                    <a:pt x="673" y="246"/>
                  </a:lnTo>
                  <a:lnTo>
                    <a:pt x="676" y="243"/>
                  </a:lnTo>
                  <a:lnTo>
                    <a:pt x="696" y="271"/>
                  </a:lnTo>
                  <a:lnTo>
                    <a:pt x="699" y="274"/>
                  </a:lnTo>
                  <a:lnTo>
                    <a:pt x="701" y="274"/>
                  </a:lnTo>
                  <a:lnTo>
                    <a:pt x="703" y="274"/>
                  </a:lnTo>
                  <a:lnTo>
                    <a:pt x="704" y="275"/>
                  </a:lnTo>
                  <a:lnTo>
                    <a:pt x="706" y="274"/>
                  </a:lnTo>
                  <a:lnTo>
                    <a:pt x="708" y="274"/>
                  </a:lnTo>
                  <a:lnTo>
                    <a:pt x="710" y="272"/>
                  </a:lnTo>
                  <a:lnTo>
                    <a:pt x="710" y="271"/>
                  </a:lnTo>
                  <a:lnTo>
                    <a:pt x="711" y="268"/>
                  </a:lnTo>
                  <a:lnTo>
                    <a:pt x="711" y="266"/>
                  </a:lnTo>
                  <a:lnTo>
                    <a:pt x="711" y="263"/>
                  </a:lnTo>
                  <a:lnTo>
                    <a:pt x="708" y="258"/>
                  </a:lnTo>
                  <a:lnTo>
                    <a:pt x="669" y="206"/>
                  </a:lnTo>
                  <a:lnTo>
                    <a:pt x="659" y="200"/>
                  </a:lnTo>
                  <a:lnTo>
                    <a:pt x="637" y="201"/>
                  </a:lnTo>
                  <a:lnTo>
                    <a:pt x="620" y="207"/>
                  </a:lnTo>
                  <a:lnTo>
                    <a:pt x="614" y="209"/>
                  </a:lnTo>
                  <a:lnTo>
                    <a:pt x="610" y="209"/>
                  </a:lnTo>
                  <a:lnTo>
                    <a:pt x="608" y="209"/>
                  </a:lnTo>
                  <a:lnTo>
                    <a:pt x="605" y="207"/>
                  </a:lnTo>
                  <a:lnTo>
                    <a:pt x="603" y="206"/>
                  </a:lnTo>
                  <a:lnTo>
                    <a:pt x="601" y="205"/>
                  </a:lnTo>
                  <a:lnTo>
                    <a:pt x="601" y="202"/>
                  </a:lnTo>
                  <a:lnTo>
                    <a:pt x="601" y="202"/>
                  </a:lnTo>
                  <a:lnTo>
                    <a:pt x="601" y="201"/>
                  </a:lnTo>
                  <a:lnTo>
                    <a:pt x="631" y="178"/>
                  </a:lnTo>
                  <a:lnTo>
                    <a:pt x="619" y="175"/>
                  </a:lnTo>
                  <a:close/>
                  <a:moveTo>
                    <a:pt x="1600" y="172"/>
                  </a:moveTo>
                  <a:lnTo>
                    <a:pt x="1588" y="174"/>
                  </a:lnTo>
                  <a:lnTo>
                    <a:pt x="1578" y="181"/>
                  </a:lnTo>
                  <a:lnTo>
                    <a:pt x="1572" y="191"/>
                  </a:lnTo>
                  <a:lnTo>
                    <a:pt x="1569" y="202"/>
                  </a:lnTo>
                  <a:lnTo>
                    <a:pt x="1572" y="214"/>
                  </a:lnTo>
                  <a:lnTo>
                    <a:pt x="1578" y="224"/>
                  </a:lnTo>
                  <a:lnTo>
                    <a:pt x="1588" y="230"/>
                  </a:lnTo>
                  <a:lnTo>
                    <a:pt x="1600" y="233"/>
                  </a:lnTo>
                  <a:lnTo>
                    <a:pt x="1611" y="230"/>
                  </a:lnTo>
                  <a:lnTo>
                    <a:pt x="1622" y="224"/>
                  </a:lnTo>
                  <a:lnTo>
                    <a:pt x="1628" y="214"/>
                  </a:lnTo>
                  <a:lnTo>
                    <a:pt x="1630" y="202"/>
                  </a:lnTo>
                  <a:lnTo>
                    <a:pt x="1628" y="191"/>
                  </a:lnTo>
                  <a:lnTo>
                    <a:pt x="1622" y="181"/>
                  </a:lnTo>
                  <a:lnTo>
                    <a:pt x="1611" y="174"/>
                  </a:lnTo>
                  <a:lnTo>
                    <a:pt x="1600" y="172"/>
                  </a:lnTo>
                  <a:close/>
                  <a:moveTo>
                    <a:pt x="1330" y="172"/>
                  </a:moveTo>
                  <a:lnTo>
                    <a:pt x="1331" y="174"/>
                  </a:lnTo>
                  <a:lnTo>
                    <a:pt x="1304" y="186"/>
                  </a:lnTo>
                  <a:lnTo>
                    <a:pt x="1303" y="183"/>
                  </a:lnTo>
                  <a:lnTo>
                    <a:pt x="1330" y="172"/>
                  </a:lnTo>
                  <a:close/>
                  <a:moveTo>
                    <a:pt x="618" y="170"/>
                  </a:moveTo>
                  <a:lnTo>
                    <a:pt x="638" y="174"/>
                  </a:lnTo>
                  <a:lnTo>
                    <a:pt x="671" y="174"/>
                  </a:lnTo>
                  <a:lnTo>
                    <a:pt x="711" y="193"/>
                  </a:lnTo>
                  <a:lnTo>
                    <a:pt x="731" y="193"/>
                  </a:lnTo>
                  <a:lnTo>
                    <a:pt x="731" y="254"/>
                  </a:lnTo>
                  <a:lnTo>
                    <a:pt x="715" y="263"/>
                  </a:lnTo>
                  <a:lnTo>
                    <a:pt x="715" y="268"/>
                  </a:lnTo>
                  <a:lnTo>
                    <a:pt x="715" y="271"/>
                  </a:lnTo>
                  <a:lnTo>
                    <a:pt x="715" y="274"/>
                  </a:lnTo>
                  <a:lnTo>
                    <a:pt x="712" y="275"/>
                  </a:lnTo>
                  <a:lnTo>
                    <a:pt x="710" y="277"/>
                  </a:lnTo>
                  <a:lnTo>
                    <a:pt x="707" y="279"/>
                  </a:lnTo>
                  <a:lnTo>
                    <a:pt x="704" y="279"/>
                  </a:lnTo>
                  <a:lnTo>
                    <a:pt x="703" y="279"/>
                  </a:lnTo>
                  <a:lnTo>
                    <a:pt x="701" y="279"/>
                  </a:lnTo>
                  <a:lnTo>
                    <a:pt x="698" y="277"/>
                  </a:lnTo>
                  <a:lnTo>
                    <a:pt x="698" y="277"/>
                  </a:lnTo>
                  <a:lnTo>
                    <a:pt x="697" y="277"/>
                  </a:lnTo>
                  <a:lnTo>
                    <a:pt x="696" y="276"/>
                  </a:lnTo>
                  <a:lnTo>
                    <a:pt x="696" y="279"/>
                  </a:lnTo>
                  <a:lnTo>
                    <a:pt x="696" y="280"/>
                  </a:lnTo>
                  <a:lnTo>
                    <a:pt x="694" y="281"/>
                  </a:lnTo>
                  <a:lnTo>
                    <a:pt x="692" y="282"/>
                  </a:lnTo>
                  <a:lnTo>
                    <a:pt x="690" y="284"/>
                  </a:lnTo>
                  <a:lnTo>
                    <a:pt x="689" y="284"/>
                  </a:lnTo>
                  <a:lnTo>
                    <a:pt x="684" y="285"/>
                  </a:lnTo>
                  <a:lnTo>
                    <a:pt x="680" y="285"/>
                  </a:lnTo>
                  <a:lnTo>
                    <a:pt x="676" y="284"/>
                  </a:lnTo>
                  <a:lnTo>
                    <a:pt x="676" y="284"/>
                  </a:lnTo>
                  <a:lnTo>
                    <a:pt x="675" y="286"/>
                  </a:lnTo>
                  <a:lnTo>
                    <a:pt x="673" y="288"/>
                  </a:lnTo>
                  <a:lnTo>
                    <a:pt x="671" y="289"/>
                  </a:lnTo>
                  <a:lnTo>
                    <a:pt x="668" y="290"/>
                  </a:lnTo>
                  <a:lnTo>
                    <a:pt x="665" y="291"/>
                  </a:lnTo>
                  <a:lnTo>
                    <a:pt x="660" y="290"/>
                  </a:lnTo>
                  <a:lnTo>
                    <a:pt x="656" y="289"/>
                  </a:lnTo>
                  <a:lnTo>
                    <a:pt x="655" y="291"/>
                  </a:lnTo>
                  <a:lnTo>
                    <a:pt x="652" y="293"/>
                  </a:lnTo>
                  <a:lnTo>
                    <a:pt x="651" y="294"/>
                  </a:lnTo>
                  <a:lnTo>
                    <a:pt x="647" y="294"/>
                  </a:lnTo>
                  <a:lnTo>
                    <a:pt x="645" y="294"/>
                  </a:lnTo>
                  <a:lnTo>
                    <a:pt x="641" y="293"/>
                  </a:lnTo>
                  <a:lnTo>
                    <a:pt x="638" y="291"/>
                  </a:lnTo>
                  <a:lnTo>
                    <a:pt x="637" y="291"/>
                  </a:lnTo>
                  <a:lnTo>
                    <a:pt x="636" y="290"/>
                  </a:lnTo>
                  <a:lnTo>
                    <a:pt x="633" y="289"/>
                  </a:lnTo>
                  <a:lnTo>
                    <a:pt x="629" y="286"/>
                  </a:lnTo>
                  <a:lnTo>
                    <a:pt x="627" y="288"/>
                  </a:lnTo>
                  <a:lnTo>
                    <a:pt x="624" y="289"/>
                  </a:lnTo>
                  <a:lnTo>
                    <a:pt x="622" y="290"/>
                  </a:lnTo>
                  <a:lnTo>
                    <a:pt x="620" y="291"/>
                  </a:lnTo>
                  <a:lnTo>
                    <a:pt x="618" y="291"/>
                  </a:lnTo>
                  <a:lnTo>
                    <a:pt x="615" y="290"/>
                  </a:lnTo>
                  <a:lnTo>
                    <a:pt x="613" y="290"/>
                  </a:lnTo>
                  <a:lnTo>
                    <a:pt x="611" y="289"/>
                  </a:lnTo>
                  <a:lnTo>
                    <a:pt x="610" y="288"/>
                  </a:lnTo>
                  <a:lnTo>
                    <a:pt x="609" y="285"/>
                  </a:lnTo>
                  <a:lnTo>
                    <a:pt x="608" y="284"/>
                  </a:lnTo>
                  <a:lnTo>
                    <a:pt x="608" y="282"/>
                  </a:lnTo>
                  <a:lnTo>
                    <a:pt x="608" y="281"/>
                  </a:lnTo>
                  <a:lnTo>
                    <a:pt x="606" y="281"/>
                  </a:lnTo>
                  <a:lnTo>
                    <a:pt x="604" y="281"/>
                  </a:lnTo>
                  <a:lnTo>
                    <a:pt x="601" y="282"/>
                  </a:lnTo>
                  <a:lnTo>
                    <a:pt x="599" y="282"/>
                  </a:lnTo>
                  <a:lnTo>
                    <a:pt x="596" y="281"/>
                  </a:lnTo>
                  <a:lnTo>
                    <a:pt x="595" y="280"/>
                  </a:lnTo>
                  <a:lnTo>
                    <a:pt x="592" y="277"/>
                  </a:lnTo>
                  <a:lnTo>
                    <a:pt x="592" y="275"/>
                  </a:lnTo>
                  <a:lnTo>
                    <a:pt x="592" y="274"/>
                  </a:lnTo>
                  <a:lnTo>
                    <a:pt x="592" y="271"/>
                  </a:lnTo>
                  <a:lnTo>
                    <a:pt x="592" y="270"/>
                  </a:lnTo>
                  <a:lnTo>
                    <a:pt x="592" y="267"/>
                  </a:lnTo>
                  <a:lnTo>
                    <a:pt x="591" y="267"/>
                  </a:lnTo>
                  <a:lnTo>
                    <a:pt x="591" y="267"/>
                  </a:lnTo>
                  <a:lnTo>
                    <a:pt x="590" y="268"/>
                  </a:lnTo>
                  <a:lnTo>
                    <a:pt x="587" y="270"/>
                  </a:lnTo>
                  <a:lnTo>
                    <a:pt x="586" y="270"/>
                  </a:lnTo>
                  <a:lnTo>
                    <a:pt x="583" y="271"/>
                  </a:lnTo>
                  <a:lnTo>
                    <a:pt x="582" y="271"/>
                  </a:lnTo>
                  <a:lnTo>
                    <a:pt x="580" y="271"/>
                  </a:lnTo>
                  <a:lnTo>
                    <a:pt x="577" y="270"/>
                  </a:lnTo>
                  <a:lnTo>
                    <a:pt x="576" y="267"/>
                  </a:lnTo>
                  <a:lnTo>
                    <a:pt x="575" y="265"/>
                  </a:lnTo>
                  <a:lnTo>
                    <a:pt x="575" y="263"/>
                  </a:lnTo>
                  <a:lnTo>
                    <a:pt x="573" y="261"/>
                  </a:lnTo>
                  <a:lnTo>
                    <a:pt x="575" y="258"/>
                  </a:lnTo>
                  <a:lnTo>
                    <a:pt x="575" y="256"/>
                  </a:lnTo>
                  <a:lnTo>
                    <a:pt x="564" y="254"/>
                  </a:lnTo>
                  <a:lnTo>
                    <a:pt x="563" y="191"/>
                  </a:lnTo>
                  <a:lnTo>
                    <a:pt x="585" y="192"/>
                  </a:lnTo>
                  <a:lnTo>
                    <a:pt x="618" y="170"/>
                  </a:lnTo>
                  <a:close/>
                  <a:moveTo>
                    <a:pt x="2093" y="169"/>
                  </a:moveTo>
                  <a:lnTo>
                    <a:pt x="2090" y="170"/>
                  </a:lnTo>
                  <a:lnTo>
                    <a:pt x="2088" y="172"/>
                  </a:lnTo>
                  <a:lnTo>
                    <a:pt x="2063" y="200"/>
                  </a:lnTo>
                  <a:lnTo>
                    <a:pt x="2061" y="205"/>
                  </a:lnTo>
                  <a:lnTo>
                    <a:pt x="2060" y="209"/>
                  </a:lnTo>
                  <a:lnTo>
                    <a:pt x="2058" y="214"/>
                  </a:lnTo>
                  <a:lnTo>
                    <a:pt x="2060" y="220"/>
                  </a:lnTo>
                  <a:lnTo>
                    <a:pt x="2062" y="225"/>
                  </a:lnTo>
                  <a:lnTo>
                    <a:pt x="2066" y="230"/>
                  </a:lnTo>
                  <a:lnTo>
                    <a:pt x="2069" y="232"/>
                  </a:lnTo>
                  <a:lnTo>
                    <a:pt x="2070" y="232"/>
                  </a:lnTo>
                  <a:lnTo>
                    <a:pt x="2072" y="230"/>
                  </a:lnTo>
                  <a:lnTo>
                    <a:pt x="2074" y="229"/>
                  </a:lnTo>
                  <a:lnTo>
                    <a:pt x="2074" y="228"/>
                  </a:lnTo>
                  <a:lnTo>
                    <a:pt x="2074" y="225"/>
                  </a:lnTo>
                  <a:lnTo>
                    <a:pt x="2072" y="223"/>
                  </a:lnTo>
                  <a:lnTo>
                    <a:pt x="2070" y="220"/>
                  </a:lnTo>
                  <a:lnTo>
                    <a:pt x="2069" y="218"/>
                  </a:lnTo>
                  <a:lnTo>
                    <a:pt x="2069" y="214"/>
                  </a:lnTo>
                  <a:lnTo>
                    <a:pt x="2069" y="210"/>
                  </a:lnTo>
                  <a:lnTo>
                    <a:pt x="2071" y="206"/>
                  </a:lnTo>
                  <a:lnTo>
                    <a:pt x="2095" y="178"/>
                  </a:lnTo>
                  <a:lnTo>
                    <a:pt x="2097" y="175"/>
                  </a:lnTo>
                  <a:lnTo>
                    <a:pt x="2097" y="173"/>
                  </a:lnTo>
                  <a:lnTo>
                    <a:pt x="2094" y="170"/>
                  </a:lnTo>
                  <a:lnTo>
                    <a:pt x="2093" y="169"/>
                  </a:lnTo>
                  <a:close/>
                  <a:moveTo>
                    <a:pt x="968" y="169"/>
                  </a:moveTo>
                  <a:lnTo>
                    <a:pt x="950" y="178"/>
                  </a:lnTo>
                  <a:lnTo>
                    <a:pt x="935" y="191"/>
                  </a:lnTo>
                  <a:lnTo>
                    <a:pt x="939" y="197"/>
                  </a:lnTo>
                  <a:lnTo>
                    <a:pt x="954" y="197"/>
                  </a:lnTo>
                  <a:lnTo>
                    <a:pt x="960" y="183"/>
                  </a:lnTo>
                  <a:lnTo>
                    <a:pt x="968" y="169"/>
                  </a:lnTo>
                  <a:close/>
                  <a:moveTo>
                    <a:pt x="1018" y="168"/>
                  </a:moveTo>
                  <a:lnTo>
                    <a:pt x="1027" y="182"/>
                  </a:lnTo>
                  <a:lnTo>
                    <a:pt x="1033" y="197"/>
                  </a:lnTo>
                  <a:lnTo>
                    <a:pt x="1059" y="197"/>
                  </a:lnTo>
                  <a:lnTo>
                    <a:pt x="1047" y="186"/>
                  </a:lnTo>
                  <a:lnTo>
                    <a:pt x="1034" y="175"/>
                  </a:lnTo>
                  <a:lnTo>
                    <a:pt x="1018" y="168"/>
                  </a:lnTo>
                  <a:close/>
                  <a:moveTo>
                    <a:pt x="1316" y="167"/>
                  </a:moveTo>
                  <a:lnTo>
                    <a:pt x="1317" y="169"/>
                  </a:lnTo>
                  <a:lnTo>
                    <a:pt x="1301" y="177"/>
                  </a:lnTo>
                  <a:lnTo>
                    <a:pt x="1299" y="174"/>
                  </a:lnTo>
                  <a:lnTo>
                    <a:pt x="1316" y="167"/>
                  </a:lnTo>
                  <a:close/>
                  <a:moveTo>
                    <a:pt x="999" y="164"/>
                  </a:moveTo>
                  <a:lnTo>
                    <a:pt x="999" y="197"/>
                  </a:lnTo>
                  <a:lnTo>
                    <a:pt x="1024" y="197"/>
                  </a:lnTo>
                  <a:lnTo>
                    <a:pt x="1017" y="181"/>
                  </a:lnTo>
                  <a:lnTo>
                    <a:pt x="1006" y="165"/>
                  </a:lnTo>
                  <a:lnTo>
                    <a:pt x="999" y="164"/>
                  </a:lnTo>
                  <a:close/>
                  <a:moveTo>
                    <a:pt x="990" y="164"/>
                  </a:moveTo>
                  <a:lnTo>
                    <a:pt x="980" y="165"/>
                  </a:lnTo>
                  <a:lnTo>
                    <a:pt x="969" y="181"/>
                  </a:lnTo>
                  <a:lnTo>
                    <a:pt x="962" y="197"/>
                  </a:lnTo>
                  <a:lnTo>
                    <a:pt x="990" y="197"/>
                  </a:lnTo>
                  <a:lnTo>
                    <a:pt x="990" y="164"/>
                  </a:lnTo>
                  <a:close/>
                  <a:moveTo>
                    <a:pt x="1174" y="161"/>
                  </a:moveTo>
                  <a:lnTo>
                    <a:pt x="1201" y="174"/>
                  </a:lnTo>
                  <a:lnTo>
                    <a:pt x="1200" y="177"/>
                  </a:lnTo>
                  <a:lnTo>
                    <a:pt x="1173" y="164"/>
                  </a:lnTo>
                  <a:lnTo>
                    <a:pt x="1174" y="161"/>
                  </a:lnTo>
                  <a:close/>
                  <a:moveTo>
                    <a:pt x="1250" y="159"/>
                  </a:moveTo>
                  <a:lnTo>
                    <a:pt x="1236" y="163"/>
                  </a:lnTo>
                  <a:lnTo>
                    <a:pt x="1223" y="170"/>
                  </a:lnTo>
                  <a:lnTo>
                    <a:pt x="1213" y="184"/>
                  </a:lnTo>
                  <a:lnTo>
                    <a:pt x="1206" y="200"/>
                  </a:lnTo>
                  <a:lnTo>
                    <a:pt x="1205" y="219"/>
                  </a:lnTo>
                  <a:lnTo>
                    <a:pt x="1208" y="239"/>
                  </a:lnTo>
                  <a:lnTo>
                    <a:pt x="1215" y="257"/>
                  </a:lnTo>
                  <a:lnTo>
                    <a:pt x="1227" y="271"/>
                  </a:lnTo>
                  <a:lnTo>
                    <a:pt x="1232" y="280"/>
                  </a:lnTo>
                  <a:lnTo>
                    <a:pt x="1269" y="280"/>
                  </a:lnTo>
                  <a:lnTo>
                    <a:pt x="1273" y="271"/>
                  </a:lnTo>
                  <a:lnTo>
                    <a:pt x="1284" y="257"/>
                  </a:lnTo>
                  <a:lnTo>
                    <a:pt x="1293" y="239"/>
                  </a:lnTo>
                  <a:lnTo>
                    <a:pt x="1295" y="219"/>
                  </a:lnTo>
                  <a:lnTo>
                    <a:pt x="1293" y="200"/>
                  </a:lnTo>
                  <a:lnTo>
                    <a:pt x="1287" y="184"/>
                  </a:lnTo>
                  <a:lnTo>
                    <a:pt x="1276" y="170"/>
                  </a:lnTo>
                  <a:lnTo>
                    <a:pt x="1265" y="163"/>
                  </a:lnTo>
                  <a:lnTo>
                    <a:pt x="1250" y="159"/>
                  </a:lnTo>
                  <a:close/>
                  <a:moveTo>
                    <a:pt x="344" y="158"/>
                  </a:moveTo>
                  <a:lnTo>
                    <a:pt x="341" y="159"/>
                  </a:lnTo>
                  <a:lnTo>
                    <a:pt x="339" y="160"/>
                  </a:lnTo>
                  <a:lnTo>
                    <a:pt x="338" y="164"/>
                  </a:lnTo>
                  <a:lnTo>
                    <a:pt x="339" y="167"/>
                  </a:lnTo>
                  <a:lnTo>
                    <a:pt x="341" y="169"/>
                  </a:lnTo>
                  <a:lnTo>
                    <a:pt x="344" y="170"/>
                  </a:lnTo>
                  <a:lnTo>
                    <a:pt x="348" y="169"/>
                  </a:lnTo>
                  <a:lnTo>
                    <a:pt x="350" y="167"/>
                  </a:lnTo>
                  <a:lnTo>
                    <a:pt x="350" y="164"/>
                  </a:lnTo>
                  <a:lnTo>
                    <a:pt x="350" y="160"/>
                  </a:lnTo>
                  <a:lnTo>
                    <a:pt x="348" y="159"/>
                  </a:lnTo>
                  <a:lnTo>
                    <a:pt x="344" y="158"/>
                  </a:lnTo>
                  <a:close/>
                  <a:moveTo>
                    <a:pt x="1190" y="156"/>
                  </a:moveTo>
                  <a:lnTo>
                    <a:pt x="1205" y="168"/>
                  </a:lnTo>
                  <a:lnTo>
                    <a:pt x="1204" y="170"/>
                  </a:lnTo>
                  <a:lnTo>
                    <a:pt x="1188" y="159"/>
                  </a:lnTo>
                  <a:lnTo>
                    <a:pt x="1190" y="156"/>
                  </a:lnTo>
                  <a:close/>
                  <a:moveTo>
                    <a:pt x="995" y="156"/>
                  </a:moveTo>
                  <a:lnTo>
                    <a:pt x="1018" y="159"/>
                  </a:lnTo>
                  <a:lnTo>
                    <a:pt x="1038" y="168"/>
                  </a:lnTo>
                  <a:lnTo>
                    <a:pt x="1056" y="182"/>
                  </a:lnTo>
                  <a:lnTo>
                    <a:pt x="1069" y="200"/>
                  </a:lnTo>
                  <a:lnTo>
                    <a:pt x="1078" y="220"/>
                  </a:lnTo>
                  <a:lnTo>
                    <a:pt x="1081" y="243"/>
                  </a:lnTo>
                  <a:lnTo>
                    <a:pt x="1078" y="266"/>
                  </a:lnTo>
                  <a:lnTo>
                    <a:pt x="1069" y="288"/>
                  </a:lnTo>
                  <a:lnTo>
                    <a:pt x="1056" y="305"/>
                  </a:lnTo>
                  <a:lnTo>
                    <a:pt x="1038" y="318"/>
                  </a:lnTo>
                  <a:lnTo>
                    <a:pt x="1018" y="327"/>
                  </a:lnTo>
                  <a:lnTo>
                    <a:pt x="995" y="331"/>
                  </a:lnTo>
                  <a:lnTo>
                    <a:pt x="972" y="327"/>
                  </a:lnTo>
                  <a:lnTo>
                    <a:pt x="950" y="318"/>
                  </a:lnTo>
                  <a:lnTo>
                    <a:pt x="934" y="305"/>
                  </a:lnTo>
                  <a:lnTo>
                    <a:pt x="939" y="312"/>
                  </a:lnTo>
                  <a:lnTo>
                    <a:pt x="946" y="318"/>
                  </a:lnTo>
                  <a:lnTo>
                    <a:pt x="921" y="308"/>
                  </a:lnTo>
                  <a:lnTo>
                    <a:pt x="903" y="296"/>
                  </a:lnTo>
                  <a:lnTo>
                    <a:pt x="889" y="284"/>
                  </a:lnTo>
                  <a:lnTo>
                    <a:pt x="880" y="270"/>
                  </a:lnTo>
                  <a:lnTo>
                    <a:pt x="875" y="256"/>
                  </a:lnTo>
                  <a:lnTo>
                    <a:pt x="874" y="242"/>
                  </a:lnTo>
                  <a:lnTo>
                    <a:pt x="875" y="228"/>
                  </a:lnTo>
                  <a:lnTo>
                    <a:pt x="879" y="215"/>
                  </a:lnTo>
                  <a:lnTo>
                    <a:pt x="846" y="205"/>
                  </a:lnTo>
                  <a:lnTo>
                    <a:pt x="921" y="165"/>
                  </a:lnTo>
                  <a:lnTo>
                    <a:pt x="931" y="183"/>
                  </a:lnTo>
                  <a:lnTo>
                    <a:pt x="949" y="169"/>
                  </a:lnTo>
                  <a:lnTo>
                    <a:pt x="971" y="160"/>
                  </a:lnTo>
                  <a:lnTo>
                    <a:pt x="995" y="156"/>
                  </a:lnTo>
                  <a:close/>
                  <a:moveTo>
                    <a:pt x="2093" y="153"/>
                  </a:moveTo>
                  <a:lnTo>
                    <a:pt x="2105" y="169"/>
                  </a:lnTo>
                  <a:lnTo>
                    <a:pt x="2122" y="182"/>
                  </a:lnTo>
                  <a:lnTo>
                    <a:pt x="2140" y="192"/>
                  </a:lnTo>
                  <a:lnTo>
                    <a:pt x="2104" y="234"/>
                  </a:lnTo>
                  <a:lnTo>
                    <a:pt x="2095" y="242"/>
                  </a:lnTo>
                  <a:lnTo>
                    <a:pt x="2084" y="244"/>
                  </a:lnTo>
                  <a:lnTo>
                    <a:pt x="2071" y="243"/>
                  </a:lnTo>
                  <a:lnTo>
                    <a:pt x="2061" y="238"/>
                  </a:lnTo>
                  <a:lnTo>
                    <a:pt x="2053" y="228"/>
                  </a:lnTo>
                  <a:lnTo>
                    <a:pt x="2049" y="216"/>
                  </a:lnTo>
                  <a:lnTo>
                    <a:pt x="2051" y="205"/>
                  </a:lnTo>
                  <a:lnTo>
                    <a:pt x="2057" y="195"/>
                  </a:lnTo>
                  <a:lnTo>
                    <a:pt x="2093" y="153"/>
                  </a:lnTo>
                  <a:close/>
                  <a:moveTo>
                    <a:pt x="1462" y="153"/>
                  </a:moveTo>
                  <a:lnTo>
                    <a:pt x="1462" y="161"/>
                  </a:lnTo>
                  <a:lnTo>
                    <a:pt x="1448" y="173"/>
                  </a:lnTo>
                  <a:lnTo>
                    <a:pt x="1464" y="173"/>
                  </a:lnTo>
                  <a:lnTo>
                    <a:pt x="1464" y="181"/>
                  </a:lnTo>
                  <a:lnTo>
                    <a:pt x="1442" y="181"/>
                  </a:lnTo>
                  <a:lnTo>
                    <a:pt x="1442" y="288"/>
                  </a:lnTo>
                  <a:lnTo>
                    <a:pt x="1442" y="289"/>
                  </a:lnTo>
                  <a:lnTo>
                    <a:pt x="1443" y="289"/>
                  </a:lnTo>
                  <a:lnTo>
                    <a:pt x="1549" y="289"/>
                  </a:lnTo>
                  <a:lnTo>
                    <a:pt x="1550" y="289"/>
                  </a:lnTo>
                  <a:lnTo>
                    <a:pt x="1551" y="288"/>
                  </a:lnTo>
                  <a:lnTo>
                    <a:pt x="1551" y="284"/>
                  </a:lnTo>
                  <a:lnTo>
                    <a:pt x="1558" y="284"/>
                  </a:lnTo>
                  <a:lnTo>
                    <a:pt x="1558" y="288"/>
                  </a:lnTo>
                  <a:lnTo>
                    <a:pt x="1558" y="290"/>
                  </a:lnTo>
                  <a:lnTo>
                    <a:pt x="1555" y="294"/>
                  </a:lnTo>
                  <a:lnTo>
                    <a:pt x="1553" y="295"/>
                  </a:lnTo>
                  <a:lnTo>
                    <a:pt x="1549" y="296"/>
                  </a:lnTo>
                  <a:lnTo>
                    <a:pt x="1443" y="296"/>
                  </a:lnTo>
                  <a:lnTo>
                    <a:pt x="1439" y="295"/>
                  </a:lnTo>
                  <a:lnTo>
                    <a:pt x="1437" y="294"/>
                  </a:lnTo>
                  <a:lnTo>
                    <a:pt x="1436" y="290"/>
                  </a:lnTo>
                  <a:lnTo>
                    <a:pt x="1434" y="288"/>
                  </a:lnTo>
                  <a:lnTo>
                    <a:pt x="1434" y="175"/>
                  </a:lnTo>
                  <a:lnTo>
                    <a:pt x="1462" y="153"/>
                  </a:lnTo>
                  <a:close/>
                  <a:moveTo>
                    <a:pt x="1318" y="151"/>
                  </a:moveTo>
                  <a:lnTo>
                    <a:pt x="1320" y="153"/>
                  </a:lnTo>
                  <a:lnTo>
                    <a:pt x="1295" y="170"/>
                  </a:lnTo>
                  <a:lnTo>
                    <a:pt x="1294" y="168"/>
                  </a:lnTo>
                  <a:lnTo>
                    <a:pt x="1318" y="151"/>
                  </a:lnTo>
                  <a:close/>
                  <a:moveTo>
                    <a:pt x="1250" y="150"/>
                  </a:moveTo>
                  <a:lnTo>
                    <a:pt x="1266" y="154"/>
                  </a:lnTo>
                  <a:lnTo>
                    <a:pt x="1281" y="164"/>
                  </a:lnTo>
                  <a:lnTo>
                    <a:pt x="1293" y="178"/>
                  </a:lnTo>
                  <a:lnTo>
                    <a:pt x="1299" y="197"/>
                  </a:lnTo>
                  <a:lnTo>
                    <a:pt x="1302" y="219"/>
                  </a:lnTo>
                  <a:lnTo>
                    <a:pt x="1299" y="243"/>
                  </a:lnTo>
                  <a:lnTo>
                    <a:pt x="1290" y="262"/>
                  </a:lnTo>
                  <a:lnTo>
                    <a:pt x="1278" y="277"/>
                  </a:lnTo>
                  <a:lnTo>
                    <a:pt x="1275" y="294"/>
                  </a:lnTo>
                  <a:lnTo>
                    <a:pt x="1224" y="294"/>
                  </a:lnTo>
                  <a:lnTo>
                    <a:pt x="1223" y="277"/>
                  </a:lnTo>
                  <a:lnTo>
                    <a:pt x="1209" y="262"/>
                  </a:lnTo>
                  <a:lnTo>
                    <a:pt x="1200" y="243"/>
                  </a:lnTo>
                  <a:lnTo>
                    <a:pt x="1197" y="219"/>
                  </a:lnTo>
                  <a:lnTo>
                    <a:pt x="1200" y="197"/>
                  </a:lnTo>
                  <a:lnTo>
                    <a:pt x="1208" y="178"/>
                  </a:lnTo>
                  <a:lnTo>
                    <a:pt x="1219" y="164"/>
                  </a:lnTo>
                  <a:lnTo>
                    <a:pt x="1233" y="154"/>
                  </a:lnTo>
                  <a:lnTo>
                    <a:pt x="1250" y="150"/>
                  </a:lnTo>
                  <a:close/>
                  <a:moveTo>
                    <a:pt x="2414" y="149"/>
                  </a:moveTo>
                  <a:lnTo>
                    <a:pt x="2539" y="149"/>
                  </a:lnTo>
                  <a:lnTo>
                    <a:pt x="2539" y="161"/>
                  </a:lnTo>
                  <a:lnTo>
                    <a:pt x="2414" y="161"/>
                  </a:lnTo>
                  <a:lnTo>
                    <a:pt x="2414" y="149"/>
                  </a:lnTo>
                  <a:close/>
                  <a:moveTo>
                    <a:pt x="1303" y="149"/>
                  </a:moveTo>
                  <a:lnTo>
                    <a:pt x="1304" y="150"/>
                  </a:lnTo>
                  <a:lnTo>
                    <a:pt x="1290" y="163"/>
                  </a:lnTo>
                  <a:lnTo>
                    <a:pt x="1289" y="160"/>
                  </a:lnTo>
                  <a:lnTo>
                    <a:pt x="1303" y="149"/>
                  </a:lnTo>
                  <a:close/>
                  <a:moveTo>
                    <a:pt x="339" y="141"/>
                  </a:moveTo>
                  <a:lnTo>
                    <a:pt x="376" y="170"/>
                  </a:lnTo>
                  <a:lnTo>
                    <a:pt x="418" y="172"/>
                  </a:lnTo>
                  <a:lnTo>
                    <a:pt x="280" y="196"/>
                  </a:lnTo>
                  <a:lnTo>
                    <a:pt x="322" y="178"/>
                  </a:lnTo>
                  <a:lnTo>
                    <a:pt x="339" y="141"/>
                  </a:lnTo>
                  <a:close/>
                  <a:moveTo>
                    <a:pt x="1190" y="141"/>
                  </a:moveTo>
                  <a:lnTo>
                    <a:pt x="1211" y="160"/>
                  </a:lnTo>
                  <a:lnTo>
                    <a:pt x="1209" y="163"/>
                  </a:lnTo>
                  <a:lnTo>
                    <a:pt x="1187" y="144"/>
                  </a:lnTo>
                  <a:lnTo>
                    <a:pt x="1190" y="141"/>
                  </a:lnTo>
                  <a:close/>
                  <a:moveTo>
                    <a:pt x="1205" y="141"/>
                  </a:moveTo>
                  <a:lnTo>
                    <a:pt x="1218" y="155"/>
                  </a:lnTo>
                  <a:lnTo>
                    <a:pt x="1215" y="156"/>
                  </a:lnTo>
                  <a:lnTo>
                    <a:pt x="1202" y="142"/>
                  </a:lnTo>
                  <a:lnTo>
                    <a:pt x="1205" y="141"/>
                  </a:lnTo>
                  <a:close/>
                  <a:moveTo>
                    <a:pt x="1825" y="141"/>
                  </a:moveTo>
                  <a:lnTo>
                    <a:pt x="1916" y="141"/>
                  </a:lnTo>
                  <a:lnTo>
                    <a:pt x="1920" y="141"/>
                  </a:lnTo>
                  <a:lnTo>
                    <a:pt x="1925" y="144"/>
                  </a:lnTo>
                  <a:lnTo>
                    <a:pt x="1927" y="146"/>
                  </a:lnTo>
                  <a:lnTo>
                    <a:pt x="1930" y="150"/>
                  </a:lnTo>
                  <a:lnTo>
                    <a:pt x="1930" y="154"/>
                  </a:lnTo>
                  <a:lnTo>
                    <a:pt x="1930" y="158"/>
                  </a:lnTo>
                  <a:lnTo>
                    <a:pt x="1927" y="161"/>
                  </a:lnTo>
                  <a:lnTo>
                    <a:pt x="1925" y="164"/>
                  </a:lnTo>
                  <a:lnTo>
                    <a:pt x="1920" y="167"/>
                  </a:lnTo>
                  <a:lnTo>
                    <a:pt x="1916" y="167"/>
                  </a:lnTo>
                  <a:lnTo>
                    <a:pt x="1825" y="167"/>
                  </a:lnTo>
                  <a:lnTo>
                    <a:pt x="1820" y="167"/>
                  </a:lnTo>
                  <a:lnTo>
                    <a:pt x="1816" y="164"/>
                  </a:lnTo>
                  <a:lnTo>
                    <a:pt x="1813" y="161"/>
                  </a:lnTo>
                  <a:lnTo>
                    <a:pt x="1810" y="158"/>
                  </a:lnTo>
                  <a:lnTo>
                    <a:pt x="1810" y="154"/>
                  </a:lnTo>
                  <a:lnTo>
                    <a:pt x="1810" y="150"/>
                  </a:lnTo>
                  <a:lnTo>
                    <a:pt x="1813" y="146"/>
                  </a:lnTo>
                  <a:lnTo>
                    <a:pt x="1816" y="144"/>
                  </a:lnTo>
                  <a:lnTo>
                    <a:pt x="1820" y="141"/>
                  </a:lnTo>
                  <a:lnTo>
                    <a:pt x="1825" y="141"/>
                  </a:lnTo>
                  <a:close/>
                  <a:moveTo>
                    <a:pt x="1285" y="135"/>
                  </a:moveTo>
                  <a:lnTo>
                    <a:pt x="1288" y="136"/>
                  </a:lnTo>
                  <a:lnTo>
                    <a:pt x="1278" y="151"/>
                  </a:lnTo>
                  <a:lnTo>
                    <a:pt x="1275" y="150"/>
                  </a:lnTo>
                  <a:lnTo>
                    <a:pt x="1285" y="135"/>
                  </a:lnTo>
                  <a:close/>
                  <a:moveTo>
                    <a:pt x="1302" y="132"/>
                  </a:moveTo>
                  <a:lnTo>
                    <a:pt x="1303" y="135"/>
                  </a:lnTo>
                  <a:lnTo>
                    <a:pt x="1285" y="156"/>
                  </a:lnTo>
                  <a:lnTo>
                    <a:pt x="1283" y="155"/>
                  </a:lnTo>
                  <a:lnTo>
                    <a:pt x="1302" y="132"/>
                  </a:lnTo>
                  <a:close/>
                  <a:moveTo>
                    <a:pt x="7" y="132"/>
                  </a:moveTo>
                  <a:lnTo>
                    <a:pt x="88" y="132"/>
                  </a:lnTo>
                  <a:lnTo>
                    <a:pt x="91" y="133"/>
                  </a:lnTo>
                  <a:lnTo>
                    <a:pt x="93" y="135"/>
                  </a:lnTo>
                  <a:lnTo>
                    <a:pt x="94" y="137"/>
                  </a:lnTo>
                  <a:lnTo>
                    <a:pt x="94" y="140"/>
                  </a:lnTo>
                  <a:lnTo>
                    <a:pt x="94" y="142"/>
                  </a:lnTo>
                  <a:lnTo>
                    <a:pt x="93" y="145"/>
                  </a:lnTo>
                  <a:lnTo>
                    <a:pt x="91" y="146"/>
                  </a:lnTo>
                  <a:lnTo>
                    <a:pt x="88" y="146"/>
                  </a:lnTo>
                  <a:lnTo>
                    <a:pt x="7" y="146"/>
                  </a:lnTo>
                  <a:lnTo>
                    <a:pt x="4" y="145"/>
                  </a:lnTo>
                  <a:lnTo>
                    <a:pt x="1" y="142"/>
                  </a:lnTo>
                  <a:lnTo>
                    <a:pt x="0" y="140"/>
                  </a:lnTo>
                  <a:lnTo>
                    <a:pt x="0" y="137"/>
                  </a:lnTo>
                  <a:lnTo>
                    <a:pt x="3" y="135"/>
                  </a:lnTo>
                  <a:lnTo>
                    <a:pt x="4" y="133"/>
                  </a:lnTo>
                  <a:lnTo>
                    <a:pt x="7" y="132"/>
                  </a:lnTo>
                  <a:close/>
                  <a:moveTo>
                    <a:pt x="1557" y="130"/>
                  </a:moveTo>
                  <a:lnTo>
                    <a:pt x="1579" y="130"/>
                  </a:lnTo>
                  <a:lnTo>
                    <a:pt x="1579" y="156"/>
                  </a:lnTo>
                  <a:lnTo>
                    <a:pt x="1557" y="156"/>
                  </a:lnTo>
                  <a:lnTo>
                    <a:pt x="1557" y="130"/>
                  </a:lnTo>
                  <a:close/>
                  <a:moveTo>
                    <a:pt x="1224" y="130"/>
                  </a:moveTo>
                  <a:lnTo>
                    <a:pt x="1232" y="146"/>
                  </a:lnTo>
                  <a:lnTo>
                    <a:pt x="1229" y="147"/>
                  </a:lnTo>
                  <a:lnTo>
                    <a:pt x="1222" y="131"/>
                  </a:lnTo>
                  <a:lnTo>
                    <a:pt x="1224" y="130"/>
                  </a:lnTo>
                  <a:close/>
                  <a:moveTo>
                    <a:pt x="1265" y="126"/>
                  </a:moveTo>
                  <a:lnTo>
                    <a:pt x="1267" y="127"/>
                  </a:lnTo>
                  <a:lnTo>
                    <a:pt x="1264" y="145"/>
                  </a:lnTo>
                  <a:lnTo>
                    <a:pt x="1261" y="144"/>
                  </a:lnTo>
                  <a:lnTo>
                    <a:pt x="1265" y="126"/>
                  </a:lnTo>
                  <a:close/>
                  <a:moveTo>
                    <a:pt x="1209" y="126"/>
                  </a:moveTo>
                  <a:lnTo>
                    <a:pt x="1224" y="150"/>
                  </a:lnTo>
                  <a:lnTo>
                    <a:pt x="1222" y="151"/>
                  </a:lnTo>
                  <a:lnTo>
                    <a:pt x="1206" y="127"/>
                  </a:lnTo>
                  <a:lnTo>
                    <a:pt x="1209" y="126"/>
                  </a:lnTo>
                  <a:close/>
                  <a:moveTo>
                    <a:pt x="1246" y="125"/>
                  </a:moveTo>
                  <a:lnTo>
                    <a:pt x="1247" y="144"/>
                  </a:lnTo>
                  <a:lnTo>
                    <a:pt x="1245" y="144"/>
                  </a:lnTo>
                  <a:lnTo>
                    <a:pt x="1243" y="125"/>
                  </a:lnTo>
                  <a:lnTo>
                    <a:pt x="1246" y="125"/>
                  </a:lnTo>
                  <a:close/>
                  <a:moveTo>
                    <a:pt x="1525" y="121"/>
                  </a:moveTo>
                  <a:lnTo>
                    <a:pt x="1492" y="149"/>
                  </a:lnTo>
                  <a:lnTo>
                    <a:pt x="1523" y="149"/>
                  </a:lnTo>
                  <a:lnTo>
                    <a:pt x="1523" y="149"/>
                  </a:lnTo>
                  <a:lnTo>
                    <a:pt x="1525" y="147"/>
                  </a:lnTo>
                  <a:lnTo>
                    <a:pt x="1525" y="121"/>
                  </a:lnTo>
                  <a:close/>
                  <a:moveTo>
                    <a:pt x="2414" y="121"/>
                  </a:moveTo>
                  <a:lnTo>
                    <a:pt x="2539" y="121"/>
                  </a:lnTo>
                  <a:lnTo>
                    <a:pt x="2539" y="132"/>
                  </a:lnTo>
                  <a:lnTo>
                    <a:pt x="2414" y="132"/>
                  </a:lnTo>
                  <a:lnTo>
                    <a:pt x="2414" y="121"/>
                  </a:lnTo>
                  <a:close/>
                  <a:moveTo>
                    <a:pt x="1280" y="119"/>
                  </a:moveTo>
                  <a:lnTo>
                    <a:pt x="1283" y="121"/>
                  </a:lnTo>
                  <a:lnTo>
                    <a:pt x="1271" y="147"/>
                  </a:lnTo>
                  <a:lnTo>
                    <a:pt x="1269" y="146"/>
                  </a:lnTo>
                  <a:lnTo>
                    <a:pt x="1280" y="119"/>
                  </a:lnTo>
                  <a:close/>
                  <a:moveTo>
                    <a:pt x="1531" y="117"/>
                  </a:moveTo>
                  <a:lnTo>
                    <a:pt x="1531" y="147"/>
                  </a:lnTo>
                  <a:lnTo>
                    <a:pt x="1531" y="151"/>
                  </a:lnTo>
                  <a:lnTo>
                    <a:pt x="1529" y="154"/>
                  </a:lnTo>
                  <a:lnTo>
                    <a:pt x="1526" y="155"/>
                  </a:lnTo>
                  <a:lnTo>
                    <a:pt x="1523" y="156"/>
                  </a:lnTo>
                  <a:lnTo>
                    <a:pt x="1485" y="156"/>
                  </a:lnTo>
                  <a:lnTo>
                    <a:pt x="1485" y="262"/>
                  </a:lnTo>
                  <a:lnTo>
                    <a:pt x="1485" y="263"/>
                  </a:lnTo>
                  <a:lnTo>
                    <a:pt x="1487" y="265"/>
                  </a:lnTo>
                  <a:lnTo>
                    <a:pt x="1593" y="265"/>
                  </a:lnTo>
                  <a:lnTo>
                    <a:pt x="1595" y="263"/>
                  </a:lnTo>
                  <a:lnTo>
                    <a:pt x="1595" y="262"/>
                  </a:lnTo>
                  <a:lnTo>
                    <a:pt x="1595" y="239"/>
                  </a:lnTo>
                  <a:lnTo>
                    <a:pt x="1595" y="239"/>
                  </a:lnTo>
                  <a:lnTo>
                    <a:pt x="1582" y="235"/>
                  </a:lnTo>
                  <a:lnTo>
                    <a:pt x="1572" y="226"/>
                  </a:lnTo>
                  <a:lnTo>
                    <a:pt x="1565" y="215"/>
                  </a:lnTo>
                  <a:lnTo>
                    <a:pt x="1563" y="202"/>
                  </a:lnTo>
                  <a:lnTo>
                    <a:pt x="1565" y="190"/>
                  </a:lnTo>
                  <a:lnTo>
                    <a:pt x="1572" y="178"/>
                  </a:lnTo>
                  <a:lnTo>
                    <a:pt x="1582" y="169"/>
                  </a:lnTo>
                  <a:lnTo>
                    <a:pt x="1595" y="165"/>
                  </a:lnTo>
                  <a:lnTo>
                    <a:pt x="1595" y="119"/>
                  </a:lnTo>
                  <a:lnTo>
                    <a:pt x="1595" y="118"/>
                  </a:lnTo>
                  <a:lnTo>
                    <a:pt x="1593" y="117"/>
                  </a:lnTo>
                  <a:lnTo>
                    <a:pt x="1531" y="117"/>
                  </a:lnTo>
                  <a:close/>
                  <a:moveTo>
                    <a:pt x="1232" y="116"/>
                  </a:moveTo>
                  <a:lnTo>
                    <a:pt x="1239" y="144"/>
                  </a:lnTo>
                  <a:lnTo>
                    <a:pt x="1237" y="145"/>
                  </a:lnTo>
                  <a:lnTo>
                    <a:pt x="1229" y="117"/>
                  </a:lnTo>
                  <a:lnTo>
                    <a:pt x="1232" y="116"/>
                  </a:lnTo>
                  <a:close/>
                  <a:moveTo>
                    <a:pt x="1255" y="114"/>
                  </a:moveTo>
                  <a:lnTo>
                    <a:pt x="1257" y="114"/>
                  </a:lnTo>
                  <a:lnTo>
                    <a:pt x="1256" y="144"/>
                  </a:lnTo>
                  <a:lnTo>
                    <a:pt x="1252" y="144"/>
                  </a:lnTo>
                  <a:lnTo>
                    <a:pt x="1255" y="114"/>
                  </a:lnTo>
                  <a:close/>
                  <a:moveTo>
                    <a:pt x="1527" y="111"/>
                  </a:moveTo>
                  <a:lnTo>
                    <a:pt x="1593" y="111"/>
                  </a:lnTo>
                  <a:lnTo>
                    <a:pt x="1596" y="111"/>
                  </a:lnTo>
                  <a:lnTo>
                    <a:pt x="1599" y="113"/>
                  </a:lnTo>
                  <a:lnTo>
                    <a:pt x="1601" y="116"/>
                  </a:lnTo>
                  <a:lnTo>
                    <a:pt x="1601" y="119"/>
                  </a:lnTo>
                  <a:lnTo>
                    <a:pt x="1601" y="165"/>
                  </a:lnTo>
                  <a:lnTo>
                    <a:pt x="1615" y="169"/>
                  </a:lnTo>
                  <a:lnTo>
                    <a:pt x="1627" y="177"/>
                  </a:lnTo>
                  <a:lnTo>
                    <a:pt x="1634" y="188"/>
                  </a:lnTo>
                  <a:lnTo>
                    <a:pt x="1637" y="202"/>
                  </a:lnTo>
                  <a:lnTo>
                    <a:pt x="1634" y="216"/>
                  </a:lnTo>
                  <a:lnTo>
                    <a:pt x="1627" y="228"/>
                  </a:lnTo>
                  <a:lnTo>
                    <a:pt x="1615" y="237"/>
                  </a:lnTo>
                  <a:lnTo>
                    <a:pt x="1601" y="239"/>
                  </a:lnTo>
                  <a:lnTo>
                    <a:pt x="1601" y="262"/>
                  </a:lnTo>
                  <a:lnTo>
                    <a:pt x="1601" y="266"/>
                  </a:lnTo>
                  <a:lnTo>
                    <a:pt x="1599" y="268"/>
                  </a:lnTo>
                  <a:lnTo>
                    <a:pt x="1596" y="271"/>
                  </a:lnTo>
                  <a:lnTo>
                    <a:pt x="1593" y="271"/>
                  </a:lnTo>
                  <a:lnTo>
                    <a:pt x="1487" y="271"/>
                  </a:lnTo>
                  <a:lnTo>
                    <a:pt x="1484" y="271"/>
                  </a:lnTo>
                  <a:lnTo>
                    <a:pt x="1480" y="268"/>
                  </a:lnTo>
                  <a:lnTo>
                    <a:pt x="1479" y="266"/>
                  </a:lnTo>
                  <a:lnTo>
                    <a:pt x="1478" y="262"/>
                  </a:lnTo>
                  <a:lnTo>
                    <a:pt x="1478" y="151"/>
                  </a:lnTo>
                  <a:lnTo>
                    <a:pt x="1527" y="111"/>
                  </a:lnTo>
                  <a:close/>
                  <a:moveTo>
                    <a:pt x="19" y="105"/>
                  </a:moveTo>
                  <a:lnTo>
                    <a:pt x="71" y="105"/>
                  </a:lnTo>
                  <a:lnTo>
                    <a:pt x="75" y="105"/>
                  </a:lnTo>
                  <a:lnTo>
                    <a:pt x="78" y="108"/>
                  </a:lnTo>
                  <a:lnTo>
                    <a:pt x="80" y="111"/>
                  </a:lnTo>
                  <a:lnTo>
                    <a:pt x="80" y="114"/>
                  </a:lnTo>
                  <a:lnTo>
                    <a:pt x="80" y="126"/>
                  </a:lnTo>
                  <a:lnTo>
                    <a:pt x="10" y="126"/>
                  </a:lnTo>
                  <a:lnTo>
                    <a:pt x="10" y="114"/>
                  </a:lnTo>
                  <a:lnTo>
                    <a:pt x="12" y="111"/>
                  </a:lnTo>
                  <a:lnTo>
                    <a:pt x="13" y="108"/>
                  </a:lnTo>
                  <a:lnTo>
                    <a:pt x="17" y="105"/>
                  </a:lnTo>
                  <a:lnTo>
                    <a:pt x="19" y="105"/>
                  </a:lnTo>
                  <a:close/>
                  <a:moveTo>
                    <a:pt x="1818" y="104"/>
                  </a:moveTo>
                  <a:lnTo>
                    <a:pt x="1928" y="104"/>
                  </a:lnTo>
                  <a:lnTo>
                    <a:pt x="1934" y="105"/>
                  </a:lnTo>
                  <a:lnTo>
                    <a:pt x="1937" y="107"/>
                  </a:lnTo>
                  <a:lnTo>
                    <a:pt x="1941" y="109"/>
                  </a:lnTo>
                  <a:lnTo>
                    <a:pt x="1942" y="113"/>
                  </a:lnTo>
                  <a:lnTo>
                    <a:pt x="1944" y="117"/>
                  </a:lnTo>
                  <a:lnTo>
                    <a:pt x="1942" y="122"/>
                  </a:lnTo>
                  <a:lnTo>
                    <a:pt x="1941" y="126"/>
                  </a:lnTo>
                  <a:lnTo>
                    <a:pt x="1937" y="128"/>
                  </a:lnTo>
                  <a:lnTo>
                    <a:pt x="1934" y="130"/>
                  </a:lnTo>
                  <a:lnTo>
                    <a:pt x="1928" y="131"/>
                  </a:lnTo>
                  <a:lnTo>
                    <a:pt x="1818" y="131"/>
                  </a:lnTo>
                  <a:lnTo>
                    <a:pt x="1813" y="130"/>
                  </a:lnTo>
                  <a:lnTo>
                    <a:pt x="1809" y="128"/>
                  </a:lnTo>
                  <a:lnTo>
                    <a:pt x="1805" y="126"/>
                  </a:lnTo>
                  <a:lnTo>
                    <a:pt x="1802" y="122"/>
                  </a:lnTo>
                  <a:lnTo>
                    <a:pt x="1802" y="117"/>
                  </a:lnTo>
                  <a:lnTo>
                    <a:pt x="1802" y="113"/>
                  </a:lnTo>
                  <a:lnTo>
                    <a:pt x="1805" y="109"/>
                  </a:lnTo>
                  <a:lnTo>
                    <a:pt x="1809" y="107"/>
                  </a:lnTo>
                  <a:lnTo>
                    <a:pt x="1813" y="105"/>
                  </a:lnTo>
                  <a:lnTo>
                    <a:pt x="1818" y="104"/>
                  </a:lnTo>
                  <a:close/>
                  <a:moveTo>
                    <a:pt x="1732" y="97"/>
                  </a:moveTo>
                  <a:lnTo>
                    <a:pt x="1779" y="97"/>
                  </a:lnTo>
                  <a:lnTo>
                    <a:pt x="1804" y="182"/>
                  </a:lnTo>
                  <a:lnTo>
                    <a:pt x="1907" y="182"/>
                  </a:lnTo>
                  <a:lnTo>
                    <a:pt x="1912" y="183"/>
                  </a:lnTo>
                  <a:lnTo>
                    <a:pt x="1916" y="186"/>
                  </a:lnTo>
                  <a:lnTo>
                    <a:pt x="1920" y="188"/>
                  </a:lnTo>
                  <a:lnTo>
                    <a:pt x="1922" y="193"/>
                  </a:lnTo>
                  <a:lnTo>
                    <a:pt x="1922" y="198"/>
                  </a:lnTo>
                  <a:lnTo>
                    <a:pt x="1922" y="204"/>
                  </a:lnTo>
                  <a:lnTo>
                    <a:pt x="1920" y="207"/>
                  </a:lnTo>
                  <a:lnTo>
                    <a:pt x="1916" y="211"/>
                  </a:lnTo>
                  <a:lnTo>
                    <a:pt x="1912" y="214"/>
                  </a:lnTo>
                  <a:lnTo>
                    <a:pt x="1907" y="214"/>
                  </a:lnTo>
                  <a:lnTo>
                    <a:pt x="1781" y="214"/>
                  </a:lnTo>
                  <a:lnTo>
                    <a:pt x="1755" y="128"/>
                  </a:lnTo>
                  <a:lnTo>
                    <a:pt x="1732" y="128"/>
                  </a:lnTo>
                  <a:lnTo>
                    <a:pt x="1727" y="127"/>
                  </a:lnTo>
                  <a:lnTo>
                    <a:pt x="1723" y="125"/>
                  </a:lnTo>
                  <a:lnTo>
                    <a:pt x="1720" y="122"/>
                  </a:lnTo>
                  <a:lnTo>
                    <a:pt x="1717" y="117"/>
                  </a:lnTo>
                  <a:lnTo>
                    <a:pt x="1717" y="112"/>
                  </a:lnTo>
                  <a:lnTo>
                    <a:pt x="1717" y="107"/>
                  </a:lnTo>
                  <a:lnTo>
                    <a:pt x="1720" y="103"/>
                  </a:lnTo>
                  <a:lnTo>
                    <a:pt x="1723" y="99"/>
                  </a:lnTo>
                  <a:lnTo>
                    <a:pt x="1727" y="98"/>
                  </a:lnTo>
                  <a:lnTo>
                    <a:pt x="1732" y="97"/>
                  </a:lnTo>
                  <a:close/>
                  <a:moveTo>
                    <a:pt x="2414" y="93"/>
                  </a:moveTo>
                  <a:lnTo>
                    <a:pt x="2539" y="93"/>
                  </a:lnTo>
                  <a:lnTo>
                    <a:pt x="2539" y="104"/>
                  </a:lnTo>
                  <a:lnTo>
                    <a:pt x="2414" y="104"/>
                  </a:lnTo>
                  <a:lnTo>
                    <a:pt x="2414" y="93"/>
                  </a:lnTo>
                  <a:close/>
                  <a:moveTo>
                    <a:pt x="2188" y="42"/>
                  </a:moveTo>
                  <a:lnTo>
                    <a:pt x="2192" y="43"/>
                  </a:lnTo>
                  <a:lnTo>
                    <a:pt x="2195" y="46"/>
                  </a:lnTo>
                  <a:lnTo>
                    <a:pt x="2197" y="48"/>
                  </a:lnTo>
                  <a:lnTo>
                    <a:pt x="2198" y="52"/>
                  </a:lnTo>
                  <a:lnTo>
                    <a:pt x="2198" y="79"/>
                  </a:lnTo>
                  <a:lnTo>
                    <a:pt x="2224" y="79"/>
                  </a:lnTo>
                  <a:lnTo>
                    <a:pt x="2228" y="79"/>
                  </a:lnTo>
                  <a:lnTo>
                    <a:pt x="2232" y="81"/>
                  </a:lnTo>
                  <a:lnTo>
                    <a:pt x="2233" y="85"/>
                  </a:lnTo>
                  <a:lnTo>
                    <a:pt x="2234" y="89"/>
                  </a:lnTo>
                  <a:lnTo>
                    <a:pt x="2233" y="93"/>
                  </a:lnTo>
                  <a:lnTo>
                    <a:pt x="2232" y="95"/>
                  </a:lnTo>
                  <a:lnTo>
                    <a:pt x="2228" y="98"/>
                  </a:lnTo>
                  <a:lnTo>
                    <a:pt x="2224" y="99"/>
                  </a:lnTo>
                  <a:lnTo>
                    <a:pt x="2198" y="99"/>
                  </a:lnTo>
                  <a:lnTo>
                    <a:pt x="2198" y="125"/>
                  </a:lnTo>
                  <a:lnTo>
                    <a:pt x="2197" y="128"/>
                  </a:lnTo>
                  <a:lnTo>
                    <a:pt x="2195" y="132"/>
                  </a:lnTo>
                  <a:lnTo>
                    <a:pt x="2192" y="135"/>
                  </a:lnTo>
                  <a:lnTo>
                    <a:pt x="2188" y="135"/>
                  </a:lnTo>
                  <a:lnTo>
                    <a:pt x="2183" y="135"/>
                  </a:lnTo>
                  <a:lnTo>
                    <a:pt x="2181" y="132"/>
                  </a:lnTo>
                  <a:lnTo>
                    <a:pt x="2178" y="128"/>
                  </a:lnTo>
                  <a:lnTo>
                    <a:pt x="2178" y="125"/>
                  </a:lnTo>
                  <a:lnTo>
                    <a:pt x="2178" y="99"/>
                  </a:lnTo>
                  <a:lnTo>
                    <a:pt x="2151" y="99"/>
                  </a:lnTo>
                  <a:lnTo>
                    <a:pt x="2148" y="98"/>
                  </a:lnTo>
                  <a:lnTo>
                    <a:pt x="2144" y="95"/>
                  </a:lnTo>
                  <a:lnTo>
                    <a:pt x="2142" y="93"/>
                  </a:lnTo>
                  <a:lnTo>
                    <a:pt x="2141" y="89"/>
                  </a:lnTo>
                  <a:lnTo>
                    <a:pt x="2142" y="85"/>
                  </a:lnTo>
                  <a:lnTo>
                    <a:pt x="2144" y="81"/>
                  </a:lnTo>
                  <a:lnTo>
                    <a:pt x="2148" y="79"/>
                  </a:lnTo>
                  <a:lnTo>
                    <a:pt x="2151" y="79"/>
                  </a:lnTo>
                  <a:lnTo>
                    <a:pt x="2178" y="79"/>
                  </a:lnTo>
                  <a:lnTo>
                    <a:pt x="2178" y="52"/>
                  </a:lnTo>
                  <a:lnTo>
                    <a:pt x="2178" y="48"/>
                  </a:lnTo>
                  <a:lnTo>
                    <a:pt x="2181" y="46"/>
                  </a:lnTo>
                  <a:lnTo>
                    <a:pt x="2183" y="43"/>
                  </a:lnTo>
                  <a:lnTo>
                    <a:pt x="2188" y="42"/>
                  </a:lnTo>
                  <a:close/>
                  <a:moveTo>
                    <a:pt x="2401" y="41"/>
                  </a:moveTo>
                  <a:lnTo>
                    <a:pt x="2420" y="41"/>
                  </a:lnTo>
                  <a:lnTo>
                    <a:pt x="2420" y="52"/>
                  </a:lnTo>
                  <a:lnTo>
                    <a:pt x="2412" y="52"/>
                  </a:lnTo>
                  <a:lnTo>
                    <a:pt x="2407" y="52"/>
                  </a:lnTo>
                  <a:lnTo>
                    <a:pt x="2402" y="55"/>
                  </a:lnTo>
                  <a:lnTo>
                    <a:pt x="2400" y="58"/>
                  </a:lnTo>
                  <a:lnTo>
                    <a:pt x="2397" y="62"/>
                  </a:lnTo>
                  <a:lnTo>
                    <a:pt x="2396" y="67"/>
                  </a:lnTo>
                  <a:lnTo>
                    <a:pt x="2396" y="170"/>
                  </a:lnTo>
                  <a:lnTo>
                    <a:pt x="2397" y="175"/>
                  </a:lnTo>
                  <a:lnTo>
                    <a:pt x="2398" y="181"/>
                  </a:lnTo>
                  <a:lnTo>
                    <a:pt x="2402" y="183"/>
                  </a:lnTo>
                  <a:lnTo>
                    <a:pt x="2407" y="186"/>
                  </a:lnTo>
                  <a:lnTo>
                    <a:pt x="2412" y="187"/>
                  </a:lnTo>
                  <a:lnTo>
                    <a:pt x="2438" y="187"/>
                  </a:lnTo>
                  <a:lnTo>
                    <a:pt x="2442" y="187"/>
                  </a:lnTo>
                  <a:lnTo>
                    <a:pt x="2444" y="188"/>
                  </a:lnTo>
                  <a:lnTo>
                    <a:pt x="2446" y="192"/>
                  </a:lnTo>
                  <a:lnTo>
                    <a:pt x="2447" y="195"/>
                  </a:lnTo>
                  <a:lnTo>
                    <a:pt x="2448" y="223"/>
                  </a:lnTo>
                  <a:lnTo>
                    <a:pt x="2448" y="228"/>
                  </a:lnTo>
                  <a:lnTo>
                    <a:pt x="2451" y="233"/>
                  </a:lnTo>
                  <a:lnTo>
                    <a:pt x="2454" y="235"/>
                  </a:lnTo>
                  <a:lnTo>
                    <a:pt x="2458" y="238"/>
                  </a:lnTo>
                  <a:lnTo>
                    <a:pt x="2463" y="239"/>
                  </a:lnTo>
                  <a:lnTo>
                    <a:pt x="2537" y="239"/>
                  </a:lnTo>
                  <a:lnTo>
                    <a:pt x="2542" y="238"/>
                  </a:lnTo>
                  <a:lnTo>
                    <a:pt x="2546" y="235"/>
                  </a:lnTo>
                  <a:lnTo>
                    <a:pt x="2550" y="233"/>
                  </a:lnTo>
                  <a:lnTo>
                    <a:pt x="2553" y="228"/>
                  </a:lnTo>
                  <a:lnTo>
                    <a:pt x="2553" y="223"/>
                  </a:lnTo>
                  <a:lnTo>
                    <a:pt x="2553" y="67"/>
                  </a:lnTo>
                  <a:lnTo>
                    <a:pt x="2553" y="62"/>
                  </a:lnTo>
                  <a:lnTo>
                    <a:pt x="2550" y="58"/>
                  </a:lnTo>
                  <a:lnTo>
                    <a:pt x="2546" y="55"/>
                  </a:lnTo>
                  <a:lnTo>
                    <a:pt x="2542" y="52"/>
                  </a:lnTo>
                  <a:lnTo>
                    <a:pt x="2537" y="52"/>
                  </a:lnTo>
                  <a:lnTo>
                    <a:pt x="2526" y="52"/>
                  </a:lnTo>
                  <a:lnTo>
                    <a:pt x="2526" y="47"/>
                  </a:lnTo>
                  <a:lnTo>
                    <a:pt x="2526" y="41"/>
                  </a:lnTo>
                  <a:lnTo>
                    <a:pt x="2549" y="41"/>
                  </a:lnTo>
                  <a:lnTo>
                    <a:pt x="2559" y="43"/>
                  </a:lnTo>
                  <a:lnTo>
                    <a:pt x="2567" y="51"/>
                  </a:lnTo>
                  <a:lnTo>
                    <a:pt x="2570" y="62"/>
                  </a:lnTo>
                  <a:lnTo>
                    <a:pt x="2570" y="238"/>
                  </a:lnTo>
                  <a:lnTo>
                    <a:pt x="2567" y="248"/>
                  </a:lnTo>
                  <a:lnTo>
                    <a:pt x="2559" y="256"/>
                  </a:lnTo>
                  <a:lnTo>
                    <a:pt x="2549" y="260"/>
                  </a:lnTo>
                  <a:lnTo>
                    <a:pt x="2401" y="260"/>
                  </a:lnTo>
                  <a:lnTo>
                    <a:pt x="2390" y="256"/>
                  </a:lnTo>
                  <a:lnTo>
                    <a:pt x="2382" y="248"/>
                  </a:lnTo>
                  <a:lnTo>
                    <a:pt x="2379" y="238"/>
                  </a:lnTo>
                  <a:lnTo>
                    <a:pt x="2379" y="62"/>
                  </a:lnTo>
                  <a:lnTo>
                    <a:pt x="2382" y="51"/>
                  </a:lnTo>
                  <a:lnTo>
                    <a:pt x="2390" y="43"/>
                  </a:lnTo>
                  <a:lnTo>
                    <a:pt x="2401" y="41"/>
                  </a:lnTo>
                  <a:close/>
                  <a:moveTo>
                    <a:pt x="41" y="30"/>
                  </a:moveTo>
                  <a:lnTo>
                    <a:pt x="43" y="32"/>
                  </a:lnTo>
                  <a:lnTo>
                    <a:pt x="78" y="66"/>
                  </a:lnTo>
                  <a:lnTo>
                    <a:pt x="79" y="69"/>
                  </a:lnTo>
                  <a:lnTo>
                    <a:pt x="79" y="71"/>
                  </a:lnTo>
                  <a:lnTo>
                    <a:pt x="78" y="72"/>
                  </a:lnTo>
                  <a:lnTo>
                    <a:pt x="75" y="75"/>
                  </a:lnTo>
                  <a:lnTo>
                    <a:pt x="73" y="76"/>
                  </a:lnTo>
                  <a:lnTo>
                    <a:pt x="70" y="76"/>
                  </a:lnTo>
                  <a:lnTo>
                    <a:pt x="69" y="75"/>
                  </a:lnTo>
                  <a:lnTo>
                    <a:pt x="35" y="42"/>
                  </a:lnTo>
                  <a:lnTo>
                    <a:pt x="33" y="39"/>
                  </a:lnTo>
                  <a:lnTo>
                    <a:pt x="33" y="37"/>
                  </a:lnTo>
                  <a:lnTo>
                    <a:pt x="35" y="34"/>
                  </a:lnTo>
                  <a:lnTo>
                    <a:pt x="37" y="32"/>
                  </a:lnTo>
                  <a:lnTo>
                    <a:pt x="38" y="30"/>
                  </a:lnTo>
                  <a:lnTo>
                    <a:pt x="41" y="30"/>
                  </a:lnTo>
                  <a:close/>
                  <a:moveTo>
                    <a:pt x="2472" y="24"/>
                  </a:moveTo>
                  <a:lnTo>
                    <a:pt x="2470" y="24"/>
                  </a:lnTo>
                  <a:lnTo>
                    <a:pt x="2467" y="27"/>
                  </a:lnTo>
                  <a:lnTo>
                    <a:pt x="2466" y="29"/>
                  </a:lnTo>
                  <a:lnTo>
                    <a:pt x="2465" y="32"/>
                  </a:lnTo>
                  <a:lnTo>
                    <a:pt x="2466" y="34"/>
                  </a:lnTo>
                  <a:lnTo>
                    <a:pt x="2467" y="37"/>
                  </a:lnTo>
                  <a:lnTo>
                    <a:pt x="2470" y="38"/>
                  </a:lnTo>
                  <a:lnTo>
                    <a:pt x="2472" y="39"/>
                  </a:lnTo>
                  <a:lnTo>
                    <a:pt x="2476" y="38"/>
                  </a:lnTo>
                  <a:lnTo>
                    <a:pt x="2477" y="37"/>
                  </a:lnTo>
                  <a:lnTo>
                    <a:pt x="2480" y="34"/>
                  </a:lnTo>
                  <a:lnTo>
                    <a:pt x="2480" y="32"/>
                  </a:lnTo>
                  <a:lnTo>
                    <a:pt x="2480" y="29"/>
                  </a:lnTo>
                  <a:lnTo>
                    <a:pt x="2477" y="27"/>
                  </a:lnTo>
                  <a:lnTo>
                    <a:pt x="2476" y="24"/>
                  </a:lnTo>
                  <a:lnTo>
                    <a:pt x="2472" y="24"/>
                  </a:lnTo>
                  <a:close/>
                  <a:moveTo>
                    <a:pt x="2472" y="16"/>
                  </a:moveTo>
                  <a:lnTo>
                    <a:pt x="2476" y="18"/>
                  </a:lnTo>
                  <a:lnTo>
                    <a:pt x="2481" y="19"/>
                  </a:lnTo>
                  <a:lnTo>
                    <a:pt x="2485" y="20"/>
                  </a:lnTo>
                  <a:lnTo>
                    <a:pt x="2488" y="23"/>
                  </a:lnTo>
                  <a:lnTo>
                    <a:pt x="2490" y="27"/>
                  </a:lnTo>
                  <a:lnTo>
                    <a:pt x="2491" y="29"/>
                  </a:lnTo>
                  <a:lnTo>
                    <a:pt x="2509" y="29"/>
                  </a:lnTo>
                  <a:lnTo>
                    <a:pt x="2513" y="30"/>
                  </a:lnTo>
                  <a:lnTo>
                    <a:pt x="2516" y="33"/>
                  </a:lnTo>
                  <a:lnTo>
                    <a:pt x="2518" y="35"/>
                  </a:lnTo>
                  <a:lnTo>
                    <a:pt x="2519" y="39"/>
                  </a:lnTo>
                  <a:lnTo>
                    <a:pt x="2519" y="61"/>
                  </a:lnTo>
                  <a:lnTo>
                    <a:pt x="2426" y="61"/>
                  </a:lnTo>
                  <a:lnTo>
                    <a:pt x="2426" y="39"/>
                  </a:lnTo>
                  <a:lnTo>
                    <a:pt x="2428" y="35"/>
                  </a:lnTo>
                  <a:lnTo>
                    <a:pt x="2429" y="33"/>
                  </a:lnTo>
                  <a:lnTo>
                    <a:pt x="2433" y="30"/>
                  </a:lnTo>
                  <a:lnTo>
                    <a:pt x="2437" y="29"/>
                  </a:lnTo>
                  <a:lnTo>
                    <a:pt x="2454" y="29"/>
                  </a:lnTo>
                  <a:lnTo>
                    <a:pt x="2456" y="27"/>
                  </a:lnTo>
                  <a:lnTo>
                    <a:pt x="2458" y="23"/>
                  </a:lnTo>
                  <a:lnTo>
                    <a:pt x="2461" y="20"/>
                  </a:lnTo>
                  <a:lnTo>
                    <a:pt x="2465" y="19"/>
                  </a:lnTo>
                  <a:lnTo>
                    <a:pt x="2468" y="18"/>
                  </a:lnTo>
                  <a:lnTo>
                    <a:pt x="2472" y="16"/>
                  </a:lnTo>
                  <a:close/>
                  <a:moveTo>
                    <a:pt x="2179" y="15"/>
                  </a:moveTo>
                  <a:lnTo>
                    <a:pt x="2160" y="20"/>
                  </a:lnTo>
                  <a:lnTo>
                    <a:pt x="2144" y="29"/>
                  </a:lnTo>
                  <a:lnTo>
                    <a:pt x="2130" y="42"/>
                  </a:lnTo>
                  <a:lnTo>
                    <a:pt x="2120" y="57"/>
                  </a:lnTo>
                  <a:lnTo>
                    <a:pt x="2113" y="76"/>
                  </a:lnTo>
                  <a:lnTo>
                    <a:pt x="2112" y="95"/>
                  </a:lnTo>
                  <a:lnTo>
                    <a:pt x="2117" y="116"/>
                  </a:lnTo>
                  <a:lnTo>
                    <a:pt x="2126" y="132"/>
                  </a:lnTo>
                  <a:lnTo>
                    <a:pt x="2139" y="146"/>
                  </a:lnTo>
                  <a:lnTo>
                    <a:pt x="2155" y="156"/>
                  </a:lnTo>
                  <a:lnTo>
                    <a:pt x="2173" y="161"/>
                  </a:lnTo>
                  <a:lnTo>
                    <a:pt x="2192" y="163"/>
                  </a:lnTo>
                  <a:lnTo>
                    <a:pt x="2212" y="159"/>
                  </a:lnTo>
                  <a:lnTo>
                    <a:pt x="2229" y="150"/>
                  </a:lnTo>
                  <a:lnTo>
                    <a:pt x="2243" y="137"/>
                  </a:lnTo>
                  <a:lnTo>
                    <a:pt x="2253" y="121"/>
                  </a:lnTo>
                  <a:lnTo>
                    <a:pt x="2258" y="103"/>
                  </a:lnTo>
                  <a:lnTo>
                    <a:pt x="2260" y="83"/>
                  </a:lnTo>
                  <a:lnTo>
                    <a:pt x="2256" y="63"/>
                  </a:lnTo>
                  <a:lnTo>
                    <a:pt x="2247" y="47"/>
                  </a:lnTo>
                  <a:lnTo>
                    <a:pt x="2234" y="33"/>
                  </a:lnTo>
                  <a:lnTo>
                    <a:pt x="2218" y="23"/>
                  </a:lnTo>
                  <a:lnTo>
                    <a:pt x="2200" y="16"/>
                  </a:lnTo>
                  <a:lnTo>
                    <a:pt x="2179" y="15"/>
                  </a:lnTo>
                  <a:close/>
                  <a:moveTo>
                    <a:pt x="547" y="13"/>
                  </a:moveTo>
                  <a:lnTo>
                    <a:pt x="549" y="14"/>
                  </a:lnTo>
                  <a:lnTo>
                    <a:pt x="550" y="15"/>
                  </a:lnTo>
                  <a:lnTo>
                    <a:pt x="552" y="18"/>
                  </a:lnTo>
                  <a:lnTo>
                    <a:pt x="552" y="20"/>
                  </a:lnTo>
                  <a:lnTo>
                    <a:pt x="552" y="28"/>
                  </a:lnTo>
                  <a:lnTo>
                    <a:pt x="552" y="28"/>
                  </a:lnTo>
                  <a:lnTo>
                    <a:pt x="541" y="28"/>
                  </a:lnTo>
                  <a:lnTo>
                    <a:pt x="541" y="28"/>
                  </a:lnTo>
                  <a:lnTo>
                    <a:pt x="541" y="24"/>
                  </a:lnTo>
                  <a:lnTo>
                    <a:pt x="541" y="20"/>
                  </a:lnTo>
                  <a:lnTo>
                    <a:pt x="541" y="16"/>
                  </a:lnTo>
                  <a:lnTo>
                    <a:pt x="543" y="15"/>
                  </a:lnTo>
                  <a:lnTo>
                    <a:pt x="545" y="14"/>
                  </a:lnTo>
                  <a:lnTo>
                    <a:pt x="547" y="13"/>
                  </a:lnTo>
                  <a:close/>
                  <a:moveTo>
                    <a:pt x="501" y="13"/>
                  </a:moveTo>
                  <a:lnTo>
                    <a:pt x="503" y="14"/>
                  </a:lnTo>
                  <a:lnTo>
                    <a:pt x="506" y="15"/>
                  </a:lnTo>
                  <a:lnTo>
                    <a:pt x="506" y="19"/>
                  </a:lnTo>
                  <a:lnTo>
                    <a:pt x="506" y="55"/>
                  </a:lnTo>
                  <a:lnTo>
                    <a:pt x="506" y="58"/>
                  </a:lnTo>
                  <a:lnTo>
                    <a:pt x="505" y="60"/>
                  </a:lnTo>
                  <a:lnTo>
                    <a:pt x="502" y="61"/>
                  </a:lnTo>
                  <a:lnTo>
                    <a:pt x="501" y="61"/>
                  </a:lnTo>
                  <a:lnTo>
                    <a:pt x="498" y="60"/>
                  </a:lnTo>
                  <a:lnTo>
                    <a:pt x="496" y="57"/>
                  </a:lnTo>
                  <a:lnTo>
                    <a:pt x="496" y="15"/>
                  </a:lnTo>
                  <a:lnTo>
                    <a:pt x="498" y="14"/>
                  </a:lnTo>
                  <a:lnTo>
                    <a:pt x="501" y="13"/>
                  </a:lnTo>
                  <a:close/>
                  <a:moveTo>
                    <a:pt x="301" y="13"/>
                  </a:moveTo>
                  <a:lnTo>
                    <a:pt x="297" y="13"/>
                  </a:lnTo>
                  <a:lnTo>
                    <a:pt x="296" y="15"/>
                  </a:lnTo>
                  <a:lnTo>
                    <a:pt x="296" y="16"/>
                  </a:lnTo>
                  <a:lnTo>
                    <a:pt x="296" y="53"/>
                  </a:lnTo>
                  <a:lnTo>
                    <a:pt x="296" y="57"/>
                  </a:lnTo>
                  <a:lnTo>
                    <a:pt x="297" y="58"/>
                  </a:lnTo>
                  <a:lnTo>
                    <a:pt x="301" y="60"/>
                  </a:lnTo>
                  <a:lnTo>
                    <a:pt x="301" y="60"/>
                  </a:lnTo>
                  <a:lnTo>
                    <a:pt x="303" y="58"/>
                  </a:lnTo>
                  <a:lnTo>
                    <a:pt x="305" y="57"/>
                  </a:lnTo>
                  <a:lnTo>
                    <a:pt x="306" y="56"/>
                  </a:lnTo>
                  <a:lnTo>
                    <a:pt x="306" y="52"/>
                  </a:lnTo>
                  <a:lnTo>
                    <a:pt x="306" y="18"/>
                  </a:lnTo>
                  <a:lnTo>
                    <a:pt x="306" y="15"/>
                  </a:lnTo>
                  <a:lnTo>
                    <a:pt x="305" y="14"/>
                  </a:lnTo>
                  <a:lnTo>
                    <a:pt x="302" y="13"/>
                  </a:lnTo>
                  <a:lnTo>
                    <a:pt x="301" y="13"/>
                  </a:lnTo>
                  <a:close/>
                  <a:moveTo>
                    <a:pt x="1614" y="9"/>
                  </a:moveTo>
                  <a:lnTo>
                    <a:pt x="1609" y="10"/>
                  </a:lnTo>
                  <a:lnTo>
                    <a:pt x="1606" y="13"/>
                  </a:lnTo>
                  <a:lnTo>
                    <a:pt x="1604" y="15"/>
                  </a:lnTo>
                  <a:lnTo>
                    <a:pt x="1602" y="19"/>
                  </a:lnTo>
                  <a:lnTo>
                    <a:pt x="1602" y="24"/>
                  </a:lnTo>
                  <a:lnTo>
                    <a:pt x="1604" y="28"/>
                  </a:lnTo>
                  <a:lnTo>
                    <a:pt x="1606" y="32"/>
                  </a:lnTo>
                  <a:lnTo>
                    <a:pt x="1609" y="34"/>
                  </a:lnTo>
                  <a:lnTo>
                    <a:pt x="1614" y="35"/>
                  </a:lnTo>
                  <a:lnTo>
                    <a:pt x="1618" y="35"/>
                  </a:lnTo>
                  <a:lnTo>
                    <a:pt x="1622" y="34"/>
                  </a:lnTo>
                  <a:lnTo>
                    <a:pt x="1625" y="32"/>
                  </a:lnTo>
                  <a:lnTo>
                    <a:pt x="1628" y="28"/>
                  </a:lnTo>
                  <a:lnTo>
                    <a:pt x="1629" y="24"/>
                  </a:lnTo>
                  <a:lnTo>
                    <a:pt x="1629" y="19"/>
                  </a:lnTo>
                  <a:lnTo>
                    <a:pt x="1628" y="15"/>
                  </a:lnTo>
                  <a:lnTo>
                    <a:pt x="1625" y="13"/>
                  </a:lnTo>
                  <a:lnTo>
                    <a:pt x="1622" y="10"/>
                  </a:lnTo>
                  <a:lnTo>
                    <a:pt x="1618" y="9"/>
                  </a:lnTo>
                  <a:lnTo>
                    <a:pt x="1614" y="9"/>
                  </a:lnTo>
                  <a:close/>
                  <a:moveTo>
                    <a:pt x="436" y="4"/>
                  </a:moveTo>
                  <a:lnTo>
                    <a:pt x="436" y="55"/>
                  </a:lnTo>
                  <a:lnTo>
                    <a:pt x="436" y="61"/>
                  </a:lnTo>
                  <a:lnTo>
                    <a:pt x="436" y="66"/>
                  </a:lnTo>
                  <a:lnTo>
                    <a:pt x="437" y="69"/>
                  </a:lnTo>
                  <a:lnTo>
                    <a:pt x="440" y="70"/>
                  </a:lnTo>
                  <a:lnTo>
                    <a:pt x="443" y="71"/>
                  </a:lnTo>
                  <a:lnTo>
                    <a:pt x="443" y="71"/>
                  </a:lnTo>
                  <a:lnTo>
                    <a:pt x="448" y="70"/>
                  </a:lnTo>
                  <a:lnTo>
                    <a:pt x="454" y="67"/>
                  </a:lnTo>
                  <a:lnTo>
                    <a:pt x="459" y="63"/>
                  </a:lnTo>
                  <a:lnTo>
                    <a:pt x="459" y="63"/>
                  </a:lnTo>
                  <a:lnTo>
                    <a:pt x="459" y="70"/>
                  </a:lnTo>
                  <a:lnTo>
                    <a:pt x="471" y="70"/>
                  </a:lnTo>
                  <a:lnTo>
                    <a:pt x="471" y="4"/>
                  </a:lnTo>
                  <a:lnTo>
                    <a:pt x="459" y="4"/>
                  </a:lnTo>
                  <a:lnTo>
                    <a:pt x="459" y="55"/>
                  </a:lnTo>
                  <a:lnTo>
                    <a:pt x="456" y="57"/>
                  </a:lnTo>
                  <a:lnTo>
                    <a:pt x="454" y="58"/>
                  </a:lnTo>
                  <a:lnTo>
                    <a:pt x="451" y="58"/>
                  </a:lnTo>
                  <a:lnTo>
                    <a:pt x="450" y="58"/>
                  </a:lnTo>
                  <a:lnTo>
                    <a:pt x="448" y="58"/>
                  </a:lnTo>
                  <a:lnTo>
                    <a:pt x="448" y="57"/>
                  </a:lnTo>
                  <a:lnTo>
                    <a:pt x="447" y="55"/>
                  </a:lnTo>
                  <a:lnTo>
                    <a:pt x="447" y="4"/>
                  </a:lnTo>
                  <a:lnTo>
                    <a:pt x="436" y="4"/>
                  </a:lnTo>
                  <a:close/>
                  <a:moveTo>
                    <a:pt x="330" y="2"/>
                  </a:moveTo>
                  <a:lnTo>
                    <a:pt x="341" y="2"/>
                  </a:lnTo>
                  <a:lnTo>
                    <a:pt x="341" y="2"/>
                  </a:lnTo>
                  <a:lnTo>
                    <a:pt x="341" y="52"/>
                  </a:lnTo>
                  <a:lnTo>
                    <a:pt x="341" y="56"/>
                  </a:lnTo>
                  <a:lnTo>
                    <a:pt x="343" y="57"/>
                  </a:lnTo>
                  <a:lnTo>
                    <a:pt x="344" y="58"/>
                  </a:lnTo>
                  <a:lnTo>
                    <a:pt x="345" y="58"/>
                  </a:lnTo>
                  <a:lnTo>
                    <a:pt x="347" y="57"/>
                  </a:lnTo>
                  <a:lnTo>
                    <a:pt x="349" y="56"/>
                  </a:lnTo>
                  <a:lnTo>
                    <a:pt x="352" y="53"/>
                  </a:lnTo>
                  <a:lnTo>
                    <a:pt x="352" y="2"/>
                  </a:lnTo>
                  <a:lnTo>
                    <a:pt x="353" y="2"/>
                  </a:lnTo>
                  <a:lnTo>
                    <a:pt x="364" y="2"/>
                  </a:lnTo>
                  <a:lnTo>
                    <a:pt x="364" y="2"/>
                  </a:lnTo>
                  <a:lnTo>
                    <a:pt x="364" y="69"/>
                  </a:lnTo>
                  <a:lnTo>
                    <a:pt x="364" y="70"/>
                  </a:lnTo>
                  <a:lnTo>
                    <a:pt x="353" y="70"/>
                  </a:lnTo>
                  <a:lnTo>
                    <a:pt x="352" y="69"/>
                  </a:lnTo>
                  <a:lnTo>
                    <a:pt x="352" y="62"/>
                  </a:lnTo>
                  <a:lnTo>
                    <a:pt x="348" y="67"/>
                  </a:lnTo>
                  <a:lnTo>
                    <a:pt x="343" y="70"/>
                  </a:lnTo>
                  <a:lnTo>
                    <a:pt x="338" y="70"/>
                  </a:lnTo>
                  <a:lnTo>
                    <a:pt x="334" y="70"/>
                  </a:lnTo>
                  <a:lnTo>
                    <a:pt x="331" y="67"/>
                  </a:lnTo>
                  <a:lnTo>
                    <a:pt x="330" y="65"/>
                  </a:lnTo>
                  <a:lnTo>
                    <a:pt x="329" y="61"/>
                  </a:lnTo>
                  <a:lnTo>
                    <a:pt x="329" y="57"/>
                  </a:lnTo>
                  <a:lnTo>
                    <a:pt x="329" y="2"/>
                  </a:lnTo>
                  <a:lnTo>
                    <a:pt x="330" y="2"/>
                  </a:lnTo>
                  <a:close/>
                  <a:moveTo>
                    <a:pt x="547" y="1"/>
                  </a:moveTo>
                  <a:lnTo>
                    <a:pt x="541" y="2"/>
                  </a:lnTo>
                  <a:lnTo>
                    <a:pt x="536" y="5"/>
                  </a:lnTo>
                  <a:lnTo>
                    <a:pt x="533" y="7"/>
                  </a:lnTo>
                  <a:lnTo>
                    <a:pt x="530" y="13"/>
                  </a:lnTo>
                  <a:lnTo>
                    <a:pt x="529" y="16"/>
                  </a:lnTo>
                  <a:lnTo>
                    <a:pt x="529" y="20"/>
                  </a:lnTo>
                  <a:lnTo>
                    <a:pt x="529" y="52"/>
                  </a:lnTo>
                  <a:lnTo>
                    <a:pt x="529" y="58"/>
                  </a:lnTo>
                  <a:lnTo>
                    <a:pt x="531" y="63"/>
                  </a:lnTo>
                  <a:lnTo>
                    <a:pt x="534" y="67"/>
                  </a:lnTo>
                  <a:lnTo>
                    <a:pt x="539" y="71"/>
                  </a:lnTo>
                  <a:lnTo>
                    <a:pt x="543" y="71"/>
                  </a:lnTo>
                  <a:lnTo>
                    <a:pt x="547" y="72"/>
                  </a:lnTo>
                  <a:lnTo>
                    <a:pt x="553" y="71"/>
                  </a:lnTo>
                  <a:lnTo>
                    <a:pt x="557" y="70"/>
                  </a:lnTo>
                  <a:lnTo>
                    <a:pt x="561" y="66"/>
                  </a:lnTo>
                  <a:lnTo>
                    <a:pt x="563" y="61"/>
                  </a:lnTo>
                  <a:lnTo>
                    <a:pt x="564" y="58"/>
                  </a:lnTo>
                  <a:lnTo>
                    <a:pt x="564" y="55"/>
                  </a:lnTo>
                  <a:lnTo>
                    <a:pt x="566" y="49"/>
                  </a:lnTo>
                  <a:lnTo>
                    <a:pt x="566" y="46"/>
                  </a:lnTo>
                  <a:lnTo>
                    <a:pt x="552" y="46"/>
                  </a:lnTo>
                  <a:lnTo>
                    <a:pt x="552" y="52"/>
                  </a:lnTo>
                  <a:lnTo>
                    <a:pt x="552" y="56"/>
                  </a:lnTo>
                  <a:lnTo>
                    <a:pt x="552" y="58"/>
                  </a:lnTo>
                  <a:lnTo>
                    <a:pt x="550" y="60"/>
                  </a:lnTo>
                  <a:lnTo>
                    <a:pt x="547" y="61"/>
                  </a:lnTo>
                  <a:lnTo>
                    <a:pt x="547" y="61"/>
                  </a:lnTo>
                  <a:lnTo>
                    <a:pt x="544" y="60"/>
                  </a:lnTo>
                  <a:lnTo>
                    <a:pt x="543" y="57"/>
                  </a:lnTo>
                  <a:lnTo>
                    <a:pt x="541" y="55"/>
                  </a:lnTo>
                  <a:lnTo>
                    <a:pt x="541" y="49"/>
                  </a:lnTo>
                  <a:lnTo>
                    <a:pt x="541" y="38"/>
                  </a:lnTo>
                  <a:lnTo>
                    <a:pt x="541" y="38"/>
                  </a:lnTo>
                  <a:lnTo>
                    <a:pt x="566" y="38"/>
                  </a:lnTo>
                  <a:lnTo>
                    <a:pt x="566" y="23"/>
                  </a:lnTo>
                  <a:lnTo>
                    <a:pt x="563" y="11"/>
                  </a:lnTo>
                  <a:lnTo>
                    <a:pt x="558" y="4"/>
                  </a:lnTo>
                  <a:lnTo>
                    <a:pt x="548" y="1"/>
                  </a:lnTo>
                  <a:lnTo>
                    <a:pt x="547" y="1"/>
                  </a:lnTo>
                  <a:close/>
                  <a:moveTo>
                    <a:pt x="301" y="0"/>
                  </a:moveTo>
                  <a:lnTo>
                    <a:pt x="301" y="0"/>
                  </a:lnTo>
                  <a:lnTo>
                    <a:pt x="307" y="1"/>
                  </a:lnTo>
                  <a:lnTo>
                    <a:pt x="311" y="4"/>
                  </a:lnTo>
                  <a:lnTo>
                    <a:pt x="315" y="6"/>
                  </a:lnTo>
                  <a:lnTo>
                    <a:pt x="317" y="11"/>
                  </a:lnTo>
                  <a:lnTo>
                    <a:pt x="319" y="14"/>
                  </a:lnTo>
                  <a:lnTo>
                    <a:pt x="319" y="18"/>
                  </a:lnTo>
                  <a:lnTo>
                    <a:pt x="319" y="53"/>
                  </a:lnTo>
                  <a:lnTo>
                    <a:pt x="319" y="58"/>
                  </a:lnTo>
                  <a:lnTo>
                    <a:pt x="316" y="62"/>
                  </a:lnTo>
                  <a:lnTo>
                    <a:pt x="315" y="66"/>
                  </a:lnTo>
                  <a:lnTo>
                    <a:pt x="311" y="69"/>
                  </a:lnTo>
                  <a:lnTo>
                    <a:pt x="306" y="70"/>
                  </a:lnTo>
                  <a:lnTo>
                    <a:pt x="301" y="71"/>
                  </a:lnTo>
                  <a:lnTo>
                    <a:pt x="296" y="71"/>
                  </a:lnTo>
                  <a:lnTo>
                    <a:pt x="291" y="69"/>
                  </a:lnTo>
                  <a:lnTo>
                    <a:pt x="287" y="66"/>
                  </a:lnTo>
                  <a:lnTo>
                    <a:pt x="284" y="62"/>
                  </a:lnTo>
                  <a:lnTo>
                    <a:pt x="283" y="57"/>
                  </a:lnTo>
                  <a:lnTo>
                    <a:pt x="282" y="53"/>
                  </a:lnTo>
                  <a:lnTo>
                    <a:pt x="282" y="49"/>
                  </a:lnTo>
                  <a:lnTo>
                    <a:pt x="282" y="20"/>
                  </a:lnTo>
                  <a:lnTo>
                    <a:pt x="283" y="15"/>
                  </a:lnTo>
                  <a:lnTo>
                    <a:pt x="284" y="10"/>
                  </a:lnTo>
                  <a:lnTo>
                    <a:pt x="285" y="6"/>
                  </a:lnTo>
                  <a:lnTo>
                    <a:pt x="288" y="5"/>
                  </a:lnTo>
                  <a:lnTo>
                    <a:pt x="292" y="2"/>
                  </a:lnTo>
                  <a:lnTo>
                    <a:pt x="296" y="1"/>
                  </a:lnTo>
                  <a:lnTo>
                    <a:pt x="301"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4" name="Freeform 8"/>
            <p:cNvSpPr>
              <a:spLocks noEditPoints="1"/>
            </p:cNvSpPr>
            <p:nvPr/>
          </p:nvSpPr>
          <p:spPr bwMode="auto">
            <a:xfrm>
              <a:off x="2466975" y="3808413"/>
              <a:ext cx="2212975" cy="492125"/>
            </a:xfrm>
            <a:custGeom>
              <a:avLst/>
              <a:gdLst>
                <a:gd name="T0" fmla="*/ 1239 w 2788"/>
                <a:gd name="T1" fmla="*/ 437 h 620"/>
                <a:gd name="T2" fmla="*/ 2372 w 2788"/>
                <a:gd name="T3" fmla="*/ 441 h 620"/>
                <a:gd name="T4" fmla="*/ 648 w 2788"/>
                <a:gd name="T5" fmla="*/ 424 h 620"/>
                <a:gd name="T6" fmla="*/ 950 w 2788"/>
                <a:gd name="T7" fmla="*/ 460 h 620"/>
                <a:gd name="T8" fmla="*/ 978 w 2788"/>
                <a:gd name="T9" fmla="*/ 428 h 620"/>
                <a:gd name="T10" fmla="*/ 508 w 2788"/>
                <a:gd name="T11" fmla="*/ 502 h 620"/>
                <a:gd name="T12" fmla="*/ 1259 w 2788"/>
                <a:gd name="T13" fmla="*/ 410 h 620"/>
                <a:gd name="T14" fmla="*/ 391 w 2788"/>
                <a:gd name="T15" fmla="*/ 434 h 620"/>
                <a:gd name="T16" fmla="*/ 801 w 2788"/>
                <a:gd name="T17" fmla="*/ 523 h 620"/>
                <a:gd name="T18" fmla="*/ 1004 w 2788"/>
                <a:gd name="T19" fmla="*/ 394 h 620"/>
                <a:gd name="T20" fmla="*/ 1056 w 2788"/>
                <a:gd name="T21" fmla="*/ 428 h 620"/>
                <a:gd name="T22" fmla="*/ 1135 w 2788"/>
                <a:gd name="T23" fmla="*/ 508 h 620"/>
                <a:gd name="T24" fmla="*/ 1234 w 2788"/>
                <a:gd name="T25" fmla="*/ 465 h 620"/>
                <a:gd name="T26" fmla="*/ 1186 w 2788"/>
                <a:gd name="T27" fmla="*/ 427 h 620"/>
                <a:gd name="T28" fmla="*/ 1078 w 2788"/>
                <a:gd name="T29" fmla="*/ 419 h 620"/>
                <a:gd name="T30" fmla="*/ 1067 w 2788"/>
                <a:gd name="T31" fmla="*/ 389 h 620"/>
                <a:gd name="T32" fmla="*/ 1285 w 2788"/>
                <a:gd name="T33" fmla="*/ 418 h 620"/>
                <a:gd name="T34" fmla="*/ 1101 w 2788"/>
                <a:gd name="T35" fmla="*/ 517 h 620"/>
                <a:gd name="T36" fmla="*/ 926 w 2788"/>
                <a:gd name="T37" fmla="*/ 397 h 620"/>
                <a:gd name="T38" fmla="*/ 1931 w 2788"/>
                <a:gd name="T39" fmla="*/ 408 h 620"/>
                <a:gd name="T40" fmla="*/ 1779 w 2788"/>
                <a:gd name="T41" fmla="*/ 364 h 620"/>
                <a:gd name="T42" fmla="*/ 2660 w 2788"/>
                <a:gd name="T43" fmla="*/ 321 h 620"/>
                <a:gd name="T44" fmla="*/ 1555 w 2788"/>
                <a:gd name="T45" fmla="*/ 327 h 620"/>
                <a:gd name="T46" fmla="*/ 1588 w 2788"/>
                <a:gd name="T47" fmla="*/ 336 h 620"/>
                <a:gd name="T48" fmla="*/ 1447 w 2788"/>
                <a:gd name="T49" fmla="*/ 452 h 620"/>
                <a:gd name="T50" fmla="*/ 1409 w 2788"/>
                <a:gd name="T51" fmla="*/ 366 h 620"/>
                <a:gd name="T52" fmla="*/ 1495 w 2788"/>
                <a:gd name="T53" fmla="*/ 287 h 620"/>
                <a:gd name="T54" fmla="*/ 2072 w 2788"/>
                <a:gd name="T55" fmla="*/ 313 h 620"/>
                <a:gd name="T56" fmla="*/ 2772 w 2788"/>
                <a:gd name="T57" fmla="*/ 252 h 620"/>
                <a:gd name="T58" fmla="*/ 2592 w 2788"/>
                <a:gd name="T59" fmla="*/ 265 h 620"/>
                <a:gd name="T60" fmla="*/ 292 w 2788"/>
                <a:gd name="T61" fmla="*/ 237 h 620"/>
                <a:gd name="T62" fmla="*/ 2216 w 2788"/>
                <a:gd name="T63" fmla="*/ 232 h 620"/>
                <a:gd name="T64" fmla="*/ 2214 w 2788"/>
                <a:gd name="T65" fmla="*/ 361 h 620"/>
                <a:gd name="T66" fmla="*/ 884 w 2788"/>
                <a:gd name="T67" fmla="*/ 270 h 620"/>
                <a:gd name="T68" fmla="*/ 2733 w 2788"/>
                <a:gd name="T69" fmla="*/ 232 h 620"/>
                <a:gd name="T70" fmla="*/ 277 w 2788"/>
                <a:gd name="T71" fmla="*/ 220 h 620"/>
                <a:gd name="T72" fmla="*/ 277 w 2788"/>
                <a:gd name="T73" fmla="*/ 303 h 620"/>
                <a:gd name="T74" fmla="*/ 186 w 2788"/>
                <a:gd name="T75" fmla="*/ 371 h 620"/>
                <a:gd name="T76" fmla="*/ 157 w 2788"/>
                <a:gd name="T77" fmla="*/ 298 h 620"/>
                <a:gd name="T78" fmla="*/ 166 w 2788"/>
                <a:gd name="T79" fmla="*/ 226 h 620"/>
                <a:gd name="T80" fmla="*/ 1729 w 2788"/>
                <a:gd name="T81" fmla="*/ 433 h 620"/>
                <a:gd name="T82" fmla="*/ 2225 w 2788"/>
                <a:gd name="T83" fmla="*/ 194 h 620"/>
                <a:gd name="T84" fmla="*/ 1124 w 2788"/>
                <a:gd name="T85" fmla="*/ 184 h 620"/>
                <a:gd name="T86" fmla="*/ 2145 w 2788"/>
                <a:gd name="T87" fmla="*/ 167 h 620"/>
                <a:gd name="T88" fmla="*/ 2121 w 2788"/>
                <a:gd name="T89" fmla="*/ 329 h 620"/>
                <a:gd name="T90" fmla="*/ 2728 w 2788"/>
                <a:gd name="T91" fmla="*/ 192 h 620"/>
                <a:gd name="T92" fmla="*/ 2758 w 2788"/>
                <a:gd name="T93" fmla="*/ 210 h 620"/>
                <a:gd name="T94" fmla="*/ 852 w 2788"/>
                <a:gd name="T95" fmla="*/ 145 h 620"/>
                <a:gd name="T96" fmla="*/ 2425 w 2788"/>
                <a:gd name="T97" fmla="*/ 335 h 620"/>
                <a:gd name="T98" fmla="*/ 2125 w 2788"/>
                <a:gd name="T99" fmla="*/ 145 h 620"/>
                <a:gd name="T100" fmla="*/ 898 w 2788"/>
                <a:gd name="T101" fmla="*/ 275 h 620"/>
                <a:gd name="T102" fmla="*/ 823 w 2788"/>
                <a:gd name="T103" fmla="*/ 280 h 620"/>
                <a:gd name="T104" fmla="*/ 1294 w 2788"/>
                <a:gd name="T105" fmla="*/ 260 h 620"/>
                <a:gd name="T106" fmla="*/ 1192 w 2788"/>
                <a:gd name="T107" fmla="*/ 114 h 620"/>
                <a:gd name="T108" fmla="*/ 1916 w 2788"/>
                <a:gd name="T109" fmla="*/ 77 h 620"/>
                <a:gd name="T110" fmla="*/ 12 w 2788"/>
                <a:gd name="T111" fmla="*/ 59 h 620"/>
                <a:gd name="T112" fmla="*/ 690 w 2788"/>
                <a:gd name="T113" fmla="*/ 187 h 620"/>
                <a:gd name="T114" fmla="*/ 484 w 2788"/>
                <a:gd name="T115" fmla="*/ 330 h 620"/>
                <a:gd name="T116" fmla="*/ 2777 w 2788"/>
                <a:gd name="T117" fmla="*/ 42 h 620"/>
                <a:gd name="T118" fmla="*/ 1884 w 2788"/>
                <a:gd name="T119" fmla="*/ 46 h 620"/>
                <a:gd name="T120" fmla="*/ 1899 w 2788"/>
                <a:gd name="T121" fmla="*/ 124 h 620"/>
                <a:gd name="T122" fmla="*/ 139 w 2788"/>
                <a:gd name="T123" fmla="*/ 56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788" h="620">
                  <a:moveTo>
                    <a:pt x="1155" y="427"/>
                  </a:moveTo>
                  <a:lnTo>
                    <a:pt x="1157" y="427"/>
                  </a:lnTo>
                  <a:lnTo>
                    <a:pt x="1160" y="428"/>
                  </a:lnTo>
                  <a:lnTo>
                    <a:pt x="1164" y="429"/>
                  </a:lnTo>
                  <a:lnTo>
                    <a:pt x="1168" y="433"/>
                  </a:lnTo>
                  <a:lnTo>
                    <a:pt x="1169" y="438"/>
                  </a:lnTo>
                  <a:lnTo>
                    <a:pt x="1171" y="445"/>
                  </a:lnTo>
                  <a:lnTo>
                    <a:pt x="1171" y="447"/>
                  </a:lnTo>
                  <a:lnTo>
                    <a:pt x="1171" y="452"/>
                  </a:lnTo>
                  <a:lnTo>
                    <a:pt x="1169" y="456"/>
                  </a:lnTo>
                  <a:lnTo>
                    <a:pt x="1166" y="461"/>
                  </a:lnTo>
                  <a:lnTo>
                    <a:pt x="1162" y="464"/>
                  </a:lnTo>
                  <a:lnTo>
                    <a:pt x="1159" y="465"/>
                  </a:lnTo>
                  <a:lnTo>
                    <a:pt x="1155" y="465"/>
                  </a:lnTo>
                  <a:lnTo>
                    <a:pt x="1152" y="465"/>
                  </a:lnTo>
                  <a:lnTo>
                    <a:pt x="1148" y="462"/>
                  </a:lnTo>
                  <a:lnTo>
                    <a:pt x="1145" y="460"/>
                  </a:lnTo>
                  <a:lnTo>
                    <a:pt x="1143" y="455"/>
                  </a:lnTo>
                  <a:lnTo>
                    <a:pt x="1140" y="448"/>
                  </a:lnTo>
                  <a:lnTo>
                    <a:pt x="1140" y="445"/>
                  </a:lnTo>
                  <a:lnTo>
                    <a:pt x="1141" y="439"/>
                  </a:lnTo>
                  <a:lnTo>
                    <a:pt x="1143" y="434"/>
                  </a:lnTo>
                  <a:lnTo>
                    <a:pt x="1146" y="431"/>
                  </a:lnTo>
                  <a:lnTo>
                    <a:pt x="1150" y="428"/>
                  </a:lnTo>
                  <a:lnTo>
                    <a:pt x="1153" y="427"/>
                  </a:lnTo>
                  <a:lnTo>
                    <a:pt x="1155" y="427"/>
                  </a:lnTo>
                  <a:close/>
                  <a:moveTo>
                    <a:pt x="1223" y="425"/>
                  </a:moveTo>
                  <a:lnTo>
                    <a:pt x="1225" y="425"/>
                  </a:lnTo>
                  <a:lnTo>
                    <a:pt x="1229" y="427"/>
                  </a:lnTo>
                  <a:lnTo>
                    <a:pt x="1233" y="428"/>
                  </a:lnTo>
                  <a:lnTo>
                    <a:pt x="1237" y="432"/>
                  </a:lnTo>
                  <a:lnTo>
                    <a:pt x="1239" y="437"/>
                  </a:lnTo>
                  <a:lnTo>
                    <a:pt x="1239" y="439"/>
                  </a:lnTo>
                  <a:lnTo>
                    <a:pt x="1239" y="439"/>
                  </a:lnTo>
                  <a:lnTo>
                    <a:pt x="1209" y="439"/>
                  </a:lnTo>
                  <a:lnTo>
                    <a:pt x="1209" y="439"/>
                  </a:lnTo>
                  <a:lnTo>
                    <a:pt x="1209" y="437"/>
                  </a:lnTo>
                  <a:lnTo>
                    <a:pt x="1211" y="433"/>
                  </a:lnTo>
                  <a:lnTo>
                    <a:pt x="1214" y="429"/>
                  </a:lnTo>
                  <a:lnTo>
                    <a:pt x="1218" y="427"/>
                  </a:lnTo>
                  <a:lnTo>
                    <a:pt x="1223" y="425"/>
                  </a:lnTo>
                  <a:close/>
                  <a:moveTo>
                    <a:pt x="2420" y="423"/>
                  </a:moveTo>
                  <a:lnTo>
                    <a:pt x="2446" y="424"/>
                  </a:lnTo>
                  <a:lnTo>
                    <a:pt x="2471" y="432"/>
                  </a:lnTo>
                  <a:lnTo>
                    <a:pt x="2491" y="446"/>
                  </a:lnTo>
                  <a:lnTo>
                    <a:pt x="2509" y="464"/>
                  </a:lnTo>
                  <a:lnTo>
                    <a:pt x="2521" y="487"/>
                  </a:lnTo>
                  <a:lnTo>
                    <a:pt x="2527" y="513"/>
                  </a:lnTo>
                  <a:lnTo>
                    <a:pt x="2526" y="539"/>
                  </a:lnTo>
                  <a:lnTo>
                    <a:pt x="2518" y="563"/>
                  </a:lnTo>
                  <a:lnTo>
                    <a:pt x="2504" y="585"/>
                  </a:lnTo>
                  <a:lnTo>
                    <a:pt x="2485" y="602"/>
                  </a:lnTo>
                  <a:lnTo>
                    <a:pt x="2462" y="614"/>
                  </a:lnTo>
                  <a:lnTo>
                    <a:pt x="2437" y="620"/>
                  </a:lnTo>
                  <a:lnTo>
                    <a:pt x="2410" y="619"/>
                  </a:lnTo>
                  <a:lnTo>
                    <a:pt x="2386" y="611"/>
                  </a:lnTo>
                  <a:lnTo>
                    <a:pt x="2364" y="597"/>
                  </a:lnTo>
                  <a:lnTo>
                    <a:pt x="2347" y="578"/>
                  </a:lnTo>
                  <a:lnTo>
                    <a:pt x="2336" y="555"/>
                  </a:lnTo>
                  <a:lnTo>
                    <a:pt x="2330" y="530"/>
                  </a:lnTo>
                  <a:lnTo>
                    <a:pt x="2331" y="504"/>
                  </a:lnTo>
                  <a:lnTo>
                    <a:pt x="2339" y="480"/>
                  </a:lnTo>
                  <a:lnTo>
                    <a:pt x="2353" y="457"/>
                  </a:lnTo>
                  <a:lnTo>
                    <a:pt x="2372" y="441"/>
                  </a:lnTo>
                  <a:lnTo>
                    <a:pt x="2395" y="428"/>
                  </a:lnTo>
                  <a:lnTo>
                    <a:pt x="2420" y="423"/>
                  </a:lnTo>
                  <a:close/>
                  <a:moveTo>
                    <a:pt x="725" y="411"/>
                  </a:moveTo>
                  <a:lnTo>
                    <a:pt x="725" y="502"/>
                  </a:lnTo>
                  <a:lnTo>
                    <a:pt x="738" y="502"/>
                  </a:lnTo>
                  <a:lnTo>
                    <a:pt x="738" y="498"/>
                  </a:lnTo>
                  <a:lnTo>
                    <a:pt x="738" y="498"/>
                  </a:lnTo>
                  <a:lnTo>
                    <a:pt x="741" y="501"/>
                  </a:lnTo>
                  <a:lnTo>
                    <a:pt x="745" y="502"/>
                  </a:lnTo>
                  <a:lnTo>
                    <a:pt x="749" y="503"/>
                  </a:lnTo>
                  <a:lnTo>
                    <a:pt x="750" y="503"/>
                  </a:lnTo>
                  <a:lnTo>
                    <a:pt x="754" y="502"/>
                  </a:lnTo>
                  <a:lnTo>
                    <a:pt x="757" y="501"/>
                  </a:lnTo>
                  <a:lnTo>
                    <a:pt x="758" y="498"/>
                  </a:lnTo>
                  <a:lnTo>
                    <a:pt x="761" y="495"/>
                  </a:lnTo>
                  <a:lnTo>
                    <a:pt x="761" y="488"/>
                  </a:lnTo>
                  <a:lnTo>
                    <a:pt x="761" y="452"/>
                  </a:lnTo>
                  <a:lnTo>
                    <a:pt x="761" y="446"/>
                  </a:lnTo>
                  <a:lnTo>
                    <a:pt x="759" y="441"/>
                  </a:lnTo>
                  <a:lnTo>
                    <a:pt x="757" y="437"/>
                  </a:lnTo>
                  <a:lnTo>
                    <a:pt x="753" y="434"/>
                  </a:lnTo>
                  <a:lnTo>
                    <a:pt x="749" y="434"/>
                  </a:lnTo>
                  <a:lnTo>
                    <a:pt x="745" y="434"/>
                  </a:lnTo>
                  <a:lnTo>
                    <a:pt x="741" y="437"/>
                  </a:lnTo>
                  <a:lnTo>
                    <a:pt x="738" y="441"/>
                  </a:lnTo>
                  <a:lnTo>
                    <a:pt x="738" y="441"/>
                  </a:lnTo>
                  <a:lnTo>
                    <a:pt x="738" y="411"/>
                  </a:lnTo>
                  <a:lnTo>
                    <a:pt x="725" y="411"/>
                  </a:lnTo>
                  <a:close/>
                  <a:moveTo>
                    <a:pt x="634" y="411"/>
                  </a:moveTo>
                  <a:lnTo>
                    <a:pt x="634" y="424"/>
                  </a:lnTo>
                  <a:lnTo>
                    <a:pt x="648" y="424"/>
                  </a:lnTo>
                  <a:lnTo>
                    <a:pt x="648" y="424"/>
                  </a:lnTo>
                  <a:lnTo>
                    <a:pt x="648" y="502"/>
                  </a:lnTo>
                  <a:lnTo>
                    <a:pt x="662" y="502"/>
                  </a:lnTo>
                  <a:lnTo>
                    <a:pt x="662" y="424"/>
                  </a:lnTo>
                  <a:lnTo>
                    <a:pt x="662" y="424"/>
                  </a:lnTo>
                  <a:lnTo>
                    <a:pt x="678" y="424"/>
                  </a:lnTo>
                  <a:lnTo>
                    <a:pt x="678" y="411"/>
                  </a:lnTo>
                  <a:lnTo>
                    <a:pt x="634" y="411"/>
                  </a:lnTo>
                  <a:close/>
                  <a:moveTo>
                    <a:pt x="973" y="411"/>
                  </a:moveTo>
                  <a:lnTo>
                    <a:pt x="960" y="413"/>
                  </a:lnTo>
                  <a:lnTo>
                    <a:pt x="950" y="418"/>
                  </a:lnTo>
                  <a:lnTo>
                    <a:pt x="944" y="427"/>
                  </a:lnTo>
                  <a:lnTo>
                    <a:pt x="943" y="432"/>
                  </a:lnTo>
                  <a:lnTo>
                    <a:pt x="943" y="437"/>
                  </a:lnTo>
                  <a:lnTo>
                    <a:pt x="945" y="442"/>
                  </a:lnTo>
                  <a:lnTo>
                    <a:pt x="950" y="446"/>
                  </a:lnTo>
                  <a:lnTo>
                    <a:pt x="955" y="448"/>
                  </a:lnTo>
                  <a:lnTo>
                    <a:pt x="963" y="451"/>
                  </a:lnTo>
                  <a:lnTo>
                    <a:pt x="971" y="453"/>
                  </a:lnTo>
                  <a:lnTo>
                    <a:pt x="976" y="456"/>
                  </a:lnTo>
                  <a:lnTo>
                    <a:pt x="980" y="457"/>
                  </a:lnTo>
                  <a:lnTo>
                    <a:pt x="981" y="459"/>
                  </a:lnTo>
                  <a:lnTo>
                    <a:pt x="982" y="460"/>
                  </a:lnTo>
                  <a:lnTo>
                    <a:pt x="982" y="461"/>
                  </a:lnTo>
                  <a:lnTo>
                    <a:pt x="981" y="464"/>
                  </a:lnTo>
                  <a:lnTo>
                    <a:pt x="980" y="465"/>
                  </a:lnTo>
                  <a:lnTo>
                    <a:pt x="977" y="466"/>
                  </a:lnTo>
                  <a:lnTo>
                    <a:pt x="973" y="466"/>
                  </a:lnTo>
                  <a:lnTo>
                    <a:pt x="968" y="465"/>
                  </a:lnTo>
                  <a:lnTo>
                    <a:pt x="962" y="464"/>
                  </a:lnTo>
                  <a:lnTo>
                    <a:pt x="955" y="461"/>
                  </a:lnTo>
                  <a:lnTo>
                    <a:pt x="953" y="460"/>
                  </a:lnTo>
                  <a:lnTo>
                    <a:pt x="950" y="460"/>
                  </a:lnTo>
                  <a:lnTo>
                    <a:pt x="949" y="460"/>
                  </a:lnTo>
                  <a:lnTo>
                    <a:pt x="945" y="461"/>
                  </a:lnTo>
                  <a:lnTo>
                    <a:pt x="943" y="462"/>
                  </a:lnTo>
                  <a:lnTo>
                    <a:pt x="940" y="466"/>
                  </a:lnTo>
                  <a:lnTo>
                    <a:pt x="940" y="467"/>
                  </a:lnTo>
                  <a:lnTo>
                    <a:pt x="943" y="474"/>
                  </a:lnTo>
                  <a:lnTo>
                    <a:pt x="952" y="478"/>
                  </a:lnTo>
                  <a:lnTo>
                    <a:pt x="966" y="481"/>
                  </a:lnTo>
                  <a:lnTo>
                    <a:pt x="971" y="481"/>
                  </a:lnTo>
                  <a:lnTo>
                    <a:pt x="972" y="481"/>
                  </a:lnTo>
                  <a:lnTo>
                    <a:pt x="985" y="480"/>
                  </a:lnTo>
                  <a:lnTo>
                    <a:pt x="994" y="476"/>
                  </a:lnTo>
                  <a:lnTo>
                    <a:pt x="1001" y="469"/>
                  </a:lnTo>
                  <a:lnTo>
                    <a:pt x="1003" y="465"/>
                  </a:lnTo>
                  <a:lnTo>
                    <a:pt x="1004" y="460"/>
                  </a:lnTo>
                  <a:lnTo>
                    <a:pt x="1003" y="456"/>
                  </a:lnTo>
                  <a:lnTo>
                    <a:pt x="1000" y="451"/>
                  </a:lnTo>
                  <a:lnTo>
                    <a:pt x="996" y="447"/>
                  </a:lnTo>
                  <a:lnTo>
                    <a:pt x="991" y="445"/>
                  </a:lnTo>
                  <a:lnTo>
                    <a:pt x="983" y="442"/>
                  </a:lnTo>
                  <a:lnTo>
                    <a:pt x="976" y="439"/>
                  </a:lnTo>
                  <a:lnTo>
                    <a:pt x="971" y="437"/>
                  </a:lnTo>
                  <a:lnTo>
                    <a:pt x="967" y="436"/>
                  </a:lnTo>
                  <a:lnTo>
                    <a:pt x="964" y="434"/>
                  </a:lnTo>
                  <a:lnTo>
                    <a:pt x="964" y="432"/>
                  </a:lnTo>
                  <a:lnTo>
                    <a:pt x="964" y="432"/>
                  </a:lnTo>
                  <a:lnTo>
                    <a:pt x="966" y="429"/>
                  </a:lnTo>
                  <a:lnTo>
                    <a:pt x="968" y="428"/>
                  </a:lnTo>
                  <a:lnTo>
                    <a:pt x="971" y="427"/>
                  </a:lnTo>
                  <a:lnTo>
                    <a:pt x="972" y="427"/>
                  </a:lnTo>
                  <a:lnTo>
                    <a:pt x="974" y="428"/>
                  </a:lnTo>
                  <a:lnTo>
                    <a:pt x="978" y="428"/>
                  </a:lnTo>
                  <a:lnTo>
                    <a:pt x="983" y="429"/>
                  </a:lnTo>
                  <a:lnTo>
                    <a:pt x="989" y="432"/>
                  </a:lnTo>
                  <a:lnTo>
                    <a:pt x="990" y="432"/>
                  </a:lnTo>
                  <a:lnTo>
                    <a:pt x="992" y="432"/>
                  </a:lnTo>
                  <a:lnTo>
                    <a:pt x="994" y="432"/>
                  </a:lnTo>
                  <a:lnTo>
                    <a:pt x="996" y="432"/>
                  </a:lnTo>
                  <a:lnTo>
                    <a:pt x="999" y="429"/>
                  </a:lnTo>
                  <a:lnTo>
                    <a:pt x="1001" y="427"/>
                  </a:lnTo>
                  <a:lnTo>
                    <a:pt x="1001" y="425"/>
                  </a:lnTo>
                  <a:lnTo>
                    <a:pt x="1001" y="424"/>
                  </a:lnTo>
                  <a:lnTo>
                    <a:pt x="999" y="419"/>
                  </a:lnTo>
                  <a:lnTo>
                    <a:pt x="991" y="414"/>
                  </a:lnTo>
                  <a:lnTo>
                    <a:pt x="978" y="411"/>
                  </a:lnTo>
                  <a:lnTo>
                    <a:pt x="973" y="411"/>
                  </a:lnTo>
                  <a:close/>
                  <a:moveTo>
                    <a:pt x="478" y="410"/>
                  </a:moveTo>
                  <a:lnTo>
                    <a:pt x="492" y="410"/>
                  </a:lnTo>
                  <a:lnTo>
                    <a:pt x="492" y="411"/>
                  </a:lnTo>
                  <a:lnTo>
                    <a:pt x="493" y="414"/>
                  </a:lnTo>
                  <a:lnTo>
                    <a:pt x="494" y="419"/>
                  </a:lnTo>
                  <a:lnTo>
                    <a:pt x="497" y="431"/>
                  </a:lnTo>
                  <a:lnTo>
                    <a:pt x="501" y="447"/>
                  </a:lnTo>
                  <a:lnTo>
                    <a:pt x="502" y="447"/>
                  </a:lnTo>
                  <a:lnTo>
                    <a:pt x="511" y="410"/>
                  </a:lnTo>
                  <a:lnTo>
                    <a:pt x="525" y="410"/>
                  </a:lnTo>
                  <a:lnTo>
                    <a:pt x="525" y="410"/>
                  </a:lnTo>
                  <a:lnTo>
                    <a:pt x="525" y="410"/>
                  </a:lnTo>
                  <a:lnTo>
                    <a:pt x="517" y="433"/>
                  </a:lnTo>
                  <a:lnTo>
                    <a:pt x="512" y="451"/>
                  </a:lnTo>
                  <a:lnTo>
                    <a:pt x="510" y="461"/>
                  </a:lnTo>
                  <a:lnTo>
                    <a:pt x="508" y="465"/>
                  </a:lnTo>
                  <a:lnTo>
                    <a:pt x="508" y="501"/>
                  </a:lnTo>
                  <a:lnTo>
                    <a:pt x="508" y="502"/>
                  </a:lnTo>
                  <a:lnTo>
                    <a:pt x="494" y="502"/>
                  </a:lnTo>
                  <a:lnTo>
                    <a:pt x="494" y="501"/>
                  </a:lnTo>
                  <a:lnTo>
                    <a:pt x="494" y="466"/>
                  </a:lnTo>
                  <a:lnTo>
                    <a:pt x="493" y="462"/>
                  </a:lnTo>
                  <a:lnTo>
                    <a:pt x="491" y="453"/>
                  </a:lnTo>
                  <a:lnTo>
                    <a:pt x="487" y="438"/>
                  </a:lnTo>
                  <a:lnTo>
                    <a:pt x="480" y="418"/>
                  </a:lnTo>
                  <a:lnTo>
                    <a:pt x="478" y="410"/>
                  </a:lnTo>
                  <a:lnTo>
                    <a:pt x="478" y="410"/>
                  </a:lnTo>
                  <a:close/>
                  <a:moveTo>
                    <a:pt x="1267" y="410"/>
                  </a:moveTo>
                  <a:lnTo>
                    <a:pt x="1267" y="419"/>
                  </a:lnTo>
                  <a:lnTo>
                    <a:pt x="1267" y="419"/>
                  </a:lnTo>
                  <a:lnTo>
                    <a:pt x="1269" y="419"/>
                  </a:lnTo>
                  <a:lnTo>
                    <a:pt x="1269" y="413"/>
                  </a:lnTo>
                  <a:lnTo>
                    <a:pt x="1270" y="413"/>
                  </a:lnTo>
                  <a:lnTo>
                    <a:pt x="1270" y="417"/>
                  </a:lnTo>
                  <a:lnTo>
                    <a:pt x="1271" y="419"/>
                  </a:lnTo>
                  <a:lnTo>
                    <a:pt x="1271" y="419"/>
                  </a:lnTo>
                  <a:lnTo>
                    <a:pt x="1273" y="419"/>
                  </a:lnTo>
                  <a:lnTo>
                    <a:pt x="1275" y="411"/>
                  </a:lnTo>
                  <a:lnTo>
                    <a:pt x="1275" y="411"/>
                  </a:lnTo>
                  <a:lnTo>
                    <a:pt x="1275" y="419"/>
                  </a:lnTo>
                  <a:lnTo>
                    <a:pt x="1276" y="419"/>
                  </a:lnTo>
                  <a:lnTo>
                    <a:pt x="1276" y="410"/>
                  </a:lnTo>
                  <a:lnTo>
                    <a:pt x="1274" y="410"/>
                  </a:lnTo>
                  <a:lnTo>
                    <a:pt x="1274" y="410"/>
                  </a:lnTo>
                  <a:lnTo>
                    <a:pt x="1273" y="413"/>
                  </a:lnTo>
                  <a:lnTo>
                    <a:pt x="1273" y="417"/>
                  </a:lnTo>
                  <a:lnTo>
                    <a:pt x="1271" y="417"/>
                  </a:lnTo>
                  <a:lnTo>
                    <a:pt x="1270" y="410"/>
                  </a:lnTo>
                  <a:lnTo>
                    <a:pt x="1267" y="410"/>
                  </a:lnTo>
                  <a:close/>
                  <a:moveTo>
                    <a:pt x="1259" y="410"/>
                  </a:moveTo>
                  <a:lnTo>
                    <a:pt x="1259" y="411"/>
                  </a:lnTo>
                  <a:lnTo>
                    <a:pt x="1261" y="411"/>
                  </a:lnTo>
                  <a:lnTo>
                    <a:pt x="1261" y="411"/>
                  </a:lnTo>
                  <a:lnTo>
                    <a:pt x="1261" y="419"/>
                  </a:lnTo>
                  <a:lnTo>
                    <a:pt x="1264" y="419"/>
                  </a:lnTo>
                  <a:lnTo>
                    <a:pt x="1264" y="411"/>
                  </a:lnTo>
                  <a:lnTo>
                    <a:pt x="1264" y="411"/>
                  </a:lnTo>
                  <a:lnTo>
                    <a:pt x="1266" y="411"/>
                  </a:lnTo>
                  <a:lnTo>
                    <a:pt x="1266" y="410"/>
                  </a:lnTo>
                  <a:lnTo>
                    <a:pt x="1259" y="410"/>
                  </a:lnTo>
                  <a:close/>
                  <a:moveTo>
                    <a:pt x="341" y="406"/>
                  </a:moveTo>
                  <a:lnTo>
                    <a:pt x="375" y="441"/>
                  </a:lnTo>
                  <a:lnTo>
                    <a:pt x="356" y="460"/>
                  </a:lnTo>
                  <a:lnTo>
                    <a:pt x="426" y="530"/>
                  </a:lnTo>
                  <a:lnTo>
                    <a:pt x="428" y="532"/>
                  </a:lnTo>
                  <a:lnTo>
                    <a:pt x="429" y="536"/>
                  </a:lnTo>
                  <a:lnTo>
                    <a:pt x="429" y="540"/>
                  </a:lnTo>
                  <a:lnTo>
                    <a:pt x="428" y="543"/>
                  </a:lnTo>
                  <a:lnTo>
                    <a:pt x="424" y="546"/>
                  </a:lnTo>
                  <a:lnTo>
                    <a:pt x="422" y="548"/>
                  </a:lnTo>
                  <a:lnTo>
                    <a:pt x="418" y="548"/>
                  </a:lnTo>
                  <a:lnTo>
                    <a:pt x="414" y="546"/>
                  </a:lnTo>
                  <a:lnTo>
                    <a:pt x="412" y="544"/>
                  </a:lnTo>
                  <a:lnTo>
                    <a:pt x="341" y="475"/>
                  </a:lnTo>
                  <a:lnTo>
                    <a:pt x="324" y="493"/>
                  </a:lnTo>
                  <a:lnTo>
                    <a:pt x="291" y="456"/>
                  </a:lnTo>
                  <a:lnTo>
                    <a:pt x="341" y="406"/>
                  </a:lnTo>
                  <a:close/>
                  <a:moveTo>
                    <a:pt x="353" y="394"/>
                  </a:moveTo>
                  <a:lnTo>
                    <a:pt x="356" y="395"/>
                  </a:lnTo>
                  <a:lnTo>
                    <a:pt x="389" y="429"/>
                  </a:lnTo>
                  <a:lnTo>
                    <a:pt x="391" y="432"/>
                  </a:lnTo>
                  <a:lnTo>
                    <a:pt x="391" y="434"/>
                  </a:lnTo>
                  <a:lnTo>
                    <a:pt x="390" y="436"/>
                  </a:lnTo>
                  <a:lnTo>
                    <a:pt x="387" y="438"/>
                  </a:lnTo>
                  <a:lnTo>
                    <a:pt x="385" y="439"/>
                  </a:lnTo>
                  <a:lnTo>
                    <a:pt x="382" y="439"/>
                  </a:lnTo>
                  <a:lnTo>
                    <a:pt x="380" y="438"/>
                  </a:lnTo>
                  <a:lnTo>
                    <a:pt x="345" y="405"/>
                  </a:lnTo>
                  <a:lnTo>
                    <a:pt x="344" y="403"/>
                  </a:lnTo>
                  <a:lnTo>
                    <a:pt x="344" y="400"/>
                  </a:lnTo>
                  <a:lnTo>
                    <a:pt x="345" y="397"/>
                  </a:lnTo>
                  <a:lnTo>
                    <a:pt x="348" y="395"/>
                  </a:lnTo>
                  <a:lnTo>
                    <a:pt x="350" y="394"/>
                  </a:lnTo>
                  <a:lnTo>
                    <a:pt x="353" y="394"/>
                  </a:lnTo>
                  <a:close/>
                  <a:moveTo>
                    <a:pt x="711" y="387"/>
                  </a:moveTo>
                  <a:lnTo>
                    <a:pt x="731" y="387"/>
                  </a:lnTo>
                  <a:lnTo>
                    <a:pt x="767" y="389"/>
                  </a:lnTo>
                  <a:lnTo>
                    <a:pt x="797" y="390"/>
                  </a:lnTo>
                  <a:lnTo>
                    <a:pt x="805" y="391"/>
                  </a:lnTo>
                  <a:lnTo>
                    <a:pt x="810" y="394"/>
                  </a:lnTo>
                  <a:lnTo>
                    <a:pt x="814" y="397"/>
                  </a:lnTo>
                  <a:lnTo>
                    <a:pt x="820" y="408"/>
                  </a:lnTo>
                  <a:lnTo>
                    <a:pt x="823" y="423"/>
                  </a:lnTo>
                  <a:lnTo>
                    <a:pt x="823" y="436"/>
                  </a:lnTo>
                  <a:lnTo>
                    <a:pt x="824" y="452"/>
                  </a:lnTo>
                  <a:lnTo>
                    <a:pt x="824" y="461"/>
                  </a:lnTo>
                  <a:lnTo>
                    <a:pt x="823" y="484"/>
                  </a:lnTo>
                  <a:lnTo>
                    <a:pt x="823" y="498"/>
                  </a:lnTo>
                  <a:lnTo>
                    <a:pt x="822" y="504"/>
                  </a:lnTo>
                  <a:lnTo>
                    <a:pt x="819" y="509"/>
                  </a:lnTo>
                  <a:lnTo>
                    <a:pt x="815" y="515"/>
                  </a:lnTo>
                  <a:lnTo>
                    <a:pt x="811" y="518"/>
                  </a:lnTo>
                  <a:lnTo>
                    <a:pt x="806" y="522"/>
                  </a:lnTo>
                  <a:lnTo>
                    <a:pt x="801" y="523"/>
                  </a:lnTo>
                  <a:lnTo>
                    <a:pt x="795" y="525"/>
                  </a:lnTo>
                  <a:lnTo>
                    <a:pt x="786" y="525"/>
                  </a:lnTo>
                  <a:lnTo>
                    <a:pt x="761" y="526"/>
                  </a:lnTo>
                  <a:lnTo>
                    <a:pt x="730" y="526"/>
                  </a:lnTo>
                  <a:lnTo>
                    <a:pt x="711" y="526"/>
                  </a:lnTo>
                  <a:lnTo>
                    <a:pt x="675" y="526"/>
                  </a:lnTo>
                  <a:lnTo>
                    <a:pt x="645" y="525"/>
                  </a:lnTo>
                  <a:lnTo>
                    <a:pt x="638" y="523"/>
                  </a:lnTo>
                  <a:lnTo>
                    <a:pt x="633" y="521"/>
                  </a:lnTo>
                  <a:lnTo>
                    <a:pt x="628" y="517"/>
                  </a:lnTo>
                  <a:lnTo>
                    <a:pt x="622" y="506"/>
                  </a:lnTo>
                  <a:lnTo>
                    <a:pt x="619" y="492"/>
                  </a:lnTo>
                  <a:lnTo>
                    <a:pt x="618" y="478"/>
                  </a:lnTo>
                  <a:lnTo>
                    <a:pt x="618" y="460"/>
                  </a:lnTo>
                  <a:lnTo>
                    <a:pt x="618" y="453"/>
                  </a:lnTo>
                  <a:lnTo>
                    <a:pt x="619" y="413"/>
                  </a:lnTo>
                  <a:lnTo>
                    <a:pt x="620" y="410"/>
                  </a:lnTo>
                  <a:lnTo>
                    <a:pt x="622" y="408"/>
                  </a:lnTo>
                  <a:lnTo>
                    <a:pt x="624" y="403"/>
                  </a:lnTo>
                  <a:lnTo>
                    <a:pt x="628" y="397"/>
                  </a:lnTo>
                  <a:lnTo>
                    <a:pt x="633" y="394"/>
                  </a:lnTo>
                  <a:lnTo>
                    <a:pt x="641" y="390"/>
                  </a:lnTo>
                  <a:lnTo>
                    <a:pt x="645" y="390"/>
                  </a:lnTo>
                  <a:lnTo>
                    <a:pt x="652" y="389"/>
                  </a:lnTo>
                  <a:lnTo>
                    <a:pt x="666" y="389"/>
                  </a:lnTo>
                  <a:lnTo>
                    <a:pt x="687" y="389"/>
                  </a:lnTo>
                  <a:lnTo>
                    <a:pt x="711" y="387"/>
                  </a:lnTo>
                  <a:close/>
                  <a:moveTo>
                    <a:pt x="1014" y="385"/>
                  </a:moveTo>
                  <a:lnTo>
                    <a:pt x="1010" y="385"/>
                  </a:lnTo>
                  <a:lnTo>
                    <a:pt x="1008" y="387"/>
                  </a:lnTo>
                  <a:lnTo>
                    <a:pt x="1005" y="390"/>
                  </a:lnTo>
                  <a:lnTo>
                    <a:pt x="1004" y="394"/>
                  </a:lnTo>
                  <a:lnTo>
                    <a:pt x="1004" y="474"/>
                  </a:lnTo>
                  <a:lnTo>
                    <a:pt x="1005" y="478"/>
                  </a:lnTo>
                  <a:lnTo>
                    <a:pt x="1008" y="480"/>
                  </a:lnTo>
                  <a:lnTo>
                    <a:pt x="1010" y="483"/>
                  </a:lnTo>
                  <a:lnTo>
                    <a:pt x="1013" y="483"/>
                  </a:lnTo>
                  <a:lnTo>
                    <a:pt x="1014" y="483"/>
                  </a:lnTo>
                  <a:lnTo>
                    <a:pt x="1018" y="483"/>
                  </a:lnTo>
                  <a:lnTo>
                    <a:pt x="1022" y="480"/>
                  </a:lnTo>
                  <a:lnTo>
                    <a:pt x="1023" y="476"/>
                  </a:lnTo>
                  <a:lnTo>
                    <a:pt x="1024" y="475"/>
                  </a:lnTo>
                  <a:lnTo>
                    <a:pt x="1024" y="473"/>
                  </a:lnTo>
                  <a:lnTo>
                    <a:pt x="1024" y="459"/>
                  </a:lnTo>
                  <a:lnTo>
                    <a:pt x="1025" y="457"/>
                  </a:lnTo>
                  <a:lnTo>
                    <a:pt x="1027" y="456"/>
                  </a:lnTo>
                  <a:lnTo>
                    <a:pt x="1031" y="453"/>
                  </a:lnTo>
                  <a:lnTo>
                    <a:pt x="1048" y="479"/>
                  </a:lnTo>
                  <a:lnTo>
                    <a:pt x="1052" y="481"/>
                  </a:lnTo>
                  <a:lnTo>
                    <a:pt x="1055" y="483"/>
                  </a:lnTo>
                  <a:lnTo>
                    <a:pt x="1057" y="484"/>
                  </a:lnTo>
                  <a:lnTo>
                    <a:pt x="1059" y="484"/>
                  </a:lnTo>
                  <a:lnTo>
                    <a:pt x="1061" y="483"/>
                  </a:lnTo>
                  <a:lnTo>
                    <a:pt x="1064" y="481"/>
                  </a:lnTo>
                  <a:lnTo>
                    <a:pt x="1066" y="480"/>
                  </a:lnTo>
                  <a:lnTo>
                    <a:pt x="1067" y="476"/>
                  </a:lnTo>
                  <a:lnTo>
                    <a:pt x="1067" y="475"/>
                  </a:lnTo>
                  <a:lnTo>
                    <a:pt x="1066" y="473"/>
                  </a:lnTo>
                  <a:lnTo>
                    <a:pt x="1065" y="469"/>
                  </a:lnTo>
                  <a:lnTo>
                    <a:pt x="1061" y="464"/>
                  </a:lnTo>
                  <a:lnTo>
                    <a:pt x="1045" y="441"/>
                  </a:lnTo>
                  <a:lnTo>
                    <a:pt x="1050" y="436"/>
                  </a:lnTo>
                  <a:lnTo>
                    <a:pt x="1052" y="432"/>
                  </a:lnTo>
                  <a:lnTo>
                    <a:pt x="1056" y="428"/>
                  </a:lnTo>
                  <a:lnTo>
                    <a:pt x="1057" y="425"/>
                  </a:lnTo>
                  <a:lnTo>
                    <a:pt x="1059" y="424"/>
                  </a:lnTo>
                  <a:lnTo>
                    <a:pt x="1060" y="424"/>
                  </a:lnTo>
                  <a:lnTo>
                    <a:pt x="1083" y="487"/>
                  </a:lnTo>
                  <a:lnTo>
                    <a:pt x="1083" y="488"/>
                  </a:lnTo>
                  <a:lnTo>
                    <a:pt x="1083" y="489"/>
                  </a:lnTo>
                  <a:lnTo>
                    <a:pt x="1080" y="492"/>
                  </a:lnTo>
                  <a:lnTo>
                    <a:pt x="1078" y="493"/>
                  </a:lnTo>
                  <a:lnTo>
                    <a:pt x="1075" y="493"/>
                  </a:lnTo>
                  <a:lnTo>
                    <a:pt x="1073" y="493"/>
                  </a:lnTo>
                  <a:lnTo>
                    <a:pt x="1069" y="493"/>
                  </a:lnTo>
                  <a:lnTo>
                    <a:pt x="1066" y="495"/>
                  </a:lnTo>
                  <a:lnTo>
                    <a:pt x="1065" y="498"/>
                  </a:lnTo>
                  <a:lnTo>
                    <a:pt x="1065" y="502"/>
                  </a:lnTo>
                  <a:lnTo>
                    <a:pt x="1065" y="504"/>
                  </a:lnTo>
                  <a:lnTo>
                    <a:pt x="1067" y="507"/>
                  </a:lnTo>
                  <a:lnTo>
                    <a:pt x="1071" y="509"/>
                  </a:lnTo>
                  <a:lnTo>
                    <a:pt x="1075" y="509"/>
                  </a:lnTo>
                  <a:lnTo>
                    <a:pt x="1081" y="509"/>
                  </a:lnTo>
                  <a:lnTo>
                    <a:pt x="1085" y="508"/>
                  </a:lnTo>
                  <a:lnTo>
                    <a:pt x="1089" y="506"/>
                  </a:lnTo>
                  <a:lnTo>
                    <a:pt x="1093" y="502"/>
                  </a:lnTo>
                  <a:lnTo>
                    <a:pt x="1095" y="498"/>
                  </a:lnTo>
                  <a:lnTo>
                    <a:pt x="1121" y="429"/>
                  </a:lnTo>
                  <a:lnTo>
                    <a:pt x="1121" y="429"/>
                  </a:lnTo>
                  <a:lnTo>
                    <a:pt x="1121" y="499"/>
                  </a:lnTo>
                  <a:lnTo>
                    <a:pt x="1122" y="503"/>
                  </a:lnTo>
                  <a:lnTo>
                    <a:pt x="1124" y="506"/>
                  </a:lnTo>
                  <a:lnTo>
                    <a:pt x="1126" y="508"/>
                  </a:lnTo>
                  <a:lnTo>
                    <a:pt x="1130" y="509"/>
                  </a:lnTo>
                  <a:lnTo>
                    <a:pt x="1131" y="509"/>
                  </a:lnTo>
                  <a:lnTo>
                    <a:pt x="1135" y="508"/>
                  </a:lnTo>
                  <a:lnTo>
                    <a:pt x="1138" y="507"/>
                  </a:lnTo>
                  <a:lnTo>
                    <a:pt x="1140" y="503"/>
                  </a:lnTo>
                  <a:lnTo>
                    <a:pt x="1140" y="501"/>
                  </a:lnTo>
                  <a:lnTo>
                    <a:pt x="1140" y="497"/>
                  </a:lnTo>
                  <a:lnTo>
                    <a:pt x="1140" y="476"/>
                  </a:lnTo>
                  <a:lnTo>
                    <a:pt x="1141" y="476"/>
                  </a:lnTo>
                  <a:lnTo>
                    <a:pt x="1146" y="480"/>
                  </a:lnTo>
                  <a:lnTo>
                    <a:pt x="1153" y="481"/>
                  </a:lnTo>
                  <a:lnTo>
                    <a:pt x="1159" y="483"/>
                  </a:lnTo>
                  <a:lnTo>
                    <a:pt x="1171" y="480"/>
                  </a:lnTo>
                  <a:lnTo>
                    <a:pt x="1180" y="474"/>
                  </a:lnTo>
                  <a:lnTo>
                    <a:pt x="1187" y="464"/>
                  </a:lnTo>
                  <a:lnTo>
                    <a:pt x="1190" y="455"/>
                  </a:lnTo>
                  <a:lnTo>
                    <a:pt x="1190" y="455"/>
                  </a:lnTo>
                  <a:lnTo>
                    <a:pt x="1192" y="461"/>
                  </a:lnTo>
                  <a:lnTo>
                    <a:pt x="1195" y="467"/>
                  </a:lnTo>
                  <a:lnTo>
                    <a:pt x="1199" y="471"/>
                  </a:lnTo>
                  <a:lnTo>
                    <a:pt x="1202" y="475"/>
                  </a:lnTo>
                  <a:lnTo>
                    <a:pt x="1213" y="480"/>
                  </a:lnTo>
                  <a:lnTo>
                    <a:pt x="1225" y="483"/>
                  </a:lnTo>
                  <a:lnTo>
                    <a:pt x="1239" y="480"/>
                  </a:lnTo>
                  <a:lnTo>
                    <a:pt x="1253" y="474"/>
                  </a:lnTo>
                  <a:lnTo>
                    <a:pt x="1256" y="470"/>
                  </a:lnTo>
                  <a:lnTo>
                    <a:pt x="1257" y="466"/>
                  </a:lnTo>
                  <a:lnTo>
                    <a:pt x="1257" y="464"/>
                  </a:lnTo>
                  <a:lnTo>
                    <a:pt x="1255" y="461"/>
                  </a:lnTo>
                  <a:lnTo>
                    <a:pt x="1251" y="459"/>
                  </a:lnTo>
                  <a:lnTo>
                    <a:pt x="1250" y="459"/>
                  </a:lnTo>
                  <a:lnTo>
                    <a:pt x="1248" y="459"/>
                  </a:lnTo>
                  <a:lnTo>
                    <a:pt x="1245" y="460"/>
                  </a:lnTo>
                  <a:lnTo>
                    <a:pt x="1241" y="462"/>
                  </a:lnTo>
                  <a:lnTo>
                    <a:pt x="1234" y="465"/>
                  </a:lnTo>
                  <a:lnTo>
                    <a:pt x="1232" y="466"/>
                  </a:lnTo>
                  <a:lnTo>
                    <a:pt x="1228" y="466"/>
                  </a:lnTo>
                  <a:lnTo>
                    <a:pt x="1227" y="466"/>
                  </a:lnTo>
                  <a:lnTo>
                    <a:pt x="1225" y="466"/>
                  </a:lnTo>
                  <a:lnTo>
                    <a:pt x="1220" y="465"/>
                  </a:lnTo>
                  <a:lnTo>
                    <a:pt x="1215" y="462"/>
                  </a:lnTo>
                  <a:lnTo>
                    <a:pt x="1211" y="460"/>
                  </a:lnTo>
                  <a:lnTo>
                    <a:pt x="1210" y="456"/>
                  </a:lnTo>
                  <a:lnTo>
                    <a:pt x="1209" y="452"/>
                  </a:lnTo>
                  <a:lnTo>
                    <a:pt x="1209" y="452"/>
                  </a:lnTo>
                  <a:lnTo>
                    <a:pt x="1250" y="452"/>
                  </a:lnTo>
                  <a:lnTo>
                    <a:pt x="1253" y="452"/>
                  </a:lnTo>
                  <a:lnTo>
                    <a:pt x="1257" y="451"/>
                  </a:lnTo>
                  <a:lnTo>
                    <a:pt x="1259" y="448"/>
                  </a:lnTo>
                  <a:lnTo>
                    <a:pt x="1259" y="445"/>
                  </a:lnTo>
                  <a:lnTo>
                    <a:pt x="1259" y="445"/>
                  </a:lnTo>
                  <a:lnTo>
                    <a:pt x="1256" y="429"/>
                  </a:lnTo>
                  <a:lnTo>
                    <a:pt x="1245" y="417"/>
                  </a:lnTo>
                  <a:lnTo>
                    <a:pt x="1238" y="413"/>
                  </a:lnTo>
                  <a:lnTo>
                    <a:pt x="1232" y="410"/>
                  </a:lnTo>
                  <a:lnTo>
                    <a:pt x="1227" y="410"/>
                  </a:lnTo>
                  <a:lnTo>
                    <a:pt x="1225" y="410"/>
                  </a:lnTo>
                  <a:lnTo>
                    <a:pt x="1224" y="410"/>
                  </a:lnTo>
                  <a:lnTo>
                    <a:pt x="1223" y="410"/>
                  </a:lnTo>
                  <a:lnTo>
                    <a:pt x="1222" y="410"/>
                  </a:lnTo>
                  <a:lnTo>
                    <a:pt x="1210" y="413"/>
                  </a:lnTo>
                  <a:lnTo>
                    <a:pt x="1199" y="420"/>
                  </a:lnTo>
                  <a:lnTo>
                    <a:pt x="1195" y="425"/>
                  </a:lnTo>
                  <a:lnTo>
                    <a:pt x="1192" y="432"/>
                  </a:lnTo>
                  <a:lnTo>
                    <a:pt x="1190" y="438"/>
                  </a:lnTo>
                  <a:lnTo>
                    <a:pt x="1190" y="438"/>
                  </a:lnTo>
                  <a:lnTo>
                    <a:pt x="1186" y="427"/>
                  </a:lnTo>
                  <a:lnTo>
                    <a:pt x="1180" y="418"/>
                  </a:lnTo>
                  <a:lnTo>
                    <a:pt x="1173" y="413"/>
                  </a:lnTo>
                  <a:lnTo>
                    <a:pt x="1167" y="410"/>
                  </a:lnTo>
                  <a:lnTo>
                    <a:pt x="1160" y="410"/>
                  </a:lnTo>
                  <a:lnTo>
                    <a:pt x="1159" y="410"/>
                  </a:lnTo>
                  <a:lnTo>
                    <a:pt x="1159" y="410"/>
                  </a:lnTo>
                  <a:lnTo>
                    <a:pt x="1159" y="410"/>
                  </a:lnTo>
                  <a:lnTo>
                    <a:pt x="1158" y="410"/>
                  </a:lnTo>
                  <a:lnTo>
                    <a:pt x="1153" y="410"/>
                  </a:lnTo>
                  <a:lnTo>
                    <a:pt x="1148" y="411"/>
                  </a:lnTo>
                  <a:lnTo>
                    <a:pt x="1144" y="415"/>
                  </a:lnTo>
                  <a:lnTo>
                    <a:pt x="1140" y="418"/>
                  </a:lnTo>
                  <a:lnTo>
                    <a:pt x="1139" y="415"/>
                  </a:lnTo>
                  <a:lnTo>
                    <a:pt x="1138" y="413"/>
                  </a:lnTo>
                  <a:lnTo>
                    <a:pt x="1136" y="411"/>
                  </a:lnTo>
                  <a:lnTo>
                    <a:pt x="1134" y="411"/>
                  </a:lnTo>
                  <a:lnTo>
                    <a:pt x="1131" y="410"/>
                  </a:lnTo>
                  <a:lnTo>
                    <a:pt x="1127" y="411"/>
                  </a:lnTo>
                  <a:lnTo>
                    <a:pt x="1124" y="414"/>
                  </a:lnTo>
                  <a:lnTo>
                    <a:pt x="1124" y="414"/>
                  </a:lnTo>
                  <a:lnTo>
                    <a:pt x="1120" y="410"/>
                  </a:lnTo>
                  <a:lnTo>
                    <a:pt x="1116" y="409"/>
                  </a:lnTo>
                  <a:lnTo>
                    <a:pt x="1115" y="409"/>
                  </a:lnTo>
                  <a:lnTo>
                    <a:pt x="1111" y="410"/>
                  </a:lnTo>
                  <a:lnTo>
                    <a:pt x="1108" y="413"/>
                  </a:lnTo>
                  <a:lnTo>
                    <a:pt x="1106" y="417"/>
                  </a:lnTo>
                  <a:lnTo>
                    <a:pt x="1104" y="422"/>
                  </a:lnTo>
                  <a:lnTo>
                    <a:pt x="1093" y="462"/>
                  </a:lnTo>
                  <a:lnTo>
                    <a:pt x="1093" y="462"/>
                  </a:lnTo>
                  <a:lnTo>
                    <a:pt x="1087" y="443"/>
                  </a:lnTo>
                  <a:lnTo>
                    <a:pt x="1081" y="429"/>
                  </a:lnTo>
                  <a:lnTo>
                    <a:pt x="1078" y="419"/>
                  </a:lnTo>
                  <a:lnTo>
                    <a:pt x="1076" y="414"/>
                  </a:lnTo>
                  <a:lnTo>
                    <a:pt x="1074" y="411"/>
                  </a:lnTo>
                  <a:lnTo>
                    <a:pt x="1071" y="410"/>
                  </a:lnTo>
                  <a:lnTo>
                    <a:pt x="1067" y="409"/>
                  </a:lnTo>
                  <a:lnTo>
                    <a:pt x="1066" y="409"/>
                  </a:lnTo>
                  <a:lnTo>
                    <a:pt x="1062" y="410"/>
                  </a:lnTo>
                  <a:lnTo>
                    <a:pt x="1059" y="414"/>
                  </a:lnTo>
                  <a:lnTo>
                    <a:pt x="1059" y="414"/>
                  </a:lnTo>
                  <a:lnTo>
                    <a:pt x="1056" y="411"/>
                  </a:lnTo>
                  <a:lnTo>
                    <a:pt x="1053" y="410"/>
                  </a:lnTo>
                  <a:lnTo>
                    <a:pt x="1052" y="410"/>
                  </a:lnTo>
                  <a:lnTo>
                    <a:pt x="1048" y="411"/>
                  </a:lnTo>
                  <a:lnTo>
                    <a:pt x="1043" y="415"/>
                  </a:lnTo>
                  <a:lnTo>
                    <a:pt x="1039" y="419"/>
                  </a:lnTo>
                  <a:lnTo>
                    <a:pt x="1024" y="437"/>
                  </a:lnTo>
                  <a:lnTo>
                    <a:pt x="1024" y="437"/>
                  </a:lnTo>
                  <a:lnTo>
                    <a:pt x="1024" y="395"/>
                  </a:lnTo>
                  <a:lnTo>
                    <a:pt x="1023" y="391"/>
                  </a:lnTo>
                  <a:lnTo>
                    <a:pt x="1022" y="387"/>
                  </a:lnTo>
                  <a:lnTo>
                    <a:pt x="1018" y="385"/>
                  </a:lnTo>
                  <a:lnTo>
                    <a:pt x="1017" y="385"/>
                  </a:lnTo>
                  <a:lnTo>
                    <a:pt x="1014" y="385"/>
                  </a:lnTo>
                  <a:close/>
                  <a:moveTo>
                    <a:pt x="1014" y="367"/>
                  </a:moveTo>
                  <a:lnTo>
                    <a:pt x="1019" y="368"/>
                  </a:lnTo>
                  <a:lnTo>
                    <a:pt x="1024" y="371"/>
                  </a:lnTo>
                  <a:lnTo>
                    <a:pt x="1029" y="376"/>
                  </a:lnTo>
                  <a:lnTo>
                    <a:pt x="1032" y="380"/>
                  </a:lnTo>
                  <a:lnTo>
                    <a:pt x="1033" y="385"/>
                  </a:lnTo>
                  <a:lnTo>
                    <a:pt x="1034" y="391"/>
                  </a:lnTo>
                  <a:lnTo>
                    <a:pt x="1046" y="387"/>
                  </a:lnTo>
                  <a:lnTo>
                    <a:pt x="1056" y="387"/>
                  </a:lnTo>
                  <a:lnTo>
                    <a:pt x="1067" y="389"/>
                  </a:lnTo>
                  <a:lnTo>
                    <a:pt x="1076" y="392"/>
                  </a:lnTo>
                  <a:lnTo>
                    <a:pt x="1083" y="399"/>
                  </a:lnTo>
                  <a:lnTo>
                    <a:pt x="1083" y="399"/>
                  </a:lnTo>
                  <a:lnTo>
                    <a:pt x="1093" y="387"/>
                  </a:lnTo>
                  <a:lnTo>
                    <a:pt x="1107" y="380"/>
                  </a:lnTo>
                  <a:lnTo>
                    <a:pt x="1125" y="377"/>
                  </a:lnTo>
                  <a:lnTo>
                    <a:pt x="1138" y="380"/>
                  </a:lnTo>
                  <a:lnTo>
                    <a:pt x="1149" y="386"/>
                  </a:lnTo>
                  <a:lnTo>
                    <a:pt x="1158" y="395"/>
                  </a:lnTo>
                  <a:lnTo>
                    <a:pt x="1162" y="400"/>
                  </a:lnTo>
                  <a:lnTo>
                    <a:pt x="1167" y="399"/>
                  </a:lnTo>
                  <a:lnTo>
                    <a:pt x="1172" y="399"/>
                  </a:lnTo>
                  <a:lnTo>
                    <a:pt x="1174" y="399"/>
                  </a:lnTo>
                  <a:lnTo>
                    <a:pt x="1180" y="399"/>
                  </a:lnTo>
                  <a:lnTo>
                    <a:pt x="1185" y="401"/>
                  </a:lnTo>
                  <a:lnTo>
                    <a:pt x="1188" y="404"/>
                  </a:lnTo>
                  <a:lnTo>
                    <a:pt x="1188" y="404"/>
                  </a:lnTo>
                  <a:lnTo>
                    <a:pt x="1205" y="397"/>
                  </a:lnTo>
                  <a:lnTo>
                    <a:pt x="1220" y="395"/>
                  </a:lnTo>
                  <a:lnTo>
                    <a:pt x="1224" y="395"/>
                  </a:lnTo>
                  <a:lnTo>
                    <a:pt x="1237" y="397"/>
                  </a:lnTo>
                  <a:lnTo>
                    <a:pt x="1251" y="404"/>
                  </a:lnTo>
                  <a:lnTo>
                    <a:pt x="1251" y="404"/>
                  </a:lnTo>
                  <a:lnTo>
                    <a:pt x="1256" y="400"/>
                  </a:lnTo>
                  <a:lnTo>
                    <a:pt x="1262" y="399"/>
                  </a:lnTo>
                  <a:lnTo>
                    <a:pt x="1269" y="397"/>
                  </a:lnTo>
                  <a:lnTo>
                    <a:pt x="1273" y="399"/>
                  </a:lnTo>
                  <a:lnTo>
                    <a:pt x="1276" y="400"/>
                  </a:lnTo>
                  <a:lnTo>
                    <a:pt x="1280" y="404"/>
                  </a:lnTo>
                  <a:lnTo>
                    <a:pt x="1284" y="408"/>
                  </a:lnTo>
                  <a:lnTo>
                    <a:pt x="1285" y="413"/>
                  </a:lnTo>
                  <a:lnTo>
                    <a:pt x="1285" y="418"/>
                  </a:lnTo>
                  <a:lnTo>
                    <a:pt x="1285" y="419"/>
                  </a:lnTo>
                  <a:lnTo>
                    <a:pt x="1285" y="424"/>
                  </a:lnTo>
                  <a:lnTo>
                    <a:pt x="1283" y="429"/>
                  </a:lnTo>
                  <a:lnTo>
                    <a:pt x="1279" y="432"/>
                  </a:lnTo>
                  <a:lnTo>
                    <a:pt x="1274" y="436"/>
                  </a:lnTo>
                  <a:lnTo>
                    <a:pt x="1274" y="439"/>
                  </a:lnTo>
                  <a:lnTo>
                    <a:pt x="1274" y="442"/>
                  </a:lnTo>
                  <a:lnTo>
                    <a:pt x="1271" y="461"/>
                  </a:lnTo>
                  <a:lnTo>
                    <a:pt x="1265" y="478"/>
                  </a:lnTo>
                  <a:lnTo>
                    <a:pt x="1253" y="490"/>
                  </a:lnTo>
                  <a:lnTo>
                    <a:pt x="1247" y="494"/>
                  </a:lnTo>
                  <a:lnTo>
                    <a:pt x="1239" y="497"/>
                  </a:lnTo>
                  <a:lnTo>
                    <a:pt x="1232" y="499"/>
                  </a:lnTo>
                  <a:lnTo>
                    <a:pt x="1225" y="501"/>
                  </a:lnTo>
                  <a:lnTo>
                    <a:pt x="1220" y="501"/>
                  </a:lnTo>
                  <a:lnTo>
                    <a:pt x="1205" y="498"/>
                  </a:lnTo>
                  <a:lnTo>
                    <a:pt x="1190" y="492"/>
                  </a:lnTo>
                  <a:lnTo>
                    <a:pt x="1176" y="501"/>
                  </a:lnTo>
                  <a:lnTo>
                    <a:pt x="1159" y="503"/>
                  </a:lnTo>
                  <a:lnTo>
                    <a:pt x="1155" y="503"/>
                  </a:lnTo>
                  <a:lnTo>
                    <a:pt x="1153" y="509"/>
                  </a:lnTo>
                  <a:lnTo>
                    <a:pt x="1148" y="516"/>
                  </a:lnTo>
                  <a:lnTo>
                    <a:pt x="1139" y="521"/>
                  </a:lnTo>
                  <a:lnTo>
                    <a:pt x="1127" y="523"/>
                  </a:lnTo>
                  <a:lnTo>
                    <a:pt x="1125" y="523"/>
                  </a:lnTo>
                  <a:lnTo>
                    <a:pt x="1120" y="523"/>
                  </a:lnTo>
                  <a:lnTo>
                    <a:pt x="1115" y="521"/>
                  </a:lnTo>
                  <a:lnTo>
                    <a:pt x="1110" y="516"/>
                  </a:lnTo>
                  <a:lnTo>
                    <a:pt x="1104" y="509"/>
                  </a:lnTo>
                  <a:lnTo>
                    <a:pt x="1104" y="509"/>
                  </a:lnTo>
                  <a:lnTo>
                    <a:pt x="1103" y="513"/>
                  </a:lnTo>
                  <a:lnTo>
                    <a:pt x="1101" y="517"/>
                  </a:lnTo>
                  <a:lnTo>
                    <a:pt x="1095" y="522"/>
                  </a:lnTo>
                  <a:lnTo>
                    <a:pt x="1087" y="529"/>
                  </a:lnTo>
                  <a:lnTo>
                    <a:pt x="1074" y="531"/>
                  </a:lnTo>
                  <a:lnTo>
                    <a:pt x="1071" y="531"/>
                  </a:lnTo>
                  <a:lnTo>
                    <a:pt x="1061" y="527"/>
                  </a:lnTo>
                  <a:lnTo>
                    <a:pt x="1051" y="518"/>
                  </a:lnTo>
                  <a:lnTo>
                    <a:pt x="1048" y="513"/>
                  </a:lnTo>
                  <a:lnTo>
                    <a:pt x="1046" y="509"/>
                  </a:lnTo>
                  <a:lnTo>
                    <a:pt x="1046" y="509"/>
                  </a:lnTo>
                  <a:lnTo>
                    <a:pt x="1046" y="509"/>
                  </a:lnTo>
                  <a:lnTo>
                    <a:pt x="1031" y="508"/>
                  </a:lnTo>
                  <a:lnTo>
                    <a:pt x="1019" y="502"/>
                  </a:lnTo>
                  <a:lnTo>
                    <a:pt x="1009" y="492"/>
                  </a:lnTo>
                  <a:lnTo>
                    <a:pt x="995" y="499"/>
                  </a:lnTo>
                  <a:lnTo>
                    <a:pt x="981" y="502"/>
                  </a:lnTo>
                  <a:lnTo>
                    <a:pt x="966" y="501"/>
                  </a:lnTo>
                  <a:lnTo>
                    <a:pt x="953" y="497"/>
                  </a:lnTo>
                  <a:lnTo>
                    <a:pt x="944" y="492"/>
                  </a:lnTo>
                  <a:lnTo>
                    <a:pt x="940" y="488"/>
                  </a:lnTo>
                  <a:lnTo>
                    <a:pt x="936" y="484"/>
                  </a:lnTo>
                  <a:lnTo>
                    <a:pt x="932" y="479"/>
                  </a:lnTo>
                  <a:lnTo>
                    <a:pt x="929" y="471"/>
                  </a:lnTo>
                  <a:lnTo>
                    <a:pt x="925" y="464"/>
                  </a:lnTo>
                  <a:lnTo>
                    <a:pt x="924" y="455"/>
                  </a:lnTo>
                  <a:lnTo>
                    <a:pt x="921" y="443"/>
                  </a:lnTo>
                  <a:lnTo>
                    <a:pt x="916" y="432"/>
                  </a:lnTo>
                  <a:lnTo>
                    <a:pt x="913" y="420"/>
                  </a:lnTo>
                  <a:lnTo>
                    <a:pt x="913" y="418"/>
                  </a:lnTo>
                  <a:lnTo>
                    <a:pt x="915" y="411"/>
                  </a:lnTo>
                  <a:lnTo>
                    <a:pt x="917" y="406"/>
                  </a:lnTo>
                  <a:lnTo>
                    <a:pt x="921" y="403"/>
                  </a:lnTo>
                  <a:lnTo>
                    <a:pt x="926" y="397"/>
                  </a:lnTo>
                  <a:lnTo>
                    <a:pt x="932" y="396"/>
                  </a:lnTo>
                  <a:lnTo>
                    <a:pt x="939" y="395"/>
                  </a:lnTo>
                  <a:lnTo>
                    <a:pt x="945" y="395"/>
                  </a:lnTo>
                  <a:lnTo>
                    <a:pt x="952" y="396"/>
                  </a:lnTo>
                  <a:lnTo>
                    <a:pt x="963" y="394"/>
                  </a:lnTo>
                  <a:lnTo>
                    <a:pt x="974" y="392"/>
                  </a:lnTo>
                  <a:lnTo>
                    <a:pt x="976" y="392"/>
                  </a:lnTo>
                  <a:lnTo>
                    <a:pt x="982" y="394"/>
                  </a:lnTo>
                  <a:lnTo>
                    <a:pt x="987" y="395"/>
                  </a:lnTo>
                  <a:lnTo>
                    <a:pt x="986" y="392"/>
                  </a:lnTo>
                  <a:lnTo>
                    <a:pt x="986" y="389"/>
                  </a:lnTo>
                  <a:lnTo>
                    <a:pt x="987" y="380"/>
                  </a:lnTo>
                  <a:lnTo>
                    <a:pt x="992" y="373"/>
                  </a:lnTo>
                  <a:lnTo>
                    <a:pt x="999" y="368"/>
                  </a:lnTo>
                  <a:lnTo>
                    <a:pt x="1003" y="367"/>
                  </a:lnTo>
                  <a:lnTo>
                    <a:pt x="1008" y="367"/>
                  </a:lnTo>
                  <a:lnTo>
                    <a:pt x="1014" y="367"/>
                  </a:lnTo>
                  <a:close/>
                  <a:moveTo>
                    <a:pt x="1921" y="364"/>
                  </a:moveTo>
                  <a:lnTo>
                    <a:pt x="1939" y="367"/>
                  </a:lnTo>
                  <a:lnTo>
                    <a:pt x="1941" y="367"/>
                  </a:lnTo>
                  <a:lnTo>
                    <a:pt x="1942" y="368"/>
                  </a:lnTo>
                  <a:lnTo>
                    <a:pt x="1944" y="369"/>
                  </a:lnTo>
                  <a:lnTo>
                    <a:pt x="1944" y="371"/>
                  </a:lnTo>
                  <a:lnTo>
                    <a:pt x="1946" y="389"/>
                  </a:lnTo>
                  <a:lnTo>
                    <a:pt x="1946" y="391"/>
                  </a:lnTo>
                  <a:lnTo>
                    <a:pt x="1945" y="392"/>
                  </a:lnTo>
                  <a:lnTo>
                    <a:pt x="1944" y="394"/>
                  </a:lnTo>
                  <a:lnTo>
                    <a:pt x="1941" y="397"/>
                  </a:lnTo>
                  <a:lnTo>
                    <a:pt x="1932" y="399"/>
                  </a:lnTo>
                  <a:lnTo>
                    <a:pt x="1932" y="399"/>
                  </a:lnTo>
                  <a:lnTo>
                    <a:pt x="1931" y="400"/>
                  </a:lnTo>
                  <a:lnTo>
                    <a:pt x="1931" y="408"/>
                  </a:lnTo>
                  <a:lnTo>
                    <a:pt x="1925" y="413"/>
                  </a:lnTo>
                  <a:lnTo>
                    <a:pt x="1917" y="414"/>
                  </a:lnTo>
                  <a:lnTo>
                    <a:pt x="1916" y="414"/>
                  </a:lnTo>
                  <a:lnTo>
                    <a:pt x="1916" y="415"/>
                  </a:lnTo>
                  <a:lnTo>
                    <a:pt x="1914" y="423"/>
                  </a:lnTo>
                  <a:lnTo>
                    <a:pt x="1908" y="431"/>
                  </a:lnTo>
                  <a:lnTo>
                    <a:pt x="1911" y="446"/>
                  </a:lnTo>
                  <a:lnTo>
                    <a:pt x="1907" y="462"/>
                  </a:lnTo>
                  <a:lnTo>
                    <a:pt x="1898" y="476"/>
                  </a:lnTo>
                  <a:lnTo>
                    <a:pt x="1886" y="485"/>
                  </a:lnTo>
                  <a:lnTo>
                    <a:pt x="1872" y="489"/>
                  </a:lnTo>
                  <a:lnTo>
                    <a:pt x="1858" y="489"/>
                  </a:lnTo>
                  <a:lnTo>
                    <a:pt x="1846" y="485"/>
                  </a:lnTo>
                  <a:lnTo>
                    <a:pt x="1834" y="476"/>
                  </a:lnTo>
                  <a:lnTo>
                    <a:pt x="1825" y="465"/>
                  </a:lnTo>
                  <a:lnTo>
                    <a:pt x="1821" y="452"/>
                  </a:lnTo>
                  <a:lnTo>
                    <a:pt x="1821" y="438"/>
                  </a:lnTo>
                  <a:lnTo>
                    <a:pt x="1825" y="425"/>
                  </a:lnTo>
                  <a:lnTo>
                    <a:pt x="1834" y="413"/>
                  </a:lnTo>
                  <a:lnTo>
                    <a:pt x="1848" y="404"/>
                  </a:lnTo>
                  <a:lnTo>
                    <a:pt x="1865" y="400"/>
                  </a:lnTo>
                  <a:lnTo>
                    <a:pt x="1881" y="403"/>
                  </a:lnTo>
                  <a:lnTo>
                    <a:pt x="1917" y="367"/>
                  </a:lnTo>
                  <a:lnTo>
                    <a:pt x="1918" y="366"/>
                  </a:lnTo>
                  <a:lnTo>
                    <a:pt x="1920" y="364"/>
                  </a:lnTo>
                  <a:lnTo>
                    <a:pt x="1921" y="364"/>
                  </a:lnTo>
                  <a:close/>
                  <a:moveTo>
                    <a:pt x="1797" y="348"/>
                  </a:moveTo>
                  <a:lnTo>
                    <a:pt x="1791" y="349"/>
                  </a:lnTo>
                  <a:lnTo>
                    <a:pt x="1787" y="352"/>
                  </a:lnTo>
                  <a:lnTo>
                    <a:pt x="1783" y="355"/>
                  </a:lnTo>
                  <a:lnTo>
                    <a:pt x="1781" y="359"/>
                  </a:lnTo>
                  <a:lnTo>
                    <a:pt x="1779" y="364"/>
                  </a:lnTo>
                  <a:lnTo>
                    <a:pt x="1781" y="371"/>
                  </a:lnTo>
                  <a:lnTo>
                    <a:pt x="1783" y="375"/>
                  </a:lnTo>
                  <a:lnTo>
                    <a:pt x="1787" y="378"/>
                  </a:lnTo>
                  <a:lnTo>
                    <a:pt x="1791" y="381"/>
                  </a:lnTo>
                  <a:lnTo>
                    <a:pt x="1797" y="382"/>
                  </a:lnTo>
                  <a:lnTo>
                    <a:pt x="1802" y="381"/>
                  </a:lnTo>
                  <a:lnTo>
                    <a:pt x="1806" y="378"/>
                  </a:lnTo>
                  <a:lnTo>
                    <a:pt x="1810" y="375"/>
                  </a:lnTo>
                  <a:lnTo>
                    <a:pt x="1813" y="371"/>
                  </a:lnTo>
                  <a:lnTo>
                    <a:pt x="1814" y="364"/>
                  </a:lnTo>
                  <a:lnTo>
                    <a:pt x="1813" y="359"/>
                  </a:lnTo>
                  <a:lnTo>
                    <a:pt x="1810" y="355"/>
                  </a:lnTo>
                  <a:lnTo>
                    <a:pt x="1806" y="352"/>
                  </a:lnTo>
                  <a:lnTo>
                    <a:pt x="1802" y="349"/>
                  </a:lnTo>
                  <a:lnTo>
                    <a:pt x="1797" y="348"/>
                  </a:lnTo>
                  <a:close/>
                  <a:moveTo>
                    <a:pt x="2089" y="341"/>
                  </a:moveTo>
                  <a:lnTo>
                    <a:pt x="2192" y="341"/>
                  </a:lnTo>
                  <a:lnTo>
                    <a:pt x="2192" y="362"/>
                  </a:lnTo>
                  <a:lnTo>
                    <a:pt x="2192" y="362"/>
                  </a:lnTo>
                  <a:lnTo>
                    <a:pt x="2192" y="367"/>
                  </a:lnTo>
                  <a:lnTo>
                    <a:pt x="2267" y="367"/>
                  </a:lnTo>
                  <a:lnTo>
                    <a:pt x="2267" y="385"/>
                  </a:lnTo>
                  <a:lnTo>
                    <a:pt x="2176" y="385"/>
                  </a:lnTo>
                  <a:lnTo>
                    <a:pt x="2176" y="362"/>
                  </a:lnTo>
                  <a:lnTo>
                    <a:pt x="2104" y="362"/>
                  </a:lnTo>
                  <a:lnTo>
                    <a:pt x="2104" y="401"/>
                  </a:lnTo>
                  <a:lnTo>
                    <a:pt x="2018" y="401"/>
                  </a:lnTo>
                  <a:lnTo>
                    <a:pt x="2018" y="383"/>
                  </a:lnTo>
                  <a:lnTo>
                    <a:pt x="2089" y="383"/>
                  </a:lnTo>
                  <a:lnTo>
                    <a:pt x="2089" y="341"/>
                  </a:lnTo>
                  <a:close/>
                  <a:moveTo>
                    <a:pt x="2657" y="319"/>
                  </a:moveTo>
                  <a:lnTo>
                    <a:pt x="2660" y="321"/>
                  </a:lnTo>
                  <a:lnTo>
                    <a:pt x="2663" y="324"/>
                  </a:lnTo>
                  <a:lnTo>
                    <a:pt x="2668" y="326"/>
                  </a:lnTo>
                  <a:lnTo>
                    <a:pt x="2675" y="329"/>
                  </a:lnTo>
                  <a:lnTo>
                    <a:pt x="2681" y="329"/>
                  </a:lnTo>
                  <a:lnTo>
                    <a:pt x="2689" y="327"/>
                  </a:lnTo>
                  <a:lnTo>
                    <a:pt x="2695" y="326"/>
                  </a:lnTo>
                  <a:lnTo>
                    <a:pt x="2700" y="322"/>
                  </a:lnTo>
                  <a:lnTo>
                    <a:pt x="2703" y="321"/>
                  </a:lnTo>
                  <a:lnTo>
                    <a:pt x="2705" y="319"/>
                  </a:lnTo>
                  <a:lnTo>
                    <a:pt x="2705" y="319"/>
                  </a:lnTo>
                  <a:lnTo>
                    <a:pt x="2708" y="321"/>
                  </a:lnTo>
                  <a:lnTo>
                    <a:pt x="2719" y="331"/>
                  </a:lnTo>
                  <a:lnTo>
                    <a:pt x="2732" y="343"/>
                  </a:lnTo>
                  <a:lnTo>
                    <a:pt x="2744" y="353"/>
                  </a:lnTo>
                  <a:lnTo>
                    <a:pt x="2756" y="364"/>
                  </a:lnTo>
                  <a:lnTo>
                    <a:pt x="2751" y="364"/>
                  </a:lnTo>
                  <a:lnTo>
                    <a:pt x="2611" y="364"/>
                  </a:lnTo>
                  <a:lnTo>
                    <a:pt x="2607" y="364"/>
                  </a:lnTo>
                  <a:lnTo>
                    <a:pt x="2619" y="353"/>
                  </a:lnTo>
                  <a:lnTo>
                    <a:pt x="2630" y="343"/>
                  </a:lnTo>
                  <a:lnTo>
                    <a:pt x="2643" y="331"/>
                  </a:lnTo>
                  <a:lnTo>
                    <a:pt x="2654" y="321"/>
                  </a:lnTo>
                  <a:lnTo>
                    <a:pt x="2657" y="319"/>
                  </a:lnTo>
                  <a:close/>
                  <a:moveTo>
                    <a:pt x="1550" y="317"/>
                  </a:moveTo>
                  <a:lnTo>
                    <a:pt x="1546" y="319"/>
                  </a:lnTo>
                  <a:lnTo>
                    <a:pt x="1544" y="321"/>
                  </a:lnTo>
                  <a:lnTo>
                    <a:pt x="1544" y="324"/>
                  </a:lnTo>
                  <a:lnTo>
                    <a:pt x="1544" y="327"/>
                  </a:lnTo>
                  <a:lnTo>
                    <a:pt x="1546" y="330"/>
                  </a:lnTo>
                  <a:lnTo>
                    <a:pt x="1550" y="330"/>
                  </a:lnTo>
                  <a:lnTo>
                    <a:pt x="1553" y="330"/>
                  </a:lnTo>
                  <a:lnTo>
                    <a:pt x="1555" y="327"/>
                  </a:lnTo>
                  <a:lnTo>
                    <a:pt x="1557" y="324"/>
                  </a:lnTo>
                  <a:lnTo>
                    <a:pt x="1555" y="321"/>
                  </a:lnTo>
                  <a:lnTo>
                    <a:pt x="1553" y="319"/>
                  </a:lnTo>
                  <a:lnTo>
                    <a:pt x="1550" y="317"/>
                  </a:lnTo>
                  <a:close/>
                  <a:moveTo>
                    <a:pt x="1532" y="266"/>
                  </a:moveTo>
                  <a:lnTo>
                    <a:pt x="1532" y="266"/>
                  </a:lnTo>
                  <a:lnTo>
                    <a:pt x="1531" y="269"/>
                  </a:lnTo>
                  <a:lnTo>
                    <a:pt x="1529" y="271"/>
                  </a:lnTo>
                  <a:lnTo>
                    <a:pt x="1525" y="274"/>
                  </a:lnTo>
                  <a:lnTo>
                    <a:pt x="1526" y="274"/>
                  </a:lnTo>
                  <a:lnTo>
                    <a:pt x="1532" y="271"/>
                  </a:lnTo>
                  <a:lnTo>
                    <a:pt x="1536" y="270"/>
                  </a:lnTo>
                  <a:lnTo>
                    <a:pt x="1541" y="270"/>
                  </a:lnTo>
                  <a:lnTo>
                    <a:pt x="1543" y="270"/>
                  </a:lnTo>
                  <a:lnTo>
                    <a:pt x="1544" y="271"/>
                  </a:lnTo>
                  <a:lnTo>
                    <a:pt x="1544" y="273"/>
                  </a:lnTo>
                  <a:lnTo>
                    <a:pt x="1544" y="274"/>
                  </a:lnTo>
                  <a:lnTo>
                    <a:pt x="1544" y="275"/>
                  </a:lnTo>
                  <a:lnTo>
                    <a:pt x="1541" y="276"/>
                  </a:lnTo>
                  <a:lnTo>
                    <a:pt x="1537" y="279"/>
                  </a:lnTo>
                  <a:lnTo>
                    <a:pt x="1529" y="280"/>
                  </a:lnTo>
                  <a:lnTo>
                    <a:pt x="1522" y="283"/>
                  </a:lnTo>
                  <a:lnTo>
                    <a:pt x="1522" y="283"/>
                  </a:lnTo>
                  <a:lnTo>
                    <a:pt x="1526" y="283"/>
                  </a:lnTo>
                  <a:lnTo>
                    <a:pt x="1541" y="287"/>
                  </a:lnTo>
                  <a:lnTo>
                    <a:pt x="1557" y="296"/>
                  </a:lnTo>
                  <a:lnTo>
                    <a:pt x="1571" y="310"/>
                  </a:lnTo>
                  <a:lnTo>
                    <a:pt x="1577" y="322"/>
                  </a:lnTo>
                  <a:lnTo>
                    <a:pt x="1579" y="334"/>
                  </a:lnTo>
                  <a:lnTo>
                    <a:pt x="1581" y="335"/>
                  </a:lnTo>
                  <a:lnTo>
                    <a:pt x="1585" y="335"/>
                  </a:lnTo>
                  <a:lnTo>
                    <a:pt x="1588" y="336"/>
                  </a:lnTo>
                  <a:lnTo>
                    <a:pt x="1590" y="336"/>
                  </a:lnTo>
                  <a:lnTo>
                    <a:pt x="1611" y="331"/>
                  </a:lnTo>
                  <a:lnTo>
                    <a:pt x="1611" y="331"/>
                  </a:lnTo>
                  <a:lnTo>
                    <a:pt x="1609" y="335"/>
                  </a:lnTo>
                  <a:lnTo>
                    <a:pt x="1606" y="339"/>
                  </a:lnTo>
                  <a:lnTo>
                    <a:pt x="1601" y="343"/>
                  </a:lnTo>
                  <a:lnTo>
                    <a:pt x="1596" y="345"/>
                  </a:lnTo>
                  <a:lnTo>
                    <a:pt x="1591" y="347"/>
                  </a:lnTo>
                  <a:lnTo>
                    <a:pt x="1587" y="348"/>
                  </a:lnTo>
                  <a:lnTo>
                    <a:pt x="1583" y="348"/>
                  </a:lnTo>
                  <a:lnTo>
                    <a:pt x="1585" y="349"/>
                  </a:lnTo>
                  <a:lnTo>
                    <a:pt x="1586" y="350"/>
                  </a:lnTo>
                  <a:lnTo>
                    <a:pt x="1590" y="350"/>
                  </a:lnTo>
                  <a:lnTo>
                    <a:pt x="1596" y="352"/>
                  </a:lnTo>
                  <a:lnTo>
                    <a:pt x="1604" y="352"/>
                  </a:lnTo>
                  <a:lnTo>
                    <a:pt x="1606" y="352"/>
                  </a:lnTo>
                  <a:lnTo>
                    <a:pt x="1613" y="352"/>
                  </a:lnTo>
                  <a:lnTo>
                    <a:pt x="1613" y="352"/>
                  </a:lnTo>
                  <a:lnTo>
                    <a:pt x="1613" y="352"/>
                  </a:lnTo>
                  <a:lnTo>
                    <a:pt x="1604" y="358"/>
                  </a:lnTo>
                  <a:lnTo>
                    <a:pt x="1593" y="363"/>
                  </a:lnTo>
                  <a:lnTo>
                    <a:pt x="1581" y="364"/>
                  </a:lnTo>
                  <a:lnTo>
                    <a:pt x="1581" y="364"/>
                  </a:lnTo>
                  <a:lnTo>
                    <a:pt x="1572" y="386"/>
                  </a:lnTo>
                  <a:lnTo>
                    <a:pt x="1559" y="405"/>
                  </a:lnTo>
                  <a:lnTo>
                    <a:pt x="1553" y="411"/>
                  </a:lnTo>
                  <a:lnTo>
                    <a:pt x="1548" y="417"/>
                  </a:lnTo>
                  <a:lnTo>
                    <a:pt x="1543" y="420"/>
                  </a:lnTo>
                  <a:lnTo>
                    <a:pt x="1518" y="436"/>
                  </a:lnTo>
                  <a:lnTo>
                    <a:pt x="1487" y="448"/>
                  </a:lnTo>
                  <a:lnTo>
                    <a:pt x="1453" y="452"/>
                  </a:lnTo>
                  <a:lnTo>
                    <a:pt x="1447" y="452"/>
                  </a:lnTo>
                  <a:lnTo>
                    <a:pt x="1423" y="450"/>
                  </a:lnTo>
                  <a:lnTo>
                    <a:pt x="1399" y="442"/>
                  </a:lnTo>
                  <a:lnTo>
                    <a:pt x="1374" y="429"/>
                  </a:lnTo>
                  <a:lnTo>
                    <a:pt x="1366" y="422"/>
                  </a:lnTo>
                  <a:lnTo>
                    <a:pt x="1353" y="410"/>
                  </a:lnTo>
                  <a:lnTo>
                    <a:pt x="1348" y="405"/>
                  </a:lnTo>
                  <a:lnTo>
                    <a:pt x="1345" y="401"/>
                  </a:lnTo>
                  <a:lnTo>
                    <a:pt x="1344" y="399"/>
                  </a:lnTo>
                  <a:lnTo>
                    <a:pt x="1343" y="399"/>
                  </a:lnTo>
                  <a:lnTo>
                    <a:pt x="1358" y="409"/>
                  </a:lnTo>
                  <a:lnTo>
                    <a:pt x="1374" y="415"/>
                  </a:lnTo>
                  <a:lnTo>
                    <a:pt x="1392" y="417"/>
                  </a:lnTo>
                  <a:lnTo>
                    <a:pt x="1410" y="415"/>
                  </a:lnTo>
                  <a:lnTo>
                    <a:pt x="1425" y="409"/>
                  </a:lnTo>
                  <a:lnTo>
                    <a:pt x="1441" y="397"/>
                  </a:lnTo>
                  <a:lnTo>
                    <a:pt x="1442" y="396"/>
                  </a:lnTo>
                  <a:lnTo>
                    <a:pt x="1443" y="396"/>
                  </a:lnTo>
                  <a:lnTo>
                    <a:pt x="1443" y="396"/>
                  </a:lnTo>
                  <a:lnTo>
                    <a:pt x="1441" y="396"/>
                  </a:lnTo>
                  <a:lnTo>
                    <a:pt x="1438" y="396"/>
                  </a:lnTo>
                  <a:lnTo>
                    <a:pt x="1433" y="395"/>
                  </a:lnTo>
                  <a:lnTo>
                    <a:pt x="1429" y="392"/>
                  </a:lnTo>
                  <a:lnTo>
                    <a:pt x="1425" y="390"/>
                  </a:lnTo>
                  <a:lnTo>
                    <a:pt x="1424" y="387"/>
                  </a:lnTo>
                  <a:lnTo>
                    <a:pt x="1424" y="385"/>
                  </a:lnTo>
                  <a:lnTo>
                    <a:pt x="1424" y="380"/>
                  </a:lnTo>
                  <a:lnTo>
                    <a:pt x="1428" y="376"/>
                  </a:lnTo>
                  <a:lnTo>
                    <a:pt x="1433" y="373"/>
                  </a:lnTo>
                  <a:lnTo>
                    <a:pt x="1433" y="373"/>
                  </a:lnTo>
                  <a:lnTo>
                    <a:pt x="1429" y="373"/>
                  </a:lnTo>
                  <a:lnTo>
                    <a:pt x="1418" y="371"/>
                  </a:lnTo>
                  <a:lnTo>
                    <a:pt x="1409" y="366"/>
                  </a:lnTo>
                  <a:lnTo>
                    <a:pt x="1401" y="357"/>
                  </a:lnTo>
                  <a:lnTo>
                    <a:pt x="1406" y="353"/>
                  </a:lnTo>
                  <a:lnTo>
                    <a:pt x="1410" y="350"/>
                  </a:lnTo>
                  <a:lnTo>
                    <a:pt x="1415" y="349"/>
                  </a:lnTo>
                  <a:lnTo>
                    <a:pt x="1419" y="349"/>
                  </a:lnTo>
                  <a:lnTo>
                    <a:pt x="1419" y="349"/>
                  </a:lnTo>
                  <a:lnTo>
                    <a:pt x="1405" y="343"/>
                  </a:lnTo>
                  <a:lnTo>
                    <a:pt x="1395" y="335"/>
                  </a:lnTo>
                  <a:lnTo>
                    <a:pt x="1392" y="331"/>
                  </a:lnTo>
                  <a:lnTo>
                    <a:pt x="1391" y="326"/>
                  </a:lnTo>
                  <a:lnTo>
                    <a:pt x="1390" y="322"/>
                  </a:lnTo>
                  <a:lnTo>
                    <a:pt x="1397" y="320"/>
                  </a:lnTo>
                  <a:lnTo>
                    <a:pt x="1405" y="320"/>
                  </a:lnTo>
                  <a:lnTo>
                    <a:pt x="1405" y="320"/>
                  </a:lnTo>
                  <a:lnTo>
                    <a:pt x="1402" y="319"/>
                  </a:lnTo>
                  <a:lnTo>
                    <a:pt x="1399" y="316"/>
                  </a:lnTo>
                  <a:lnTo>
                    <a:pt x="1395" y="312"/>
                  </a:lnTo>
                  <a:lnTo>
                    <a:pt x="1390" y="307"/>
                  </a:lnTo>
                  <a:lnTo>
                    <a:pt x="1386" y="301"/>
                  </a:lnTo>
                  <a:lnTo>
                    <a:pt x="1383" y="296"/>
                  </a:lnTo>
                  <a:lnTo>
                    <a:pt x="1383" y="289"/>
                  </a:lnTo>
                  <a:lnTo>
                    <a:pt x="1383" y="287"/>
                  </a:lnTo>
                  <a:lnTo>
                    <a:pt x="1399" y="292"/>
                  </a:lnTo>
                  <a:lnTo>
                    <a:pt x="1420" y="301"/>
                  </a:lnTo>
                  <a:lnTo>
                    <a:pt x="1437" y="308"/>
                  </a:lnTo>
                  <a:lnTo>
                    <a:pt x="1450" y="315"/>
                  </a:lnTo>
                  <a:lnTo>
                    <a:pt x="1458" y="321"/>
                  </a:lnTo>
                  <a:lnTo>
                    <a:pt x="1472" y="333"/>
                  </a:lnTo>
                  <a:lnTo>
                    <a:pt x="1472" y="333"/>
                  </a:lnTo>
                  <a:lnTo>
                    <a:pt x="1481" y="311"/>
                  </a:lnTo>
                  <a:lnTo>
                    <a:pt x="1492" y="292"/>
                  </a:lnTo>
                  <a:lnTo>
                    <a:pt x="1495" y="287"/>
                  </a:lnTo>
                  <a:lnTo>
                    <a:pt x="1502" y="280"/>
                  </a:lnTo>
                  <a:lnTo>
                    <a:pt x="1508" y="273"/>
                  </a:lnTo>
                  <a:lnTo>
                    <a:pt x="1515" y="268"/>
                  </a:lnTo>
                  <a:lnTo>
                    <a:pt x="1515" y="268"/>
                  </a:lnTo>
                  <a:lnTo>
                    <a:pt x="1515" y="269"/>
                  </a:lnTo>
                  <a:lnTo>
                    <a:pt x="1515" y="271"/>
                  </a:lnTo>
                  <a:lnTo>
                    <a:pt x="1513" y="274"/>
                  </a:lnTo>
                  <a:lnTo>
                    <a:pt x="1513" y="274"/>
                  </a:lnTo>
                  <a:lnTo>
                    <a:pt x="1513" y="274"/>
                  </a:lnTo>
                  <a:lnTo>
                    <a:pt x="1518" y="270"/>
                  </a:lnTo>
                  <a:lnTo>
                    <a:pt x="1523" y="268"/>
                  </a:lnTo>
                  <a:lnTo>
                    <a:pt x="1529" y="266"/>
                  </a:lnTo>
                  <a:lnTo>
                    <a:pt x="1532" y="266"/>
                  </a:lnTo>
                  <a:close/>
                  <a:moveTo>
                    <a:pt x="2032" y="254"/>
                  </a:moveTo>
                  <a:lnTo>
                    <a:pt x="2042" y="254"/>
                  </a:lnTo>
                  <a:lnTo>
                    <a:pt x="2046" y="256"/>
                  </a:lnTo>
                  <a:lnTo>
                    <a:pt x="2049" y="259"/>
                  </a:lnTo>
                  <a:lnTo>
                    <a:pt x="2055" y="259"/>
                  </a:lnTo>
                  <a:lnTo>
                    <a:pt x="2058" y="259"/>
                  </a:lnTo>
                  <a:lnTo>
                    <a:pt x="2062" y="256"/>
                  </a:lnTo>
                  <a:lnTo>
                    <a:pt x="2066" y="254"/>
                  </a:lnTo>
                  <a:lnTo>
                    <a:pt x="2076" y="254"/>
                  </a:lnTo>
                  <a:lnTo>
                    <a:pt x="2080" y="255"/>
                  </a:lnTo>
                  <a:lnTo>
                    <a:pt x="2084" y="256"/>
                  </a:lnTo>
                  <a:lnTo>
                    <a:pt x="2085" y="260"/>
                  </a:lnTo>
                  <a:lnTo>
                    <a:pt x="2086" y="264"/>
                  </a:lnTo>
                  <a:lnTo>
                    <a:pt x="2086" y="303"/>
                  </a:lnTo>
                  <a:lnTo>
                    <a:pt x="2085" y="307"/>
                  </a:lnTo>
                  <a:lnTo>
                    <a:pt x="2084" y="311"/>
                  </a:lnTo>
                  <a:lnTo>
                    <a:pt x="2080" y="313"/>
                  </a:lnTo>
                  <a:lnTo>
                    <a:pt x="2076" y="313"/>
                  </a:lnTo>
                  <a:lnTo>
                    <a:pt x="2072" y="313"/>
                  </a:lnTo>
                  <a:lnTo>
                    <a:pt x="2072" y="362"/>
                  </a:lnTo>
                  <a:lnTo>
                    <a:pt x="2071" y="364"/>
                  </a:lnTo>
                  <a:lnTo>
                    <a:pt x="2070" y="367"/>
                  </a:lnTo>
                  <a:lnTo>
                    <a:pt x="2067" y="369"/>
                  </a:lnTo>
                  <a:lnTo>
                    <a:pt x="2065" y="369"/>
                  </a:lnTo>
                  <a:lnTo>
                    <a:pt x="2062" y="369"/>
                  </a:lnTo>
                  <a:lnTo>
                    <a:pt x="2060" y="367"/>
                  </a:lnTo>
                  <a:lnTo>
                    <a:pt x="2057" y="364"/>
                  </a:lnTo>
                  <a:lnTo>
                    <a:pt x="2057" y="362"/>
                  </a:lnTo>
                  <a:lnTo>
                    <a:pt x="2057" y="313"/>
                  </a:lnTo>
                  <a:lnTo>
                    <a:pt x="2051" y="313"/>
                  </a:lnTo>
                  <a:lnTo>
                    <a:pt x="2051" y="362"/>
                  </a:lnTo>
                  <a:lnTo>
                    <a:pt x="2051" y="364"/>
                  </a:lnTo>
                  <a:lnTo>
                    <a:pt x="2048" y="367"/>
                  </a:lnTo>
                  <a:lnTo>
                    <a:pt x="2047" y="369"/>
                  </a:lnTo>
                  <a:lnTo>
                    <a:pt x="2043" y="369"/>
                  </a:lnTo>
                  <a:lnTo>
                    <a:pt x="2041" y="369"/>
                  </a:lnTo>
                  <a:lnTo>
                    <a:pt x="2038" y="367"/>
                  </a:lnTo>
                  <a:lnTo>
                    <a:pt x="2037" y="364"/>
                  </a:lnTo>
                  <a:lnTo>
                    <a:pt x="2035" y="362"/>
                  </a:lnTo>
                  <a:lnTo>
                    <a:pt x="2035" y="313"/>
                  </a:lnTo>
                  <a:lnTo>
                    <a:pt x="2032" y="313"/>
                  </a:lnTo>
                  <a:lnTo>
                    <a:pt x="2028" y="313"/>
                  </a:lnTo>
                  <a:lnTo>
                    <a:pt x="2024" y="311"/>
                  </a:lnTo>
                  <a:lnTo>
                    <a:pt x="2023" y="307"/>
                  </a:lnTo>
                  <a:lnTo>
                    <a:pt x="2021" y="303"/>
                  </a:lnTo>
                  <a:lnTo>
                    <a:pt x="2021" y="264"/>
                  </a:lnTo>
                  <a:lnTo>
                    <a:pt x="2023" y="260"/>
                  </a:lnTo>
                  <a:lnTo>
                    <a:pt x="2024" y="256"/>
                  </a:lnTo>
                  <a:lnTo>
                    <a:pt x="2028" y="255"/>
                  </a:lnTo>
                  <a:lnTo>
                    <a:pt x="2032" y="254"/>
                  </a:lnTo>
                  <a:close/>
                  <a:moveTo>
                    <a:pt x="2772" y="252"/>
                  </a:moveTo>
                  <a:lnTo>
                    <a:pt x="2772" y="345"/>
                  </a:lnTo>
                  <a:lnTo>
                    <a:pt x="2770" y="349"/>
                  </a:lnTo>
                  <a:lnTo>
                    <a:pt x="2769" y="353"/>
                  </a:lnTo>
                  <a:lnTo>
                    <a:pt x="2768" y="357"/>
                  </a:lnTo>
                  <a:lnTo>
                    <a:pt x="2767" y="355"/>
                  </a:lnTo>
                  <a:lnTo>
                    <a:pt x="2753" y="343"/>
                  </a:lnTo>
                  <a:lnTo>
                    <a:pt x="2741" y="333"/>
                  </a:lnTo>
                  <a:lnTo>
                    <a:pt x="2728" y="321"/>
                  </a:lnTo>
                  <a:lnTo>
                    <a:pt x="2718" y="311"/>
                  </a:lnTo>
                  <a:lnTo>
                    <a:pt x="2716" y="310"/>
                  </a:lnTo>
                  <a:lnTo>
                    <a:pt x="2718" y="307"/>
                  </a:lnTo>
                  <a:lnTo>
                    <a:pt x="2723" y="303"/>
                  </a:lnTo>
                  <a:lnTo>
                    <a:pt x="2730" y="296"/>
                  </a:lnTo>
                  <a:lnTo>
                    <a:pt x="2739" y="287"/>
                  </a:lnTo>
                  <a:lnTo>
                    <a:pt x="2749" y="276"/>
                  </a:lnTo>
                  <a:lnTo>
                    <a:pt x="2756" y="268"/>
                  </a:lnTo>
                  <a:lnTo>
                    <a:pt x="2764" y="260"/>
                  </a:lnTo>
                  <a:lnTo>
                    <a:pt x="2769" y="255"/>
                  </a:lnTo>
                  <a:lnTo>
                    <a:pt x="2772" y="252"/>
                  </a:lnTo>
                  <a:close/>
                  <a:moveTo>
                    <a:pt x="2591" y="251"/>
                  </a:moveTo>
                  <a:lnTo>
                    <a:pt x="2647" y="310"/>
                  </a:lnTo>
                  <a:lnTo>
                    <a:pt x="2646" y="311"/>
                  </a:lnTo>
                  <a:lnTo>
                    <a:pt x="2634" y="321"/>
                  </a:lnTo>
                  <a:lnTo>
                    <a:pt x="2621" y="333"/>
                  </a:lnTo>
                  <a:lnTo>
                    <a:pt x="2610" y="343"/>
                  </a:lnTo>
                  <a:lnTo>
                    <a:pt x="2596" y="355"/>
                  </a:lnTo>
                  <a:lnTo>
                    <a:pt x="2595" y="357"/>
                  </a:lnTo>
                  <a:lnTo>
                    <a:pt x="2592" y="352"/>
                  </a:lnTo>
                  <a:lnTo>
                    <a:pt x="2592" y="345"/>
                  </a:lnTo>
                  <a:lnTo>
                    <a:pt x="2592" y="271"/>
                  </a:lnTo>
                  <a:lnTo>
                    <a:pt x="2592" y="269"/>
                  </a:lnTo>
                  <a:lnTo>
                    <a:pt x="2592" y="265"/>
                  </a:lnTo>
                  <a:lnTo>
                    <a:pt x="2591" y="261"/>
                  </a:lnTo>
                  <a:lnTo>
                    <a:pt x="2591" y="257"/>
                  </a:lnTo>
                  <a:lnTo>
                    <a:pt x="2591" y="255"/>
                  </a:lnTo>
                  <a:lnTo>
                    <a:pt x="2591" y="252"/>
                  </a:lnTo>
                  <a:lnTo>
                    <a:pt x="2591" y="251"/>
                  </a:lnTo>
                  <a:close/>
                  <a:moveTo>
                    <a:pt x="2629" y="246"/>
                  </a:moveTo>
                  <a:lnTo>
                    <a:pt x="2629" y="256"/>
                  </a:lnTo>
                  <a:lnTo>
                    <a:pt x="2733" y="256"/>
                  </a:lnTo>
                  <a:lnTo>
                    <a:pt x="2733" y="246"/>
                  </a:lnTo>
                  <a:lnTo>
                    <a:pt x="2629" y="246"/>
                  </a:lnTo>
                  <a:close/>
                  <a:moveTo>
                    <a:pt x="282" y="232"/>
                  </a:moveTo>
                  <a:lnTo>
                    <a:pt x="277" y="232"/>
                  </a:lnTo>
                  <a:lnTo>
                    <a:pt x="273" y="234"/>
                  </a:lnTo>
                  <a:lnTo>
                    <a:pt x="270" y="237"/>
                  </a:lnTo>
                  <a:lnTo>
                    <a:pt x="269" y="242"/>
                  </a:lnTo>
                  <a:lnTo>
                    <a:pt x="268" y="247"/>
                  </a:lnTo>
                  <a:lnTo>
                    <a:pt x="264" y="250"/>
                  </a:lnTo>
                  <a:lnTo>
                    <a:pt x="259" y="240"/>
                  </a:lnTo>
                  <a:lnTo>
                    <a:pt x="256" y="259"/>
                  </a:lnTo>
                  <a:lnTo>
                    <a:pt x="254" y="279"/>
                  </a:lnTo>
                  <a:lnTo>
                    <a:pt x="257" y="276"/>
                  </a:lnTo>
                  <a:lnTo>
                    <a:pt x="263" y="274"/>
                  </a:lnTo>
                  <a:lnTo>
                    <a:pt x="270" y="270"/>
                  </a:lnTo>
                  <a:lnTo>
                    <a:pt x="277" y="268"/>
                  </a:lnTo>
                  <a:lnTo>
                    <a:pt x="283" y="264"/>
                  </a:lnTo>
                  <a:lnTo>
                    <a:pt x="287" y="261"/>
                  </a:lnTo>
                  <a:lnTo>
                    <a:pt x="291" y="259"/>
                  </a:lnTo>
                  <a:lnTo>
                    <a:pt x="293" y="255"/>
                  </a:lnTo>
                  <a:lnTo>
                    <a:pt x="294" y="250"/>
                  </a:lnTo>
                  <a:lnTo>
                    <a:pt x="294" y="245"/>
                  </a:lnTo>
                  <a:lnTo>
                    <a:pt x="294" y="241"/>
                  </a:lnTo>
                  <a:lnTo>
                    <a:pt x="292" y="237"/>
                  </a:lnTo>
                  <a:lnTo>
                    <a:pt x="289" y="234"/>
                  </a:lnTo>
                  <a:lnTo>
                    <a:pt x="285" y="232"/>
                  </a:lnTo>
                  <a:lnTo>
                    <a:pt x="282" y="232"/>
                  </a:lnTo>
                  <a:close/>
                  <a:moveTo>
                    <a:pt x="148" y="232"/>
                  </a:moveTo>
                  <a:lnTo>
                    <a:pt x="144" y="232"/>
                  </a:lnTo>
                  <a:lnTo>
                    <a:pt x="140" y="234"/>
                  </a:lnTo>
                  <a:lnTo>
                    <a:pt x="138" y="237"/>
                  </a:lnTo>
                  <a:lnTo>
                    <a:pt x="135" y="241"/>
                  </a:lnTo>
                  <a:lnTo>
                    <a:pt x="135" y="245"/>
                  </a:lnTo>
                  <a:lnTo>
                    <a:pt x="135" y="250"/>
                  </a:lnTo>
                  <a:lnTo>
                    <a:pt x="136" y="255"/>
                  </a:lnTo>
                  <a:lnTo>
                    <a:pt x="139" y="259"/>
                  </a:lnTo>
                  <a:lnTo>
                    <a:pt x="143" y="261"/>
                  </a:lnTo>
                  <a:lnTo>
                    <a:pt x="147" y="264"/>
                  </a:lnTo>
                  <a:lnTo>
                    <a:pt x="153" y="268"/>
                  </a:lnTo>
                  <a:lnTo>
                    <a:pt x="161" y="270"/>
                  </a:lnTo>
                  <a:lnTo>
                    <a:pt x="167" y="274"/>
                  </a:lnTo>
                  <a:lnTo>
                    <a:pt x="172" y="276"/>
                  </a:lnTo>
                  <a:lnTo>
                    <a:pt x="176" y="279"/>
                  </a:lnTo>
                  <a:lnTo>
                    <a:pt x="173" y="259"/>
                  </a:lnTo>
                  <a:lnTo>
                    <a:pt x="171" y="240"/>
                  </a:lnTo>
                  <a:lnTo>
                    <a:pt x="166" y="250"/>
                  </a:lnTo>
                  <a:lnTo>
                    <a:pt x="162" y="247"/>
                  </a:lnTo>
                  <a:lnTo>
                    <a:pt x="162" y="245"/>
                  </a:lnTo>
                  <a:lnTo>
                    <a:pt x="162" y="241"/>
                  </a:lnTo>
                  <a:lnTo>
                    <a:pt x="159" y="237"/>
                  </a:lnTo>
                  <a:lnTo>
                    <a:pt x="157" y="233"/>
                  </a:lnTo>
                  <a:lnTo>
                    <a:pt x="153" y="232"/>
                  </a:lnTo>
                  <a:lnTo>
                    <a:pt x="148" y="232"/>
                  </a:lnTo>
                  <a:close/>
                  <a:moveTo>
                    <a:pt x="2202" y="229"/>
                  </a:moveTo>
                  <a:lnTo>
                    <a:pt x="2212" y="229"/>
                  </a:lnTo>
                  <a:lnTo>
                    <a:pt x="2216" y="232"/>
                  </a:lnTo>
                  <a:lnTo>
                    <a:pt x="2220" y="234"/>
                  </a:lnTo>
                  <a:lnTo>
                    <a:pt x="2225" y="234"/>
                  </a:lnTo>
                  <a:lnTo>
                    <a:pt x="2229" y="234"/>
                  </a:lnTo>
                  <a:lnTo>
                    <a:pt x="2233" y="232"/>
                  </a:lnTo>
                  <a:lnTo>
                    <a:pt x="2237" y="229"/>
                  </a:lnTo>
                  <a:lnTo>
                    <a:pt x="2247" y="229"/>
                  </a:lnTo>
                  <a:lnTo>
                    <a:pt x="2251" y="231"/>
                  </a:lnTo>
                  <a:lnTo>
                    <a:pt x="2255" y="232"/>
                  </a:lnTo>
                  <a:lnTo>
                    <a:pt x="2256" y="236"/>
                  </a:lnTo>
                  <a:lnTo>
                    <a:pt x="2257" y="240"/>
                  </a:lnTo>
                  <a:lnTo>
                    <a:pt x="2257" y="294"/>
                  </a:lnTo>
                  <a:lnTo>
                    <a:pt x="2256" y="298"/>
                  </a:lnTo>
                  <a:lnTo>
                    <a:pt x="2255" y="302"/>
                  </a:lnTo>
                  <a:lnTo>
                    <a:pt x="2251" y="304"/>
                  </a:lnTo>
                  <a:lnTo>
                    <a:pt x="2247" y="304"/>
                  </a:lnTo>
                  <a:lnTo>
                    <a:pt x="2243" y="304"/>
                  </a:lnTo>
                  <a:lnTo>
                    <a:pt x="2243" y="353"/>
                  </a:lnTo>
                  <a:lnTo>
                    <a:pt x="2242" y="355"/>
                  </a:lnTo>
                  <a:lnTo>
                    <a:pt x="2241" y="358"/>
                  </a:lnTo>
                  <a:lnTo>
                    <a:pt x="2238" y="361"/>
                  </a:lnTo>
                  <a:lnTo>
                    <a:pt x="2235" y="361"/>
                  </a:lnTo>
                  <a:lnTo>
                    <a:pt x="2233" y="361"/>
                  </a:lnTo>
                  <a:lnTo>
                    <a:pt x="2230" y="358"/>
                  </a:lnTo>
                  <a:lnTo>
                    <a:pt x="2228" y="355"/>
                  </a:lnTo>
                  <a:lnTo>
                    <a:pt x="2228" y="353"/>
                  </a:lnTo>
                  <a:lnTo>
                    <a:pt x="2228" y="304"/>
                  </a:lnTo>
                  <a:lnTo>
                    <a:pt x="2221" y="304"/>
                  </a:lnTo>
                  <a:lnTo>
                    <a:pt x="2221" y="353"/>
                  </a:lnTo>
                  <a:lnTo>
                    <a:pt x="2221" y="355"/>
                  </a:lnTo>
                  <a:lnTo>
                    <a:pt x="2219" y="358"/>
                  </a:lnTo>
                  <a:lnTo>
                    <a:pt x="2218" y="361"/>
                  </a:lnTo>
                  <a:lnTo>
                    <a:pt x="2214" y="361"/>
                  </a:lnTo>
                  <a:lnTo>
                    <a:pt x="2211" y="361"/>
                  </a:lnTo>
                  <a:lnTo>
                    <a:pt x="2209" y="358"/>
                  </a:lnTo>
                  <a:lnTo>
                    <a:pt x="2207" y="355"/>
                  </a:lnTo>
                  <a:lnTo>
                    <a:pt x="2206" y="353"/>
                  </a:lnTo>
                  <a:lnTo>
                    <a:pt x="2206" y="304"/>
                  </a:lnTo>
                  <a:lnTo>
                    <a:pt x="2202" y="304"/>
                  </a:lnTo>
                  <a:lnTo>
                    <a:pt x="2198" y="304"/>
                  </a:lnTo>
                  <a:lnTo>
                    <a:pt x="2195" y="302"/>
                  </a:lnTo>
                  <a:lnTo>
                    <a:pt x="2193" y="298"/>
                  </a:lnTo>
                  <a:lnTo>
                    <a:pt x="2192" y="294"/>
                  </a:lnTo>
                  <a:lnTo>
                    <a:pt x="2192" y="240"/>
                  </a:lnTo>
                  <a:lnTo>
                    <a:pt x="2193" y="236"/>
                  </a:lnTo>
                  <a:lnTo>
                    <a:pt x="2195" y="232"/>
                  </a:lnTo>
                  <a:lnTo>
                    <a:pt x="2198" y="231"/>
                  </a:lnTo>
                  <a:lnTo>
                    <a:pt x="2202" y="229"/>
                  </a:lnTo>
                  <a:close/>
                  <a:moveTo>
                    <a:pt x="839" y="228"/>
                  </a:moveTo>
                  <a:lnTo>
                    <a:pt x="839" y="228"/>
                  </a:lnTo>
                  <a:lnTo>
                    <a:pt x="841" y="229"/>
                  </a:lnTo>
                  <a:lnTo>
                    <a:pt x="842" y="232"/>
                  </a:lnTo>
                  <a:lnTo>
                    <a:pt x="845" y="234"/>
                  </a:lnTo>
                  <a:lnTo>
                    <a:pt x="847" y="237"/>
                  </a:lnTo>
                  <a:lnTo>
                    <a:pt x="850" y="240"/>
                  </a:lnTo>
                  <a:lnTo>
                    <a:pt x="851" y="242"/>
                  </a:lnTo>
                  <a:lnTo>
                    <a:pt x="870" y="262"/>
                  </a:lnTo>
                  <a:lnTo>
                    <a:pt x="871" y="265"/>
                  </a:lnTo>
                  <a:lnTo>
                    <a:pt x="874" y="266"/>
                  </a:lnTo>
                  <a:lnTo>
                    <a:pt x="878" y="269"/>
                  </a:lnTo>
                  <a:lnTo>
                    <a:pt x="880" y="270"/>
                  </a:lnTo>
                  <a:lnTo>
                    <a:pt x="882" y="271"/>
                  </a:lnTo>
                  <a:lnTo>
                    <a:pt x="884" y="271"/>
                  </a:lnTo>
                  <a:lnTo>
                    <a:pt x="884" y="271"/>
                  </a:lnTo>
                  <a:lnTo>
                    <a:pt x="884" y="270"/>
                  </a:lnTo>
                  <a:lnTo>
                    <a:pt x="883" y="269"/>
                  </a:lnTo>
                  <a:lnTo>
                    <a:pt x="880" y="266"/>
                  </a:lnTo>
                  <a:lnTo>
                    <a:pt x="879" y="262"/>
                  </a:lnTo>
                  <a:lnTo>
                    <a:pt x="878" y="259"/>
                  </a:lnTo>
                  <a:lnTo>
                    <a:pt x="876" y="254"/>
                  </a:lnTo>
                  <a:lnTo>
                    <a:pt x="876" y="245"/>
                  </a:lnTo>
                  <a:lnTo>
                    <a:pt x="876" y="241"/>
                  </a:lnTo>
                  <a:lnTo>
                    <a:pt x="874" y="237"/>
                  </a:lnTo>
                  <a:lnTo>
                    <a:pt x="870" y="234"/>
                  </a:lnTo>
                  <a:lnTo>
                    <a:pt x="866" y="234"/>
                  </a:lnTo>
                  <a:lnTo>
                    <a:pt x="860" y="234"/>
                  </a:lnTo>
                  <a:lnTo>
                    <a:pt x="853" y="233"/>
                  </a:lnTo>
                  <a:lnTo>
                    <a:pt x="850" y="233"/>
                  </a:lnTo>
                  <a:lnTo>
                    <a:pt x="846" y="231"/>
                  </a:lnTo>
                  <a:lnTo>
                    <a:pt x="843" y="229"/>
                  </a:lnTo>
                  <a:lnTo>
                    <a:pt x="841" y="228"/>
                  </a:lnTo>
                  <a:lnTo>
                    <a:pt x="839" y="228"/>
                  </a:lnTo>
                  <a:close/>
                  <a:moveTo>
                    <a:pt x="1796" y="224"/>
                  </a:moveTo>
                  <a:lnTo>
                    <a:pt x="1782" y="228"/>
                  </a:lnTo>
                  <a:lnTo>
                    <a:pt x="1771" y="236"/>
                  </a:lnTo>
                  <a:lnTo>
                    <a:pt x="1762" y="247"/>
                  </a:lnTo>
                  <a:lnTo>
                    <a:pt x="1759" y="262"/>
                  </a:lnTo>
                  <a:lnTo>
                    <a:pt x="1759" y="301"/>
                  </a:lnTo>
                  <a:lnTo>
                    <a:pt x="1834" y="301"/>
                  </a:lnTo>
                  <a:lnTo>
                    <a:pt x="1834" y="262"/>
                  </a:lnTo>
                  <a:lnTo>
                    <a:pt x="1830" y="247"/>
                  </a:lnTo>
                  <a:lnTo>
                    <a:pt x="1823" y="236"/>
                  </a:lnTo>
                  <a:lnTo>
                    <a:pt x="1811" y="228"/>
                  </a:lnTo>
                  <a:lnTo>
                    <a:pt x="1796" y="224"/>
                  </a:lnTo>
                  <a:close/>
                  <a:moveTo>
                    <a:pt x="2629" y="222"/>
                  </a:moveTo>
                  <a:lnTo>
                    <a:pt x="2629" y="232"/>
                  </a:lnTo>
                  <a:lnTo>
                    <a:pt x="2733" y="232"/>
                  </a:lnTo>
                  <a:lnTo>
                    <a:pt x="2733" y="222"/>
                  </a:lnTo>
                  <a:lnTo>
                    <a:pt x="2629" y="222"/>
                  </a:lnTo>
                  <a:close/>
                  <a:moveTo>
                    <a:pt x="2055" y="218"/>
                  </a:moveTo>
                  <a:lnTo>
                    <a:pt x="2058" y="218"/>
                  </a:lnTo>
                  <a:lnTo>
                    <a:pt x="2063" y="220"/>
                  </a:lnTo>
                  <a:lnTo>
                    <a:pt x="2066" y="224"/>
                  </a:lnTo>
                  <a:lnTo>
                    <a:pt x="2069" y="228"/>
                  </a:lnTo>
                  <a:lnTo>
                    <a:pt x="2070" y="233"/>
                  </a:lnTo>
                  <a:lnTo>
                    <a:pt x="2069" y="238"/>
                  </a:lnTo>
                  <a:lnTo>
                    <a:pt x="2066" y="242"/>
                  </a:lnTo>
                  <a:lnTo>
                    <a:pt x="2063" y="246"/>
                  </a:lnTo>
                  <a:lnTo>
                    <a:pt x="2058" y="247"/>
                  </a:lnTo>
                  <a:lnTo>
                    <a:pt x="2055" y="248"/>
                  </a:lnTo>
                  <a:lnTo>
                    <a:pt x="2049" y="247"/>
                  </a:lnTo>
                  <a:lnTo>
                    <a:pt x="2044" y="246"/>
                  </a:lnTo>
                  <a:lnTo>
                    <a:pt x="2042" y="242"/>
                  </a:lnTo>
                  <a:lnTo>
                    <a:pt x="2039" y="238"/>
                  </a:lnTo>
                  <a:lnTo>
                    <a:pt x="2039" y="233"/>
                  </a:lnTo>
                  <a:lnTo>
                    <a:pt x="2039" y="228"/>
                  </a:lnTo>
                  <a:lnTo>
                    <a:pt x="2042" y="224"/>
                  </a:lnTo>
                  <a:lnTo>
                    <a:pt x="2044" y="220"/>
                  </a:lnTo>
                  <a:lnTo>
                    <a:pt x="2049" y="218"/>
                  </a:lnTo>
                  <a:lnTo>
                    <a:pt x="2055" y="218"/>
                  </a:lnTo>
                  <a:close/>
                  <a:moveTo>
                    <a:pt x="215" y="214"/>
                  </a:moveTo>
                  <a:lnTo>
                    <a:pt x="238" y="214"/>
                  </a:lnTo>
                  <a:lnTo>
                    <a:pt x="255" y="218"/>
                  </a:lnTo>
                  <a:lnTo>
                    <a:pt x="264" y="223"/>
                  </a:lnTo>
                  <a:lnTo>
                    <a:pt x="264" y="226"/>
                  </a:lnTo>
                  <a:lnTo>
                    <a:pt x="266" y="226"/>
                  </a:lnTo>
                  <a:lnTo>
                    <a:pt x="270" y="226"/>
                  </a:lnTo>
                  <a:lnTo>
                    <a:pt x="274" y="223"/>
                  </a:lnTo>
                  <a:lnTo>
                    <a:pt x="277" y="220"/>
                  </a:lnTo>
                  <a:lnTo>
                    <a:pt x="278" y="218"/>
                  </a:lnTo>
                  <a:lnTo>
                    <a:pt x="283" y="218"/>
                  </a:lnTo>
                  <a:lnTo>
                    <a:pt x="284" y="220"/>
                  </a:lnTo>
                  <a:lnTo>
                    <a:pt x="287" y="223"/>
                  </a:lnTo>
                  <a:lnTo>
                    <a:pt x="293" y="226"/>
                  </a:lnTo>
                  <a:lnTo>
                    <a:pt x="298" y="229"/>
                  </a:lnTo>
                  <a:lnTo>
                    <a:pt x="303" y="232"/>
                  </a:lnTo>
                  <a:lnTo>
                    <a:pt x="306" y="236"/>
                  </a:lnTo>
                  <a:lnTo>
                    <a:pt x="308" y="240"/>
                  </a:lnTo>
                  <a:lnTo>
                    <a:pt x="310" y="245"/>
                  </a:lnTo>
                  <a:lnTo>
                    <a:pt x="310" y="250"/>
                  </a:lnTo>
                  <a:lnTo>
                    <a:pt x="308" y="260"/>
                  </a:lnTo>
                  <a:lnTo>
                    <a:pt x="303" y="269"/>
                  </a:lnTo>
                  <a:lnTo>
                    <a:pt x="296" y="275"/>
                  </a:lnTo>
                  <a:lnTo>
                    <a:pt x="291" y="278"/>
                  </a:lnTo>
                  <a:lnTo>
                    <a:pt x="283" y="280"/>
                  </a:lnTo>
                  <a:lnTo>
                    <a:pt x="270" y="285"/>
                  </a:lnTo>
                  <a:lnTo>
                    <a:pt x="264" y="287"/>
                  </a:lnTo>
                  <a:lnTo>
                    <a:pt x="260" y="290"/>
                  </a:lnTo>
                  <a:lnTo>
                    <a:pt x="257" y="293"/>
                  </a:lnTo>
                  <a:lnTo>
                    <a:pt x="256" y="297"/>
                  </a:lnTo>
                  <a:lnTo>
                    <a:pt x="257" y="301"/>
                  </a:lnTo>
                  <a:lnTo>
                    <a:pt x="259" y="304"/>
                  </a:lnTo>
                  <a:lnTo>
                    <a:pt x="261" y="306"/>
                  </a:lnTo>
                  <a:lnTo>
                    <a:pt x="266" y="307"/>
                  </a:lnTo>
                  <a:lnTo>
                    <a:pt x="269" y="306"/>
                  </a:lnTo>
                  <a:lnTo>
                    <a:pt x="270" y="304"/>
                  </a:lnTo>
                  <a:lnTo>
                    <a:pt x="271" y="302"/>
                  </a:lnTo>
                  <a:lnTo>
                    <a:pt x="273" y="298"/>
                  </a:lnTo>
                  <a:lnTo>
                    <a:pt x="274" y="299"/>
                  </a:lnTo>
                  <a:lnTo>
                    <a:pt x="275" y="301"/>
                  </a:lnTo>
                  <a:lnTo>
                    <a:pt x="277" y="303"/>
                  </a:lnTo>
                  <a:lnTo>
                    <a:pt x="277" y="306"/>
                  </a:lnTo>
                  <a:lnTo>
                    <a:pt x="277" y="310"/>
                  </a:lnTo>
                  <a:lnTo>
                    <a:pt x="274" y="312"/>
                  </a:lnTo>
                  <a:lnTo>
                    <a:pt x="271" y="315"/>
                  </a:lnTo>
                  <a:lnTo>
                    <a:pt x="268" y="317"/>
                  </a:lnTo>
                  <a:lnTo>
                    <a:pt x="261" y="317"/>
                  </a:lnTo>
                  <a:lnTo>
                    <a:pt x="256" y="316"/>
                  </a:lnTo>
                  <a:lnTo>
                    <a:pt x="252" y="315"/>
                  </a:lnTo>
                  <a:lnTo>
                    <a:pt x="249" y="326"/>
                  </a:lnTo>
                  <a:lnTo>
                    <a:pt x="240" y="336"/>
                  </a:lnTo>
                  <a:lnTo>
                    <a:pt x="226" y="343"/>
                  </a:lnTo>
                  <a:lnTo>
                    <a:pt x="226" y="345"/>
                  </a:lnTo>
                  <a:lnTo>
                    <a:pt x="226" y="349"/>
                  </a:lnTo>
                  <a:lnTo>
                    <a:pt x="226" y="350"/>
                  </a:lnTo>
                  <a:lnTo>
                    <a:pt x="227" y="350"/>
                  </a:lnTo>
                  <a:lnTo>
                    <a:pt x="227" y="352"/>
                  </a:lnTo>
                  <a:lnTo>
                    <a:pt x="227" y="353"/>
                  </a:lnTo>
                  <a:lnTo>
                    <a:pt x="231" y="353"/>
                  </a:lnTo>
                  <a:lnTo>
                    <a:pt x="235" y="354"/>
                  </a:lnTo>
                  <a:lnTo>
                    <a:pt x="236" y="355"/>
                  </a:lnTo>
                  <a:lnTo>
                    <a:pt x="238" y="357"/>
                  </a:lnTo>
                  <a:lnTo>
                    <a:pt x="238" y="358"/>
                  </a:lnTo>
                  <a:lnTo>
                    <a:pt x="242" y="359"/>
                  </a:lnTo>
                  <a:lnTo>
                    <a:pt x="245" y="361"/>
                  </a:lnTo>
                  <a:lnTo>
                    <a:pt x="246" y="364"/>
                  </a:lnTo>
                  <a:lnTo>
                    <a:pt x="247" y="369"/>
                  </a:lnTo>
                  <a:lnTo>
                    <a:pt x="246" y="369"/>
                  </a:lnTo>
                  <a:lnTo>
                    <a:pt x="243" y="371"/>
                  </a:lnTo>
                  <a:lnTo>
                    <a:pt x="241" y="372"/>
                  </a:lnTo>
                  <a:lnTo>
                    <a:pt x="215" y="375"/>
                  </a:lnTo>
                  <a:lnTo>
                    <a:pt x="190" y="372"/>
                  </a:lnTo>
                  <a:lnTo>
                    <a:pt x="186" y="371"/>
                  </a:lnTo>
                  <a:lnTo>
                    <a:pt x="184" y="369"/>
                  </a:lnTo>
                  <a:lnTo>
                    <a:pt x="184" y="369"/>
                  </a:lnTo>
                  <a:lnTo>
                    <a:pt x="184" y="364"/>
                  </a:lnTo>
                  <a:lnTo>
                    <a:pt x="185" y="361"/>
                  </a:lnTo>
                  <a:lnTo>
                    <a:pt x="189" y="359"/>
                  </a:lnTo>
                  <a:lnTo>
                    <a:pt x="192" y="358"/>
                  </a:lnTo>
                  <a:lnTo>
                    <a:pt x="192" y="357"/>
                  </a:lnTo>
                  <a:lnTo>
                    <a:pt x="194" y="355"/>
                  </a:lnTo>
                  <a:lnTo>
                    <a:pt x="196" y="354"/>
                  </a:lnTo>
                  <a:lnTo>
                    <a:pt x="199" y="353"/>
                  </a:lnTo>
                  <a:lnTo>
                    <a:pt x="203" y="353"/>
                  </a:lnTo>
                  <a:lnTo>
                    <a:pt x="203" y="352"/>
                  </a:lnTo>
                  <a:lnTo>
                    <a:pt x="204" y="350"/>
                  </a:lnTo>
                  <a:lnTo>
                    <a:pt x="204" y="350"/>
                  </a:lnTo>
                  <a:lnTo>
                    <a:pt x="204" y="349"/>
                  </a:lnTo>
                  <a:lnTo>
                    <a:pt x="204" y="347"/>
                  </a:lnTo>
                  <a:lnTo>
                    <a:pt x="204" y="343"/>
                  </a:lnTo>
                  <a:lnTo>
                    <a:pt x="190" y="336"/>
                  </a:lnTo>
                  <a:lnTo>
                    <a:pt x="181" y="326"/>
                  </a:lnTo>
                  <a:lnTo>
                    <a:pt x="177" y="315"/>
                  </a:lnTo>
                  <a:lnTo>
                    <a:pt x="175" y="316"/>
                  </a:lnTo>
                  <a:lnTo>
                    <a:pt x="172" y="317"/>
                  </a:lnTo>
                  <a:lnTo>
                    <a:pt x="168" y="317"/>
                  </a:lnTo>
                  <a:lnTo>
                    <a:pt x="163" y="317"/>
                  </a:lnTo>
                  <a:lnTo>
                    <a:pt x="158" y="315"/>
                  </a:lnTo>
                  <a:lnTo>
                    <a:pt x="156" y="312"/>
                  </a:lnTo>
                  <a:lnTo>
                    <a:pt x="154" y="310"/>
                  </a:lnTo>
                  <a:lnTo>
                    <a:pt x="153" y="306"/>
                  </a:lnTo>
                  <a:lnTo>
                    <a:pt x="153" y="303"/>
                  </a:lnTo>
                  <a:lnTo>
                    <a:pt x="154" y="301"/>
                  </a:lnTo>
                  <a:lnTo>
                    <a:pt x="156" y="299"/>
                  </a:lnTo>
                  <a:lnTo>
                    <a:pt x="157" y="298"/>
                  </a:lnTo>
                  <a:lnTo>
                    <a:pt x="158" y="302"/>
                  </a:lnTo>
                  <a:lnTo>
                    <a:pt x="159" y="304"/>
                  </a:lnTo>
                  <a:lnTo>
                    <a:pt x="161" y="306"/>
                  </a:lnTo>
                  <a:lnTo>
                    <a:pt x="164" y="307"/>
                  </a:lnTo>
                  <a:lnTo>
                    <a:pt x="168" y="306"/>
                  </a:lnTo>
                  <a:lnTo>
                    <a:pt x="171" y="304"/>
                  </a:lnTo>
                  <a:lnTo>
                    <a:pt x="173" y="301"/>
                  </a:lnTo>
                  <a:lnTo>
                    <a:pt x="173" y="297"/>
                  </a:lnTo>
                  <a:lnTo>
                    <a:pt x="172" y="293"/>
                  </a:lnTo>
                  <a:lnTo>
                    <a:pt x="170" y="290"/>
                  </a:lnTo>
                  <a:lnTo>
                    <a:pt x="166" y="287"/>
                  </a:lnTo>
                  <a:lnTo>
                    <a:pt x="159" y="285"/>
                  </a:lnTo>
                  <a:lnTo>
                    <a:pt x="147" y="280"/>
                  </a:lnTo>
                  <a:lnTo>
                    <a:pt x="139" y="278"/>
                  </a:lnTo>
                  <a:lnTo>
                    <a:pt x="134" y="275"/>
                  </a:lnTo>
                  <a:lnTo>
                    <a:pt x="126" y="269"/>
                  </a:lnTo>
                  <a:lnTo>
                    <a:pt x="121" y="260"/>
                  </a:lnTo>
                  <a:lnTo>
                    <a:pt x="120" y="250"/>
                  </a:lnTo>
                  <a:lnTo>
                    <a:pt x="120" y="245"/>
                  </a:lnTo>
                  <a:lnTo>
                    <a:pt x="121" y="240"/>
                  </a:lnTo>
                  <a:lnTo>
                    <a:pt x="124" y="236"/>
                  </a:lnTo>
                  <a:lnTo>
                    <a:pt x="128" y="232"/>
                  </a:lnTo>
                  <a:lnTo>
                    <a:pt x="131" y="229"/>
                  </a:lnTo>
                  <a:lnTo>
                    <a:pt x="136" y="226"/>
                  </a:lnTo>
                  <a:lnTo>
                    <a:pt x="144" y="223"/>
                  </a:lnTo>
                  <a:lnTo>
                    <a:pt x="145" y="220"/>
                  </a:lnTo>
                  <a:lnTo>
                    <a:pt x="147" y="218"/>
                  </a:lnTo>
                  <a:lnTo>
                    <a:pt x="152" y="218"/>
                  </a:lnTo>
                  <a:lnTo>
                    <a:pt x="153" y="222"/>
                  </a:lnTo>
                  <a:lnTo>
                    <a:pt x="156" y="223"/>
                  </a:lnTo>
                  <a:lnTo>
                    <a:pt x="161" y="226"/>
                  </a:lnTo>
                  <a:lnTo>
                    <a:pt x="166" y="226"/>
                  </a:lnTo>
                  <a:lnTo>
                    <a:pt x="166" y="223"/>
                  </a:lnTo>
                  <a:lnTo>
                    <a:pt x="176" y="218"/>
                  </a:lnTo>
                  <a:lnTo>
                    <a:pt x="191" y="214"/>
                  </a:lnTo>
                  <a:lnTo>
                    <a:pt x="215" y="214"/>
                  </a:lnTo>
                  <a:close/>
                  <a:moveTo>
                    <a:pt x="1796" y="196"/>
                  </a:moveTo>
                  <a:lnTo>
                    <a:pt x="1801" y="198"/>
                  </a:lnTo>
                  <a:lnTo>
                    <a:pt x="1820" y="201"/>
                  </a:lnTo>
                  <a:lnTo>
                    <a:pt x="1837" y="212"/>
                  </a:lnTo>
                  <a:lnTo>
                    <a:pt x="1849" y="224"/>
                  </a:lnTo>
                  <a:lnTo>
                    <a:pt x="1858" y="242"/>
                  </a:lnTo>
                  <a:lnTo>
                    <a:pt x="1861" y="261"/>
                  </a:lnTo>
                  <a:lnTo>
                    <a:pt x="1861" y="301"/>
                  </a:lnTo>
                  <a:lnTo>
                    <a:pt x="1865" y="301"/>
                  </a:lnTo>
                  <a:lnTo>
                    <a:pt x="1865" y="301"/>
                  </a:lnTo>
                  <a:lnTo>
                    <a:pt x="1870" y="301"/>
                  </a:lnTo>
                  <a:lnTo>
                    <a:pt x="1872" y="302"/>
                  </a:lnTo>
                  <a:lnTo>
                    <a:pt x="1872" y="302"/>
                  </a:lnTo>
                  <a:lnTo>
                    <a:pt x="1874" y="302"/>
                  </a:lnTo>
                  <a:lnTo>
                    <a:pt x="1878" y="306"/>
                  </a:lnTo>
                  <a:lnTo>
                    <a:pt x="1881" y="310"/>
                  </a:lnTo>
                  <a:lnTo>
                    <a:pt x="1884" y="315"/>
                  </a:lnTo>
                  <a:lnTo>
                    <a:pt x="1885" y="321"/>
                  </a:lnTo>
                  <a:lnTo>
                    <a:pt x="1885" y="385"/>
                  </a:lnTo>
                  <a:lnTo>
                    <a:pt x="1878" y="391"/>
                  </a:lnTo>
                  <a:lnTo>
                    <a:pt x="1872" y="390"/>
                  </a:lnTo>
                  <a:lnTo>
                    <a:pt x="1866" y="390"/>
                  </a:lnTo>
                  <a:lnTo>
                    <a:pt x="1852" y="391"/>
                  </a:lnTo>
                  <a:lnTo>
                    <a:pt x="1838" y="397"/>
                  </a:lnTo>
                  <a:lnTo>
                    <a:pt x="1827" y="406"/>
                  </a:lnTo>
                  <a:lnTo>
                    <a:pt x="1818" y="419"/>
                  </a:lnTo>
                  <a:lnTo>
                    <a:pt x="1811" y="433"/>
                  </a:lnTo>
                  <a:lnTo>
                    <a:pt x="1729" y="433"/>
                  </a:lnTo>
                  <a:lnTo>
                    <a:pt x="1723" y="433"/>
                  </a:lnTo>
                  <a:lnTo>
                    <a:pt x="1717" y="431"/>
                  </a:lnTo>
                  <a:lnTo>
                    <a:pt x="1713" y="425"/>
                  </a:lnTo>
                  <a:lnTo>
                    <a:pt x="1711" y="420"/>
                  </a:lnTo>
                  <a:lnTo>
                    <a:pt x="1709" y="414"/>
                  </a:lnTo>
                  <a:lnTo>
                    <a:pt x="1709" y="414"/>
                  </a:lnTo>
                  <a:lnTo>
                    <a:pt x="1709" y="321"/>
                  </a:lnTo>
                  <a:lnTo>
                    <a:pt x="1709" y="319"/>
                  </a:lnTo>
                  <a:lnTo>
                    <a:pt x="1709" y="319"/>
                  </a:lnTo>
                  <a:lnTo>
                    <a:pt x="1709" y="316"/>
                  </a:lnTo>
                  <a:lnTo>
                    <a:pt x="1709" y="316"/>
                  </a:lnTo>
                  <a:lnTo>
                    <a:pt x="1709" y="316"/>
                  </a:lnTo>
                  <a:lnTo>
                    <a:pt x="1709" y="316"/>
                  </a:lnTo>
                  <a:lnTo>
                    <a:pt x="1712" y="311"/>
                  </a:lnTo>
                  <a:lnTo>
                    <a:pt x="1714" y="306"/>
                  </a:lnTo>
                  <a:lnTo>
                    <a:pt x="1718" y="303"/>
                  </a:lnTo>
                  <a:lnTo>
                    <a:pt x="1723" y="301"/>
                  </a:lnTo>
                  <a:lnTo>
                    <a:pt x="1729" y="301"/>
                  </a:lnTo>
                  <a:lnTo>
                    <a:pt x="1732" y="301"/>
                  </a:lnTo>
                  <a:lnTo>
                    <a:pt x="1732" y="261"/>
                  </a:lnTo>
                  <a:lnTo>
                    <a:pt x="1735" y="242"/>
                  </a:lnTo>
                  <a:lnTo>
                    <a:pt x="1744" y="224"/>
                  </a:lnTo>
                  <a:lnTo>
                    <a:pt x="1757" y="212"/>
                  </a:lnTo>
                  <a:lnTo>
                    <a:pt x="1773" y="201"/>
                  </a:lnTo>
                  <a:lnTo>
                    <a:pt x="1792" y="198"/>
                  </a:lnTo>
                  <a:lnTo>
                    <a:pt x="1796" y="196"/>
                  </a:lnTo>
                  <a:close/>
                  <a:moveTo>
                    <a:pt x="852" y="196"/>
                  </a:moveTo>
                  <a:lnTo>
                    <a:pt x="964" y="196"/>
                  </a:lnTo>
                  <a:lnTo>
                    <a:pt x="964" y="206"/>
                  </a:lnTo>
                  <a:lnTo>
                    <a:pt x="852" y="206"/>
                  </a:lnTo>
                  <a:lnTo>
                    <a:pt x="852" y="196"/>
                  </a:lnTo>
                  <a:close/>
                  <a:moveTo>
                    <a:pt x="2225" y="194"/>
                  </a:moveTo>
                  <a:lnTo>
                    <a:pt x="2229" y="195"/>
                  </a:lnTo>
                  <a:lnTo>
                    <a:pt x="2234" y="196"/>
                  </a:lnTo>
                  <a:lnTo>
                    <a:pt x="2237" y="200"/>
                  </a:lnTo>
                  <a:lnTo>
                    <a:pt x="2239" y="204"/>
                  </a:lnTo>
                  <a:lnTo>
                    <a:pt x="2241" y="209"/>
                  </a:lnTo>
                  <a:lnTo>
                    <a:pt x="2239" y="214"/>
                  </a:lnTo>
                  <a:lnTo>
                    <a:pt x="2237" y="218"/>
                  </a:lnTo>
                  <a:lnTo>
                    <a:pt x="2234" y="222"/>
                  </a:lnTo>
                  <a:lnTo>
                    <a:pt x="2229" y="223"/>
                  </a:lnTo>
                  <a:lnTo>
                    <a:pt x="2225" y="224"/>
                  </a:lnTo>
                  <a:lnTo>
                    <a:pt x="2220" y="223"/>
                  </a:lnTo>
                  <a:lnTo>
                    <a:pt x="2215" y="222"/>
                  </a:lnTo>
                  <a:lnTo>
                    <a:pt x="2212" y="218"/>
                  </a:lnTo>
                  <a:lnTo>
                    <a:pt x="2210" y="214"/>
                  </a:lnTo>
                  <a:lnTo>
                    <a:pt x="2210" y="209"/>
                  </a:lnTo>
                  <a:lnTo>
                    <a:pt x="2210" y="204"/>
                  </a:lnTo>
                  <a:lnTo>
                    <a:pt x="2212" y="200"/>
                  </a:lnTo>
                  <a:lnTo>
                    <a:pt x="2215" y="196"/>
                  </a:lnTo>
                  <a:lnTo>
                    <a:pt x="2220" y="195"/>
                  </a:lnTo>
                  <a:lnTo>
                    <a:pt x="2225" y="194"/>
                  </a:lnTo>
                  <a:close/>
                  <a:moveTo>
                    <a:pt x="852" y="171"/>
                  </a:moveTo>
                  <a:lnTo>
                    <a:pt x="964" y="171"/>
                  </a:lnTo>
                  <a:lnTo>
                    <a:pt x="964" y="181"/>
                  </a:lnTo>
                  <a:lnTo>
                    <a:pt x="852" y="181"/>
                  </a:lnTo>
                  <a:lnTo>
                    <a:pt x="852" y="171"/>
                  </a:lnTo>
                  <a:close/>
                  <a:moveTo>
                    <a:pt x="1130" y="170"/>
                  </a:moveTo>
                  <a:lnTo>
                    <a:pt x="1127" y="171"/>
                  </a:lnTo>
                  <a:lnTo>
                    <a:pt x="1125" y="172"/>
                  </a:lnTo>
                  <a:lnTo>
                    <a:pt x="1122" y="175"/>
                  </a:lnTo>
                  <a:lnTo>
                    <a:pt x="1122" y="177"/>
                  </a:lnTo>
                  <a:lnTo>
                    <a:pt x="1122" y="180"/>
                  </a:lnTo>
                  <a:lnTo>
                    <a:pt x="1124" y="184"/>
                  </a:lnTo>
                  <a:lnTo>
                    <a:pt x="1125" y="190"/>
                  </a:lnTo>
                  <a:lnTo>
                    <a:pt x="1129" y="198"/>
                  </a:lnTo>
                  <a:lnTo>
                    <a:pt x="1134" y="204"/>
                  </a:lnTo>
                  <a:lnTo>
                    <a:pt x="1143" y="210"/>
                  </a:lnTo>
                  <a:lnTo>
                    <a:pt x="1155" y="214"/>
                  </a:lnTo>
                  <a:lnTo>
                    <a:pt x="1171" y="217"/>
                  </a:lnTo>
                  <a:lnTo>
                    <a:pt x="1173" y="215"/>
                  </a:lnTo>
                  <a:lnTo>
                    <a:pt x="1176" y="214"/>
                  </a:lnTo>
                  <a:lnTo>
                    <a:pt x="1178" y="212"/>
                  </a:lnTo>
                  <a:lnTo>
                    <a:pt x="1178" y="209"/>
                  </a:lnTo>
                  <a:lnTo>
                    <a:pt x="1178" y="205"/>
                  </a:lnTo>
                  <a:lnTo>
                    <a:pt x="1176" y="204"/>
                  </a:lnTo>
                  <a:lnTo>
                    <a:pt x="1173" y="201"/>
                  </a:lnTo>
                  <a:lnTo>
                    <a:pt x="1171" y="201"/>
                  </a:lnTo>
                  <a:lnTo>
                    <a:pt x="1164" y="201"/>
                  </a:lnTo>
                  <a:lnTo>
                    <a:pt x="1159" y="200"/>
                  </a:lnTo>
                  <a:lnTo>
                    <a:pt x="1149" y="196"/>
                  </a:lnTo>
                  <a:lnTo>
                    <a:pt x="1141" y="190"/>
                  </a:lnTo>
                  <a:lnTo>
                    <a:pt x="1139" y="185"/>
                  </a:lnTo>
                  <a:lnTo>
                    <a:pt x="1138" y="181"/>
                  </a:lnTo>
                  <a:lnTo>
                    <a:pt x="1138" y="178"/>
                  </a:lnTo>
                  <a:lnTo>
                    <a:pt x="1138" y="177"/>
                  </a:lnTo>
                  <a:lnTo>
                    <a:pt x="1136" y="175"/>
                  </a:lnTo>
                  <a:lnTo>
                    <a:pt x="1135" y="172"/>
                  </a:lnTo>
                  <a:lnTo>
                    <a:pt x="1132" y="171"/>
                  </a:lnTo>
                  <a:lnTo>
                    <a:pt x="1130" y="170"/>
                  </a:lnTo>
                  <a:close/>
                  <a:moveTo>
                    <a:pt x="2116" y="162"/>
                  </a:moveTo>
                  <a:lnTo>
                    <a:pt x="2127" y="162"/>
                  </a:lnTo>
                  <a:lnTo>
                    <a:pt x="2131" y="166"/>
                  </a:lnTo>
                  <a:lnTo>
                    <a:pt x="2136" y="167"/>
                  </a:lnTo>
                  <a:lnTo>
                    <a:pt x="2140" y="168"/>
                  </a:lnTo>
                  <a:lnTo>
                    <a:pt x="2145" y="167"/>
                  </a:lnTo>
                  <a:lnTo>
                    <a:pt x="2149" y="166"/>
                  </a:lnTo>
                  <a:lnTo>
                    <a:pt x="2153" y="162"/>
                  </a:lnTo>
                  <a:lnTo>
                    <a:pt x="2164" y="162"/>
                  </a:lnTo>
                  <a:lnTo>
                    <a:pt x="2168" y="163"/>
                  </a:lnTo>
                  <a:lnTo>
                    <a:pt x="2172" y="166"/>
                  </a:lnTo>
                  <a:lnTo>
                    <a:pt x="2174" y="168"/>
                  </a:lnTo>
                  <a:lnTo>
                    <a:pt x="2176" y="173"/>
                  </a:lnTo>
                  <a:lnTo>
                    <a:pt x="2176" y="232"/>
                  </a:lnTo>
                  <a:lnTo>
                    <a:pt x="2174" y="237"/>
                  </a:lnTo>
                  <a:lnTo>
                    <a:pt x="2172" y="240"/>
                  </a:lnTo>
                  <a:lnTo>
                    <a:pt x="2168" y="242"/>
                  </a:lnTo>
                  <a:lnTo>
                    <a:pt x="2164" y="243"/>
                  </a:lnTo>
                  <a:lnTo>
                    <a:pt x="2160" y="243"/>
                  </a:lnTo>
                  <a:lnTo>
                    <a:pt x="2160" y="325"/>
                  </a:lnTo>
                  <a:lnTo>
                    <a:pt x="2159" y="329"/>
                  </a:lnTo>
                  <a:lnTo>
                    <a:pt x="2158" y="331"/>
                  </a:lnTo>
                  <a:lnTo>
                    <a:pt x="2155" y="333"/>
                  </a:lnTo>
                  <a:lnTo>
                    <a:pt x="2151" y="334"/>
                  </a:lnTo>
                  <a:lnTo>
                    <a:pt x="2149" y="333"/>
                  </a:lnTo>
                  <a:lnTo>
                    <a:pt x="2146" y="331"/>
                  </a:lnTo>
                  <a:lnTo>
                    <a:pt x="2144" y="329"/>
                  </a:lnTo>
                  <a:lnTo>
                    <a:pt x="2144" y="325"/>
                  </a:lnTo>
                  <a:lnTo>
                    <a:pt x="2144" y="243"/>
                  </a:lnTo>
                  <a:lnTo>
                    <a:pt x="2137" y="243"/>
                  </a:lnTo>
                  <a:lnTo>
                    <a:pt x="2137" y="325"/>
                  </a:lnTo>
                  <a:lnTo>
                    <a:pt x="2136" y="329"/>
                  </a:lnTo>
                  <a:lnTo>
                    <a:pt x="2135" y="331"/>
                  </a:lnTo>
                  <a:lnTo>
                    <a:pt x="2132" y="333"/>
                  </a:lnTo>
                  <a:lnTo>
                    <a:pt x="2128" y="334"/>
                  </a:lnTo>
                  <a:lnTo>
                    <a:pt x="2126" y="333"/>
                  </a:lnTo>
                  <a:lnTo>
                    <a:pt x="2123" y="331"/>
                  </a:lnTo>
                  <a:lnTo>
                    <a:pt x="2121" y="329"/>
                  </a:lnTo>
                  <a:lnTo>
                    <a:pt x="2121" y="325"/>
                  </a:lnTo>
                  <a:lnTo>
                    <a:pt x="2121" y="243"/>
                  </a:lnTo>
                  <a:lnTo>
                    <a:pt x="2116" y="243"/>
                  </a:lnTo>
                  <a:lnTo>
                    <a:pt x="2112" y="242"/>
                  </a:lnTo>
                  <a:lnTo>
                    <a:pt x="2108" y="240"/>
                  </a:lnTo>
                  <a:lnTo>
                    <a:pt x="2107" y="237"/>
                  </a:lnTo>
                  <a:lnTo>
                    <a:pt x="2106" y="232"/>
                  </a:lnTo>
                  <a:lnTo>
                    <a:pt x="2106" y="173"/>
                  </a:lnTo>
                  <a:lnTo>
                    <a:pt x="2107" y="168"/>
                  </a:lnTo>
                  <a:lnTo>
                    <a:pt x="2108" y="166"/>
                  </a:lnTo>
                  <a:lnTo>
                    <a:pt x="2112" y="163"/>
                  </a:lnTo>
                  <a:lnTo>
                    <a:pt x="2116" y="162"/>
                  </a:lnTo>
                  <a:close/>
                  <a:moveTo>
                    <a:pt x="2708" y="148"/>
                  </a:moveTo>
                  <a:lnTo>
                    <a:pt x="2710" y="149"/>
                  </a:lnTo>
                  <a:lnTo>
                    <a:pt x="2713" y="150"/>
                  </a:lnTo>
                  <a:lnTo>
                    <a:pt x="2716" y="152"/>
                  </a:lnTo>
                  <a:lnTo>
                    <a:pt x="2719" y="154"/>
                  </a:lnTo>
                  <a:lnTo>
                    <a:pt x="2722" y="156"/>
                  </a:lnTo>
                  <a:lnTo>
                    <a:pt x="2724" y="158"/>
                  </a:lnTo>
                  <a:lnTo>
                    <a:pt x="2746" y="182"/>
                  </a:lnTo>
                  <a:lnTo>
                    <a:pt x="2747" y="185"/>
                  </a:lnTo>
                  <a:lnTo>
                    <a:pt x="2750" y="187"/>
                  </a:lnTo>
                  <a:lnTo>
                    <a:pt x="2753" y="190"/>
                  </a:lnTo>
                  <a:lnTo>
                    <a:pt x="2755" y="192"/>
                  </a:lnTo>
                  <a:lnTo>
                    <a:pt x="2756" y="195"/>
                  </a:lnTo>
                  <a:lnTo>
                    <a:pt x="2758" y="198"/>
                  </a:lnTo>
                  <a:lnTo>
                    <a:pt x="2759" y="199"/>
                  </a:lnTo>
                  <a:lnTo>
                    <a:pt x="2759" y="199"/>
                  </a:lnTo>
                  <a:lnTo>
                    <a:pt x="2755" y="198"/>
                  </a:lnTo>
                  <a:lnTo>
                    <a:pt x="2747" y="194"/>
                  </a:lnTo>
                  <a:lnTo>
                    <a:pt x="2736" y="191"/>
                  </a:lnTo>
                  <a:lnTo>
                    <a:pt x="2728" y="192"/>
                  </a:lnTo>
                  <a:lnTo>
                    <a:pt x="2724" y="191"/>
                  </a:lnTo>
                  <a:lnTo>
                    <a:pt x="2721" y="190"/>
                  </a:lnTo>
                  <a:lnTo>
                    <a:pt x="2718" y="187"/>
                  </a:lnTo>
                  <a:lnTo>
                    <a:pt x="2717" y="184"/>
                  </a:lnTo>
                  <a:lnTo>
                    <a:pt x="2716" y="180"/>
                  </a:lnTo>
                  <a:lnTo>
                    <a:pt x="2716" y="170"/>
                  </a:lnTo>
                  <a:lnTo>
                    <a:pt x="2716" y="164"/>
                  </a:lnTo>
                  <a:lnTo>
                    <a:pt x="2714" y="159"/>
                  </a:lnTo>
                  <a:lnTo>
                    <a:pt x="2713" y="157"/>
                  </a:lnTo>
                  <a:lnTo>
                    <a:pt x="2710" y="153"/>
                  </a:lnTo>
                  <a:lnTo>
                    <a:pt x="2709" y="152"/>
                  </a:lnTo>
                  <a:lnTo>
                    <a:pt x="2708" y="150"/>
                  </a:lnTo>
                  <a:lnTo>
                    <a:pt x="2708" y="149"/>
                  </a:lnTo>
                  <a:lnTo>
                    <a:pt x="2708" y="148"/>
                  </a:lnTo>
                  <a:close/>
                  <a:moveTo>
                    <a:pt x="2618" y="148"/>
                  </a:moveTo>
                  <a:lnTo>
                    <a:pt x="2691" y="148"/>
                  </a:lnTo>
                  <a:lnTo>
                    <a:pt x="2696" y="148"/>
                  </a:lnTo>
                  <a:lnTo>
                    <a:pt x="2699" y="150"/>
                  </a:lnTo>
                  <a:lnTo>
                    <a:pt x="2703" y="153"/>
                  </a:lnTo>
                  <a:lnTo>
                    <a:pt x="2704" y="156"/>
                  </a:lnTo>
                  <a:lnTo>
                    <a:pt x="2705" y="161"/>
                  </a:lnTo>
                  <a:lnTo>
                    <a:pt x="2705" y="189"/>
                  </a:lnTo>
                  <a:lnTo>
                    <a:pt x="2707" y="192"/>
                  </a:lnTo>
                  <a:lnTo>
                    <a:pt x="2708" y="196"/>
                  </a:lnTo>
                  <a:lnTo>
                    <a:pt x="2712" y="199"/>
                  </a:lnTo>
                  <a:lnTo>
                    <a:pt x="2714" y="201"/>
                  </a:lnTo>
                  <a:lnTo>
                    <a:pt x="2718" y="201"/>
                  </a:lnTo>
                  <a:lnTo>
                    <a:pt x="2745" y="201"/>
                  </a:lnTo>
                  <a:lnTo>
                    <a:pt x="2750" y="201"/>
                  </a:lnTo>
                  <a:lnTo>
                    <a:pt x="2753" y="204"/>
                  </a:lnTo>
                  <a:lnTo>
                    <a:pt x="2755" y="206"/>
                  </a:lnTo>
                  <a:lnTo>
                    <a:pt x="2758" y="210"/>
                  </a:lnTo>
                  <a:lnTo>
                    <a:pt x="2758" y="214"/>
                  </a:lnTo>
                  <a:lnTo>
                    <a:pt x="2758" y="250"/>
                  </a:lnTo>
                  <a:lnTo>
                    <a:pt x="2756" y="252"/>
                  </a:lnTo>
                  <a:lnTo>
                    <a:pt x="2750" y="259"/>
                  </a:lnTo>
                  <a:lnTo>
                    <a:pt x="2742" y="268"/>
                  </a:lnTo>
                  <a:lnTo>
                    <a:pt x="2732" y="278"/>
                  </a:lnTo>
                  <a:lnTo>
                    <a:pt x="2721" y="288"/>
                  </a:lnTo>
                  <a:lnTo>
                    <a:pt x="2710" y="298"/>
                  </a:lnTo>
                  <a:lnTo>
                    <a:pt x="2702" y="307"/>
                  </a:lnTo>
                  <a:lnTo>
                    <a:pt x="2694" y="313"/>
                  </a:lnTo>
                  <a:lnTo>
                    <a:pt x="2689" y="317"/>
                  </a:lnTo>
                  <a:lnTo>
                    <a:pt x="2685" y="319"/>
                  </a:lnTo>
                  <a:lnTo>
                    <a:pt x="2681" y="319"/>
                  </a:lnTo>
                  <a:lnTo>
                    <a:pt x="2679" y="319"/>
                  </a:lnTo>
                  <a:lnTo>
                    <a:pt x="2677" y="317"/>
                  </a:lnTo>
                  <a:lnTo>
                    <a:pt x="2676" y="317"/>
                  </a:lnTo>
                  <a:lnTo>
                    <a:pt x="2671" y="315"/>
                  </a:lnTo>
                  <a:lnTo>
                    <a:pt x="2663" y="308"/>
                  </a:lnTo>
                  <a:lnTo>
                    <a:pt x="2653" y="299"/>
                  </a:lnTo>
                  <a:lnTo>
                    <a:pt x="2643" y="288"/>
                  </a:lnTo>
                  <a:lnTo>
                    <a:pt x="2632" y="276"/>
                  </a:lnTo>
                  <a:lnTo>
                    <a:pt x="2621" y="266"/>
                  </a:lnTo>
                  <a:lnTo>
                    <a:pt x="2612" y="257"/>
                  </a:lnTo>
                  <a:lnTo>
                    <a:pt x="2606" y="250"/>
                  </a:lnTo>
                  <a:lnTo>
                    <a:pt x="2605" y="246"/>
                  </a:lnTo>
                  <a:lnTo>
                    <a:pt x="2605" y="161"/>
                  </a:lnTo>
                  <a:lnTo>
                    <a:pt x="2605" y="156"/>
                  </a:lnTo>
                  <a:lnTo>
                    <a:pt x="2607" y="153"/>
                  </a:lnTo>
                  <a:lnTo>
                    <a:pt x="2610" y="150"/>
                  </a:lnTo>
                  <a:lnTo>
                    <a:pt x="2612" y="148"/>
                  </a:lnTo>
                  <a:lnTo>
                    <a:pt x="2618" y="148"/>
                  </a:lnTo>
                  <a:close/>
                  <a:moveTo>
                    <a:pt x="852" y="145"/>
                  </a:moveTo>
                  <a:lnTo>
                    <a:pt x="964" y="145"/>
                  </a:lnTo>
                  <a:lnTo>
                    <a:pt x="964" y="156"/>
                  </a:lnTo>
                  <a:lnTo>
                    <a:pt x="852" y="156"/>
                  </a:lnTo>
                  <a:lnTo>
                    <a:pt x="852" y="145"/>
                  </a:lnTo>
                  <a:close/>
                  <a:moveTo>
                    <a:pt x="1313" y="143"/>
                  </a:moveTo>
                  <a:lnTo>
                    <a:pt x="1325" y="147"/>
                  </a:lnTo>
                  <a:lnTo>
                    <a:pt x="1335" y="153"/>
                  </a:lnTo>
                  <a:lnTo>
                    <a:pt x="1341" y="163"/>
                  </a:lnTo>
                  <a:lnTo>
                    <a:pt x="1344" y="176"/>
                  </a:lnTo>
                  <a:lnTo>
                    <a:pt x="1341" y="187"/>
                  </a:lnTo>
                  <a:lnTo>
                    <a:pt x="1335" y="198"/>
                  </a:lnTo>
                  <a:lnTo>
                    <a:pt x="1325" y="205"/>
                  </a:lnTo>
                  <a:lnTo>
                    <a:pt x="1313" y="208"/>
                  </a:lnTo>
                  <a:lnTo>
                    <a:pt x="1313" y="143"/>
                  </a:lnTo>
                  <a:close/>
                  <a:moveTo>
                    <a:pt x="2425" y="142"/>
                  </a:moveTo>
                  <a:lnTo>
                    <a:pt x="2456" y="142"/>
                  </a:lnTo>
                  <a:lnTo>
                    <a:pt x="2456" y="175"/>
                  </a:lnTo>
                  <a:lnTo>
                    <a:pt x="2434" y="175"/>
                  </a:lnTo>
                  <a:lnTo>
                    <a:pt x="2432" y="176"/>
                  </a:lnTo>
                  <a:lnTo>
                    <a:pt x="2430" y="176"/>
                  </a:lnTo>
                  <a:lnTo>
                    <a:pt x="2428" y="177"/>
                  </a:lnTo>
                  <a:lnTo>
                    <a:pt x="2426" y="178"/>
                  </a:lnTo>
                  <a:lnTo>
                    <a:pt x="2425" y="181"/>
                  </a:lnTo>
                  <a:lnTo>
                    <a:pt x="2425" y="185"/>
                  </a:lnTo>
                  <a:lnTo>
                    <a:pt x="2425" y="205"/>
                  </a:lnTo>
                  <a:lnTo>
                    <a:pt x="2457" y="205"/>
                  </a:lnTo>
                  <a:lnTo>
                    <a:pt x="2453" y="241"/>
                  </a:lnTo>
                  <a:lnTo>
                    <a:pt x="2425" y="241"/>
                  </a:lnTo>
                  <a:lnTo>
                    <a:pt x="2425" y="262"/>
                  </a:lnTo>
                  <a:lnTo>
                    <a:pt x="2425" y="285"/>
                  </a:lnTo>
                  <a:lnTo>
                    <a:pt x="2425" y="324"/>
                  </a:lnTo>
                  <a:lnTo>
                    <a:pt x="2425" y="335"/>
                  </a:lnTo>
                  <a:lnTo>
                    <a:pt x="2425" y="339"/>
                  </a:lnTo>
                  <a:lnTo>
                    <a:pt x="2384" y="339"/>
                  </a:lnTo>
                  <a:lnTo>
                    <a:pt x="2384" y="335"/>
                  </a:lnTo>
                  <a:lnTo>
                    <a:pt x="2384" y="324"/>
                  </a:lnTo>
                  <a:lnTo>
                    <a:pt x="2384" y="285"/>
                  </a:lnTo>
                  <a:lnTo>
                    <a:pt x="2384" y="264"/>
                  </a:lnTo>
                  <a:lnTo>
                    <a:pt x="2384" y="241"/>
                  </a:lnTo>
                  <a:lnTo>
                    <a:pt x="2364" y="241"/>
                  </a:lnTo>
                  <a:lnTo>
                    <a:pt x="2364" y="205"/>
                  </a:lnTo>
                  <a:lnTo>
                    <a:pt x="2384" y="205"/>
                  </a:lnTo>
                  <a:lnTo>
                    <a:pt x="2384" y="182"/>
                  </a:lnTo>
                  <a:lnTo>
                    <a:pt x="2384" y="173"/>
                  </a:lnTo>
                  <a:lnTo>
                    <a:pt x="2387" y="164"/>
                  </a:lnTo>
                  <a:lnTo>
                    <a:pt x="2392" y="156"/>
                  </a:lnTo>
                  <a:lnTo>
                    <a:pt x="2400" y="148"/>
                  </a:lnTo>
                  <a:lnTo>
                    <a:pt x="2411" y="143"/>
                  </a:lnTo>
                  <a:lnTo>
                    <a:pt x="2425" y="142"/>
                  </a:lnTo>
                  <a:close/>
                  <a:moveTo>
                    <a:pt x="2140" y="124"/>
                  </a:moveTo>
                  <a:lnTo>
                    <a:pt x="2145" y="125"/>
                  </a:lnTo>
                  <a:lnTo>
                    <a:pt x="2150" y="128"/>
                  </a:lnTo>
                  <a:lnTo>
                    <a:pt x="2154" y="130"/>
                  </a:lnTo>
                  <a:lnTo>
                    <a:pt x="2156" y="135"/>
                  </a:lnTo>
                  <a:lnTo>
                    <a:pt x="2156" y="140"/>
                  </a:lnTo>
                  <a:lnTo>
                    <a:pt x="2156" y="145"/>
                  </a:lnTo>
                  <a:lnTo>
                    <a:pt x="2154" y="150"/>
                  </a:lnTo>
                  <a:lnTo>
                    <a:pt x="2150" y="153"/>
                  </a:lnTo>
                  <a:lnTo>
                    <a:pt x="2145" y="156"/>
                  </a:lnTo>
                  <a:lnTo>
                    <a:pt x="2140" y="157"/>
                  </a:lnTo>
                  <a:lnTo>
                    <a:pt x="2135" y="156"/>
                  </a:lnTo>
                  <a:lnTo>
                    <a:pt x="2131" y="153"/>
                  </a:lnTo>
                  <a:lnTo>
                    <a:pt x="2127" y="150"/>
                  </a:lnTo>
                  <a:lnTo>
                    <a:pt x="2125" y="145"/>
                  </a:lnTo>
                  <a:lnTo>
                    <a:pt x="2123" y="140"/>
                  </a:lnTo>
                  <a:lnTo>
                    <a:pt x="2125" y="135"/>
                  </a:lnTo>
                  <a:lnTo>
                    <a:pt x="2127" y="130"/>
                  </a:lnTo>
                  <a:lnTo>
                    <a:pt x="2131" y="128"/>
                  </a:lnTo>
                  <a:lnTo>
                    <a:pt x="2135" y="125"/>
                  </a:lnTo>
                  <a:lnTo>
                    <a:pt x="2140" y="124"/>
                  </a:lnTo>
                  <a:close/>
                  <a:moveTo>
                    <a:pt x="841" y="100"/>
                  </a:moveTo>
                  <a:lnTo>
                    <a:pt x="857" y="100"/>
                  </a:lnTo>
                  <a:lnTo>
                    <a:pt x="857" y="108"/>
                  </a:lnTo>
                  <a:lnTo>
                    <a:pt x="851" y="108"/>
                  </a:lnTo>
                  <a:lnTo>
                    <a:pt x="847" y="110"/>
                  </a:lnTo>
                  <a:lnTo>
                    <a:pt x="843" y="112"/>
                  </a:lnTo>
                  <a:lnTo>
                    <a:pt x="839" y="115"/>
                  </a:lnTo>
                  <a:lnTo>
                    <a:pt x="838" y="119"/>
                  </a:lnTo>
                  <a:lnTo>
                    <a:pt x="837" y="124"/>
                  </a:lnTo>
                  <a:lnTo>
                    <a:pt x="837" y="215"/>
                  </a:lnTo>
                  <a:lnTo>
                    <a:pt x="838" y="219"/>
                  </a:lnTo>
                  <a:lnTo>
                    <a:pt x="839" y="223"/>
                  </a:lnTo>
                  <a:lnTo>
                    <a:pt x="843" y="227"/>
                  </a:lnTo>
                  <a:lnTo>
                    <a:pt x="847" y="228"/>
                  </a:lnTo>
                  <a:lnTo>
                    <a:pt x="851" y="229"/>
                  </a:lnTo>
                  <a:lnTo>
                    <a:pt x="875" y="229"/>
                  </a:lnTo>
                  <a:lnTo>
                    <a:pt x="878" y="229"/>
                  </a:lnTo>
                  <a:lnTo>
                    <a:pt x="880" y="231"/>
                  </a:lnTo>
                  <a:lnTo>
                    <a:pt x="882" y="233"/>
                  </a:lnTo>
                  <a:lnTo>
                    <a:pt x="883" y="237"/>
                  </a:lnTo>
                  <a:lnTo>
                    <a:pt x="883" y="261"/>
                  </a:lnTo>
                  <a:lnTo>
                    <a:pt x="884" y="266"/>
                  </a:lnTo>
                  <a:lnTo>
                    <a:pt x="885" y="270"/>
                  </a:lnTo>
                  <a:lnTo>
                    <a:pt x="889" y="273"/>
                  </a:lnTo>
                  <a:lnTo>
                    <a:pt x="893" y="275"/>
                  </a:lnTo>
                  <a:lnTo>
                    <a:pt x="898" y="275"/>
                  </a:lnTo>
                  <a:lnTo>
                    <a:pt x="962" y="275"/>
                  </a:lnTo>
                  <a:lnTo>
                    <a:pt x="967" y="275"/>
                  </a:lnTo>
                  <a:lnTo>
                    <a:pt x="971" y="273"/>
                  </a:lnTo>
                  <a:lnTo>
                    <a:pt x="973" y="270"/>
                  </a:lnTo>
                  <a:lnTo>
                    <a:pt x="976" y="266"/>
                  </a:lnTo>
                  <a:lnTo>
                    <a:pt x="977" y="261"/>
                  </a:lnTo>
                  <a:lnTo>
                    <a:pt x="977" y="124"/>
                  </a:lnTo>
                  <a:lnTo>
                    <a:pt x="976" y="119"/>
                  </a:lnTo>
                  <a:lnTo>
                    <a:pt x="973" y="115"/>
                  </a:lnTo>
                  <a:lnTo>
                    <a:pt x="971" y="112"/>
                  </a:lnTo>
                  <a:lnTo>
                    <a:pt x="967" y="110"/>
                  </a:lnTo>
                  <a:lnTo>
                    <a:pt x="962" y="108"/>
                  </a:lnTo>
                  <a:lnTo>
                    <a:pt x="953" y="108"/>
                  </a:lnTo>
                  <a:lnTo>
                    <a:pt x="953" y="105"/>
                  </a:lnTo>
                  <a:lnTo>
                    <a:pt x="953" y="100"/>
                  </a:lnTo>
                  <a:lnTo>
                    <a:pt x="973" y="100"/>
                  </a:lnTo>
                  <a:lnTo>
                    <a:pt x="978" y="101"/>
                  </a:lnTo>
                  <a:lnTo>
                    <a:pt x="983" y="103"/>
                  </a:lnTo>
                  <a:lnTo>
                    <a:pt x="989" y="107"/>
                  </a:lnTo>
                  <a:lnTo>
                    <a:pt x="991" y="112"/>
                  </a:lnTo>
                  <a:lnTo>
                    <a:pt x="992" y="119"/>
                  </a:lnTo>
                  <a:lnTo>
                    <a:pt x="992" y="275"/>
                  </a:lnTo>
                  <a:lnTo>
                    <a:pt x="991" y="280"/>
                  </a:lnTo>
                  <a:lnTo>
                    <a:pt x="989" y="285"/>
                  </a:lnTo>
                  <a:lnTo>
                    <a:pt x="983" y="290"/>
                  </a:lnTo>
                  <a:lnTo>
                    <a:pt x="978" y="293"/>
                  </a:lnTo>
                  <a:lnTo>
                    <a:pt x="973" y="293"/>
                  </a:lnTo>
                  <a:lnTo>
                    <a:pt x="841" y="293"/>
                  </a:lnTo>
                  <a:lnTo>
                    <a:pt x="836" y="293"/>
                  </a:lnTo>
                  <a:lnTo>
                    <a:pt x="831" y="290"/>
                  </a:lnTo>
                  <a:lnTo>
                    <a:pt x="825" y="285"/>
                  </a:lnTo>
                  <a:lnTo>
                    <a:pt x="823" y="280"/>
                  </a:lnTo>
                  <a:lnTo>
                    <a:pt x="822" y="275"/>
                  </a:lnTo>
                  <a:lnTo>
                    <a:pt x="822" y="119"/>
                  </a:lnTo>
                  <a:lnTo>
                    <a:pt x="823" y="112"/>
                  </a:lnTo>
                  <a:lnTo>
                    <a:pt x="825" y="107"/>
                  </a:lnTo>
                  <a:lnTo>
                    <a:pt x="831" y="103"/>
                  </a:lnTo>
                  <a:lnTo>
                    <a:pt x="836" y="101"/>
                  </a:lnTo>
                  <a:lnTo>
                    <a:pt x="841" y="100"/>
                  </a:lnTo>
                  <a:close/>
                  <a:moveTo>
                    <a:pt x="1488" y="88"/>
                  </a:moveTo>
                  <a:lnTo>
                    <a:pt x="1553" y="88"/>
                  </a:lnTo>
                  <a:lnTo>
                    <a:pt x="1553" y="172"/>
                  </a:lnTo>
                  <a:lnTo>
                    <a:pt x="1488" y="172"/>
                  </a:lnTo>
                  <a:lnTo>
                    <a:pt x="1488" y="88"/>
                  </a:lnTo>
                  <a:close/>
                  <a:moveTo>
                    <a:pt x="906" y="84"/>
                  </a:moveTo>
                  <a:lnTo>
                    <a:pt x="902" y="86"/>
                  </a:lnTo>
                  <a:lnTo>
                    <a:pt x="899" y="88"/>
                  </a:lnTo>
                  <a:lnTo>
                    <a:pt x="898" y="91"/>
                  </a:lnTo>
                  <a:lnTo>
                    <a:pt x="899" y="94"/>
                  </a:lnTo>
                  <a:lnTo>
                    <a:pt x="902" y="97"/>
                  </a:lnTo>
                  <a:lnTo>
                    <a:pt x="906" y="98"/>
                  </a:lnTo>
                  <a:lnTo>
                    <a:pt x="908" y="97"/>
                  </a:lnTo>
                  <a:lnTo>
                    <a:pt x="911" y="94"/>
                  </a:lnTo>
                  <a:lnTo>
                    <a:pt x="912" y="91"/>
                  </a:lnTo>
                  <a:lnTo>
                    <a:pt x="911" y="88"/>
                  </a:lnTo>
                  <a:lnTo>
                    <a:pt x="908" y="86"/>
                  </a:lnTo>
                  <a:lnTo>
                    <a:pt x="906" y="84"/>
                  </a:lnTo>
                  <a:close/>
                  <a:moveTo>
                    <a:pt x="1281" y="82"/>
                  </a:moveTo>
                  <a:lnTo>
                    <a:pt x="1288" y="83"/>
                  </a:lnTo>
                  <a:lnTo>
                    <a:pt x="1293" y="87"/>
                  </a:lnTo>
                  <a:lnTo>
                    <a:pt x="1294" y="91"/>
                  </a:lnTo>
                  <a:lnTo>
                    <a:pt x="1295" y="93"/>
                  </a:lnTo>
                  <a:lnTo>
                    <a:pt x="1295" y="259"/>
                  </a:lnTo>
                  <a:lnTo>
                    <a:pt x="1294" y="260"/>
                  </a:lnTo>
                  <a:lnTo>
                    <a:pt x="1293" y="264"/>
                  </a:lnTo>
                  <a:lnTo>
                    <a:pt x="1288" y="269"/>
                  </a:lnTo>
                  <a:lnTo>
                    <a:pt x="1281" y="270"/>
                  </a:lnTo>
                  <a:lnTo>
                    <a:pt x="1273" y="268"/>
                  </a:lnTo>
                  <a:lnTo>
                    <a:pt x="1269" y="265"/>
                  </a:lnTo>
                  <a:lnTo>
                    <a:pt x="1262" y="261"/>
                  </a:lnTo>
                  <a:lnTo>
                    <a:pt x="1250" y="255"/>
                  </a:lnTo>
                  <a:lnTo>
                    <a:pt x="1234" y="248"/>
                  </a:lnTo>
                  <a:lnTo>
                    <a:pt x="1215" y="242"/>
                  </a:lnTo>
                  <a:lnTo>
                    <a:pt x="1192" y="237"/>
                  </a:lnTo>
                  <a:lnTo>
                    <a:pt x="1167" y="234"/>
                  </a:lnTo>
                  <a:lnTo>
                    <a:pt x="1164" y="234"/>
                  </a:lnTo>
                  <a:lnTo>
                    <a:pt x="1158" y="234"/>
                  </a:lnTo>
                  <a:lnTo>
                    <a:pt x="1149" y="233"/>
                  </a:lnTo>
                  <a:lnTo>
                    <a:pt x="1138" y="231"/>
                  </a:lnTo>
                  <a:lnTo>
                    <a:pt x="1126" y="224"/>
                  </a:lnTo>
                  <a:lnTo>
                    <a:pt x="1117" y="214"/>
                  </a:lnTo>
                  <a:lnTo>
                    <a:pt x="1110" y="200"/>
                  </a:lnTo>
                  <a:lnTo>
                    <a:pt x="1099" y="195"/>
                  </a:lnTo>
                  <a:lnTo>
                    <a:pt x="1092" y="187"/>
                  </a:lnTo>
                  <a:lnTo>
                    <a:pt x="1088" y="176"/>
                  </a:lnTo>
                  <a:lnTo>
                    <a:pt x="1092" y="164"/>
                  </a:lnTo>
                  <a:lnTo>
                    <a:pt x="1099" y="156"/>
                  </a:lnTo>
                  <a:lnTo>
                    <a:pt x="1110" y="152"/>
                  </a:lnTo>
                  <a:lnTo>
                    <a:pt x="1117" y="136"/>
                  </a:lnTo>
                  <a:lnTo>
                    <a:pt x="1126" y="126"/>
                  </a:lnTo>
                  <a:lnTo>
                    <a:pt x="1138" y="120"/>
                  </a:lnTo>
                  <a:lnTo>
                    <a:pt x="1149" y="117"/>
                  </a:lnTo>
                  <a:lnTo>
                    <a:pt x="1158" y="116"/>
                  </a:lnTo>
                  <a:lnTo>
                    <a:pt x="1164" y="116"/>
                  </a:lnTo>
                  <a:lnTo>
                    <a:pt x="1167" y="116"/>
                  </a:lnTo>
                  <a:lnTo>
                    <a:pt x="1192" y="114"/>
                  </a:lnTo>
                  <a:lnTo>
                    <a:pt x="1215" y="108"/>
                  </a:lnTo>
                  <a:lnTo>
                    <a:pt x="1234" y="103"/>
                  </a:lnTo>
                  <a:lnTo>
                    <a:pt x="1250" y="96"/>
                  </a:lnTo>
                  <a:lnTo>
                    <a:pt x="1262" y="91"/>
                  </a:lnTo>
                  <a:lnTo>
                    <a:pt x="1269" y="86"/>
                  </a:lnTo>
                  <a:lnTo>
                    <a:pt x="1273" y="84"/>
                  </a:lnTo>
                  <a:lnTo>
                    <a:pt x="1281" y="82"/>
                  </a:lnTo>
                  <a:close/>
                  <a:moveTo>
                    <a:pt x="906" y="78"/>
                  </a:moveTo>
                  <a:lnTo>
                    <a:pt x="910" y="79"/>
                  </a:lnTo>
                  <a:lnTo>
                    <a:pt x="913" y="80"/>
                  </a:lnTo>
                  <a:lnTo>
                    <a:pt x="917" y="83"/>
                  </a:lnTo>
                  <a:lnTo>
                    <a:pt x="921" y="86"/>
                  </a:lnTo>
                  <a:lnTo>
                    <a:pt x="922" y="89"/>
                  </a:lnTo>
                  <a:lnTo>
                    <a:pt x="938" y="89"/>
                  </a:lnTo>
                  <a:lnTo>
                    <a:pt x="941" y="91"/>
                  </a:lnTo>
                  <a:lnTo>
                    <a:pt x="944" y="92"/>
                  </a:lnTo>
                  <a:lnTo>
                    <a:pt x="946" y="94"/>
                  </a:lnTo>
                  <a:lnTo>
                    <a:pt x="946" y="98"/>
                  </a:lnTo>
                  <a:lnTo>
                    <a:pt x="946" y="117"/>
                  </a:lnTo>
                  <a:lnTo>
                    <a:pt x="864" y="117"/>
                  </a:lnTo>
                  <a:lnTo>
                    <a:pt x="864" y="98"/>
                  </a:lnTo>
                  <a:lnTo>
                    <a:pt x="865" y="94"/>
                  </a:lnTo>
                  <a:lnTo>
                    <a:pt x="868" y="92"/>
                  </a:lnTo>
                  <a:lnTo>
                    <a:pt x="870" y="91"/>
                  </a:lnTo>
                  <a:lnTo>
                    <a:pt x="874" y="89"/>
                  </a:lnTo>
                  <a:lnTo>
                    <a:pt x="889" y="89"/>
                  </a:lnTo>
                  <a:lnTo>
                    <a:pt x="890" y="86"/>
                  </a:lnTo>
                  <a:lnTo>
                    <a:pt x="893" y="83"/>
                  </a:lnTo>
                  <a:lnTo>
                    <a:pt x="897" y="80"/>
                  </a:lnTo>
                  <a:lnTo>
                    <a:pt x="902" y="79"/>
                  </a:lnTo>
                  <a:lnTo>
                    <a:pt x="906" y="78"/>
                  </a:lnTo>
                  <a:close/>
                  <a:moveTo>
                    <a:pt x="1916" y="77"/>
                  </a:moveTo>
                  <a:lnTo>
                    <a:pt x="1916" y="77"/>
                  </a:lnTo>
                  <a:lnTo>
                    <a:pt x="1922" y="79"/>
                  </a:lnTo>
                  <a:lnTo>
                    <a:pt x="1927" y="82"/>
                  </a:lnTo>
                  <a:lnTo>
                    <a:pt x="1930" y="86"/>
                  </a:lnTo>
                  <a:lnTo>
                    <a:pt x="1932" y="88"/>
                  </a:lnTo>
                  <a:lnTo>
                    <a:pt x="1934" y="91"/>
                  </a:lnTo>
                  <a:lnTo>
                    <a:pt x="1934" y="93"/>
                  </a:lnTo>
                  <a:lnTo>
                    <a:pt x="1932" y="97"/>
                  </a:lnTo>
                  <a:lnTo>
                    <a:pt x="1931" y="101"/>
                  </a:lnTo>
                  <a:lnTo>
                    <a:pt x="1928" y="105"/>
                  </a:lnTo>
                  <a:lnTo>
                    <a:pt x="1925" y="107"/>
                  </a:lnTo>
                  <a:lnTo>
                    <a:pt x="1921" y="108"/>
                  </a:lnTo>
                  <a:lnTo>
                    <a:pt x="1916" y="110"/>
                  </a:lnTo>
                  <a:lnTo>
                    <a:pt x="1916" y="77"/>
                  </a:lnTo>
                  <a:close/>
                  <a:moveTo>
                    <a:pt x="2570" y="68"/>
                  </a:moveTo>
                  <a:lnTo>
                    <a:pt x="2601" y="92"/>
                  </a:lnTo>
                  <a:lnTo>
                    <a:pt x="2602" y="93"/>
                  </a:lnTo>
                  <a:lnTo>
                    <a:pt x="2602" y="96"/>
                  </a:lnTo>
                  <a:lnTo>
                    <a:pt x="2601" y="98"/>
                  </a:lnTo>
                  <a:lnTo>
                    <a:pt x="2598" y="101"/>
                  </a:lnTo>
                  <a:lnTo>
                    <a:pt x="2596" y="105"/>
                  </a:lnTo>
                  <a:lnTo>
                    <a:pt x="2593" y="108"/>
                  </a:lnTo>
                  <a:lnTo>
                    <a:pt x="2591" y="112"/>
                  </a:lnTo>
                  <a:lnTo>
                    <a:pt x="2587" y="116"/>
                  </a:lnTo>
                  <a:lnTo>
                    <a:pt x="2584" y="119"/>
                  </a:lnTo>
                  <a:lnTo>
                    <a:pt x="2582" y="120"/>
                  </a:lnTo>
                  <a:lnTo>
                    <a:pt x="2581" y="121"/>
                  </a:lnTo>
                  <a:lnTo>
                    <a:pt x="2579" y="121"/>
                  </a:lnTo>
                  <a:lnTo>
                    <a:pt x="2547" y="96"/>
                  </a:lnTo>
                  <a:lnTo>
                    <a:pt x="2570" y="68"/>
                  </a:lnTo>
                  <a:close/>
                  <a:moveTo>
                    <a:pt x="22" y="56"/>
                  </a:moveTo>
                  <a:lnTo>
                    <a:pt x="12" y="59"/>
                  </a:lnTo>
                  <a:lnTo>
                    <a:pt x="4" y="66"/>
                  </a:lnTo>
                  <a:lnTo>
                    <a:pt x="0" y="78"/>
                  </a:lnTo>
                  <a:lnTo>
                    <a:pt x="4" y="88"/>
                  </a:lnTo>
                  <a:lnTo>
                    <a:pt x="12" y="96"/>
                  </a:lnTo>
                  <a:lnTo>
                    <a:pt x="22" y="98"/>
                  </a:lnTo>
                  <a:lnTo>
                    <a:pt x="32" y="96"/>
                  </a:lnTo>
                  <a:lnTo>
                    <a:pt x="40" y="88"/>
                  </a:lnTo>
                  <a:lnTo>
                    <a:pt x="43" y="78"/>
                  </a:lnTo>
                  <a:lnTo>
                    <a:pt x="40" y="66"/>
                  </a:lnTo>
                  <a:lnTo>
                    <a:pt x="32" y="59"/>
                  </a:lnTo>
                  <a:lnTo>
                    <a:pt x="22" y="56"/>
                  </a:lnTo>
                  <a:close/>
                  <a:moveTo>
                    <a:pt x="470" y="50"/>
                  </a:moveTo>
                  <a:lnTo>
                    <a:pt x="491" y="52"/>
                  </a:lnTo>
                  <a:lnTo>
                    <a:pt x="491" y="52"/>
                  </a:lnTo>
                  <a:lnTo>
                    <a:pt x="494" y="54"/>
                  </a:lnTo>
                  <a:lnTo>
                    <a:pt x="497" y="56"/>
                  </a:lnTo>
                  <a:lnTo>
                    <a:pt x="499" y="59"/>
                  </a:lnTo>
                  <a:lnTo>
                    <a:pt x="530" y="144"/>
                  </a:lnTo>
                  <a:lnTo>
                    <a:pt x="559" y="59"/>
                  </a:lnTo>
                  <a:lnTo>
                    <a:pt x="562" y="56"/>
                  </a:lnTo>
                  <a:lnTo>
                    <a:pt x="566" y="54"/>
                  </a:lnTo>
                  <a:lnTo>
                    <a:pt x="569" y="52"/>
                  </a:lnTo>
                  <a:lnTo>
                    <a:pt x="569" y="52"/>
                  </a:lnTo>
                  <a:lnTo>
                    <a:pt x="589" y="50"/>
                  </a:lnTo>
                  <a:lnTo>
                    <a:pt x="614" y="103"/>
                  </a:lnTo>
                  <a:lnTo>
                    <a:pt x="643" y="51"/>
                  </a:lnTo>
                  <a:lnTo>
                    <a:pt x="662" y="56"/>
                  </a:lnTo>
                  <a:lnTo>
                    <a:pt x="665" y="58"/>
                  </a:lnTo>
                  <a:lnTo>
                    <a:pt x="668" y="60"/>
                  </a:lnTo>
                  <a:lnTo>
                    <a:pt x="670" y="63"/>
                  </a:lnTo>
                  <a:lnTo>
                    <a:pt x="671" y="66"/>
                  </a:lnTo>
                  <a:lnTo>
                    <a:pt x="690" y="187"/>
                  </a:lnTo>
                  <a:lnTo>
                    <a:pt x="690" y="191"/>
                  </a:lnTo>
                  <a:lnTo>
                    <a:pt x="689" y="195"/>
                  </a:lnTo>
                  <a:lnTo>
                    <a:pt x="687" y="198"/>
                  </a:lnTo>
                  <a:lnTo>
                    <a:pt x="684" y="200"/>
                  </a:lnTo>
                  <a:lnTo>
                    <a:pt x="680" y="201"/>
                  </a:lnTo>
                  <a:lnTo>
                    <a:pt x="676" y="201"/>
                  </a:lnTo>
                  <a:lnTo>
                    <a:pt x="674" y="200"/>
                  </a:lnTo>
                  <a:lnTo>
                    <a:pt x="670" y="198"/>
                  </a:lnTo>
                  <a:lnTo>
                    <a:pt x="669" y="195"/>
                  </a:lnTo>
                  <a:lnTo>
                    <a:pt x="668" y="191"/>
                  </a:lnTo>
                  <a:lnTo>
                    <a:pt x="657" y="130"/>
                  </a:lnTo>
                  <a:lnTo>
                    <a:pt x="655" y="175"/>
                  </a:lnTo>
                  <a:lnTo>
                    <a:pt x="662" y="329"/>
                  </a:lnTo>
                  <a:lnTo>
                    <a:pt x="627" y="329"/>
                  </a:lnTo>
                  <a:lnTo>
                    <a:pt x="615" y="217"/>
                  </a:lnTo>
                  <a:lnTo>
                    <a:pt x="606" y="330"/>
                  </a:lnTo>
                  <a:lnTo>
                    <a:pt x="575" y="330"/>
                  </a:lnTo>
                  <a:lnTo>
                    <a:pt x="581" y="176"/>
                  </a:lnTo>
                  <a:lnTo>
                    <a:pt x="572" y="97"/>
                  </a:lnTo>
                  <a:lnTo>
                    <a:pt x="543" y="175"/>
                  </a:lnTo>
                  <a:lnTo>
                    <a:pt x="541" y="178"/>
                  </a:lnTo>
                  <a:lnTo>
                    <a:pt x="539" y="182"/>
                  </a:lnTo>
                  <a:lnTo>
                    <a:pt x="535" y="185"/>
                  </a:lnTo>
                  <a:lnTo>
                    <a:pt x="530" y="186"/>
                  </a:lnTo>
                  <a:lnTo>
                    <a:pt x="525" y="185"/>
                  </a:lnTo>
                  <a:lnTo>
                    <a:pt x="522" y="184"/>
                  </a:lnTo>
                  <a:lnTo>
                    <a:pt x="519" y="181"/>
                  </a:lnTo>
                  <a:lnTo>
                    <a:pt x="517" y="177"/>
                  </a:lnTo>
                  <a:lnTo>
                    <a:pt x="516" y="173"/>
                  </a:lnTo>
                  <a:lnTo>
                    <a:pt x="488" y="97"/>
                  </a:lnTo>
                  <a:lnTo>
                    <a:pt x="479" y="176"/>
                  </a:lnTo>
                  <a:lnTo>
                    <a:pt x="484" y="330"/>
                  </a:lnTo>
                  <a:lnTo>
                    <a:pt x="452" y="330"/>
                  </a:lnTo>
                  <a:lnTo>
                    <a:pt x="443" y="217"/>
                  </a:lnTo>
                  <a:lnTo>
                    <a:pt x="433" y="329"/>
                  </a:lnTo>
                  <a:lnTo>
                    <a:pt x="398" y="329"/>
                  </a:lnTo>
                  <a:lnTo>
                    <a:pt x="405" y="175"/>
                  </a:lnTo>
                  <a:lnTo>
                    <a:pt x="401" y="130"/>
                  </a:lnTo>
                  <a:lnTo>
                    <a:pt x="392" y="191"/>
                  </a:lnTo>
                  <a:lnTo>
                    <a:pt x="391" y="195"/>
                  </a:lnTo>
                  <a:lnTo>
                    <a:pt x="389" y="198"/>
                  </a:lnTo>
                  <a:lnTo>
                    <a:pt x="386" y="200"/>
                  </a:lnTo>
                  <a:lnTo>
                    <a:pt x="382" y="201"/>
                  </a:lnTo>
                  <a:lnTo>
                    <a:pt x="378" y="201"/>
                  </a:lnTo>
                  <a:lnTo>
                    <a:pt x="376" y="200"/>
                  </a:lnTo>
                  <a:lnTo>
                    <a:pt x="372" y="198"/>
                  </a:lnTo>
                  <a:lnTo>
                    <a:pt x="371" y="195"/>
                  </a:lnTo>
                  <a:lnTo>
                    <a:pt x="370" y="191"/>
                  </a:lnTo>
                  <a:lnTo>
                    <a:pt x="370" y="187"/>
                  </a:lnTo>
                  <a:lnTo>
                    <a:pt x="389" y="66"/>
                  </a:lnTo>
                  <a:lnTo>
                    <a:pt x="390" y="63"/>
                  </a:lnTo>
                  <a:lnTo>
                    <a:pt x="391" y="60"/>
                  </a:lnTo>
                  <a:lnTo>
                    <a:pt x="394" y="58"/>
                  </a:lnTo>
                  <a:lnTo>
                    <a:pt x="398" y="56"/>
                  </a:lnTo>
                  <a:lnTo>
                    <a:pt x="417" y="51"/>
                  </a:lnTo>
                  <a:lnTo>
                    <a:pt x="445" y="103"/>
                  </a:lnTo>
                  <a:lnTo>
                    <a:pt x="470" y="50"/>
                  </a:lnTo>
                  <a:close/>
                  <a:moveTo>
                    <a:pt x="1572" y="47"/>
                  </a:moveTo>
                  <a:lnTo>
                    <a:pt x="1637" y="47"/>
                  </a:lnTo>
                  <a:lnTo>
                    <a:pt x="1637" y="172"/>
                  </a:lnTo>
                  <a:lnTo>
                    <a:pt x="1572" y="172"/>
                  </a:lnTo>
                  <a:lnTo>
                    <a:pt x="1572" y="47"/>
                  </a:lnTo>
                  <a:close/>
                  <a:moveTo>
                    <a:pt x="2765" y="38"/>
                  </a:moveTo>
                  <a:lnTo>
                    <a:pt x="2777" y="42"/>
                  </a:lnTo>
                  <a:lnTo>
                    <a:pt x="2784" y="50"/>
                  </a:lnTo>
                  <a:lnTo>
                    <a:pt x="2788" y="61"/>
                  </a:lnTo>
                  <a:lnTo>
                    <a:pt x="2784" y="73"/>
                  </a:lnTo>
                  <a:lnTo>
                    <a:pt x="2777" y="80"/>
                  </a:lnTo>
                  <a:lnTo>
                    <a:pt x="2765" y="84"/>
                  </a:lnTo>
                  <a:lnTo>
                    <a:pt x="2754" y="80"/>
                  </a:lnTo>
                  <a:lnTo>
                    <a:pt x="2746" y="73"/>
                  </a:lnTo>
                  <a:lnTo>
                    <a:pt x="2742" y="61"/>
                  </a:lnTo>
                  <a:lnTo>
                    <a:pt x="2746" y="50"/>
                  </a:lnTo>
                  <a:lnTo>
                    <a:pt x="2754" y="42"/>
                  </a:lnTo>
                  <a:lnTo>
                    <a:pt x="2765" y="38"/>
                  </a:lnTo>
                  <a:close/>
                  <a:moveTo>
                    <a:pt x="2689" y="38"/>
                  </a:moveTo>
                  <a:lnTo>
                    <a:pt x="2700" y="42"/>
                  </a:lnTo>
                  <a:lnTo>
                    <a:pt x="2709" y="50"/>
                  </a:lnTo>
                  <a:lnTo>
                    <a:pt x="2712" y="61"/>
                  </a:lnTo>
                  <a:lnTo>
                    <a:pt x="2709" y="73"/>
                  </a:lnTo>
                  <a:lnTo>
                    <a:pt x="2700" y="80"/>
                  </a:lnTo>
                  <a:lnTo>
                    <a:pt x="2689" y="84"/>
                  </a:lnTo>
                  <a:lnTo>
                    <a:pt x="2679" y="80"/>
                  </a:lnTo>
                  <a:lnTo>
                    <a:pt x="2670" y="73"/>
                  </a:lnTo>
                  <a:lnTo>
                    <a:pt x="2667" y="61"/>
                  </a:lnTo>
                  <a:lnTo>
                    <a:pt x="2670" y="50"/>
                  </a:lnTo>
                  <a:lnTo>
                    <a:pt x="2679" y="42"/>
                  </a:lnTo>
                  <a:lnTo>
                    <a:pt x="2689" y="38"/>
                  </a:lnTo>
                  <a:close/>
                  <a:moveTo>
                    <a:pt x="1899" y="24"/>
                  </a:moveTo>
                  <a:lnTo>
                    <a:pt x="1899" y="55"/>
                  </a:lnTo>
                  <a:lnTo>
                    <a:pt x="1898" y="54"/>
                  </a:lnTo>
                  <a:lnTo>
                    <a:pt x="1895" y="52"/>
                  </a:lnTo>
                  <a:lnTo>
                    <a:pt x="1893" y="52"/>
                  </a:lnTo>
                  <a:lnTo>
                    <a:pt x="1889" y="50"/>
                  </a:lnTo>
                  <a:lnTo>
                    <a:pt x="1886" y="49"/>
                  </a:lnTo>
                  <a:lnTo>
                    <a:pt x="1884" y="46"/>
                  </a:lnTo>
                  <a:lnTo>
                    <a:pt x="1883" y="42"/>
                  </a:lnTo>
                  <a:lnTo>
                    <a:pt x="1883" y="38"/>
                  </a:lnTo>
                  <a:lnTo>
                    <a:pt x="1883" y="35"/>
                  </a:lnTo>
                  <a:lnTo>
                    <a:pt x="1885" y="31"/>
                  </a:lnTo>
                  <a:lnTo>
                    <a:pt x="1888" y="28"/>
                  </a:lnTo>
                  <a:lnTo>
                    <a:pt x="1892" y="27"/>
                  </a:lnTo>
                  <a:lnTo>
                    <a:pt x="1895" y="26"/>
                  </a:lnTo>
                  <a:lnTo>
                    <a:pt x="1899" y="24"/>
                  </a:lnTo>
                  <a:close/>
                  <a:moveTo>
                    <a:pt x="1899" y="1"/>
                  </a:moveTo>
                  <a:lnTo>
                    <a:pt x="1899" y="12"/>
                  </a:lnTo>
                  <a:lnTo>
                    <a:pt x="1885" y="14"/>
                  </a:lnTo>
                  <a:lnTo>
                    <a:pt x="1874" y="21"/>
                  </a:lnTo>
                  <a:lnTo>
                    <a:pt x="1866" y="28"/>
                  </a:lnTo>
                  <a:lnTo>
                    <a:pt x="1864" y="38"/>
                  </a:lnTo>
                  <a:lnTo>
                    <a:pt x="1864" y="44"/>
                  </a:lnTo>
                  <a:lnTo>
                    <a:pt x="1865" y="49"/>
                  </a:lnTo>
                  <a:lnTo>
                    <a:pt x="1866" y="51"/>
                  </a:lnTo>
                  <a:lnTo>
                    <a:pt x="1867" y="54"/>
                  </a:lnTo>
                  <a:lnTo>
                    <a:pt x="1878" y="63"/>
                  </a:lnTo>
                  <a:lnTo>
                    <a:pt x="1892" y="68"/>
                  </a:lnTo>
                  <a:lnTo>
                    <a:pt x="1899" y="72"/>
                  </a:lnTo>
                  <a:lnTo>
                    <a:pt x="1899" y="110"/>
                  </a:lnTo>
                  <a:lnTo>
                    <a:pt x="1888" y="105"/>
                  </a:lnTo>
                  <a:lnTo>
                    <a:pt x="1880" y="98"/>
                  </a:lnTo>
                  <a:lnTo>
                    <a:pt x="1876" y="91"/>
                  </a:lnTo>
                  <a:lnTo>
                    <a:pt x="1858" y="100"/>
                  </a:lnTo>
                  <a:lnTo>
                    <a:pt x="1861" y="103"/>
                  </a:lnTo>
                  <a:lnTo>
                    <a:pt x="1865" y="107"/>
                  </a:lnTo>
                  <a:lnTo>
                    <a:pt x="1869" y="111"/>
                  </a:lnTo>
                  <a:lnTo>
                    <a:pt x="1875" y="115"/>
                  </a:lnTo>
                  <a:lnTo>
                    <a:pt x="1886" y="121"/>
                  </a:lnTo>
                  <a:lnTo>
                    <a:pt x="1899" y="124"/>
                  </a:lnTo>
                  <a:lnTo>
                    <a:pt x="1899" y="135"/>
                  </a:lnTo>
                  <a:lnTo>
                    <a:pt x="1916" y="135"/>
                  </a:lnTo>
                  <a:lnTo>
                    <a:pt x="1916" y="124"/>
                  </a:lnTo>
                  <a:lnTo>
                    <a:pt x="1926" y="121"/>
                  </a:lnTo>
                  <a:lnTo>
                    <a:pt x="1937" y="116"/>
                  </a:lnTo>
                  <a:lnTo>
                    <a:pt x="1948" y="106"/>
                  </a:lnTo>
                  <a:lnTo>
                    <a:pt x="1951" y="92"/>
                  </a:lnTo>
                  <a:lnTo>
                    <a:pt x="1951" y="88"/>
                  </a:lnTo>
                  <a:lnTo>
                    <a:pt x="1950" y="84"/>
                  </a:lnTo>
                  <a:lnTo>
                    <a:pt x="1949" y="82"/>
                  </a:lnTo>
                  <a:lnTo>
                    <a:pt x="1948" y="79"/>
                  </a:lnTo>
                  <a:lnTo>
                    <a:pt x="1946" y="78"/>
                  </a:lnTo>
                  <a:lnTo>
                    <a:pt x="1940" y="70"/>
                  </a:lnTo>
                  <a:lnTo>
                    <a:pt x="1932" y="66"/>
                  </a:lnTo>
                  <a:lnTo>
                    <a:pt x="1926" y="64"/>
                  </a:lnTo>
                  <a:lnTo>
                    <a:pt x="1916" y="60"/>
                  </a:lnTo>
                  <a:lnTo>
                    <a:pt x="1916" y="26"/>
                  </a:lnTo>
                  <a:lnTo>
                    <a:pt x="1921" y="28"/>
                  </a:lnTo>
                  <a:lnTo>
                    <a:pt x="1926" y="32"/>
                  </a:lnTo>
                  <a:lnTo>
                    <a:pt x="1930" y="37"/>
                  </a:lnTo>
                  <a:lnTo>
                    <a:pt x="1932" y="42"/>
                  </a:lnTo>
                  <a:lnTo>
                    <a:pt x="1949" y="35"/>
                  </a:lnTo>
                  <a:lnTo>
                    <a:pt x="1941" y="24"/>
                  </a:lnTo>
                  <a:lnTo>
                    <a:pt x="1930" y="17"/>
                  </a:lnTo>
                  <a:lnTo>
                    <a:pt x="1916" y="13"/>
                  </a:lnTo>
                  <a:lnTo>
                    <a:pt x="1916" y="1"/>
                  </a:lnTo>
                  <a:lnTo>
                    <a:pt x="1899" y="1"/>
                  </a:lnTo>
                  <a:close/>
                  <a:moveTo>
                    <a:pt x="136" y="0"/>
                  </a:moveTo>
                  <a:lnTo>
                    <a:pt x="131" y="17"/>
                  </a:lnTo>
                  <a:lnTo>
                    <a:pt x="131" y="32"/>
                  </a:lnTo>
                  <a:lnTo>
                    <a:pt x="133" y="45"/>
                  </a:lnTo>
                  <a:lnTo>
                    <a:pt x="139" y="56"/>
                  </a:lnTo>
                  <a:lnTo>
                    <a:pt x="149" y="65"/>
                  </a:lnTo>
                  <a:lnTo>
                    <a:pt x="164" y="72"/>
                  </a:lnTo>
                  <a:lnTo>
                    <a:pt x="181" y="70"/>
                  </a:lnTo>
                  <a:lnTo>
                    <a:pt x="198" y="63"/>
                  </a:lnTo>
                  <a:lnTo>
                    <a:pt x="214" y="50"/>
                  </a:lnTo>
                  <a:lnTo>
                    <a:pt x="210" y="59"/>
                  </a:lnTo>
                  <a:lnTo>
                    <a:pt x="205" y="68"/>
                  </a:lnTo>
                  <a:lnTo>
                    <a:pt x="190" y="87"/>
                  </a:lnTo>
                  <a:lnTo>
                    <a:pt x="171" y="101"/>
                  </a:lnTo>
                  <a:lnTo>
                    <a:pt x="152" y="106"/>
                  </a:lnTo>
                  <a:lnTo>
                    <a:pt x="117" y="162"/>
                  </a:lnTo>
                  <a:lnTo>
                    <a:pt x="61" y="162"/>
                  </a:lnTo>
                  <a:lnTo>
                    <a:pt x="112" y="80"/>
                  </a:lnTo>
                  <a:lnTo>
                    <a:pt x="108" y="66"/>
                  </a:lnTo>
                  <a:lnTo>
                    <a:pt x="110" y="50"/>
                  </a:lnTo>
                  <a:lnTo>
                    <a:pt x="115" y="33"/>
                  </a:lnTo>
                  <a:lnTo>
                    <a:pt x="122" y="17"/>
                  </a:lnTo>
                  <a:lnTo>
                    <a:pt x="129" y="8"/>
                  </a:lnTo>
                  <a:lnTo>
                    <a:pt x="136"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5" name="Freeform 9"/>
            <p:cNvSpPr>
              <a:spLocks noEditPoints="1"/>
            </p:cNvSpPr>
            <p:nvPr/>
          </p:nvSpPr>
          <p:spPr bwMode="auto">
            <a:xfrm>
              <a:off x="2224088" y="3468688"/>
              <a:ext cx="2705100" cy="476250"/>
            </a:xfrm>
            <a:custGeom>
              <a:avLst/>
              <a:gdLst>
                <a:gd name="T0" fmla="*/ 379 w 3407"/>
                <a:gd name="T1" fmla="*/ 519 h 600"/>
                <a:gd name="T2" fmla="*/ 281 w 3407"/>
                <a:gd name="T3" fmla="*/ 559 h 600"/>
                <a:gd name="T4" fmla="*/ 281 w 3407"/>
                <a:gd name="T5" fmla="*/ 451 h 600"/>
                <a:gd name="T6" fmla="*/ 2266 w 3407"/>
                <a:gd name="T7" fmla="*/ 431 h 600"/>
                <a:gd name="T8" fmla="*/ 954 w 3407"/>
                <a:gd name="T9" fmla="*/ 424 h 600"/>
                <a:gd name="T10" fmla="*/ 1272 w 3407"/>
                <a:gd name="T11" fmla="*/ 412 h 600"/>
                <a:gd name="T12" fmla="*/ 3113 w 3407"/>
                <a:gd name="T13" fmla="*/ 400 h 600"/>
                <a:gd name="T14" fmla="*/ 2759 w 3407"/>
                <a:gd name="T15" fmla="*/ 449 h 600"/>
                <a:gd name="T16" fmla="*/ 2735 w 3407"/>
                <a:gd name="T17" fmla="*/ 351 h 600"/>
                <a:gd name="T18" fmla="*/ 2988 w 3407"/>
                <a:gd name="T19" fmla="*/ 368 h 600"/>
                <a:gd name="T20" fmla="*/ 2735 w 3407"/>
                <a:gd name="T21" fmla="*/ 489 h 600"/>
                <a:gd name="T22" fmla="*/ 2901 w 3407"/>
                <a:gd name="T23" fmla="*/ 354 h 600"/>
                <a:gd name="T24" fmla="*/ 2237 w 3407"/>
                <a:gd name="T25" fmla="*/ 375 h 600"/>
                <a:gd name="T26" fmla="*/ 1465 w 3407"/>
                <a:gd name="T27" fmla="*/ 329 h 600"/>
                <a:gd name="T28" fmla="*/ 2573 w 3407"/>
                <a:gd name="T29" fmla="*/ 380 h 600"/>
                <a:gd name="T30" fmla="*/ 1515 w 3407"/>
                <a:gd name="T31" fmla="*/ 330 h 600"/>
                <a:gd name="T32" fmla="*/ 1452 w 3407"/>
                <a:gd name="T33" fmla="*/ 342 h 600"/>
                <a:gd name="T34" fmla="*/ 1491 w 3407"/>
                <a:gd name="T35" fmla="*/ 286 h 600"/>
                <a:gd name="T36" fmla="*/ 2501 w 3407"/>
                <a:gd name="T37" fmla="*/ 473 h 600"/>
                <a:gd name="T38" fmla="*/ 2394 w 3407"/>
                <a:gd name="T39" fmla="*/ 480 h 600"/>
                <a:gd name="T40" fmla="*/ 535 w 3407"/>
                <a:gd name="T41" fmla="*/ 351 h 600"/>
                <a:gd name="T42" fmla="*/ 525 w 3407"/>
                <a:gd name="T43" fmla="*/ 288 h 600"/>
                <a:gd name="T44" fmla="*/ 1208 w 3407"/>
                <a:gd name="T45" fmla="*/ 258 h 600"/>
                <a:gd name="T46" fmla="*/ 1059 w 3407"/>
                <a:gd name="T47" fmla="*/ 363 h 600"/>
                <a:gd name="T48" fmla="*/ 1778 w 3407"/>
                <a:gd name="T49" fmla="*/ 310 h 600"/>
                <a:gd name="T50" fmla="*/ 2619 w 3407"/>
                <a:gd name="T51" fmla="*/ 253 h 600"/>
                <a:gd name="T52" fmla="*/ 1558 w 3407"/>
                <a:gd name="T53" fmla="*/ 333 h 600"/>
                <a:gd name="T54" fmla="*/ 893 w 3407"/>
                <a:gd name="T55" fmla="*/ 237 h 600"/>
                <a:gd name="T56" fmla="*/ 847 w 3407"/>
                <a:gd name="T57" fmla="*/ 230 h 600"/>
                <a:gd name="T58" fmla="*/ 213 w 3407"/>
                <a:gd name="T59" fmla="*/ 321 h 600"/>
                <a:gd name="T60" fmla="*/ 3088 w 3407"/>
                <a:gd name="T61" fmla="*/ 270 h 600"/>
                <a:gd name="T62" fmla="*/ 518 w 3407"/>
                <a:gd name="T63" fmla="*/ 239 h 600"/>
                <a:gd name="T64" fmla="*/ 574 w 3407"/>
                <a:gd name="T65" fmla="*/ 306 h 600"/>
                <a:gd name="T66" fmla="*/ 775 w 3407"/>
                <a:gd name="T67" fmla="*/ 193 h 600"/>
                <a:gd name="T68" fmla="*/ 870 w 3407"/>
                <a:gd name="T69" fmla="*/ 183 h 600"/>
                <a:gd name="T70" fmla="*/ 2195 w 3407"/>
                <a:gd name="T71" fmla="*/ 158 h 600"/>
                <a:gd name="T72" fmla="*/ 2706 w 3407"/>
                <a:gd name="T73" fmla="*/ 213 h 600"/>
                <a:gd name="T74" fmla="*/ 2721 w 3407"/>
                <a:gd name="T75" fmla="*/ 137 h 600"/>
                <a:gd name="T76" fmla="*/ 1933 w 3407"/>
                <a:gd name="T77" fmla="*/ 181 h 600"/>
                <a:gd name="T78" fmla="*/ 2178 w 3407"/>
                <a:gd name="T79" fmla="*/ 121 h 600"/>
                <a:gd name="T80" fmla="*/ 2136 w 3407"/>
                <a:gd name="T81" fmla="*/ 231 h 600"/>
                <a:gd name="T82" fmla="*/ 2203 w 3407"/>
                <a:gd name="T83" fmla="*/ 163 h 600"/>
                <a:gd name="T84" fmla="*/ 2181 w 3407"/>
                <a:gd name="T85" fmla="*/ 115 h 600"/>
                <a:gd name="T86" fmla="*/ 1934 w 3407"/>
                <a:gd name="T87" fmla="*/ 232 h 600"/>
                <a:gd name="T88" fmla="*/ 92 w 3407"/>
                <a:gd name="T89" fmla="*/ 106 h 600"/>
                <a:gd name="T90" fmla="*/ 2685 w 3407"/>
                <a:gd name="T91" fmla="*/ 96 h 600"/>
                <a:gd name="T92" fmla="*/ 1835 w 3407"/>
                <a:gd name="T93" fmla="*/ 91 h 600"/>
                <a:gd name="T94" fmla="*/ 2803 w 3407"/>
                <a:gd name="T95" fmla="*/ 73 h 600"/>
                <a:gd name="T96" fmla="*/ 3150 w 3407"/>
                <a:gd name="T97" fmla="*/ 87 h 600"/>
                <a:gd name="T98" fmla="*/ 3097 w 3407"/>
                <a:gd name="T99" fmla="*/ 269 h 600"/>
                <a:gd name="T100" fmla="*/ 74 w 3407"/>
                <a:gd name="T101" fmla="*/ 64 h 600"/>
                <a:gd name="T102" fmla="*/ 2842 w 3407"/>
                <a:gd name="T103" fmla="*/ 175 h 600"/>
                <a:gd name="T104" fmla="*/ 3188 w 3407"/>
                <a:gd name="T105" fmla="*/ 72 h 600"/>
                <a:gd name="T106" fmla="*/ 3108 w 3407"/>
                <a:gd name="T107" fmla="*/ 31 h 600"/>
                <a:gd name="T108" fmla="*/ 3061 w 3407"/>
                <a:gd name="T109" fmla="*/ 35 h 600"/>
                <a:gd name="T110" fmla="*/ 668 w 3407"/>
                <a:gd name="T111" fmla="*/ 53 h 600"/>
                <a:gd name="T112" fmla="*/ 3360 w 3407"/>
                <a:gd name="T113" fmla="*/ 132 h 600"/>
                <a:gd name="T114" fmla="*/ 3335 w 3407"/>
                <a:gd name="T115" fmla="*/ 138 h 600"/>
                <a:gd name="T116" fmla="*/ 487 w 3407"/>
                <a:gd name="T117" fmla="*/ 22 h 600"/>
                <a:gd name="T118" fmla="*/ 470 w 3407"/>
                <a:gd name="T119" fmla="*/ 79 h 600"/>
                <a:gd name="T120" fmla="*/ 335 w 3407"/>
                <a:gd name="T121" fmla="*/ 149 h 600"/>
                <a:gd name="T122" fmla="*/ 405 w 3407"/>
                <a:gd name="T123" fmla="*/ 11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07" h="600">
                  <a:moveTo>
                    <a:pt x="327" y="428"/>
                  </a:moveTo>
                  <a:lnTo>
                    <a:pt x="329" y="428"/>
                  </a:lnTo>
                  <a:lnTo>
                    <a:pt x="332" y="429"/>
                  </a:lnTo>
                  <a:lnTo>
                    <a:pt x="333" y="433"/>
                  </a:lnTo>
                  <a:lnTo>
                    <a:pt x="339" y="450"/>
                  </a:lnTo>
                  <a:lnTo>
                    <a:pt x="341" y="454"/>
                  </a:lnTo>
                  <a:lnTo>
                    <a:pt x="344" y="458"/>
                  </a:lnTo>
                  <a:lnTo>
                    <a:pt x="347" y="459"/>
                  </a:lnTo>
                  <a:lnTo>
                    <a:pt x="351" y="460"/>
                  </a:lnTo>
                  <a:lnTo>
                    <a:pt x="355" y="460"/>
                  </a:lnTo>
                  <a:lnTo>
                    <a:pt x="358" y="459"/>
                  </a:lnTo>
                  <a:lnTo>
                    <a:pt x="375" y="451"/>
                  </a:lnTo>
                  <a:lnTo>
                    <a:pt x="379" y="450"/>
                  </a:lnTo>
                  <a:lnTo>
                    <a:pt x="381" y="450"/>
                  </a:lnTo>
                  <a:lnTo>
                    <a:pt x="383" y="450"/>
                  </a:lnTo>
                  <a:lnTo>
                    <a:pt x="384" y="452"/>
                  </a:lnTo>
                  <a:lnTo>
                    <a:pt x="384" y="455"/>
                  </a:lnTo>
                  <a:lnTo>
                    <a:pt x="383" y="459"/>
                  </a:lnTo>
                  <a:lnTo>
                    <a:pt x="375" y="474"/>
                  </a:lnTo>
                  <a:lnTo>
                    <a:pt x="374" y="478"/>
                  </a:lnTo>
                  <a:lnTo>
                    <a:pt x="374" y="482"/>
                  </a:lnTo>
                  <a:lnTo>
                    <a:pt x="375" y="486"/>
                  </a:lnTo>
                  <a:lnTo>
                    <a:pt x="376" y="489"/>
                  </a:lnTo>
                  <a:lnTo>
                    <a:pt x="379" y="492"/>
                  </a:lnTo>
                  <a:lnTo>
                    <a:pt x="383" y="494"/>
                  </a:lnTo>
                  <a:lnTo>
                    <a:pt x="399" y="500"/>
                  </a:lnTo>
                  <a:lnTo>
                    <a:pt x="403" y="502"/>
                  </a:lnTo>
                  <a:lnTo>
                    <a:pt x="405" y="505"/>
                  </a:lnTo>
                  <a:lnTo>
                    <a:pt x="405" y="507"/>
                  </a:lnTo>
                  <a:lnTo>
                    <a:pt x="403" y="508"/>
                  </a:lnTo>
                  <a:lnTo>
                    <a:pt x="399" y="511"/>
                  </a:lnTo>
                  <a:lnTo>
                    <a:pt x="383" y="516"/>
                  </a:lnTo>
                  <a:lnTo>
                    <a:pt x="379" y="519"/>
                  </a:lnTo>
                  <a:lnTo>
                    <a:pt x="376" y="521"/>
                  </a:lnTo>
                  <a:lnTo>
                    <a:pt x="375" y="525"/>
                  </a:lnTo>
                  <a:lnTo>
                    <a:pt x="374" y="529"/>
                  </a:lnTo>
                  <a:lnTo>
                    <a:pt x="374" y="533"/>
                  </a:lnTo>
                  <a:lnTo>
                    <a:pt x="375" y="536"/>
                  </a:lnTo>
                  <a:lnTo>
                    <a:pt x="383" y="552"/>
                  </a:lnTo>
                  <a:lnTo>
                    <a:pt x="384" y="556"/>
                  </a:lnTo>
                  <a:lnTo>
                    <a:pt x="384" y="558"/>
                  </a:lnTo>
                  <a:lnTo>
                    <a:pt x="383" y="561"/>
                  </a:lnTo>
                  <a:lnTo>
                    <a:pt x="381" y="561"/>
                  </a:lnTo>
                  <a:lnTo>
                    <a:pt x="379" y="561"/>
                  </a:lnTo>
                  <a:lnTo>
                    <a:pt x="375" y="559"/>
                  </a:lnTo>
                  <a:lnTo>
                    <a:pt x="358" y="552"/>
                  </a:lnTo>
                  <a:lnTo>
                    <a:pt x="355" y="550"/>
                  </a:lnTo>
                  <a:lnTo>
                    <a:pt x="351" y="550"/>
                  </a:lnTo>
                  <a:lnTo>
                    <a:pt x="347" y="552"/>
                  </a:lnTo>
                  <a:lnTo>
                    <a:pt x="344" y="554"/>
                  </a:lnTo>
                  <a:lnTo>
                    <a:pt x="341" y="557"/>
                  </a:lnTo>
                  <a:lnTo>
                    <a:pt x="339" y="561"/>
                  </a:lnTo>
                  <a:lnTo>
                    <a:pt x="333" y="577"/>
                  </a:lnTo>
                  <a:lnTo>
                    <a:pt x="332" y="581"/>
                  </a:lnTo>
                  <a:lnTo>
                    <a:pt x="329" y="582"/>
                  </a:lnTo>
                  <a:lnTo>
                    <a:pt x="327" y="582"/>
                  </a:lnTo>
                  <a:lnTo>
                    <a:pt x="324" y="581"/>
                  </a:lnTo>
                  <a:lnTo>
                    <a:pt x="323" y="577"/>
                  </a:lnTo>
                  <a:lnTo>
                    <a:pt x="316" y="561"/>
                  </a:lnTo>
                  <a:lnTo>
                    <a:pt x="315" y="557"/>
                  </a:lnTo>
                  <a:lnTo>
                    <a:pt x="313" y="554"/>
                  </a:lnTo>
                  <a:lnTo>
                    <a:pt x="309" y="552"/>
                  </a:lnTo>
                  <a:lnTo>
                    <a:pt x="305" y="550"/>
                  </a:lnTo>
                  <a:lnTo>
                    <a:pt x="301" y="550"/>
                  </a:lnTo>
                  <a:lnTo>
                    <a:pt x="297" y="552"/>
                  </a:lnTo>
                  <a:lnTo>
                    <a:pt x="281" y="559"/>
                  </a:lnTo>
                  <a:lnTo>
                    <a:pt x="278" y="561"/>
                  </a:lnTo>
                  <a:lnTo>
                    <a:pt x="274" y="561"/>
                  </a:lnTo>
                  <a:lnTo>
                    <a:pt x="273" y="561"/>
                  </a:lnTo>
                  <a:lnTo>
                    <a:pt x="272" y="558"/>
                  </a:lnTo>
                  <a:lnTo>
                    <a:pt x="272" y="556"/>
                  </a:lnTo>
                  <a:lnTo>
                    <a:pt x="273" y="552"/>
                  </a:lnTo>
                  <a:lnTo>
                    <a:pt x="281" y="536"/>
                  </a:lnTo>
                  <a:lnTo>
                    <a:pt x="282" y="533"/>
                  </a:lnTo>
                  <a:lnTo>
                    <a:pt x="282" y="529"/>
                  </a:lnTo>
                  <a:lnTo>
                    <a:pt x="282" y="525"/>
                  </a:lnTo>
                  <a:lnTo>
                    <a:pt x="279" y="521"/>
                  </a:lnTo>
                  <a:lnTo>
                    <a:pt x="277" y="519"/>
                  </a:lnTo>
                  <a:lnTo>
                    <a:pt x="273" y="516"/>
                  </a:lnTo>
                  <a:lnTo>
                    <a:pt x="256" y="511"/>
                  </a:lnTo>
                  <a:lnTo>
                    <a:pt x="253" y="508"/>
                  </a:lnTo>
                  <a:lnTo>
                    <a:pt x="250" y="507"/>
                  </a:lnTo>
                  <a:lnTo>
                    <a:pt x="250" y="505"/>
                  </a:lnTo>
                  <a:lnTo>
                    <a:pt x="253" y="502"/>
                  </a:lnTo>
                  <a:lnTo>
                    <a:pt x="256" y="500"/>
                  </a:lnTo>
                  <a:lnTo>
                    <a:pt x="273" y="494"/>
                  </a:lnTo>
                  <a:lnTo>
                    <a:pt x="277" y="492"/>
                  </a:lnTo>
                  <a:lnTo>
                    <a:pt x="279" y="489"/>
                  </a:lnTo>
                  <a:lnTo>
                    <a:pt x="282" y="486"/>
                  </a:lnTo>
                  <a:lnTo>
                    <a:pt x="282" y="482"/>
                  </a:lnTo>
                  <a:lnTo>
                    <a:pt x="282" y="478"/>
                  </a:lnTo>
                  <a:lnTo>
                    <a:pt x="281" y="474"/>
                  </a:lnTo>
                  <a:lnTo>
                    <a:pt x="273" y="459"/>
                  </a:lnTo>
                  <a:lnTo>
                    <a:pt x="272" y="455"/>
                  </a:lnTo>
                  <a:lnTo>
                    <a:pt x="272" y="452"/>
                  </a:lnTo>
                  <a:lnTo>
                    <a:pt x="273" y="450"/>
                  </a:lnTo>
                  <a:lnTo>
                    <a:pt x="274" y="450"/>
                  </a:lnTo>
                  <a:lnTo>
                    <a:pt x="278" y="450"/>
                  </a:lnTo>
                  <a:lnTo>
                    <a:pt x="281" y="451"/>
                  </a:lnTo>
                  <a:lnTo>
                    <a:pt x="297" y="459"/>
                  </a:lnTo>
                  <a:lnTo>
                    <a:pt x="301" y="460"/>
                  </a:lnTo>
                  <a:lnTo>
                    <a:pt x="305" y="460"/>
                  </a:lnTo>
                  <a:lnTo>
                    <a:pt x="309" y="459"/>
                  </a:lnTo>
                  <a:lnTo>
                    <a:pt x="313" y="458"/>
                  </a:lnTo>
                  <a:lnTo>
                    <a:pt x="315" y="454"/>
                  </a:lnTo>
                  <a:lnTo>
                    <a:pt x="316" y="450"/>
                  </a:lnTo>
                  <a:lnTo>
                    <a:pt x="323" y="433"/>
                  </a:lnTo>
                  <a:lnTo>
                    <a:pt x="324" y="429"/>
                  </a:lnTo>
                  <a:lnTo>
                    <a:pt x="327" y="428"/>
                  </a:lnTo>
                  <a:close/>
                  <a:moveTo>
                    <a:pt x="2743" y="413"/>
                  </a:moveTo>
                  <a:lnTo>
                    <a:pt x="2745" y="414"/>
                  </a:lnTo>
                  <a:lnTo>
                    <a:pt x="2748" y="415"/>
                  </a:lnTo>
                  <a:lnTo>
                    <a:pt x="2750" y="417"/>
                  </a:lnTo>
                  <a:lnTo>
                    <a:pt x="2750" y="419"/>
                  </a:lnTo>
                  <a:lnTo>
                    <a:pt x="2750" y="449"/>
                  </a:lnTo>
                  <a:lnTo>
                    <a:pt x="2750" y="451"/>
                  </a:lnTo>
                  <a:lnTo>
                    <a:pt x="2748" y="454"/>
                  </a:lnTo>
                  <a:lnTo>
                    <a:pt x="2745" y="455"/>
                  </a:lnTo>
                  <a:lnTo>
                    <a:pt x="2743" y="455"/>
                  </a:lnTo>
                  <a:lnTo>
                    <a:pt x="2739" y="455"/>
                  </a:lnTo>
                  <a:lnTo>
                    <a:pt x="2736" y="454"/>
                  </a:lnTo>
                  <a:lnTo>
                    <a:pt x="2734" y="451"/>
                  </a:lnTo>
                  <a:lnTo>
                    <a:pt x="2734" y="449"/>
                  </a:lnTo>
                  <a:lnTo>
                    <a:pt x="2734" y="419"/>
                  </a:lnTo>
                  <a:lnTo>
                    <a:pt x="2734" y="417"/>
                  </a:lnTo>
                  <a:lnTo>
                    <a:pt x="2736" y="415"/>
                  </a:lnTo>
                  <a:lnTo>
                    <a:pt x="2739" y="414"/>
                  </a:lnTo>
                  <a:lnTo>
                    <a:pt x="2743" y="413"/>
                  </a:lnTo>
                  <a:close/>
                  <a:moveTo>
                    <a:pt x="2185" y="408"/>
                  </a:moveTo>
                  <a:lnTo>
                    <a:pt x="2237" y="408"/>
                  </a:lnTo>
                  <a:lnTo>
                    <a:pt x="2254" y="417"/>
                  </a:lnTo>
                  <a:lnTo>
                    <a:pt x="2266" y="431"/>
                  </a:lnTo>
                  <a:lnTo>
                    <a:pt x="2278" y="449"/>
                  </a:lnTo>
                  <a:lnTo>
                    <a:pt x="2288" y="469"/>
                  </a:lnTo>
                  <a:lnTo>
                    <a:pt x="2297" y="494"/>
                  </a:lnTo>
                  <a:lnTo>
                    <a:pt x="2301" y="514"/>
                  </a:lnTo>
                  <a:lnTo>
                    <a:pt x="2301" y="531"/>
                  </a:lnTo>
                  <a:lnTo>
                    <a:pt x="2296" y="547"/>
                  </a:lnTo>
                  <a:lnTo>
                    <a:pt x="2288" y="559"/>
                  </a:lnTo>
                  <a:lnTo>
                    <a:pt x="2275" y="570"/>
                  </a:lnTo>
                  <a:lnTo>
                    <a:pt x="2259" y="577"/>
                  </a:lnTo>
                  <a:lnTo>
                    <a:pt x="2237" y="582"/>
                  </a:lnTo>
                  <a:lnTo>
                    <a:pt x="2212" y="585"/>
                  </a:lnTo>
                  <a:lnTo>
                    <a:pt x="2185" y="582"/>
                  </a:lnTo>
                  <a:lnTo>
                    <a:pt x="2163" y="577"/>
                  </a:lnTo>
                  <a:lnTo>
                    <a:pt x="2147" y="570"/>
                  </a:lnTo>
                  <a:lnTo>
                    <a:pt x="2134" y="559"/>
                  </a:lnTo>
                  <a:lnTo>
                    <a:pt x="2126" y="545"/>
                  </a:lnTo>
                  <a:lnTo>
                    <a:pt x="2122" y="530"/>
                  </a:lnTo>
                  <a:lnTo>
                    <a:pt x="2122" y="512"/>
                  </a:lnTo>
                  <a:lnTo>
                    <a:pt x="2126" y="493"/>
                  </a:lnTo>
                  <a:lnTo>
                    <a:pt x="2134" y="469"/>
                  </a:lnTo>
                  <a:lnTo>
                    <a:pt x="2143" y="447"/>
                  </a:lnTo>
                  <a:lnTo>
                    <a:pt x="2154" y="431"/>
                  </a:lnTo>
                  <a:lnTo>
                    <a:pt x="2168" y="417"/>
                  </a:lnTo>
                  <a:lnTo>
                    <a:pt x="2185" y="408"/>
                  </a:lnTo>
                  <a:close/>
                  <a:moveTo>
                    <a:pt x="1963" y="403"/>
                  </a:moveTo>
                  <a:lnTo>
                    <a:pt x="2028" y="403"/>
                  </a:lnTo>
                  <a:lnTo>
                    <a:pt x="2028" y="600"/>
                  </a:lnTo>
                  <a:lnTo>
                    <a:pt x="1963" y="600"/>
                  </a:lnTo>
                  <a:lnTo>
                    <a:pt x="1963" y="403"/>
                  </a:lnTo>
                  <a:close/>
                  <a:moveTo>
                    <a:pt x="923" y="401"/>
                  </a:moveTo>
                  <a:lnTo>
                    <a:pt x="937" y="404"/>
                  </a:lnTo>
                  <a:lnTo>
                    <a:pt x="947" y="413"/>
                  </a:lnTo>
                  <a:lnTo>
                    <a:pt x="954" y="424"/>
                  </a:lnTo>
                  <a:lnTo>
                    <a:pt x="957" y="440"/>
                  </a:lnTo>
                  <a:lnTo>
                    <a:pt x="954" y="455"/>
                  </a:lnTo>
                  <a:lnTo>
                    <a:pt x="947" y="468"/>
                  </a:lnTo>
                  <a:lnTo>
                    <a:pt x="937" y="477"/>
                  </a:lnTo>
                  <a:lnTo>
                    <a:pt x="923" y="479"/>
                  </a:lnTo>
                  <a:lnTo>
                    <a:pt x="910" y="477"/>
                  </a:lnTo>
                  <a:lnTo>
                    <a:pt x="900" y="468"/>
                  </a:lnTo>
                  <a:lnTo>
                    <a:pt x="892" y="455"/>
                  </a:lnTo>
                  <a:lnTo>
                    <a:pt x="889" y="440"/>
                  </a:lnTo>
                  <a:lnTo>
                    <a:pt x="892" y="424"/>
                  </a:lnTo>
                  <a:lnTo>
                    <a:pt x="900" y="413"/>
                  </a:lnTo>
                  <a:lnTo>
                    <a:pt x="910" y="404"/>
                  </a:lnTo>
                  <a:lnTo>
                    <a:pt x="923" y="401"/>
                  </a:lnTo>
                  <a:close/>
                  <a:moveTo>
                    <a:pt x="748" y="401"/>
                  </a:moveTo>
                  <a:lnTo>
                    <a:pt x="761" y="404"/>
                  </a:lnTo>
                  <a:lnTo>
                    <a:pt x="772" y="413"/>
                  </a:lnTo>
                  <a:lnTo>
                    <a:pt x="780" y="424"/>
                  </a:lnTo>
                  <a:lnTo>
                    <a:pt x="782" y="440"/>
                  </a:lnTo>
                  <a:lnTo>
                    <a:pt x="780" y="455"/>
                  </a:lnTo>
                  <a:lnTo>
                    <a:pt x="772" y="468"/>
                  </a:lnTo>
                  <a:lnTo>
                    <a:pt x="761" y="477"/>
                  </a:lnTo>
                  <a:lnTo>
                    <a:pt x="748" y="479"/>
                  </a:lnTo>
                  <a:lnTo>
                    <a:pt x="735" y="477"/>
                  </a:lnTo>
                  <a:lnTo>
                    <a:pt x="724" y="468"/>
                  </a:lnTo>
                  <a:lnTo>
                    <a:pt x="716" y="455"/>
                  </a:lnTo>
                  <a:lnTo>
                    <a:pt x="714" y="440"/>
                  </a:lnTo>
                  <a:lnTo>
                    <a:pt x="716" y="424"/>
                  </a:lnTo>
                  <a:lnTo>
                    <a:pt x="724" y="413"/>
                  </a:lnTo>
                  <a:lnTo>
                    <a:pt x="735" y="404"/>
                  </a:lnTo>
                  <a:lnTo>
                    <a:pt x="748" y="401"/>
                  </a:lnTo>
                  <a:close/>
                  <a:moveTo>
                    <a:pt x="1049" y="395"/>
                  </a:moveTo>
                  <a:lnTo>
                    <a:pt x="1272" y="395"/>
                  </a:lnTo>
                  <a:lnTo>
                    <a:pt x="1272" y="412"/>
                  </a:lnTo>
                  <a:lnTo>
                    <a:pt x="1291" y="412"/>
                  </a:lnTo>
                  <a:lnTo>
                    <a:pt x="1291" y="427"/>
                  </a:lnTo>
                  <a:lnTo>
                    <a:pt x="1030" y="427"/>
                  </a:lnTo>
                  <a:lnTo>
                    <a:pt x="1030" y="412"/>
                  </a:lnTo>
                  <a:lnTo>
                    <a:pt x="1049" y="412"/>
                  </a:lnTo>
                  <a:lnTo>
                    <a:pt x="1049" y="395"/>
                  </a:lnTo>
                  <a:close/>
                  <a:moveTo>
                    <a:pt x="2715" y="391"/>
                  </a:moveTo>
                  <a:lnTo>
                    <a:pt x="2718" y="393"/>
                  </a:lnTo>
                  <a:lnTo>
                    <a:pt x="2721" y="394"/>
                  </a:lnTo>
                  <a:lnTo>
                    <a:pt x="2722" y="396"/>
                  </a:lnTo>
                  <a:lnTo>
                    <a:pt x="2724" y="400"/>
                  </a:lnTo>
                  <a:lnTo>
                    <a:pt x="2724" y="447"/>
                  </a:lnTo>
                  <a:lnTo>
                    <a:pt x="2722" y="450"/>
                  </a:lnTo>
                  <a:lnTo>
                    <a:pt x="2721" y="452"/>
                  </a:lnTo>
                  <a:lnTo>
                    <a:pt x="2718" y="455"/>
                  </a:lnTo>
                  <a:lnTo>
                    <a:pt x="2715" y="455"/>
                  </a:lnTo>
                  <a:lnTo>
                    <a:pt x="2711" y="455"/>
                  </a:lnTo>
                  <a:lnTo>
                    <a:pt x="2708" y="452"/>
                  </a:lnTo>
                  <a:lnTo>
                    <a:pt x="2707" y="450"/>
                  </a:lnTo>
                  <a:lnTo>
                    <a:pt x="2706" y="447"/>
                  </a:lnTo>
                  <a:lnTo>
                    <a:pt x="2706" y="400"/>
                  </a:lnTo>
                  <a:lnTo>
                    <a:pt x="2707" y="396"/>
                  </a:lnTo>
                  <a:lnTo>
                    <a:pt x="2708" y="394"/>
                  </a:lnTo>
                  <a:lnTo>
                    <a:pt x="2711" y="393"/>
                  </a:lnTo>
                  <a:lnTo>
                    <a:pt x="2715" y="391"/>
                  </a:lnTo>
                  <a:close/>
                  <a:moveTo>
                    <a:pt x="3009" y="384"/>
                  </a:moveTo>
                  <a:lnTo>
                    <a:pt x="3099" y="384"/>
                  </a:lnTo>
                  <a:lnTo>
                    <a:pt x="3104" y="384"/>
                  </a:lnTo>
                  <a:lnTo>
                    <a:pt x="3108" y="386"/>
                  </a:lnTo>
                  <a:lnTo>
                    <a:pt x="3112" y="389"/>
                  </a:lnTo>
                  <a:lnTo>
                    <a:pt x="3113" y="393"/>
                  </a:lnTo>
                  <a:lnTo>
                    <a:pt x="3115" y="396"/>
                  </a:lnTo>
                  <a:lnTo>
                    <a:pt x="3113" y="400"/>
                  </a:lnTo>
                  <a:lnTo>
                    <a:pt x="3112" y="404"/>
                  </a:lnTo>
                  <a:lnTo>
                    <a:pt x="3108" y="407"/>
                  </a:lnTo>
                  <a:lnTo>
                    <a:pt x="3104" y="409"/>
                  </a:lnTo>
                  <a:lnTo>
                    <a:pt x="3099" y="409"/>
                  </a:lnTo>
                  <a:lnTo>
                    <a:pt x="3009" y="409"/>
                  </a:lnTo>
                  <a:lnTo>
                    <a:pt x="3004" y="409"/>
                  </a:lnTo>
                  <a:lnTo>
                    <a:pt x="3000" y="407"/>
                  </a:lnTo>
                  <a:lnTo>
                    <a:pt x="2996" y="404"/>
                  </a:lnTo>
                  <a:lnTo>
                    <a:pt x="2995" y="400"/>
                  </a:lnTo>
                  <a:lnTo>
                    <a:pt x="2994" y="396"/>
                  </a:lnTo>
                  <a:lnTo>
                    <a:pt x="2995" y="393"/>
                  </a:lnTo>
                  <a:lnTo>
                    <a:pt x="2996" y="389"/>
                  </a:lnTo>
                  <a:lnTo>
                    <a:pt x="3000" y="386"/>
                  </a:lnTo>
                  <a:lnTo>
                    <a:pt x="3004" y="384"/>
                  </a:lnTo>
                  <a:lnTo>
                    <a:pt x="3009" y="384"/>
                  </a:lnTo>
                  <a:close/>
                  <a:moveTo>
                    <a:pt x="2185" y="381"/>
                  </a:moveTo>
                  <a:lnTo>
                    <a:pt x="2237" y="381"/>
                  </a:lnTo>
                  <a:lnTo>
                    <a:pt x="2237" y="401"/>
                  </a:lnTo>
                  <a:lnTo>
                    <a:pt x="2185" y="401"/>
                  </a:lnTo>
                  <a:lnTo>
                    <a:pt x="2185" y="381"/>
                  </a:lnTo>
                  <a:close/>
                  <a:moveTo>
                    <a:pt x="2767" y="376"/>
                  </a:moveTo>
                  <a:lnTo>
                    <a:pt x="2771" y="377"/>
                  </a:lnTo>
                  <a:lnTo>
                    <a:pt x="2773" y="380"/>
                  </a:lnTo>
                  <a:lnTo>
                    <a:pt x="2776" y="382"/>
                  </a:lnTo>
                  <a:lnTo>
                    <a:pt x="2776" y="386"/>
                  </a:lnTo>
                  <a:lnTo>
                    <a:pt x="2776" y="445"/>
                  </a:lnTo>
                  <a:lnTo>
                    <a:pt x="2776" y="449"/>
                  </a:lnTo>
                  <a:lnTo>
                    <a:pt x="2773" y="452"/>
                  </a:lnTo>
                  <a:lnTo>
                    <a:pt x="2771" y="455"/>
                  </a:lnTo>
                  <a:lnTo>
                    <a:pt x="2767" y="455"/>
                  </a:lnTo>
                  <a:lnTo>
                    <a:pt x="2764" y="455"/>
                  </a:lnTo>
                  <a:lnTo>
                    <a:pt x="2762" y="452"/>
                  </a:lnTo>
                  <a:lnTo>
                    <a:pt x="2759" y="449"/>
                  </a:lnTo>
                  <a:lnTo>
                    <a:pt x="2759" y="445"/>
                  </a:lnTo>
                  <a:lnTo>
                    <a:pt x="2759" y="386"/>
                  </a:lnTo>
                  <a:lnTo>
                    <a:pt x="2759" y="382"/>
                  </a:lnTo>
                  <a:lnTo>
                    <a:pt x="2762" y="380"/>
                  </a:lnTo>
                  <a:lnTo>
                    <a:pt x="2764" y="377"/>
                  </a:lnTo>
                  <a:lnTo>
                    <a:pt x="2767" y="376"/>
                  </a:lnTo>
                  <a:close/>
                  <a:moveTo>
                    <a:pt x="2735" y="351"/>
                  </a:moveTo>
                  <a:lnTo>
                    <a:pt x="2718" y="354"/>
                  </a:lnTo>
                  <a:lnTo>
                    <a:pt x="2703" y="362"/>
                  </a:lnTo>
                  <a:lnTo>
                    <a:pt x="2690" y="375"/>
                  </a:lnTo>
                  <a:lnTo>
                    <a:pt x="2683" y="390"/>
                  </a:lnTo>
                  <a:lnTo>
                    <a:pt x="2678" y="407"/>
                  </a:lnTo>
                  <a:lnTo>
                    <a:pt x="2678" y="423"/>
                  </a:lnTo>
                  <a:lnTo>
                    <a:pt x="2682" y="440"/>
                  </a:lnTo>
                  <a:lnTo>
                    <a:pt x="2690" y="455"/>
                  </a:lnTo>
                  <a:lnTo>
                    <a:pt x="2703" y="468"/>
                  </a:lnTo>
                  <a:lnTo>
                    <a:pt x="2717" y="475"/>
                  </a:lnTo>
                  <a:lnTo>
                    <a:pt x="2734" y="480"/>
                  </a:lnTo>
                  <a:lnTo>
                    <a:pt x="2752" y="480"/>
                  </a:lnTo>
                  <a:lnTo>
                    <a:pt x="2768" y="475"/>
                  </a:lnTo>
                  <a:lnTo>
                    <a:pt x="2785" y="466"/>
                  </a:lnTo>
                  <a:lnTo>
                    <a:pt x="2790" y="461"/>
                  </a:lnTo>
                  <a:lnTo>
                    <a:pt x="2795" y="455"/>
                  </a:lnTo>
                  <a:lnTo>
                    <a:pt x="2799" y="450"/>
                  </a:lnTo>
                  <a:lnTo>
                    <a:pt x="2803" y="442"/>
                  </a:lnTo>
                  <a:lnTo>
                    <a:pt x="2808" y="426"/>
                  </a:lnTo>
                  <a:lnTo>
                    <a:pt x="2808" y="407"/>
                  </a:lnTo>
                  <a:lnTo>
                    <a:pt x="2804" y="391"/>
                  </a:lnTo>
                  <a:lnTo>
                    <a:pt x="2796" y="376"/>
                  </a:lnTo>
                  <a:lnTo>
                    <a:pt x="2783" y="363"/>
                  </a:lnTo>
                  <a:lnTo>
                    <a:pt x="2768" y="354"/>
                  </a:lnTo>
                  <a:lnTo>
                    <a:pt x="2752" y="351"/>
                  </a:lnTo>
                  <a:lnTo>
                    <a:pt x="2735" y="351"/>
                  </a:lnTo>
                  <a:close/>
                  <a:moveTo>
                    <a:pt x="1925" y="348"/>
                  </a:moveTo>
                  <a:lnTo>
                    <a:pt x="1948" y="418"/>
                  </a:lnTo>
                  <a:lnTo>
                    <a:pt x="1922" y="407"/>
                  </a:lnTo>
                  <a:lnTo>
                    <a:pt x="1914" y="421"/>
                  </a:lnTo>
                  <a:lnTo>
                    <a:pt x="1902" y="432"/>
                  </a:lnTo>
                  <a:lnTo>
                    <a:pt x="1887" y="441"/>
                  </a:lnTo>
                  <a:lnTo>
                    <a:pt x="1869" y="447"/>
                  </a:lnTo>
                  <a:lnTo>
                    <a:pt x="1847" y="450"/>
                  </a:lnTo>
                  <a:lnTo>
                    <a:pt x="1822" y="449"/>
                  </a:lnTo>
                  <a:lnTo>
                    <a:pt x="1794" y="442"/>
                  </a:lnTo>
                  <a:lnTo>
                    <a:pt x="1821" y="438"/>
                  </a:lnTo>
                  <a:lnTo>
                    <a:pt x="1843" y="432"/>
                  </a:lnTo>
                  <a:lnTo>
                    <a:pt x="1861" y="422"/>
                  </a:lnTo>
                  <a:lnTo>
                    <a:pt x="1875" y="408"/>
                  </a:lnTo>
                  <a:lnTo>
                    <a:pt x="1884" y="390"/>
                  </a:lnTo>
                  <a:lnTo>
                    <a:pt x="1861" y="380"/>
                  </a:lnTo>
                  <a:lnTo>
                    <a:pt x="1925" y="348"/>
                  </a:lnTo>
                  <a:close/>
                  <a:moveTo>
                    <a:pt x="3001" y="347"/>
                  </a:moveTo>
                  <a:lnTo>
                    <a:pt x="3113" y="347"/>
                  </a:lnTo>
                  <a:lnTo>
                    <a:pt x="3117" y="348"/>
                  </a:lnTo>
                  <a:lnTo>
                    <a:pt x="3122" y="349"/>
                  </a:lnTo>
                  <a:lnTo>
                    <a:pt x="3125" y="352"/>
                  </a:lnTo>
                  <a:lnTo>
                    <a:pt x="3127" y="356"/>
                  </a:lnTo>
                  <a:lnTo>
                    <a:pt x="3129" y="359"/>
                  </a:lnTo>
                  <a:lnTo>
                    <a:pt x="3127" y="365"/>
                  </a:lnTo>
                  <a:lnTo>
                    <a:pt x="3125" y="368"/>
                  </a:lnTo>
                  <a:lnTo>
                    <a:pt x="3122" y="371"/>
                  </a:lnTo>
                  <a:lnTo>
                    <a:pt x="3117" y="372"/>
                  </a:lnTo>
                  <a:lnTo>
                    <a:pt x="3113" y="373"/>
                  </a:lnTo>
                  <a:lnTo>
                    <a:pt x="3001" y="373"/>
                  </a:lnTo>
                  <a:lnTo>
                    <a:pt x="2996" y="372"/>
                  </a:lnTo>
                  <a:lnTo>
                    <a:pt x="2992" y="371"/>
                  </a:lnTo>
                  <a:lnTo>
                    <a:pt x="2988" y="368"/>
                  </a:lnTo>
                  <a:lnTo>
                    <a:pt x="2987" y="365"/>
                  </a:lnTo>
                  <a:lnTo>
                    <a:pt x="2986" y="359"/>
                  </a:lnTo>
                  <a:lnTo>
                    <a:pt x="2987" y="356"/>
                  </a:lnTo>
                  <a:lnTo>
                    <a:pt x="2988" y="352"/>
                  </a:lnTo>
                  <a:lnTo>
                    <a:pt x="2992" y="349"/>
                  </a:lnTo>
                  <a:lnTo>
                    <a:pt x="2996" y="348"/>
                  </a:lnTo>
                  <a:lnTo>
                    <a:pt x="3001" y="347"/>
                  </a:lnTo>
                  <a:close/>
                  <a:moveTo>
                    <a:pt x="2442" y="345"/>
                  </a:moveTo>
                  <a:lnTo>
                    <a:pt x="2441" y="347"/>
                  </a:lnTo>
                  <a:lnTo>
                    <a:pt x="2440" y="348"/>
                  </a:lnTo>
                  <a:lnTo>
                    <a:pt x="2440" y="349"/>
                  </a:lnTo>
                  <a:lnTo>
                    <a:pt x="2440" y="366"/>
                  </a:lnTo>
                  <a:lnTo>
                    <a:pt x="2461" y="366"/>
                  </a:lnTo>
                  <a:lnTo>
                    <a:pt x="2461" y="349"/>
                  </a:lnTo>
                  <a:lnTo>
                    <a:pt x="2461" y="348"/>
                  </a:lnTo>
                  <a:lnTo>
                    <a:pt x="2460" y="347"/>
                  </a:lnTo>
                  <a:lnTo>
                    <a:pt x="2457" y="345"/>
                  </a:lnTo>
                  <a:lnTo>
                    <a:pt x="2442" y="345"/>
                  </a:lnTo>
                  <a:close/>
                  <a:moveTo>
                    <a:pt x="2734" y="340"/>
                  </a:moveTo>
                  <a:lnTo>
                    <a:pt x="2753" y="340"/>
                  </a:lnTo>
                  <a:lnTo>
                    <a:pt x="2772" y="345"/>
                  </a:lnTo>
                  <a:lnTo>
                    <a:pt x="2789" y="356"/>
                  </a:lnTo>
                  <a:lnTo>
                    <a:pt x="2804" y="371"/>
                  </a:lnTo>
                  <a:lnTo>
                    <a:pt x="2813" y="389"/>
                  </a:lnTo>
                  <a:lnTo>
                    <a:pt x="2818" y="409"/>
                  </a:lnTo>
                  <a:lnTo>
                    <a:pt x="2817" y="429"/>
                  </a:lnTo>
                  <a:lnTo>
                    <a:pt x="2810" y="449"/>
                  </a:lnTo>
                  <a:lnTo>
                    <a:pt x="2865" y="492"/>
                  </a:lnTo>
                  <a:lnTo>
                    <a:pt x="2847" y="515"/>
                  </a:lnTo>
                  <a:lnTo>
                    <a:pt x="2792" y="472"/>
                  </a:lnTo>
                  <a:lnTo>
                    <a:pt x="2774" y="483"/>
                  </a:lnTo>
                  <a:lnTo>
                    <a:pt x="2755" y="489"/>
                  </a:lnTo>
                  <a:lnTo>
                    <a:pt x="2735" y="489"/>
                  </a:lnTo>
                  <a:lnTo>
                    <a:pt x="2715" y="484"/>
                  </a:lnTo>
                  <a:lnTo>
                    <a:pt x="2697" y="474"/>
                  </a:lnTo>
                  <a:lnTo>
                    <a:pt x="2683" y="460"/>
                  </a:lnTo>
                  <a:lnTo>
                    <a:pt x="2674" y="444"/>
                  </a:lnTo>
                  <a:lnTo>
                    <a:pt x="2669" y="424"/>
                  </a:lnTo>
                  <a:lnTo>
                    <a:pt x="2669" y="405"/>
                  </a:lnTo>
                  <a:lnTo>
                    <a:pt x="2674" y="386"/>
                  </a:lnTo>
                  <a:lnTo>
                    <a:pt x="2684" y="370"/>
                  </a:lnTo>
                  <a:lnTo>
                    <a:pt x="2698" y="356"/>
                  </a:lnTo>
                  <a:lnTo>
                    <a:pt x="2715" y="345"/>
                  </a:lnTo>
                  <a:lnTo>
                    <a:pt x="2734" y="340"/>
                  </a:lnTo>
                  <a:close/>
                  <a:moveTo>
                    <a:pt x="2917" y="339"/>
                  </a:moveTo>
                  <a:lnTo>
                    <a:pt x="2963" y="339"/>
                  </a:lnTo>
                  <a:lnTo>
                    <a:pt x="2988" y="424"/>
                  </a:lnTo>
                  <a:lnTo>
                    <a:pt x="3092" y="424"/>
                  </a:lnTo>
                  <a:lnTo>
                    <a:pt x="3095" y="426"/>
                  </a:lnTo>
                  <a:lnTo>
                    <a:pt x="3101" y="428"/>
                  </a:lnTo>
                  <a:lnTo>
                    <a:pt x="3104" y="431"/>
                  </a:lnTo>
                  <a:lnTo>
                    <a:pt x="3106" y="436"/>
                  </a:lnTo>
                  <a:lnTo>
                    <a:pt x="3107" y="441"/>
                  </a:lnTo>
                  <a:lnTo>
                    <a:pt x="3106" y="446"/>
                  </a:lnTo>
                  <a:lnTo>
                    <a:pt x="3104" y="450"/>
                  </a:lnTo>
                  <a:lnTo>
                    <a:pt x="3101" y="454"/>
                  </a:lnTo>
                  <a:lnTo>
                    <a:pt x="3095" y="455"/>
                  </a:lnTo>
                  <a:lnTo>
                    <a:pt x="3092" y="456"/>
                  </a:lnTo>
                  <a:lnTo>
                    <a:pt x="2964" y="456"/>
                  </a:lnTo>
                  <a:lnTo>
                    <a:pt x="2940" y="371"/>
                  </a:lnTo>
                  <a:lnTo>
                    <a:pt x="2917" y="371"/>
                  </a:lnTo>
                  <a:lnTo>
                    <a:pt x="2912" y="370"/>
                  </a:lnTo>
                  <a:lnTo>
                    <a:pt x="2907" y="367"/>
                  </a:lnTo>
                  <a:lnTo>
                    <a:pt x="2904" y="365"/>
                  </a:lnTo>
                  <a:lnTo>
                    <a:pt x="2902" y="359"/>
                  </a:lnTo>
                  <a:lnTo>
                    <a:pt x="2901" y="354"/>
                  </a:lnTo>
                  <a:lnTo>
                    <a:pt x="2902" y="349"/>
                  </a:lnTo>
                  <a:lnTo>
                    <a:pt x="2904" y="345"/>
                  </a:lnTo>
                  <a:lnTo>
                    <a:pt x="2907" y="342"/>
                  </a:lnTo>
                  <a:lnTo>
                    <a:pt x="2912" y="339"/>
                  </a:lnTo>
                  <a:lnTo>
                    <a:pt x="2917" y="339"/>
                  </a:lnTo>
                  <a:close/>
                  <a:moveTo>
                    <a:pt x="2476" y="337"/>
                  </a:moveTo>
                  <a:lnTo>
                    <a:pt x="2475" y="337"/>
                  </a:lnTo>
                  <a:lnTo>
                    <a:pt x="2474" y="338"/>
                  </a:lnTo>
                  <a:lnTo>
                    <a:pt x="2473" y="340"/>
                  </a:lnTo>
                  <a:lnTo>
                    <a:pt x="2473" y="366"/>
                  </a:lnTo>
                  <a:lnTo>
                    <a:pt x="2496" y="366"/>
                  </a:lnTo>
                  <a:lnTo>
                    <a:pt x="2496" y="340"/>
                  </a:lnTo>
                  <a:lnTo>
                    <a:pt x="2496" y="338"/>
                  </a:lnTo>
                  <a:lnTo>
                    <a:pt x="2494" y="337"/>
                  </a:lnTo>
                  <a:lnTo>
                    <a:pt x="2492" y="337"/>
                  </a:lnTo>
                  <a:lnTo>
                    <a:pt x="2476" y="337"/>
                  </a:lnTo>
                  <a:close/>
                  <a:moveTo>
                    <a:pt x="2213" y="323"/>
                  </a:moveTo>
                  <a:lnTo>
                    <a:pt x="2217" y="324"/>
                  </a:lnTo>
                  <a:lnTo>
                    <a:pt x="2220" y="326"/>
                  </a:lnTo>
                  <a:lnTo>
                    <a:pt x="2223" y="329"/>
                  </a:lnTo>
                  <a:lnTo>
                    <a:pt x="2227" y="333"/>
                  </a:lnTo>
                  <a:lnTo>
                    <a:pt x="2231" y="335"/>
                  </a:lnTo>
                  <a:lnTo>
                    <a:pt x="2234" y="338"/>
                  </a:lnTo>
                  <a:lnTo>
                    <a:pt x="2238" y="339"/>
                  </a:lnTo>
                  <a:lnTo>
                    <a:pt x="2242" y="340"/>
                  </a:lnTo>
                  <a:lnTo>
                    <a:pt x="2246" y="339"/>
                  </a:lnTo>
                  <a:lnTo>
                    <a:pt x="2250" y="337"/>
                  </a:lnTo>
                  <a:lnTo>
                    <a:pt x="2254" y="334"/>
                  </a:lnTo>
                  <a:lnTo>
                    <a:pt x="2257" y="330"/>
                  </a:lnTo>
                  <a:lnTo>
                    <a:pt x="2261" y="328"/>
                  </a:lnTo>
                  <a:lnTo>
                    <a:pt x="2265" y="325"/>
                  </a:lnTo>
                  <a:lnTo>
                    <a:pt x="2269" y="323"/>
                  </a:lnTo>
                  <a:lnTo>
                    <a:pt x="2237" y="375"/>
                  </a:lnTo>
                  <a:lnTo>
                    <a:pt x="2185" y="375"/>
                  </a:lnTo>
                  <a:lnTo>
                    <a:pt x="2154" y="323"/>
                  </a:lnTo>
                  <a:lnTo>
                    <a:pt x="2159" y="325"/>
                  </a:lnTo>
                  <a:lnTo>
                    <a:pt x="2163" y="329"/>
                  </a:lnTo>
                  <a:lnTo>
                    <a:pt x="2168" y="333"/>
                  </a:lnTo>
                  <a:lnTo>
                    <a:pt x="2171" y="335"/>
                  </a:lnTo>
                  <a:lnTo>
                    <a:pt x="2175" y="338"/>
                  </a:lnTo>
                  <a:lnTo>
                    <a:pt x="2178" y="339"/>
                  </a:lnTo>
                  <a:lnTo>
                    <a:pt x="2182" y="340"/>
                  </a:lnTo>
                  <a:lnTo>
                    <a:pt x="2186" y="339"/>
                  </a:lnTo>
                  <a:lnTo>
                    <a:pt x="2190" y="337"/>
                  </a:lnTo>
                  <a:lnTo>
                    <a:pt x="2194" y="334"/>
                  </a:lnTo>
                  <a:lnTo>
                    <a:pt x="2198" y="330"/>
                  </a:lnTo>
                  <a:lnTo>
                    <a:pt x="2201" y="328"/>
                  </a:lnTo>
                  <a:lnTo>
                    <a:pt x="2205" y="325"/>
                  </a:lnTo>
                  <a:lnTo>
                    <a:pt x="2209" y="323"/>
                  </a:lnTo>
                  <a:lnTo>
                    <a:pt x="2213" y="323"/>
                  </a:lnTo>
                  <a:close/>
                  <a:moveTo>
                    <a:pt x="2511" y="323"/>
                  </a:moveTo>
                  <a:lnTo>
                    <a:pt x="2508" y="324"/>
                  </a:lnTo>
                  <a:lnTo>
                    <a:pt x="2507" y="325"/>
                  </a:lnTo>
                  <a:lnTo>
                    <a:pt x="2507" y="326"/>
                  </a:lnTo>
                  <a:lnTo>
                    <a:pt x="2507" y="366"/>
                  </a:lnTo>
                  <a:lnTo>
                    <a:pt x="2530" y="366"/>
                  </a:lnTo>
                  <a:lnTo>
                    <a:pt x="2530" y="326"/>
                  </a:lnTo>
                  <a:lnTo>
                    <a:pt x="2529" y="325"/>
                  </a:lnTo>
                  <a:lnTo>
                    <a:pt x="2527" y="324"/>
                  </a:lnTo>
                  <a:lnTo>
                    <a:pt x="2526" y="323"/>
                  </a:lnTo>
                  <a:lnTo>
                    <a:pt x="2511" y="323"/>
                  </a:lnTo>
                  <a:close/>
                  <a:moveTo>
                    <a:pt x="1475" y="317"/>
                  </a:moveTo>
                  <a:lnTo>
                    <a:pt x="1472" y="319"/>
                  </a:lnTo>
                  <a:lnTo>
                    <a:pt x="1468" y="321"/>
                  </a:lnTo>
                  <a:lnTo>
                    <a:pt x="1465" y="324"/>
                  </a:lnTo>
                  <a:lnTo>
                    <a:pt x="1465" y="329"/>
                  </a:lnTo>
                  <a:lnTo>
                    <a:pt x="1465" y="333"/>
                  </a:lnTo>
                  <a:lnTo>
                    <a:pt x="1468" y="337"/>
                  </a:lnTo>
                  <a:lnTo>
                    <a:pt x="1472" y="339"/>
                  </a:lnTo>
                  <a:lnTo>
                    <a:pt x="1475" y="339"/>
                  </a:lnTo>
                  <a:lnTo>
                    <a:pt x="1480" y="339"/>
                  </a:lnTo>
                  <a:lnTo>
                    <a:pt x="1483" y="337"/>
                  </a:lnTo>
                  <a:lnTo>
                    <a:pt x="1486" y="333"/>
                  </a:lnTo>
                  <a:lnTo>
                    <a:pt x="1487" y="329"/>
                  </a:lnTo>
                  <a:lnTo>
                    <a:pt x="1486" y="324"/>
                  </a:lnTo>
                  <a:lnTo>
                    <a:pt x="1483" y="321"/>
                  </a:lnTo>
                  <a:lnTo>
                    <a:pt x="1480" y="319"/>
                  </a:lnTo>
                  <a:lnTo>
                    <a:pt x="1475" y="317"/>
                  </a:lnTo>
                  <a:close/>
                  <a:moveTo>
                    <a:pt x="2545" y="293"/>
                  </a:moveTo>
                  <a:lnTo>
                    <a:pt x="2543" y="293"/>
                  </a:lnTo>
                  <a:lnTo>
                    <a:pt x="2541" y="295"/>
                  </a:lnTo>
                  <a:lnTo>
                    <a:pt x="2541" y="297"/>
                  </a:lnTo>
                  <a:lnTo>
                    <a:pt x="2541" y="366"/>
                  </a:lnTo>
                  <a:lnTo>
                    <a:pt x="2563" y="366"/>
                  </a:lnTo>
                  <a:lnTo>
                    <a:pt x="2563" y="297"/>
                  </a:lnTo>
                  <a:lnTo>
                    <a:pt x="2563" y="295"/>
                  </a:lnTo>
                  <a:lnTo>
                    <a:pt x="2562" y="293"/>
                  </a:lnTo>
                  <a:lnTo>
                    <a:pt x="2561" y="293"/>
                  </a:lnTo>
                  <a:lnTo>
                    <a:pt x="2545" y="293"/>
                  </a:lnTo>
                  <a:close/>
                  <a:moveTo>
                    <a:pt x="2424" y="291"/>
                  </a:moveTo>
                  <a:lnTo>
                    <a:pt x="2423" y="291"/>
                  </a:lnTo>
                  <a:lnTo>
                    <a:pt x="2422" y="292"/>
                  </a:lnTo>
                  <a:lnTo>
                    <a:pt x="2420" y="293"/>
                  </a:lnTo>
                  <a:lnTo>
                    <a:pt x="2420" y="377"/>
                  </a:lnTo>
                  <a:lnTo>
                    <a:pt x="2422" y="379"/>
                  </a:lnTo>
                  <a:lnTo>
                    <a:pt x="2423" y="380"/>
                  </a:lnTo>
                  <a:lnTo>
                    <a:pt x="2424" y="380"/>
                  </a:lnTo>
                  <a:lnTo>
                    <a:pt x="2424" y="380"/>
                  </a:lnTo>
                  <a:lnTo>
                    <a:pt x="2573" y="380"/>
                  </a:lnTo>
                  <a:lnTo>
                    <a:pt x="2575" y="380"/>
                  </a:lnTo>
                  <a:lnTo>
                    <a:pt x="2576" y="379"/>
                  </a:lnTo>
                  <a:lnTo>
                    <a:pt x="2576" y="376"/>
                  </a:lnTo>
                  <a:lnTo>
                    <a:pt x="2576" y="375"/>
                  </a:lnTo>
                  <a:lnTo>
                    <a:pt x="2575" y="373"/>
                  </a:lnTo>
                  <a:lnTo>
                    <a:pt x="2573" y="372"/>
                  </a:lnTo>
                  <a:lnTo>
                    <a:pt x="2428" y="372"/>
                  </a:lnTo>
                  <a:lnTo>
                    <a:pt x="2428" y="293"/>
                  </a:lnTo>
                  <a:lnTo>
                    <a:pt x="2428" y="292"/>
                  </a:lnTo>
                  <a:lnTo>
                    <a:pt x="2427" y="291"/>
                  </a:lnTo>
                  <a:lnTo>
                    <a:pt x="2424" y="291"/>
                  </a:lnTo>
                  <a:close/>
                  <a:moveTo>
                    <a:pt x="1475" y="288"/>
                  </a:moveTo>
                  <a:lnTo>
                    <a:pt x="1477" y="289"/>
                  </a:lnTo>
                  <a:lnTo>
                    <a:pt x="1478" y="292"/>
                  </a:lnTo>
                  <a:lnTo>
                    <a:pt x="1482" y="301"/>
                  </a:lnTo>
                  <a:lnTo>
                    <a:pt x="1483" y="303"/>
                  </a:lnTo>
                  <a:lnTo>
                    <a:pt x="1486" y="305"/>
                  </a:lnTo>
                  <a:lnTo>
                    <a:pt x="1488" y="305"/>
                  </a:lnTo>
                  <a:lnTo>
                    <a:pt x="1492" y="305"/>
                  </a:lnTo>
                  <a:lnTo>
                    <a:pt x="1500" y="301"/>
                  </a:lnTo>
                  <a:lnTo>
                    <a:pt x="1502" y="300"/>
                  </a:lnTo>
                  <a:lnTo>
                    <a:pt x="1503" y="301"/>
                  </a:lnTo>
                  <a:lnTo>
                    <a:pt x="1505" y="302"/>
                  </a:lnTo>
                  <a:lnTo>
                    <a:pt x="1503" y="305"/>
                  </a:lnTo>
                  <a:lnTo>
                    <a:pt x="1500" y="312"/>
                  </a:lnTo>
                  <a:lnTo>
                    <a:pt x="1500" y="316"/>
                  </a:lnTo>
                  <a:lnTo>
                    <a:pt x="1500" y="319"/>
                  </a:lnTo>
                  <a:lnTo>
                    <a:pt x="1501" y="321"/>
                  </a:lnTo>
                  <a:lnTo>
                    <a:pt x="1503" y="323"/>
                  </a:lnTo>
                  <a:lnTo>
                    <a:pt x="1512" y="326"/>
                  </a:lnTo>
                  <a:lnTo>
                    <a:pt x="1515" y="328"/>
                  </a:lnTo>
                  <a:lnTo>
                    <a:pt x="1515" y="329"/>
                  </a:lnTo>
                  <a:lnTo>
                    <a:pt x="1515" y="330"/>
                  </a:lnTo>
                  <a:lnTo>
                    <a:pt x="1512" y="331"/>
                  </a:lnTo>
                  <a:lnTo>
                    <a:pt x="1503" y="334"/>
                  </a:lnTo>
                  <a:lnTo>
                    <a:pt x="1501" y="335"/>
                  </a:lnTo>
                  <a:lnTo>
                    <a:pt x="1500" y="338"/>
                  </a:lnTo>
                  <a:lnTo>
                    <a:pt x="1500" y="342"/>
                  </a:lnTo>
                  <a:lnTo>
                    <a:pt x="1500" y="344"/>
                  </a:lnTo>
                  <a:lnTo>
                    <a:pt x="1503" y="352"/>
                  </a:lnTo>
                  <a:lnTo>
                    <a:pt x="1505" y="356"/>
                  </a:lnTo>
                  <a:lnTo>
                    <a:pt x="1503" y="357"/>
                  </a:lnTo>
                  <a:lnTo>
                    <a:pt x="1502" y="357"/>
                  </a:lnTo>
                  <a:lnTo>
                    <a:pt x="1500" y="357"/>
                  </a:lnTo>
                  <a:lnTo>
                    <a:pt x="1492" y="353"/>
                  </a:lnTo>
                  <a:lnTo>
                    <a:pt x="1488" y="352"/>
                  </a:lnTo>
                  <a:lnTo>
                    <a:pt x="1486" y="352"/>
                  </a:lnTo>
                  <a:lnTo>
                    <a:pt x="1483" y="354"/>
                  </a:lnTo>
                  <a:lnTo>
                    <a:pt x="1482" y="357"/>
                  </a:lnTo>
                  <a:lnTo>
                    <a:pt x="1478" y="365"/>
                  </a:lnTo>
                  <a:lnTo>
                    <a:pt x="1477" y="367"/>
                  </a:lnTo>
                  <a:lnTo>
                    <a:pt x="1475" y="368"/>
                  </a:lnTo>
                  <a:lnTo>
                    <a:pt x="1474" y="367"/>
                  </a:lnTo>
                  <a:lnTo>
                    <a:pt x="1473" y="365"/>
                  </a:lnTo>
                  <a:lnTo>
                    <a:pt x="1470" y="357"/>
                  </a:lnTo>
                  <a:lnTo>
                    <a:pt x="1468" y="354"/>
                  </a:lnTo>
                  <a:lnTo>
                    <a:pt x="1466" y="352"/>
                  </a:lnTo>
                  <a:lnTo>
                    <a:pt x="1463" y="352"/>
                  </a:lnTo>
                  <a:lnTo>
                    <a:pt x="1460" y="353"/>
                  </a:lnTo>
                  <a:lnTo>
                    <a:pt x="1452" y="357"/>
                  </a:lnTo>
                  <a:lnTo>
                    <a:pt x="1449" y="357"/>
                  </a:lnTo>
                  <a:lnTo>
                    <a:pt x="1447" y="357"/>
                  </a:lnTo>
                  <a:lnTo>
                    <a:pt x="1447" y="356"/>
                  </a:lnTo>
                  <a:lnTo>
                    <a:pt x="1447" y="352"/>
                  </a:lnTo>
                  <a:lnTo>
                    <a:pt x="1451" y="344"/>
                  </a:lnTo>
                  <a:lnTo>
                    <a:pt x="1452" y="342"/>
                  </a:lnTo>
                  <a:lnTo>
                    <a:pt x="1452" y="338"/>
                  </a:lnTo>
                  <a:lnTo>
                    <a:pt x="1450" y="335"/>
                  </a:lnTo>
                  <a:lnTo>
                    <a:pt x="1447" y="334"/>
                  </a:lnTo>
                  <a:lnTo>
                    <a:pt x="1440" y="331"/>
                  </a:lnTo>
                  <a:lnTo>
                    <a:pt x="1437" y="330"/>
                  </a:lnTo>
                  <a:lnTo>
                    <a:pt x="1436" y="329"/>
                  </a:lnTo>
                  <a:lnTo>
                    <a:pt x="1437" y="328"/>
                  </a:lnTo>
                  <a:lnTo>
                    <a:pt x="1440" y="326"/>
                  </a:lnTo>
                  <a:lnTo>
                    <a:pt x="1447" y="323"/>
                  </a:lnTo>
                  <a:lnTo>
                    <a:pt x="1450" y="321"/>
                  </a:lnTo>
                  <a:lnTo>
                    <a:pt x="1452" y="319"/>
                  </a:lnTo>
                  <a:lnTo>
                    <a:pt x="1452" y="316"/>
                  </a:lnTo>
                  <a:lnTo>
                    <a:pt x="1451" y="312"/>
                  </a:lnTo>
                  <a:lnTo>
                    <a:pt x="1447" y="305"/>
                  </a:lnTo>
                  <a:lnTo>
                    <a:pt x="1447" y="302"/>
                  </a:lnTo>
                  <a:lnTo>
                    <a:pt x="1447" y="301"/>
                  </a:lnTo>
                  <a:lnTo>
                    <a:pt x="1449" y="300"/>
                  </a:lnTo>
                  <a:lnTo>
                    <a:pt x="1452" y="301"/>
                  </a:lnTo>
                  <a:lnTo>
                    <a:pt x="1460" y="305"/>
                  </a:lnTo>
                  <a:lnTo>
                    <a:pt x="1463" y="305"/>
                  </a:lnTo>
                  <a:lnTo>
                    <a:pt x="1466" y="305"/>
                  </a:lnTo>
                  <a:lnTo>
                    <a:pt x="1468" y="303"/>
                  </a:lnTo>
                  <a:lnTo>
                    <a:pt x="1470" y="301"/>
                  </a:lnTo>
                  <a:lnTo>
                    <a:pt x="1473" y="292"/>
                  </a:lnTo>
                  <a:lnTo>
                    <a:pt x="1474" y="289"/>
                  </a:lnTo>
                  <a:lnTo>
                    <a:pt x="1475" y="288"/>
                  </a:lnTo>
                  <a:close/>
                  <a:moveTo>
                    <a:pt x="1491" y="273"/>
                  </a:moveTo>
                  <a:lnTo>
                    <a:pt x="1494" y="274"/>
                  </a:lnTo>
                  <a:lnTo>
                    <a:pt x="1497" y="275"/>
                  </a:lnTo>
                  <a:lnTo>
                    <a:pt x="1497" y="279"/>
                  </a:lnTo>
                  <a:lnTo>
                    <a:pt x="1496" y="283"/>
                  </a:lnTo>
                  <a:lnTo>
                    <a:pt x="1493" y="286"/>
                  </a:lnTo>
                  <a:lnTo>
                    <a:pt x="1491" y="286"/>
                  </a:lnTo>
                  <a:lnTo>
                    <a:pt x="1487" y="284"/>
                  </a:lnTo>
                  <a:lnTo>
                    <a:pt x="1484" y="282"/>
                  </a:lnTo>
                  <a:lnTo>
                    <a:pt x="1484" y="279"/>
                  </a:lnTo>
                  <a:lnTo>
                    <a:pt x="1484" y="277"/>
                  </a:lnTo>
                  <a:lnTo>
                    <a:pt x="1486" y="274"/>
                  </a:lnTo>
                  <a:lnTo>
                    <a:pt x="1488" y="273"/>
                  </a:lnTo>
                  <a:lnTo>
                    <a:pt x="1491" y="273"/>
                  </a:lnTo>
                  <a:close/>
                  <a:moveTo>
                    <a:pt x="2399" y="273"/>
                  </a:moveTo>
                  <a:lnTo>
                    <a:pt x="2599" y="273"/>
                  </a:lnTo>
                  <a:lnTo>
                    <a:pt x="2599" y="394"/>
                  </a:lnTo>
                  <a:lnTo>
                    <a:pt x="2501" y="394"/>
                  </a:lnTo>
                  <a:lnTo>
                    <a:pt x="2501" y="428"/>
                  </a:lnTo>
                  <a:lnTo>
                    <a:pt x="2585" y="479"/>
                  </a:lnTo>
                  <a:lnTo>
                    <a:pt x="2589" y="477"/>
                  </a:lnTo>
                  <a:lnTo>
                    <a:pt x="2592" y="475"/>
                  </a:lnTo>
                  <a:lnTo>
                    <a:pt x="2597" y="477"/>
                  </a:lnTo>
                  <a:lnTo>
                    <a:pt x="2600" y="478"/>
                  </a:lnTo>
                  <a:lnTo>
                    <a:pt x="2603" y="480"/>
                  </a:lnTo>
                  <a:lnTo>
                    <a:pt x="2605" y="484"/>
                  </a:lnTo>
                  <a:lnTo>
                    <a:pt x="2605" y="488"/>
                  </a:lnTo>
                  <a:lnTo>
                    <a:pt x="2605" y="492"/>
                  </a:lnTo>
                  <a:lnTo>
                    <a:pt x="2603" y="496"/>
                  </a:lnTo>
                  <a:lnTo>
                    <a:pt x="2600" y="498"/>
                  </a:lnTo>
                  <a:lnTo>
                    <a:pt x="2597" y="500"/>
                  </a:lnTo>
                  <a:lnTo>
                    <a:pt x="2592" y="501"/>
                  </a:lnTo>
                  <a:lnTo>
                    <a:pt x="2589" y="500"/>
                  </a:lnTo>
                  <a:lnTo>
                    <a:pt x="2586" y="498"/>
                  </a:lnTo>
                  <a:lnTo>
                    <a:pt x="2583" y="496"/>
                  </a:lnTo>
                  <a:lnTo>
                    <a:pt x="2581" y="492"/>
                  </a:lnTo>
                  <a:lnTo>
                    <a:pt x="2581" y="488"/>
                  </a:lnTo>
                  <a:lnTo>
                    <a:pt x="2581" y="484"/>
                  </a:lnTo>
                  <a:lnTo>
                    <a:pt x="2501" y="436"/>
                  </a:lnTo>
                  <a:lnTo>
                    <a:pt x="2501" y="473"/>
                  </a:lnTo>
                  <a:lnTo>
                    <a:pt x="2504" y="474"/>
                  </a:lnTo>
                  <a:lnTo>
                    <a:pt x="2507" y="477"/>
                  </a:lnTo>
                  <a:lnTo>
                    <a:pt x="2510" y="480"/>
                  </a:lnTo>
                  <a:lnTo>
                    <a:pt x="2510" y="484"/>
                  </a:lnTo>
                  <a:lnTo>
                    <a:pt x="2510" y="488"/>
                  </a:lnTo>
                  <a:lnTo>
                    <a:pt x="2507" y="492"/>
                  </a:lnTo>
                  <a:lnTo>
                    <a:pt x="2504" y="494"/>
                  </a:lnTo>
                  <a:lnTo>
                    <a:pt x="2501" y="497"/>
                  </a:lnTo>
                  <a:lnTo>
                    <a:pt x="2497" y="497"/>
                  </a:lnTo>
                  <a:lnTo>
                    <a:pt x="2493" y="497"/>
                  </a:lnTo>
                  <a:lnTo>
                    <a:pt x="2490" y="494"/>
                  </a:lnTo>
                  <a:lnTo>
                    <a:pt x="2488" y="492"/>
                  </a:lnTo>
                  <a:lnTo>
                    <a:pt x="2485" y="488"/>
                  </a:lnTo>
                  <a:lnTo>
                    <a:pt x="2485" y="484"/>
                  </a:lnTo>
                  <a:lnTo>
                    <a:pt x="2485" y="480"/>
                  </a:lnTo>
                  <a:lnTo>
                    <a:pt x="2488" y="477"/>
                  </a:lnTo>
                  <a:lnTo>
                    <a:pt x="2490" y="474"/>
                  </a:lnTo>
                  <a:lnTo>
                    <a:pt x="2494" y="473"/>
                  </a:lnTo>
                  <a:lnTo>
                    <a:pt x="2494" y="438"/>
                  </a:lnTo>
                  <a:lnTo>
                    <a:pt x="2415" y="484"/>
                  </a:lnTo>
                  <a:lnTo>
                    <a:pt x="2417" y="488"/>
                  </a:lnTo>
                  <a:lnTo>
                    <a:pt x="2415" y="492"/>
                  </a:lnTo>
                  <a:lnTo>
                    <a:pt x="2414" y="496"/>
                  </a:lnTo>
                  <a:lnTo>
                    <a:pt x="2412" y="498"/>
                  </a:lnTo>
                  <a:lnTo>
                    <a:pt x="2408" y="500"/>
                  </a:lnTo>
                  <a:lnTo>
                    <a:pt x="2404" y="501"/>
                  </a:lnTo>
                  <a:lnTo>
                    <a:pt x="2400" y="500"/>
                  </a:lnTo>
                  <a:lnTo>
                    <a:pt x="2397" y="498"/>
                  </a:lnTo>
                  <a:lnTo>
                    <a:pt x="2394" y="496"/>
                  </a:lnTo>
                  <a:lnTo>
                    <a:pt x="2392" y="492"/>
                  </a:lnTo>
                  <a:lnTo>
                    <a:pt x="2392" y="488"/>
                  </a:lnTo>
                  <a:lnTo>
                    <a:pt x="2392" y="484"/>
                  </a:lnTo>
                  <a:lnTo>
                    <a:pt x="2394" y="480"/>
                  </a:lnTo>
                  <a:lnTo>
                    <a:pt x="2397" y="478"/>
                  </a:lnTo>
                  <a:lnTo>
                    <a:pt x="2400" y="477"/>
                  </a:lnTo>
                  <a:lnTo>
                    <a:pt x="2404" y="475"/>
                  </a:lnTo>
                  <a:lnTo>
                    <a:pt x="2409" y="477"/>
                  </a:lnTo>
                  <a:lnTo>
                    <a:pt x="2413" y="479"/>
                  </a:lnTo>
                  <a:lnTo>
                    <a:pt x="2494" y="431"/>
                  </a:lnTo>
                  <a:lnTo>
                    <a:pt x="2494" y="394"/>
                  </a:lnTo>
                  <a:lnTo>
                    <a:pt x="2399" y="394"/>
                  </a:lnTo>
                  <a:lnTo>
                    <a:pt x="2399" y="273"/>
                  </a:lnTo>
                  <a:close/>
                  <a:moveTo>
                    <a:pt x="563" y="268"/>
                  </a:moveTo>
                  <a:lnTo>
                    <a:pt x="576" y="270"/>
                  </a:lnTo>
                  <a:lnTo>
                    <a:pt x="588" y="274"/>
                  </a:lnTo>
                  <a:lnTo>
                    <a:pt x="598" y="282"/>
                  </a:lnTo>
                  <a:lnTo>
                    <a:pt x="636" y="320"/>
                  </a:lnTo>
                  <a:lnTo>
                    <a:pt x="646" y="335"/>
                  </a:lnTo>
                  <a:lnTo>
                    <a:pt x="650" y="354"/>
                  </a:lnTo>
                  <a:lnTo>
                    <a:pt x="649" y="366"/>
                  </a:lnTo>
                  <a:lnTo>
                    <a:pt x="644" y="377"/>
                  </a:lnTo>
                  <a:lnTo>
                    <a:pt x="636" y="387"/>
                  </a:lnTo>
                  <a:lnTo>
                    <a:pt x="626" y="395"/>
                  </a:lnTo>
                  <a:lnTo>
                    <a:pt x="614" y="400"/>
                  </a:lnTo>
                  <a:lnTo>
                    <a:pt x="602" y="401"/>
                  </a:lnTo>
                  <a:lnTo>
                    <a:pt x="590" y="400"/>
                  </a:lnTo>
                  <a:lnTo>
                    <a:pt x="579" y="395"/>
                  </a:lnTo>
                  <a:lnTo>
                    <a:pt x="569" y="387"/>
                  </a:lnTo>
                  <a:lnTo>
                    <a:pt x="566" y="386"/>
                  </a:lnTo>
                  <a:lnTo>
                    <a:pt x="561" y="380"/>
                  </a:lnTo>
                  <a:lnTo>
                    <a:pt x="553" y="372"/>
                  </a:lnTo>
                  <a:lnTo>
                    <a:pt x="544" y="365"/>
                  </a:lnTo>
                  <a:lnTo>
                    <a:pt x="538" y="357"/>
                  </a:lnTo>
                  <a:lnTo>
                    <a:pt x="532" y="352"/>
                  </a:lnTo>
                  <a:lnTo>
                    <a:pt x="529" y="349"/>
                  </a:lnTo>
                  <a:lnTo>
                    <a:pt x="535" y="351"/>
                  </a:lnTo>
                  <a:lnTo>
                    <a:pt x="542" y="351"/>
                  </a:lnTo>
                  <a:lnTo>
                    <a:pt x="562" y="347"/>
                  </a:lnTo>
                  <a:lnTo>
                    <a:pt x="584" y="368"/>
                  </a:lnTo>
                  <a:lnTo>
                    <a:pt x="589" y="372"/>
                  </a:lnTo>
                  <a:lnTo>
                    <a:pt x="594" y="373"/>
                  </a:lnTo>
                  <a:lnTo>
                    <a:pt x="600" y="375"/>
                  </a:lnTo>
                  <a:lnTo>
                    <a:pt x="605" y="373"/>
                  </a:lnTo>
                  <a:lnTo>
                    <a:pt x="611" y="372"/>
                  </a:lnTo>
                  <a:lnTo>
                    <a:pt x="616" y="368"/>
                  </a:lnTo>
                  <a:lnTo>
                    <a:pt x="619" y="363"/>
                  </a:lnTo>
                  <a:lnTo>
                    <a:pt x="622" y="358"/>
                  </a:lnTo>
                  <a:lnTo>
                    <a:pt x="622" y="352"/>
                  </a:lnTo>
                  <a:lnTo>
                    <a:pt x="622" y="347"/>
                  </a:lnTo>
                  <a:lnTo>
                    <a:pt x="619" y="340"/>
                  </a:lnTo>
                  <a:lnTo>
                    <a:pt x="616" y="337"/>
                  </a:lnTo>
                  <a:lnTo>
                    <a:pt x="583" y="302"/>
                  </a:lnTo>
                  <a:lnTo>
                    <a:pt x="581" y="301"/>
                  </a:lnTo>
                  <a:lnTo>
                    <a:pt x="579" y="300"/>
                  </a:lnTo>
                  <a:lnTo>
                    <a:pt x="575" y="297"/>
                  </a:lnTo>
                  <a:lnTo>
                    <a:pt x="571" y="296"/>
                  </a:lnTo>
                  <a:lnTo>
                    <a:pt x="566" y="296"/>
                  </a:lnTo>
                  <a:lnTo>
                    <a:pt x="561" y="296"/>
                  </a:lnTo>
                  <a:lnTo>
                    <a:pt x="557" y="297"/>
                  </a:lnTo>
                  <a:lnTo>
                    <a:pt x="553" y="300"/>
                  </a:lnTo>
                  <a:lnTo>
                    <a:pt x="552" y="301"/>
                  </a:lnTo>
                  <a:lnTo>
                    <a:pt x="549" y="302"/>
                  </a:lnTo>
                  <a:lnTo>
                    <a:pt x="544" y="306"/>
                  </a:lnTo>
                  <a:lnTo>
                    <a:pt x="541" y="306"/>
                  </a:lnTo>
                  <a:lnTo>
                    <a:pt x="537" y="306"/>
                  </a:lnTo>
                  <a:lnTo>
                    <a:pt x="533" y="305"/>
                  </a:lnTo>
                  <a:lnTo>
                    <a:pt x="530" y="302"/>
                  </a:lnTo>
                  <a:lnTo>
                    <a:pt x="521" y="293"/>
                  </a:lnTo>
                  <a:lnTo>
                    <a:pt x="525" y="288"/>
                  </a:lnTo>
                  <a:lnTo>
                    <a:pt x="530" y="282"/>
                  </a:lnTo>
                  <a:lnTo>
                    <a:pt x="541" y="274"/>
                  </a:lnTo>
                  <a:lnTo>
                    <a:pt x="552" y="270"/>
                  </a:lnTo>
                  <a:lnTo>
                    <a:pt x="563" y="268"/>
                  </a:lnTo>
                  <a:close/>
                  <a:moveTo>
                    <a:pt x="1466" y="264"/>
                  </a:moveTo>
                  <a:lnTo>
                    <a:pt x="1470" y="265"/>
                  </a:lnTo>
                  <a:lnTo>
                    <a:pt x="1473" y="268"/>
                  </a:lnTo>
                  <a:lnTo>
                    <a:pt x="1473" y="272"/>
                  </a:lnTo>
                  <a:lnTo>
                    <a:pt x="1472" y="274"/>
                  </a:lnTo>
                  <a:lnTo>
                    <a:pt x="1469" y="277"/>
                  </a:lnTo>
                  <a:lnTo>
                    <a:pt x="1466" y="278"/>
                  </a:lnTo>
                  <a:lnTo>
                    <a:pt x="1463" y="277"/>
                  </a:lnTo>
                  <a:lnTo>
                    <a:pt x="1460" y="274"/>
                  </a:lnTo>
                  <a:lnTo>
                    <a:pt x="1460" y="270"/>
                  </a:lnTo>
                  <a:lnTo>
                    <a:pt x="1460" y="268"/>
                  </a:lnTo>
                  <a:lnTo>
                    <a:pt x="1461" y="267"/>
                  </a:lnTo>
                  <a:lnTo>
                    <a:pt x="1464" y="265"/>
                  </a:lnTo>
                  <a:lnTo>
                    <a:pt x="1466" y="264"/>
                  </a:lnTo>
                  <a:close/>
                  <a:moveTo>
                    <a:pt x="1218" y="258"/>
                  </a:moveTo>
                  <a:lnTo>
                    <a:pt x="1261" y="258"/>
                  </a:lnTo>
                  <a:lnTo>
                    <a:pt x="1261" y="279"/>
                  </a:lnTo>
                  <a:lnTo>
                    <a:pt x="1254" y="279"/>
                  </a:lnTo>
                  <a:lnTo>
                    <a:pt x="1254" y="363"/>
                  </a:lnTo>
                  <a:lnTo>
                    <a:pt x="1261" y="363"/>
                  </a:lnTo>
                  <a:lnTo>
                    <a:pt x="1261" y="386"/>
                  </a:lnTo>
                  <a:lnTo>
                    <a:pt x="1218" y="386"/>
                  </a:lnTo>
                  <a:lnTo>
                    <a:pt x="1218" y="363"/>
                  </a:lnTo>
                  <a:lnTo>
                    <a:pt x="1226" y="363"/>
                  </a:lnTo>
                  <a:lnTo>
                    <a:pt x="1226" y="279"/>
                  </a:lnTo>
                  <a:lnTo>
                    <a:pt x="1218" y="279"/>
                  </a:lnTo>
                  <a:lnTo>
                    <a:pt x="1218" y="258"/>
                  </a:lnTo>
                  <a:close/>
                  <a:moveTo>
                    <a:pt x="1166" y="258"/>
                  </a:moveTo>
                  <a:lnTo>
                    <a:pt x="1208" y="258"/>
                  </a:lnTo>
                  <a:lnTo>
                    <a:pt x="1208" y="279"/>
                  </a:lnTo>
                  <a:lnTo>
                    <a:pt x="1200" y="279"/>
                  </a:lnTo>
                  <a:lnTo>
                    <a:pt x="1200" y="363"/>
                  </a:lnTo>
                  <a:lnTo>
                    <a:pt x="1208" y="363"/>
                  </a:lnTo>
                  <a:lnTo>
                    <a:pt x="1208" y="386"/>
                  </a:lnTo>
                  <a:lnTo>
                    <a:pt x="1166" y="386"/>
                  </a:lnTo>
                  <a:lnTo>
                    <a:pt x="1166" y="363"/>
                  </a:lnTo>
                  <a:lnTo>
                    <a:pt x="1172" y="363"/>
                  </a:lnTo>
                  <a:lnTo>
                    <a:pt x="1172" y="279"/>
                  </a:lnTo>
                  <a:lnTo>
                    <a:pt x="1166" y="279"/>
                  </a:lnTo>
                  <a:lnTo>
                    <a:pt x="1166" y="258"/>
                  </a:lnTo>
                  <a:close/>
                  <a:moveTo>
                    <a:pt x="1112" y="258"/>
                  </a:moveTo>
                  <a:lnTo>
                    <a:pt x="1156" y="258"/>
                  </a:lnTo>
                  <a:lnTo>
                    <a:pt x="1156" y="279"/>
                  </a:lnTo>
                  <a:lnTo>
                    <a:pt x="1148" y="279"/>
                  </a:lnTo>
                  <a:lnTo>
                    <a:pt x="1148" y="363"/>
                  </a:lnTo>
                  <a:lnTo>
                    <a:pt x="1156" y="363"/>
                  </a:lnTo>
                  <a:lnTo>
                    <a:pt x="1156" y="386"/>
                  </a:lnTo>
                  <a:lnTo>
                    <a:pt x="1112" y="386"/>
                  </a:lnTo>
                  <a:lnTo>
                    <a:pt x="1112" y="363"/>
                  </a:lnTo>
                  <a:lnTo>
                    <a:pt x="1120" y="363"/>
                  </a:lnTo>
                  <a:lnTo>
                    <a:pt x="1120" y="279"/>
                  </a:lnTo>
                  <a:lnTo>
                    <a:pt x="1112" y="279"/>
                  </a:lnTo>
                  <a:lnTo>
                    <a:pt x="1112" y="258"/>
                  </a:lnTo>
                  <a:close/>
                  <a:moveTo>
                    <a:pt x="1059" y="258"/>
                  </a:moveTo>
                  <a:lnTo>
                    <a:pt x="1102" y="258"/>
                  </a:lnTo>
                  <a:lnTo>
                    <a:pt x="1102" y="279"/>
                  </a:lnTo>
                  <a:lnTo>
                    <a:pt x="1095" y="279"/>
                  </a:lnTo>
                  <a:lnTo>
                    <a:pt x="1095" y="363"/>
                  </a:lnTo>
                  <a:lnTo>
                    <a:pt x="1102" y="363"/>
                  </a:lnTo>
                  <a:lnTo>
                    <a:pt x="1102" y="386"/>
                  </a:lnTo>
                  <a:lnTo>
                    <a:pt x="1059" y="386"/>
                  </a:lnTo>
                  <a:lnTo>
                    <a:pt x="1059" y="363"/>
                  </a:lnTo>
                  <a:lnTo>
                    <a:pt x="1067" y="363"/>
                  </a:lnTo>
                  <a:lnTo>
                    <a:pt x="1067" y="279"/>
                  </a:lnTo>
                  <a:lnTo>
                    <a:pt x="1059" y="279"/>
                  </a:lnTo>
                  <a:lnTo>
                    <a:pt x="1059" y="258"/>
                  </a:lnTo>
                  <a:close/>
                  <a:moveTo>
                    <a:pt x="1442" y="256"/>
                  </a:moveTo>
                  <a:lnTo>
                    <a:pt x="1446" y="258"/>
                  </a:lnTo>
                  <a:lnTo>
                    <a:pt x="1447" y="260"/>
                  </a:lnTo>
                  <a:lnTo>
                    <a:pt x="1449" y="263"/>
                  </a:lnTo>
                  <a:lnTo>
                    <a:pt x="1447" y="267"/>
                  </a:lnTo>
                  <a:lnTo>
                    <a:pt x="1445" y="269"/>
                  </a:lnTo>
                  <a:lnTo>
                    <a:pt x="1442" y="269"/>
                  </a:lnTo>
                  <a:lnTo>
                    <a:pt x="1438" y="268"/>
                  </a:lnTo>
                  <a:lnTo>
                    <a:pt x="1436" y="265"/>
                  </a:lnTo>
                  <a:lnTo>
                    <a:pt x="1436" y="263"/>
                  </a:lnTo>
                  <a:lnTo>
                    <a:pt x="1436" y="260"/>
                  </a:lnTo>
                  <a:lnTo>
                    <a:pt x="1437" y="258"/>
                  </a:lnTo>
                  <a:lnTo>
                    <a:pt x="1440" y="256"/>
                  </a:lnTo>
                  <a:lnTo>
                    <a:pt x="1442" y="256"/>
                  </a:lnTo>
                  <a:close/>
                  <a:moveTo>
                    <a:pt x="1796" y="253"/>
                  </a:moveTo>
                  <a:lnTo>
                    <a:pt x="1795" y="253"/>
                  </a:lnTo>
                  <a:lnTo>
                    <a:pt x="1793" y="254"/>
                  </a:lnTo>
                  <a:lnTo>
                    <a:pt x="1768" y="283"/>
                  </a:lnTo>
                  <a:lnTo>
                    <a:pt x="1766" y="287"/>
                  </a:lnTo>
                  <a:lnTo>
                    <a:pt x="1764" y="292"/>
                  </a:lnTo>
                  <a:lnTo>
                    <a:pt x="1763" y="297"/>
                  </a:lnTo>
                  <a:lnTo>
                    <a:pt x="1764" y="302"/>
                  </a:lnTo>
                  <a:lnTo>
                    <a:pt x="1767" y="309"/>
                  </a:lnTo>
                  <a:lnTo>
                    <a:pt x="1771" y="312"/>
                  </a:lnTo>
                  <a:lnTo>
                    <a:pt x="1773" y="314"/>
                  </a:lnTo>
                  <a:lnTo>
                    <a:pt x="1775" y="314"/>
                  </a:lnTo>
                  <a:lnTo>
                    <a:pt x="1777" y="314"/>
                  </a:lnTo>
                  <a:lnTo>
                    <a:pt x="1778" y="312"/>
                  </a:lnTo>
                  <a:lnTo>
                    <a:pt x="1778" y="310"/>
                  </a:lnTo>
                  <a:lnTo>
                    <a:pt x="1778" y="307"/>
                  </a:lnTo>
                  <a:lnTo>
                    <a:pt x="1777" y="306"/>
                  </a:lnTo>
                  <a:lnTo>
                    <a:pt x="1775" y="303"/>
                  </a:lnTo>
                  <a:lnTo>
                    <a:pt x="1773" y="300"/>
                  </a:lnTo>
                  <a:lnTo>
                    <a:pt x="1773" y="297"/>
                  </a:lnTo>
                  <a:lnTo>
                    <a:pt x="1773" y="293"/>
                  </a:lnTo>
                  <a:lnTo>
                    <a:pt x="1776" y="289"/>
                  </a:lnTo>
                  <a:lnTo>
                    <a:pt x="1800" y="260"/>
                  </a:lnTo>
                  <a:lnTo>
                    <a:pt x="1801" y="258"/>
                  </a:lnTo>
                  <a:lnTo>
                    <a:pt x="1800" y="255"/>
                  </a:lnTo>
                  <a:lnTo>
                    <a:pt x="1799" y="254"/>
                  </a:lnTo>
                  <a:lnTo>
                    <a:pt x="1796" y="253"/>
                  </a:lnTo>
                  <a:close/>
                  <a:moveTo>
                    <a:pt x="148" y="239"/>
                  </a:moveTo>
                  <a:lnTo>
                    <a:pt x="269" y="239"/>
                  </a:lnTo>
                  <a:lnTo>
                    <a:pt x="255" y="255"/>
                  </a:lnTo>
                  <a:lnTo>
                    <a:pt x="162" y="255"/>
                  </a:lnTo>
                  <a:lnTo>
                    <a:pt x="162" y="376"/>
                  </a:lnTo>
                  <a:lnTo>
                    <a:pt x="277" y="376"/>
                  </a:lnTo>
                  <a:lnTo>
                    <a:pt x="277" y="372"/>
                  </a:lnTo>
                  <a:lnTo>
                    <a:pt x="277" y="362"/>
                  </a:lnTo>
                  <a:lnTo>
                    <a:pt x="277" y="348"/>
                  </a:lnTo>
                  <a:lnTo>
                    <a:pt x="277" y="281"/>
                  </a:lnTo>
                  <a:lnTo>
                    <a:pt x="291" y="264"/>
                  </a:lnTo>
                  <a:lnTo>
                    <a:pt x="291" y="393"/>
                  </a:lnTo>
                  <a:lnTo>
                    <a:pt x="148" y="393"/>
                  </a:lnTo>
                  <a:lnTo>
                    <a:pt x="148" y="239"/>
                  </a:lnTo>
                  <a:close/>
                  <a:moveTo>
                    <a:pt x="2389" y="237"/>
                  </a:moveTo>
                  <a:lnTo>
                    <a:pt x="2610" y="237"/>
                  </a:lnTo>
                  <a:lnTo>
                    <a:pt x="2614" y="237"/>
                  </a:lnTo>
                  <a:lnTo>
                    <a:pt x="2617" y="239"/>
                  </a:lnTo>
                  <a:lnTo>
                    <a:pt x="2618" y="241"/>
                  </a:lnTo>
                  <a:lnTo>
                    <a:pt x="2619" y="244"/>
                  </a:lnTo>
                  <a:lnTo>
                    <a:pt x="2619" y="253"/>
                  </a:lnTo>
                  <a:lnTo>
                    <a:pt x="2618" y="255"/>
                  </a:lnTo>
                  <a:lnTo>
                    <a:pt x="2617" y="258"/>
                  </a:lnTo>
                  <a:lnTo>
                    <a:pt x="2614" y="259"/>
                  </a:lnTo>
                  <a:lnTo>
                    <a:pt x="2610" y="260"/>
                  </a:lnTo>
                  <a:lnTo>
                    <a:pt x="2389" y="260"/>
                  </a:lnTo>
                  <a:lnTo>
                    <a:pt x="2385" y="259"/>
                  </a:lnTo>
                  <a:lnTo>
                    <a:pt x="2382" y="258"/>
                  </a:lnTo>
                  <a:lnTo>
                    <a:pt x="2381" y="255"/>
                  </a:lnTo>
                  <a:lnTo>
                    <a:pt x="2380" y="253"/>
                  </a:lnTo>
                  <a:lnTo>
                    <a:pt x="2380" y="244"/>
                  </a:lnTo>
                  <a:lnTo>
                    <a:pt x="2381" y="241"/>
                  </a:lnTo>
                  <a:lnTo>
                    <a:pt x="2382" y="239"/>
                  </a:lnTo>
                  <a:lnTo>
                    <a:pt x="2385" y="237"/>
                  </a:lnTo>
                  <a:lnTo>
                    <a:pt x="2389" y="237"/>
                  </a:lnTo>
                  <a:close/>
                  <a:moveTo>
                    <a:pt x="1423" y="236"/>
                  </a:moveTo>
                  <a:lnTo>
                    <a:pt x="1423" y="361"/>
                  </a:lnTo>
                  <a:lnTo>
                    <a:pt x="1496" y="389"/>
                  </a:lnTo>
                  <a:lnTo>
                    <a:pt x="1525" y="330"/>
                  </a:lnTo>
                  <a:lnTo>
                    <a:pt x="1524" y="324"/>
                  </a:lnTo>
                  <a:lnTo>
                    <a:pt x="1524" y="317"/>
                  </a:lnTo>
                  <a:lnTo>
                    <a:pt x="1525" y="311"/>
                  </a:lnTo>
                  <a:lnTo>
                    <a:pt x="1529" y="307"/>
                  </a:lnTo>
                  <a:lnTo>
                    <a:pt x="1533" y="303"/>
                  </a:lnTo>
                  <a:lnTo>
                    <a:pt x="1537" y="301"/>
                  </a:lnTo>
                  <a:lnTo>
                    <a:pt x="1542" y="300"/>
                  </a:lnTo>
                  <a:lnTo>
                    <a:pt x="1533" y="312"/>
                  </a:lnTo>
                  <a:lnTo>
                    <a:pt x="1537" y="329"/>
                  </a:lnTo>
                  <a:lnTo>
                    <a:pt x="1553" y="328"/>
                  </a:lnTo>
                  <a:lnTo>
                    <a:pt x="1562" y="314"/>
                  </a:lnTo>
                  <a:lnTo>
                    <a:pt x="1563" y="319"/>
                  </a:lnTo>
                  <a:lnTo>
                    <a:pt x="1563" y="324"/>
                  </a:lnTo>
                  <a:lnTo>
                    <a:pt x="1561" y="329"/>
                  </a:lnTo>
                  <a:lnTo>
                    <a:pt x="1558" y="333"/>
                  </a:lnTo>
                  <a:lnTo>
                    <a:pt x="1554" y="337"/>
                  </a:lnTo>
                  <a:lnTo>
                    <a:pt x="1551" y="339"/>
                  </a:lnTo>
                  <a:lnTo>
                    <a:pt x="1547" y="340"/>
                  </a:lnTo>
                  <a:lnTo>
                    <a:pt x="1519" y="398"/>
                  </a:lnTo>
                  <a:lnTo>
                    <a:pt x="1577" y="421"/>
                  </a:lnTo>
                  <a:lnTo>
                    <a:pt x="1577" y="284"/>
                  </a:lnTo>
                  <a:lnTo>
                    <a:pt x="1423" y="236"/>
                  </a:lnTo>
                  <a:close/>
                  <a:moveTo>
                    <a:pt x="1798" y="236"/>
                  </a:moveTo>
                  <a:lnTo>
                    <a:pt x="1810" y="251"/>
                  </a:lnTo>
                  <a:lnTo>
                    <a:pt x="1827" y="265"/>
                  </a:lnTo>
                  <a:lnTo>
                    <a:pt x="1845" y="275"/>
                  </a:lnTo>
                  <a:lnTo>
                    <a:pt x="1809" y="316"/>
                  </a:lnTo>
                  <a:lnTo>
                    <a:pt x="1800" y="324"/>
                  </a:lnTo>
                  <a:lnTo>
                    <a:pt x="1789" y="328"/>
                  </a:lnTo>
                  <a:lnTo>
                    <a:pt x="1776" y="326"/>
                  </a:lnTo>
                  <a:lnTo>
                    <a:pt x="1766" y="320"/>
                  </a:lnTo>
                  <a:lnTo>
                    <a:pt x="1758" y="311"/>
                  </a:lnTo>
                  <a:lnTo>
                    <a:pt x="1754" y="300"/>
                  </a:lnTo>
                  <a:lnTo>
                    <a:pt x="1756" y="288"/>
                  </a:lnTo>
                  <a:lnTo>
                    <a:pt x="1762" y="277"/>
                  </a:lnTo>
                  <a:lnTo>
                    <a:pt x="1798" y="236"/>
                  </a:lnTo>
                  <a:close/>
                  <a:moveTo>
                    <a:pt x="887" y="230"/>
                  </a:moveTo>
                  <a:lnTo>
                    <a:pt x="884" y="231"/>
                  </a:lnTo>
                  <a:lnTo>
                    <a:pt x="882" y="232"/>
                  </a:lnTo>
                  <a:lnTo>
                    <a:pt x="881" y="236"/>
                  </a:lnTo>
                  <a:lnTo>
                    <a:pt x="872" y="339"/>
                  </a:lnTo>
                  <a:lnTo>
                    <a:pt x="873" y="342"/>
                  </a:lnTo>
                  <a:lnTo>
                    <a:pt x="874" y="344"/>
                  </a:lnTo>
                  <a:lnTo>
                    <a:pt x="878" y="345"/>
                  </a:lnTo>
                  <a:lnTo>
                    <a:pt x="881" y="345"/>
                  </a:lnTo>
                  <a:lnTo>
                    <a:pt x="883" y="343"/>
                  </a:lnTo>
                  <a:lnTo>
                    <a:pt x="884" y="340"/>
                  </a:lnTo>
                  <a:lnTo>
                    <a:pt x="893" y="237"/>
                  </a:lnTo>
                  <a:lnTo>
                    <a:pt x="892" y="233"/>
                  </a:lnTo>
                  <a:lnTo>
                    <a:pt x="891" y="231"/>
                  </a:lnTo>
                  <a:lnTo>
                    <a:pt x="887" y="230"/>
                  </a:lnTo>
                  <a:close/>
                  <a:moveTo>
                    <a:pt x="808" y="230"/>
                  </a:moveTo>
                  <a:lnTo>
                    <a:pt x="804" y="231"/>
                  </a:lnTo>
                  <a:lnTo>
                    <a:pt x="803" y="233"/>
                  </a:lnTo>
                  <a:lnTo>
                    <a:pt x="802" y="237"/>
                  </a:lnTo>
                  <a:lnTo>
                    <a:pt x="811" y="340"/>
                  </a:lnTo>
                  <a:lnTo>
                    <a:pt x="812" y="343"/>
                  </a:lnTo>
                  <a:lnTo>
                    <a:pt x="814" y="345"/>
                  </a:lnTo>
                  <a:lnTo>
                    <a:pt x="817" y="345"/>
                  </a:lnTo>
                  <a:lnTo>
                    <a:pt x="821" y="344"/>
                  </a:lnTo>
                  <a:lnTo>
                    <a:pt x="822" y="342"/>
                  </a:lnTo>
                  <a:lnTo>
                    <a:pt x="823" y="339"/>
                  </a:lnTo>
                  <a:lnTo>
                    <a:pt x="814" y="236"/>
                  </a:lnTo>
                  <a:lnTo>
                    <a:pt x="813" y="232"/>
                  </a:lnTo>
                  <a:lnTo>
                    <a:pt x="811" y="231"/>
                  </a:lnTo>
                  <a:lnTo>
                    <a:pt x="808" y="230"/>
                  </a:lnTo>
                  <a:close/>
                  <a:moveTo>
                    <a:pt x="847" y="230"/>
                  </a:moveTo>
                  <a:lnTo>
                    <a:pt x="844" y="231"/>
                  </a:lnTo>
                  <a:lnTo>
                    <a:pt x="842" y="233"/>
                  </a:lnTo>
                  <a:lnTo>
                    <a:pt x="841" y="236"/>
                  </a:lnTo>
                  <a:lnTo>
                    <a:pt x="841" y="339"/>
                  </a:lnTo>
                  <a:lnTo>
                    <a:pt x="842" y="343"/>
                  </a:lnTo>
                  <a:lnTo>
                    <a:pt x="844" y="345"/>
                  </a:lnTo>
                  <a:lnTo>
                    <a:pt x="847" y="345"/>
                  </a:lnTo>
                  <a:lnTo>
                    <a:pt x="850" y="345"/>
                  </a:lnTo>
                  <a:lnTo>
                    <a:pt x="853" y="343"/>
                  </a:lnTo>
                  <a:lnTo>
                    <a:pt x="854" y="339"/>
                  </a:lnTo>
                  <a:lnTo>
                    <a:pt x="854" y="236"/>
                  </a:lnTo>
                  <a:lnTo>
                    <a:pt x="853" y="233"/>
                  </a:lnTo>
                  <a:lnTo>
                    <a:pt x="850" y="231"/>
                  </a:lnTo>
                  <a:lnTo>
                    <a:pt x="847" y="230"/>
                  </a:lnTo>
                  <a:close/>
                  <a:moveTo>
                    <a:pt x="306" y="227"/>
                  </a:moveTo>
                  <a:lnTo>
                    <a:pt x="288" y="247"/>
                  </a:lnTo>
                  <a:lnTo>
                    <a:pt x="272" y="269"/>
                  </a:lnTo>
                  <a:lnTo>
                    <a:pt x="258" y="288"/>
                  </a:lnTo>
                  <a:lnTo>
                    <a:pt x="246" y="307"/>
                  </a:lnTo>
                  <a:lnTo>
                    <a:pt x="236" y="323"/>
                  </a:lnTo>
                  <a:lnTo>
                    <a:pt x="230" y="335"/>
                  </a:lnTo>
                  <a:lnTo>
                    <a:pt x="226" y="343"/>
                  </a:lnTo>
                  <a:lnTo>
                    <a:pt x="225" y="345"/>
                  </a:lnTo>
                  <a:lnTo>
                    <a:pt x="223" y="347"/>
                  </a:lnTo>
                  <a:lnTo>
                    <a:pt x="222" y="348"/>
                  </a:lnTo>
                  <a:lnTo>
                    <a:pt x="220" y="349"/>
                  </a:lnTo>
                  <a:lnTo>
                    <a:pt x="217" y="352"/>
                  </a:lnTo>
                  <a:lnTo>
                    <a:pt x="214" y="354"/>
                  </a:lnTo>
                  <a:lnTo>
                    <a:pt x="212" y="357"/>
                  </a:lnTo>
                  <a:lnTo>
                    <a:pt x="209" y="359"/>
                  </a:lnTo>
                  <a:lnTo>
                    <a:pt x="207" y="361"/>
                  </a:lnTo>
                  <a:lnTo>
                    <a:pt x="206" y="362"/>
                  </a:lnTo>
                  <a:lnTo>
                    <a:pt x="206" y="362"/>
                  </a:lnTo>
                  <a:lnTo>
                    <a:pt x="198" y="340"/>
                  </a:lnTo>
                  <a:lnTo>
                    <a:pt x="192" y="324"/>
                  </a:lnTo>
                  <a:lnTo>
                    <a:pt x="186" y="314"/>
                  </a:lnTo>
                  <a:lnTo>
                    <a:pt x="181" y="309"/>
                  </a:lnTo>
                  <a:lnTo>
                    <a:pt x="179" y="306"/>
                  </a:lnTo>
                  <a:lnTo>
                    <a:pt x="176" y="305"/>
                  </a:lnTo>
                  <a:lnTo>
                    <a:pt x="175" y="305"/>
                  </a:lnTo>
                  <a:lnTo>
                    <a:pt x="184" y="296"/>
                  </a:lnTo>
                  <a:lnTo>
                    <a:pt x="192" y="293"/>
                  </a:lnTo>
                  <a:lnTo>
                    <a:pt x="199" y="296"/>
                  </a:lnTo>
                  <a:lnTo>
                    <a:pt x="204" y="302"/>
                  </a:lnTo>
                  <a:lnTo>
                    <a:pt x="208" y="309"/>
                  </a:lnTo>
                  <a:lnTo>
                    <a:pt x="212" y="316"/>
                  </a:lnTo>
                  <a:lnTo>
                    <a:pt x="213" y="321"/>
                  </a:lnTo>
                  <a:lnTo>
                    <a:pt x="213" y="323"/>
                  </a:lnTo>
                  <a:lnTo>
                    <a:pt x="235" y="292"/>
                  </a:lnTo>
                  <a:lnTo>
                    <a:pt x="255" y="269"/>
                  </a:lnTo>
                  <a:lnTo>
                    <a:pt x="272" y="251"/>
                  </a:lnTo>
                  <a:lnTo>
                    <a:pt x="286" y="240"/>
                  </a:lnTo>
                  <a:lnTo>
                    <a:pt x="297" y="232"/>
                  </a:lnTo>
                  <a:lnTo>
                    <a:pt x="304" y="228"/>
                  </a:lnTo>
                  <a:lnTo>
                    <a:pt x="306" y="227"/>
                  </a:lnTo>
                  <a:close/>
                  <a:moveTo>
                    <a:pt x="776" y="219"/>
                  </a:moveTo>
                  <a:lnTo>
                    <a:pt x="919" y="219"/>
                  </a:lnTo>
                  <a:lnTo>
                    <a:pt x="903" y="348"/>
                  </a:lnTo>
                  <a:lnTo>
                    <a:pt x="900" y="357"/>
                  </a:lnTo>
                  <a:lnTo>
                    <a:pt x="893" y="363"/>
                  </a:lnTo>
                  <a:lnTo>
                    <a:pt x="883" y="366"/>
                  </a:lnTo>
                  <a:lnTo>
                    <a:pt x="812" y="366"/>
                  </a:lnTo>
                  <a:lnTo>
                    <a:pt x="802" y="363"/>
                  </a:lnTo>
                  <a:lnTo>
                    <a:pt x="794" y="357"/>
                  </a:lnTo>
                  <a:lnTo>
                    <a:pt x="791" y="348"/>
                  </a:lnTo>
                  <a:lnTo>
                    <a:pt x="776" y="219"/>
                  </a:lnTo>
                  <a:close/>
                  <a:moveTo>
                    <a:pt x="3030" y="216"/>
                  </a:moveTo>
                  <a:lnTo>
                    <a:pt x="3033" y="218"/>
                  </a:lnTo>
                  <a:lnTo>
                    <a:pt x="3039" y="221"/>
                  </a:lnTo>
                  <a:lnTo>
                    <a:pt x="3047" y="225"/>
                  </a:lnTo>
                  <a:lnTo>
                    <a:pt x="3059" y="226"/>
                  </a:lnTo>
                  <a:lnTo>
                    <a:pt x="3067" y="226"/>
                  </a:lnTo>
                  <a:lnTo>
                    <a:pt x="3073" y="226"/>
                  </a:lnTo>
                  <a:lnTo>
                    <a:pt x="3076" y="228"/>
                  </a:lnTo>
                  <a:lnTo>
                    <a:pt x="3080" y="231"/>
                  </a:lnTo>
                  <a:lnTo>
                    <a:pt x="3081" y="236"/>
                  </a:lnTo>
                  <a:lnTo>
                    <a:pt x="3083" y="241"/>
                  </a:lnTo>
                  <a:lnTo>
                    <a:pt x="3083" y="253"/>
                  </a:lnTo>
                  <a:lnTo>
                    <a:pt x="3084" y="263"/>
                  </a:lnTo>
                  <a:lnTo>
                    <a:pt x="3088" y="270"/>
                  </a:lnTo>
                  <a:lnTo>
                    <a:pt x="3092" y="275"/>
                  </a:lnTo>
                  <a:lnTo>
                    <a:pt x="3093" y="278"/>
                  </a:lnTo>
                  <a:lnTo>
                    <a:pt x="3090" y="278"/>
                  </a:lnTo>
                  <a:lnTo>
                    <a:pt x="3085" y="275"/>
                  </a:lnTo>
                  <a:lnTo>
                    <a:pt x="3078" y="272"/>
                  </a:lnTo>
                  <a:lnTo>
                    <a:pt x="3073" y="267"/>
                  </a:lnTo>
                  <a:lnTo>
                    <a:pt x="3046" y="237"/>
                  </a:lnTo>
                  <a:lnTo>
                    <a:pt x="3042" y="232"/>
                  </a:lnTo>
                  <a:lnTo>
                    <a:pt x="3038" y="227"/>
                  </a:lnTo>
                  <a:lnTo>
                    <a:pt x="3033" y="222"/>
                  </a:lnTo>
                  <a:lnTo>
                    <a:pt x="3030" y="218"/>
                  </a:lnTo>
                  <a:lnTo>
                    <a:pt x="3030" y="216"/>
                  </a:lnTo>
                  <a:close/>
                  <a:moveTo>
                    <a:pt x="1405" y="213"/>
                  </a:moveTo>
                  <a:lnTo>
                    <a:pt x="1594" y="272"/>
                  </a:lnTo>
                  <a:lnTo>
                    <a:pt x="1594" y="445"/>
                  </a:lnTo>
                  <a:lnTo>
                    <a:pt x="1405" y="372"/>
                  </a:lnTo>
                  <a:lnTo>
                    <a:pt x="1405" y="213"/>
                  </a:lnTo>
                  <a:close/>
                  <a:moveTo>
                    <a:pt x="504" y="208"/>
                  </a:moveTo>
                  <a:lnTo>
                    <a:pt x="516" y="211"/>
                  </a:lnTo>
                  <a:lnTo>
                    <a:pt x="528" y="214"/>
                  </a:lnTo>
                  <a:lnTo>
                    <a:pt x="538" y="222"/>
                  </a:lnTo>
                  <a:lnTo>
                    <a:pt x="541" y="225"/>
                  </a:lnTo>
                  <a:lnTo>
                    <a:pt x="546" y="230"/>
                  </a:lnTo>
                  <a:lnTo>
                    <a:pt x="553" y="237"/>
                  </a:lnTo>
                  <a:lnTo>
                    <a:pt x="561" y="246"/>
                  </a:lnTo>
                  <a:lnTo>
                    <a:pt x="569" y="254"/>
                  </a:lnTo>
                  <a:lnTo>
                    <a:pt x="575" y="259"/>
                  </a:lnTo>
                  <a:lnTo>
                    <a:pt x="576" y="261"/>
                  </a:lnTo>
                  <a:lnTo>
                    <a:pt x="570" y="260"/>
                  </a:lnTo>
                  <a:lnTo>
                    <a:pt x="563" y="260"/>
                  </a:lnTo>
                  <a:lnTo>
                    <a:pt x="543" y="264"/>
                  </a:lnTo>
                  <a:lnTo>
                    <a:pt x="523" y="242"/>
                  </a:lnTo>
                  <a:lnTo>
                    <a:pt x="518" y="239"/>
                  </a:lnTo>
                  <a:lnTo>
                    <a:pt x="512" y="236"/>
                  </a:lnTo>
                  <a:lnTo>
                    <a:pt x="506" y="236"/>
                  </a:lnTo>
                  <a:lnTo>
                    <a:pt x="501" y="236"/>
                  </a:lnTo>
                  <a:lnTo>
                    <a:pt x="495" y="239"/>
                  </a:lnTo>
                  <a:lnTo>
                    <a:pt x="491" y="242"/>
                  </a:lnTo>
                  <a:lnTo>
                    <a:pt x="487" y="247"/>
                  </a:lnTo>
                  <a:lnTo>
                    <a:pt x="484" y="253"/>
                  </a:lnTo>
                  <a:lnTo>
                    <a:pt x="483" y="258"/>
                  </a:lnTo>
                  <a:lnTo>
                    <a:pt x="484" y="264"/>
                  </a:lnTo>
                  <a:lnTo>
                    <a:pt x="487" y="269"/>
                  </a:lnTo>
                  <a:lnTo>
                    <a:pt x="491" y="274"/>
                  </a:lnTo>
                  <a:lnTo>
                    <a:pt x="492" y="275"/>
                  </a:lnTo>
                  <a:lnTo>
                    <a:pt x="496" y="281"/>
                  </a:lnTo>
                  <a:lnTo>
                    <a:pt x="502" y="287"/>
                  </a:lnTo>
                  <a:lnTo>
                    <a:pt x="510" y="293"/>
                  </a:lnTo>
                  <a:lnTo>
                    <a:pt x="516" y="301"/>
                  </a:lnTo>
                  <a:lnTo>
                    <a:pt x="521" y="306"/>
                  </a:lnTo>
                  <a:lnTo>
                    <a:pt x="524" y="309"/>
                  </a:lnTo>
                  <a:lnTo>
                    <a:pt x="528" y="311"/>
                  </a:lnTo>
                  <a:lnTo>
                    <a:pt x="533" y="314"/>
                  </a:lnTo>
                  <a:lnTo>
                    <a:pt x="537" y="315"/>
                  </a:lnTo>
                  <a:lnTo>
                    <a:pt x="542" y="315"/>
                  </a:lnTo>
                  <a:lnTo>
                    <a:pt x="546" y="314"/>
                  </a:lnTo>
                  <a:lnTo>
                    <a:pt x="549" y="312"/>
                  </a:lnTo>
                  <a:lnTo>
                    <a:pt x="552" y="311"/>
                  </a:lnTo>
                  <a:lnTo>
                    <a:pt x="555" y="310"/>
                  </a:lnTo>
                  <a:lnTo>
                    <a:pt x="556" y="309"/>
                  </a:lnTo>
                  <a:lnTo>
                    <a:pt x="557" y="307"/>
                  </a:lnTo>
                  <a:lnTo>
                    <a:pt x="560" y="306"/>
                  </a:lnTo>
                  <a:lnTo>
                    <a:pt x="562" y="305"/>
                  </a:lnTo>
                  <a:lnTo>
                    <a:pt x="566" y="303"/>
                  </a:lnTo>
                  <a:lnTo>
                    <a:pt x="570" y="305"/>
                  </a:lnTo>
                  <a:lnTo>
                    <a:pt x="574" y="306"/>
                  </a:lnTo>
                  <a:lnTo>
                    <a:pt x="576" y="309"/>
                  </a:lnTo>
                  <a:lnTo>
                    <a:pt x="585" y="316"/>
                  </a:lnTo>
                  <a:lnTo>
                    <a:pt x="581" y="323"/>
                  </a:lnTo>
                  <a:lnTo>
                    <a:pt x="576" y="328"/>
                  </a:lnTo>
                  <a:lnTo>
                    <a:pt x="566" y="335"/>
                  </a:lnTo>
                  <a:lnTo>
                    <a:pt x="555" y="340"/>
                  </a:lnTo>
                  <a:lnTo>
                    <a:pt x="542" y="342"/>
                  </a:lnTo>
                  <a:lnTo>
                    <a:pt x="530" y="340"/>
                  </a:lnTo>
                  <a:lnTo>
                    <a:pt x="519" y="335"/>
                  </a:lnTo>
                  <a:lnTo>
                    <a:pt x="509" y="328"/>
                  </a:lnTo>
                  <a:lnTo>
                    <a:pt x="470" y="289"/>
                  </a:lnTo>
                  <a:lnTo>
                    <a:pt x="463" y="279"/>
                  </a:lnTo>
                  <a:lnTo>
                    <a:pt x="458" y="268"/>
                  </a:lnTo>
                  <a:lnTo>
                    <a:pt x="456" y="256"/>
                  </a:lnTo>
                  <a:lnTo>
                    <a:pt x="458" y="244"/>
                  </a:lnTo>
                  <a:lnTo>
                    <a:pt x="463" y="232"/>
                  </a:lnTo>
                  <a:lnTo>
                    <a:pt x="470" y="222"/>
                  </a:lnTo>
                  <a:lnTo>
                    <a:pt x="481" y="214"/>
                  </a:lnTo>
                  <a:lnTo>
                    <a:pt x="492" y="211"/>
                  </a:lnTo>
                  <a:lnTo>
                    <a:pt x="504" y="208"/>
                  </a:lnTo>
                  <a:close/>
                  <a:moveTo>
                    <a:pt x="784" y="190"/>
                  </a:moveTo>
                  <a:lnTo>
                    <a:pt x="911" y="190"/>
                  </a:lnTo>
                  <a:lnTo>
                    <a:pt x="916" y="191"/>
                  </a:lnTo>
                  <a:lnTo>
                    <a:pt x="920" y="193"/>
                  </a:lnTo>
                  <a:lnTo>
                    <a:pt x="924" y="195"/>
                  </a:lnTo>
                  <a:lnTo>
                    <a:pt x="925" y="199"/>
                  </a:lnTo>
                  <a:lnTo>
                    <a:pt x="926" y="204"/>
                  </a:lnTo>
                  <a:lnTo>
                    <a:pt x="926" y="209"/>
                  </a:lnTo>
                  <a:lnTo>
                    <a:pt x="768" y="209"/>
                  </a:lnTo>
                  <a:lnTo>
                    <a:pt x="768" y="204"/>
                  </a:lnTo>
                  <a:lnTo>
                    <a:pt x="770" y="199"/>
                  </a:lnTo>
                  <a:lnTo>
                    <a:pt x="771" y="195"/>
                  </a:lnTo>
                  <a:lnTo>
                    <a:pt x="775" y="193"/>
                  </a:lnTo>
                  <a:lnTo>
                    <a:pt x="779" y="191"/>
                  </a:lnTo>
                  <a:lnTo>
                    <a:pt x="784" y="190"/>
                  </a:lnTo>
                  <a:close/>
                  <a:moveTo>
                    <a:pt x="1437" y="189"/>
                  </a:moveTo>
                  <a:lnTo>
                    <a:pt x="1626" y="253"/>
                  </a:lnTo>
                  <a:lnTo>
                    <a:pt x="1626" y="412"/>
                  </a:lnTo>
                  <a:lnTo>
                    <a:pt x="1610" y="407"/>
                  </a:lnTo>
                  <a:lnTo>
                    <a:pt x="1610" y="263"/>
                  </a:lnTo>
                  <a:lnTo>
                    <a:pt x="1437" y="205"/>
                  </a:lnTo>
                  <a:lnTo>
                    <a:pt x="1437" y="189"/>
                  </a:lnTo>
                  <a:close/>
                  <a:moveTo>
                    <a:pt x="2713" y="184"/>
                  </a:moveTo>
                  <a:lnTo>
                    <a:pt x="2715" y="184"/>
                  </a:lnTo>
                  <a:lnTo>
                    <a:pt x="2718" y="186"/>
                  </a:lnTo>
                  <a:lnTo>
                    <a:pt x="2721" y="189"/>
                  </a:lnTo>
                  <a:lnTo>
                    <a:pt x="2722" y="190"/>
                  </a:lnTo>
                  <a:lnTo>
                    <a:pt x="2722" y="193"/>
                  </a:lnTo>
                  <a:lnTo>
                    <a:pt x="2722" y="195"/>
                  </a:lnTo>
                  <a:lnTo>
                    <a:pt x="2720" y="198"/>
                  </a:lnTo>
                  <a:lnTo>
                    <a:pt x="2717" y="200"/>
                  </a:lnTo>
                  <a:lnTo>
                    <a:pt x="2713" y="200"/>
                  </a:lnTo>
                  <a:lnTo>
                    <a:pt x="2713" y="184"/>
                  </a:lnTo>
                  <a:close/>
                  <a:moveTo>
                    <a:pt x="3061" y="172"/>
                  </a:moveTo>
                  <a:lnTo>
                    <a:pt x="3061" y="184"/>
                  </a:lnTo>
                  <a:lnTo>
                    <a:pt x="3190" y="184"/>
                  </a:lnTo>
                  <a:lnTo>
                    <a:pt x="3190" y="172"/>
                  </a:lnTo>
                  <a:lnTo>
                    <a:pt x="3061" y="172"/>
                  </a:lnTo>
                  <a:close/>
                  <a:moveTo>
                    <a:pt x="840" y="170"/>
                  </a:moveTo>
                  <a:lnTo>
                    <a:pt x="861" y="170"/>
                  </a:lnTo>
                  <a:lnTo>
                    <a:pt x="865" y="171"/>
                  </a:lnTo>
                  <a:lnTo>
                    <a:pt x="868" y="172"/>
                  </a:lnTo>
                  <a:lnTo>
                    <a:pt x="870" y="176"/>
                  </a:lnTo>
                  <a:lnTo>
                    <a:pt x="870" y="180"/>
                  </a:lnTo>
                  <a:lnTo>
                    <a:pt x="870" y="180"/>
                  </a:lnTo>
                  <a:lnTo>
                    <a:pt x="870" y="183"/>
                  </a:lnTo>
                  <a:lnTo>
                    <a:pt x="831" y="183"/>
                  </a:lnTo>
                  <a:lnTo>
                    <a:pt x="831" y="180"/>
                  </a:lnTo>
                  <a:lnTo>
                    <a:pt x="831" y="180"/>
                  </a:lnTo>
                  <a:lnTo>
                    <a:pt x="831" y="176"/>
                  </a:lnTo>
                  <a:lnTo>
                    <a:pt x="833" y="172"/>
                  </a:lnTo>
                  <a:lnTo>
                    <a:pt x="836" y="171"/>
                  </a:lnTo>
                  <a:lnTo>
                    <a:pt x="840" y="170"/>
                  </a:lnTo>
                  <a:close/>
                  <a:moveTo>
                    <a:pt x="1161" y="163"/>
                  </a:moveTo>
                  <a:lnTo>
                    <a:pt x="1226" y="205"/>
                  </a:lnTo>
                  <a:lnTo>
                    <a:pt x="1292" y="247"/>
                  </a:lnTo>
                  <a:lnTo>
                    <a:pt x="1028" y="247"/>
                  </a:lnTo>
                  <a:lnTo>
                    <a:pt x="1095" y="205"/>
                  </a:lnTo>
                  <a:lnTo>
                    <a:pt x="1161" y="163"/>
                  </a:lnTo>
                  <a:close/>
                  <a:moveTo>
                    <a:pt x="2706" y="158"/>
                  </a:moveTo>
                  <a:lnTo>
                    <a:pt x="2706" y="174"/>
                  </a:lnTo>
                  <a:lnTo>
                    <a:pt x="2704" y="174"/>
                  </a:lnTo>
                  <a:lnTo>
                    <a:pt x="2703" y="172"/>
                  </a:lnTo>
                  <a:lnTo>
                    <a:pt x="2701" y="171"/>
                  </a:lnTo>
                  <a:lnTo>
                    <a:pt x="2699" y="170"/>
                  </a:lnTo>
                  <a:lnTo>
                    <a:pt x="2698" y="169"/>
                  </a:lnTo>
                  <a:lnTo>
                    <a:pt x="2697" y="166"/>
                  </a:lnTo>
                  <a:lnTo>
                    <a:pt x="2698" y="163"/>
                  </a:lnTo>
                  <a:lnTo>
                    <a:pt x="2699" y="161"/>
                  </a:lnTo>
                  <a:lnTo>
                    <a:pt x="2701" y="160"/>
                  </a:lnTo>
                  <a:lnTo>
                    <a:pt x="2703" y="158"/>
                  </a:lnTo>
                  <a:lnTo>
                    <a:pt x="2706" y="158"/>
                  </a:lnTo>
                  <a:close/>
                  <a:moveTo>
                    <a:pt x="2186" y="148"/>
                  </a:moveTo>
                  <a:lnTo>
                    <a:pt x="2185" y="163"/>
                  </a:lnTo>
                  <a:lnTo>
                    <a:pt x="2187" y="163"/>
                  </a:lnTo>
                  <a:lnTo>
                    <a:pt x="2190" y="163"/>
                  </a:lnTo>
                  <a:lnTo>
                    <a:pt x="2192" y="162"/>
                  </a:lnTo>
                  <a:lnTo>
                    <a:pt x="2194" y="161"/>
                  </a:lnTo>
                  <a:lnTo>
                    <a:pt x="2195" y="158"/>
                  </a:lnTo>
                  <a:lnTo>
                    <a:pt x="2195" y="157"/>
                  </a:lnTo>
                  <a:lnTo>
                    <a:pt x="2194" y="155"/>
                  </a:lnTo>
                  <a:lnTo>
                    <a:pt x="2192" y="153"/>
                  </a:lnTo>
                  <a:lnTo>
                    <a:pt x="2190" y="151"/>
                  </a:lnTo>
                  <a:lnTo>
                    <a:pt x="2186" y="148"/>
                  </a:lnTo>
                  <a:lnTo>
                    <a:pt x="2186" y="148"/>
                  </a:lnTo>
                  <a:close/>
                  <a:moveTo>
                    <a:pt x="2706" y="147"/>
                  </a:moveTo>
                  <a:lnTo>
                    <a:pt x="2706" y="152"/>
                  </a:lnTo>
                  <a:lnTo>
                    <a:pt x="2701" y="153"/>
                  </a:lnTo>
                  <a:lnTo>
                    <a:pt x="2696" y="155"/>
                  </a:lnTo>
                  <a:lnTo>
                    <a:pt x="2692" y="157"/>
                  </a:lnTo>
                  <a:lnTo>
                    <a:pt x="2689" y="161"/>
                  </a:lnTo>
                  <a:lnTo>
                    <a:pt x="2688" y="166"/>
                  </a:lnTo>
                  <a:lnTo>
                    <a:pt x="2688" y="169"/>
                  </a:lnTo>
                  <a:lnTo>
                    <a:pt x="2689" y="171"/>
                  </a:lnTo>
                  <a:lnTo>
                    <a:pt x="2690" y="174"/>
                  </a:lnTo>
                  <a:lnTo>
                    <a:pt x="2693" y="176"/>
                  </a:lnTo>
                  <a:lnTo>
                    <a:pt x="2697" y="179"/>
                  </a:lnTo>
                  <a:lnTo>
                    <a:pt x="2702" y="180"/>
                  </a:lnTo>
                  <a:lnTo>
                    <a:pt x="2706" y="181"/>
                  </a:lnTo>
                  <a:lnTo>
                    <a:pt x="2706" y="200"/>
                  </a:lnTo>
                  <a:lnTo>
                    <a:pt x="2702" y="199"/>
                  </a:lnTo>
                  <a:lnTo>
                    <a:pt x="2698" y="197"/>
                  </a:lnTo>
                  <a:lnTo>
                    <a:pt x="2696" y="194"/>
                  </a:lnTo>
                  <a:lnTo>
                    <a:pt x="2694" y="191"/>
                  </a:lnTo>
                  <a:lnTo>
                    <a:pt x="2685" y="195"/>
                  </a:lnTo>
                  <a:lnTo>
                    <a:pt x="2688" y="198"/>
                  </a:lnTo>
                  <a:lnTo>
                    <a:pt x="2689" y="200"/>
                  </a:lnTo>
                  <a:lnTo>
                    <a:pt x="2693" y="204"/>
                  </a:lnTo>
                  <a:lnTo>
                    <a:pt x="2697" y="205"/>
                  </a:lnTo>
                  <a:lnTo>
                    <a:pt x="2702" y="207"/>
                  </a:lnTo>
                  <a:lnTo>
                    <a:pt x="2706" y="208"/>
                  </a:lnTo>
                  <a:lnTo>
                    <a:pt x="2706" y="213"/>
                  </a:lnTo>
                  <a:lnTo>
                    <a:pt x="2713" y="213"/>
                  </a:lnTo>
                  <a:lnTo>
                    <a:pt x="2713" y="208"/>
                  </a:lnTo>
                  <a:lnTo>
                    <a:pt x="2720" y="207"/>
                  </a:lnTo>
                  <a:lnTo>
                    <a:pt x="2725" y="204"/>
                  </a:lnTo>
                  <a:lnTo>
                    <a:pt x="2729" y="200"/>
                  </a:lnTo>
                  <a:lnTo>
                    <a:pt x="2731" y="197"/>
                  </a:lnTo>
                  <a:lnTo>
                    <a:pt x="2732" y="191"/>
                  </a:lnTo>
                  <a:lnTo>
                    <a:pt x="2731" y="189"/>
                  </a:lnTo>
                  <a:lnTo>
                    <a:pt x="2730" y="186"/>
                  </a:lnTo>
                  <a:lnTo>
                    <a:pt x="2730" y="185"/>
                  </a:lnTo>
                  <a:lnTo>
                    <a:pt x="2727" y="183"/>
                  </a:lnTo>
                  <a:lnTo>
                    <a:pt x="2724" y="180"/>
                  </a:lnTo>
                  <a:lnTo>
                    <a:pt x="2721" y="179"/>
                  </a:lnTo>
                  <a:lnTo>
                    <a:pt x="2718" y="177"/>
                  </a:lnTo>
                  <a:lnTo>
                    <a:pt x="2713" y="176"/>
                  </a:lnTo>
                  <a:lnTo>
                    <a:pt x="2713" y="160"/>
                  </a:lnTo>
                  <a:lnTo>
                    <a:pt x="2717" y="161"/>
                  </a:lnTo>
                  <a:lnTo>
                    <a:pt x="2720" y="163"/>
                  </a:lnTo>
                  <a:lnTo>
                    <a:pt x="2722" y="167"/>
                  </a:lnTo>
                  <a:lnTo>
                    <a:pt x="2731" y="163"/>
                  </a:lnTo>
                  <a:lnTo>
                    <a:pt x="2727" y="160"/>
                  </a:lnTo>
                  <a:lnTo>
                    <a:pt x="2724" y="156"/>
                  </a:lnTo>
                  <a:lnTo>
                    <a:pt x="2720" y="153"/>
                  </a:lnTo>
                  <a:lnTo>
                    <a:pt x="2713" y="152"/>
                  </a:lnTo>
                  <a:lnTo>
                    <a:pt x="2713" y="147"/>
                  </a:lnTo>
                  <a:lnTo>
                    <a:pt x="2706" y="147"/>
                  </a:lnTo>
                  <a:close/>
                  <a:moveTo>
                    <a:pt x="3061" y="143"/>
                  </a:moveTo>
                  <a:lnTo>
                    <a:pt x="3061" y="155"/>
                  </a:lnTo>
                  <a:lnTo>
                    <a:pt x="3190" y="155"/>
                  </a:lnTo>
                  <a:lnTo>
                    <a:pt x="3190" y="143"/>
                  </a:lnTo>
                  <a:lnTo>
                    <a:pt x="3061" y="143"/>
                  </a:lnTo>
                  <a:close/>
                  <a:moveTo>
                    <a:pt x="2696" y="137"/>
                  </a:moveTo>
                  <a:lnTo>
                    <a:pt x="2721" y="137"/>
                  </a:lnTo>
                  <a:lnTo>
                    <a:pt x="2731" y="142"/>
                  </a:lnTo>
                  <a:lnTo>
                    <a:pt x="2739" y="152"/>
                  </a:lnTo>
                  <a:lnTo>
                    <a:pt x="2745" y="163"/>
                  </a:lnTo>
                  <a:lnTo>
                    <a:pt x="2752" y="179"/>
                  </a:lnTo>
                  <a:lnTo>
                    <a:pt x="2753" y="194"/>
                  </a:lnTo>
                  <a:lnTo>
                    <a:pt x="2750" y="207"/>
                  </a:lnTo>
                  <a:lnTo>
                    <a:pt x="2743" y="216"/>
                  </a:lnTo>
                  <a:lnTo>
                    <a:pt x="2729" y="222"/>
                  </a:lnTo>
                  <a:lnTo>
                    <a:pt x="2708" y="225"/>
                  </a:lnTo>
                  <a:lnTo>
                    <a:pt x="2692" y="222"/>
                  </a:lnTo>
                  <a:lnTo>
                    <a:pt x="2679" y="218"/>
                  </a:lnTo>
                  <a:lnTo>
                    <a:pt x="2670" y="212"/>
                  </a:lnTo>
                  <a:lnTo>
                    <a:pt x="2665" y="203"/>
                  </a:lnTo>
                  <a:lnTo>
                    <a:pt x="2664" y="191"/>
                  </a:lnTo>
                  <a:lnTo>
                    <a:pt x="2666" y="179"/>
                  </a:lnTo>
                  <a:lnTo>
                    <a:pt x="2671" y="163"/>
                  </a:lnTo>
                  <a:lnTo>
                    <a:pt x="2678" y="152"/>
                  </a:lnTo>
                  <a:lnTo>
                    <a:pt x="2685" y="142"/>
                  </a:lnTo>
                  <a:lnTo>
                    <a:pt x="2696" y="137"/>
                  </a:lnTo>
                  <a:close/>
                  <a:moveTo>
                    <a:pt x="1892" y="125"/>
                  </a:moveTo>
                  <a:lnTo>
                    <a:pt x="1897" y="125"/>
                  </a:lnTo>
                  <a:lnTo>
                    <a:pt x="1899" y="128"/>
                  </a:lnTo>
                  <a:lnTo>
                    <a:pt x="1902" y="132"/>
                  </a:lnTo>
                  <a:lnTo>
                    <a:pt x="1902" y="135"/>
                  </a:lnTo>
                  <a:lnTo>
                    <a:pt x="1902" y="161"/>
                  </a:lnTo>
                  <a:lnTo>
                    <a:pt x="1929" y="161"/>
                  </a:lnTo>
                  <a:lnTo>
                    <a:pt x="1933" y="162"/>
                  </a:lnTo>
                  <a:lnTo>
                    <a:pt x="1936" y="165"/>
                  </a:lnTo>
                  <a:lnTo>
                    <a:pt x="1938" y="167"/>
                  </a:lnTo>
                  <a:lnTo>
                    <a:pt x="1939" y="171"/>
                  </a:lnTo>
                  <a:lnTo>
                    <a:pt x="1938" y="175"/>
                  </a:lnTo>
                  <a:lnTo>
                    <a:pt x="1936" y="179"/>
                  </a:lnTo>
                  <a:lnTo>
                    <a:pt x="1933" y="181"/>
                  </a:lnTo>
                  <a:lnTo>
                    <a:pt x="1929" y="181"/>
                  </a:lnTo>
                  <a:lnTo>
                    <a:pt x="1902" y="181"/>
                  </a:lnTo>
                  <a:lnTo>
                    <a:pt x="1902" y="208"/>
                  </a:lnTo>
                  <a:lnTo>
                    <a:pt x="1902" y="212"/>
                  </a:lnTo>
                  <a:lnTo>
                    <a:pt x="1899" y="214"/>
                  </a:lnTo>
                  <a:lnTo>
                    <a:pt x="1897" y="217"/>
                  </a:lnTo>
                  <a:lnTo>
                    <a:pt x="1892" y="218"/>
                  </a:lnTo>
                  <a:lnTo>
                    <a:pt x="1888" y="217"/>
                  </a:lnTo>
                  <a:lnTo>
                    <a:pt x="1885" y="214"/>
                  </a:lnTo>
                  <a:lnTo>
                    <a:pt x="1883" y="212"/>
                  </a:lnTo>
                  <a:lnTo>
                    <a:pt x="1882" y="208"/>
                  </a:lnTo>
                  <a:lnTo>
                    <a:pt x="1882" y="181"/>
                  </a:lnTo>
                  <a:lnTo>
                    <a:pt x="1856" y="181"/>
                  </a:lnTo>
                  <a:lnTo>
                    <a:pt x="1852" y="181"/>
                  </a:lnTo>
                  <a:lnTo>
                    <a:pt x="1849" y="179"/>
                  </a:lnTo>
                  <a:lnTo>
                    <a:pt x="1847" y="175"/>
                  </a:lnTo>
                  <a:lnTo>
                    <a:pt x="1846" y="171"/>
                  </a:lnTo>
                  <a:lnTo>
                    <a:pt x="1847" y="167"/>
                  </a:lnTo>
                  <a:lnTo>
                    <a:pt x="1849" y="165"/>
                  </a:lnTo>
                  <a:lnTo>
                    <a:pt x="1852" y="162"/>
                  </a:lnTo>
                  <a:lnTo>
                    <a:pt x="1856" y="161"/>
                  </a:lnTo>
                  <a:lnTo>
                    <a:pt x="1882" y="161"/>
                  </a:lnTo>
                  <a:lnTo>
                    <a:pt x="1882" y="135"/>
                  </a:lnTo>
                  <a:lnTo>
                    <a:pt x="1883" y="132"/>
                  </a:lnTo>
                  <a:lnTo>
                    <a:pt x="1885" y="128"/>
                  </a:lnTo>
                  <a:lnTo>
                    <a:pt x="1888" y="125"/>
                  </a:lnTo>
                  <a:lnTo>
                    <a:pt x="1892" y="125"/>
                  </a:lnTo>
                  <a:close/>
                  <a:moveTo>
                    <a:pt x="2696" y="123"/>
                  </a:moveTo>
                  <a:lnTo>
                    <a:pt x="2721" y="123"/>
                  </a:lnTo>
                  <a:lnTo>
                    <a:pt x="2721" y="133"/>
                  </a:lnTo>
                  <a:lnTo>
                    <a:pt x="2696" y="133"/>
                  </a:lnTo>
                  <a:lnTo>
                    <a:pt x="2696" y="123"/>
                  </a:lnTo>
                  <a:close/>
                  <a:moveTo>
                    <a:pt x="2178" y="121"/>
                  </a:moveTo>
                  <a:lnTo>
                    <a:pt x="2176" y="121"/>
                  </a:lnTo>
                  <a:lnTo>
                    <a:pt x="2173" y="123"/>
                  </a:lnTo>
                  <a:lnTo>
                    <a:pt x="2172" y="124"/>
                  </a:lnTo>
                  <a:lnTo>
                    <a:pt x="2171" y="126"/>
                  </a:lnTo>
                  <a:lnTo>
                    <a:pt x="2172" y="129"/>
                  </a:lnTo>
                  <a:lnTo>
                    <a:pt x="2173" y="132"/>
                  </a:lnTo>
                  <a:lnTo>
                    <a:pt x="2175" y="133"/>
                  </a:lnTo>
                  <a:lnTo>
                    <a:pt x="2177" y="134"/>
                  </a:lnTo>
                  <a:lnTo>
                    <a:pt x="2178" y="135"/>
                  </a:lnTo>
                  <a:lnTo>
                    <a:pt x="2180" y="135"/>
                  </a:lnTo>
                  <a:lnTo>
                    <a:pt x="2181" y="121"/>
                  </a:lnTo>
                  <a:lnTo>
                    <a:pt x="2178" y="121"/>
                  </a:lnTo>
                  <a:close/>
                  <a:moveTo>
                    <a:pt x="2083" y="116"/>
                  </a:moveTo>
                  <a:lnTo>
                    <a:pt x="2083" y="204"/>
                  </a:lnTo>
                  <a:lnTo>
                    <a:pt x="2101" y="198"/>
                  </a:lnTo>
                  <a:lnTo>
                    <a:pt x="2120" y="197"/>
                  </a:lnTo>
                  <a:lnTo>
                    <a:pt x="2138" y="200"/>
                  </a:lnTo>
                  <a:lnTo>
                    <a:pt x="2157" y="207"/>
                  </a:lnTo>
                  <a:lnTo>
                    <a:pt x="2176" y="214"/>
                  </a:lnTo>
                  <a:lnTo>
                    <a:pt x="2194" y="222"/>
                  </a:lnTo>
                  <a:lnTo>
                    <a:pt x="2212" y="230"/>
                  </a:lnTo>
                  <a:lnTo>
                    <a:pt x="2229" y="233"/>
                  </a:lnTo>
                  <a:lnTo>
                    <a:pt x="2246" y="232"/>
                  </a:lnTo>
                  <a:lnTo>
                    <a:pt x="2261" y="226"/>
                  </a:lnTo>
                  <a:lnTo>
                    <a:pt x="2261" y="239"/>
                  </a:lnTo>
                  <a:lnTo>
                    <a:pt x="2248" y="251"/>
                  </a:lnTo>
                  <a:lnTo>
                    <a:pt x="2234" y="259"/>
                  </a:lnTo>
                  <a:lnTo>
                    <a:pt x="2219" y="260"/>
                  </a:lnTo>
                  <a:lnTo>
                    <a:pt x="2204" y="258"/>
                  </a:lnTo>
                  <a:lnTo>
                    <a:pt x="2187" y="253"/>
                  </a:lnTo>
                  <a:lnTo>
                    <a:pt x="2171" y="246"/>
                  </a:lnTo>
                  <a:lnTo>
                    <a:pt x="2154" y="239"/>
                  </a:lnTo>
                  <a:lnTo>
                    <a:pt x="2136" y="231"/>
                  </a:lnTo>
                  <a:lnTo>
                    <a:pt x="2119" y="226"/>
                  </a:lnTo>
                  <a:lnTo>
                    <a:pt x="2102" y="223"/>
                  </a:lnTo>
                  <a:lnTo>
                    <a:pt x="2085" y="225"/>
                  </a:lnTo>
                  <a:lnTo>
                    <a:pt x="2069" y="232"/>
                  </a:lnTo>
                  <a:lnTo>
                    <a:pt x="2069" y="123"/>
                  </a:lnTo>
                  <a:lnTo>
                    <a:pt x="2077" y="119"/>
                  </a:lnTo>
                  <a:lnTo>
                    <a:pt x="2083" y="116"/>
                  </a:lnTo>
                  <a:close/>
                  <a:moveTo>
                    <a:pt x="3061" y="114"/>
                  </a:moveTo>
                  <a:lnTo>
                    <a:pt x="3061" y="125"/>
                  </a:lnTo>
                  <a:lnTo>
                    <a:pt x="3190" y="125"/>
                  </a:lnTo>
                  <a:lnTo>
                    <a:pt x="3190" y="114"/>
                  </a:lnTo>
                  <a:lnTo>
                    <a:pt x="3061" y="114"/>
                  </a:lnTo>
                  <a:close/>
                  <a:moveTo>
                    <a:pt x="2181" y="111"/>
                  </a:moveTo>
                  <a:lnTo>
                    <a:pt x="2190" y="112"/>
                  </a:lnTo>
                  <a:lnTo>
                    <a:pt x="2189" y="118"/>
                  </a:lnTo>
                  <a:lnTo>
                    <a:pt x="2194" y="120"/>
                  </a:lnTo>
                  <a:lnTo>
                    <a:pt x="2199" y="123"/>
                  </a:lnTo>
                  <a:lnTo>
                    <a:pt x="2203" y="126"/>
                  </a:lnTo>
                  <a:lnTo>
                    <a:pt x="2205" y="132"/>
                  </a:lnTo>
                  <a:lnTo>
                    <a:pt x="2196" y="133"/>
                  </a:lnTo>
                  <a:lnTo>
                    <a:pt x="2194" y="129"/>
                  </a:lnTo>
                  <a:lnTo>
                    <a:pt x="2191" y="126"/>
                  </a:lnTo>
                  <a:lnTo>
                    <a:pt x="2189" y="124"/>
                  </a:lnTo>
                  <a:lnTo>
                    <a:pt x="2187" y="140"/>
                  </a:lnTo>
                  <a:lnTo>
                    <a:pt x="2192" y="143"/>
                  </a:lnTo>
                  <a:lnTo>
                    <a:pt x="2194" y="144"/>
                  </a:lnTo>
                  <a:lnTo>
                    <a:pt x="2196" y="147"/>
                  </a:lnTo>
                  <a:lnTo>
                    <a:pt x="2200" y="149"/>
                  </a:lnTo>
                  <a:lnTo>
                    <a:pt x="2201" y="152"/>
                  </a:lnTo>
                  <a:lnTo>
                    <a:pt x="2203" y="153"/>
                  </a:lnTo>
                  <a:lnTo>
                    <a:pt x="2204" y="156"/>
                  </a:lnTo>
                  <a:lnTo>
                    <a:pt x="2204" y="160"/>
                  </a:lnTo>
                  <a:lnTo>
                    <a:pt x="2203" y="163"/>
                  </a:lnTo>
                  <a:lnTo>
                    <a:pt x="2200" y="167"/>
                  </a:lnTo>
                  <a:lnTo>
                    <a:pt x="2196" y="170"/>
                  </a:lnTo>
                  <a:lnTo>
                    <a:pt x="2191" y="171"/>
                  </a:lnTo>
                  <a:lnTo>
                    <a:pt x="2187" y="171"/>
                  </a:lnTo>
                  <a:lnTo>
                    <a:pt x="2185" y="170"/>
                  </a:lnTo>
                  <a:lnTo>
                    <a:pt x="2184" y="176"/>
                  </a:lnTo>
                  <a:lnTo>
                    <a:pt x="2176" y="174"/>
                  </a:lnTo>
                  <a:lnTo>
                    <a:pt x="2176" y="169"/>
                  </a:lnTo>
                  <a:lnTo>
                    <a:pt x="2172" y="166"/>
                  </a:lnTo>
                  <a:lnTo>
                    <a:pt x="2168" y="165"/>
                  </a:lnTo>
                  <a:lnTo>
                    <a:pt x="2164" y="162"/>
                  </a:lnTo>
                  <a:lnTo>
                    <a:pt x="2161" y="158"/>
                  </a:lnTo>
                  <a:lnTo>
                    <a:pt x="2158" y="155"/>
                  </a:lnTo>
                  <a:lnTo>
                    <a:pt x="2157" y="152"/>
                  </a:lnTo>
                  <a:lnTo>
                    <a:pt x="2166" y="151"/>
                  </a:lnTo>
                  <a:lnTo>
                    <a:pt x="2167" y="153"/>
                  </a:lnTo>
                  <a:lnTo>
                    <a:pt x="2170" y="156"/>
                  </a:lnTo>
                  <a:lnTo>
                    <a:pt x="2172" y="160"/>
                  </a:lnTo>
                  <a:lnTo>
                    <a:pt x="2177" y="162"/>
                  </a:lnTo>
                  <a:lnTo>
                    <a:pt x="2178" y="143"/>
                  </a:lnTo>
                  <a:lnTo>
                    <a:pt x="2175" y="142"/>
                  </a:lnTo>
                  <a:lnTo>
                    <a:pt x="2170" y="138"/>
                  </a:lnTo>
                  <a:lnTo>
                    <a:pt x="2166" y="135"/>
                  </a:lnTo>
                  <a:lnTo>
                    <a:pt x="2163" y="132"/>
                  </a:lnTo>
                  <a:lnTo>
                    <a:pt x="2162" y="130"/>
                  </a:lnTo>
                  <a:lnTo>
                    <a:pt x="2162" y="128"/>
                  </a:lnTo>
                  <a:lnTo>
                    <a:pt x="2162" y="124"/>
                  </a:lnTo>
                  <a:lnTo>
                    <a:pt x="2163" y="121"/>
                  </a:lnTo>
                  <a:lnTo>
                    <a:pt x="2164" y="119"/>
                  </a:lnTo>
                  <a:lnTo>
                    <a:pt x="2168" y="116"/>
                  </a:lnTo>
                  <a:lnTo>
                    <a:pt x="2172" y="115"/>
                  </a:lnTo>
                  <a:lnTo>
                    <a:pt x="2176" y="115"/>
                  </a:lnTo>
                  <a:lnTo>
                    <a:pt x="2181" y="115"/>
                  </a:lnTo>
                  <a:lnTo>
                    <a:pt x="2181" y="111"/>
                  </a:lnTo>
                  <a:close/>
                  <a:moveTo>
                    <a:pt x="2185" y="101"/>
                  </a:moveTo>
                  <a:lnTo>
                    <a:pt x="2172" y="101"/>
                  </a:lnTo>
                  <a:lnTo>
                    <a:pt x="2162" y="109"/>
                  </a:lnTo>
                  <a:lnTo>
                    <a:pt x="2153" y="120"/>
                  </a:lnTo>
                  <a:lnTo>
                    <a:pt x="2149" y="135"/>
                  </a:lnTo>
                  <a:lnTo>
                    <a:pt x="2150" y="152"/>
                  </a:lnTo>
                  <a:lnTo>
                    <a:pt x="2157" y="167"/>
                  </a:lnTo>
                  <a:lnTo>
                    <a:pt x="2166" y="179"/>
                  </a:lnTo>
                  <a:lnTo>
                    <a:pt x="2178" y="185"/>
                  </a:lnTo>
                  <a:lnTo>
                    <a:pt x="2191" y="185"/>
                  </a:lnTo>
                  <a:lnTo>
                    <a:pt x="2201" y="179"/>
                  </a:lnTo>
                  <a:lnTo>
                    <a:pt x="2209" y="166"/>
                  </a:lnTo>
                  <a:lnTo>
                    <a:pt x="2213" y="151"/>
                  </a:lnTo>
                  <a:lnTo>
                    <a:pt x="2213" y="133"/>
                  </a:lnTo>
                  <a:lnTo>
                    <a:pt x="2206" y="118"/>
                  </a:lnTo>
                  <a:lnTo>
                    <a:pt x="2198" y="106"/>
                  </a:lnTo>
                  <a:lnTo>
                    <a:pt x="2185" y="101"/>
                  </a:lnTo>
                  <a:close/>
                  <a:moveTo>
                    <a:pt x="1884" y="98"/>
                  </a:moveTo>
                  <a:lnTo>
                    <a:pt x="1865" y="102"/>
                  </a:lnTo>
                  <a:lnTo>
                    <a:pt x="1849" y="111"/>
                  </a:lnTo>
                  <a:lnTo>
                    <a:pt x="1835" y="124"/>
                  </a:lnTo>
                  <a:lnTo>
                    <a:pt x="1824" y="140"/>
                  </a:lnTo>
                  <a:lnTo>
                    <a:pt x="1818" y="158"/>
                  </a:lnTo>
                  <a:lnTo>
                    <a:pt x="1817" y="179"/>
                  </a:lnTo>
                  <a:lnTo>
                    <a:pt x="1822" y="198"/>
                  </a:lnTo>
                  <a:lnTo>
                    <a:pt x="1831" y="214"/>
                  </a:lnTo>
                  <a:lnTo>
                    <a:pt x="1843" y="228"/>
                  </a:lnTo>
                  <a:lnTo>
                    <a:pt x="1859" y="239"/>
                  </a:lnTo>
                  <a:lnTo>
                    <a:pt x="1878" y="245"/>
                  </a:lnTo>
                  <a:lnTo>
                    <a:pt x="1897" y="246"/>
                  </a:lnTo>
                  <a:lnTo>
                    <a:pt x="1916" y="241"/>
                  </a:lnTo>
                  <a:lnTo>
                    <a:pt x="1934" y="232"/>
                  </a:lnTo>
                  <a:lnTo>
                    <a:pt x="1948" y="219"/>
                  </a:lnTo>
                  <a:lnTo>
                    <a:pt x="1958" y="204"/>
                  </a:lnTo>
                  <a:lnTo>
                    <a:pt x="1963" y="185"/>
                  </a:lnTo>
                  <a:lnTo>
                    <a:pt x="1964" y="166"/>
                  </a:lnTo>
                  <a:lnTo>
                    <a:pt x="1961" y="147"/>
                  </a:lnTo>
                  <a:lnTo>
                    <a:pt x="1952" y="129"/>
                  </a:lnTo>
                  <a:lnTo>
                    <a:pt x="1939" y="115"/>
                  </a:lnTo>
                  <a:lnTo>
                    <a:pt x="1922" y="105"/>
                  </a:lnTo>
                  <a:lnTo>
                    <a:pt x="1905" y="100"/>
                  </a:lnTo>
                  <a:lnTo>
                    <a:pt x="1884" y="98"/>
                  </a:lnTo>
                  <a:close/>
                  <a:moveTo>
                    <a:pt x="36" y="95"/>
                  </a:moveTo>
                  <a:lnTo>
                    <a:pt x="36" y="95"/>
                  </a:lnTo>
                  <a:lnTo>
                    <a:pt x="39" y="98"/>
                  </a:lnTo>
                  <a:lnTo>
                    <a:pt x="39" y="98"/>
                  </a:lnTo>
                  <a:lnTo>
                    <a:pt x="39" y="100"/>
                  </a:lnTo>
                  <a:lnTo>
                    <a:pt x="36" y="101"/>
                  </a:lnTo>
                  <a:lnTo>
                    <a:pt x="43" y="109"/>
                  </a:lnTo>
                  <a:lnTo>
                    <a:pt x="50" y="114"/>
                  </a:lnTo>
                  <a:lnTo>
                    <a:pt x="60" y="115"/>
                  </a:lnTo>
                  <a:lnTo>
                    <a:pt x="69" y="114"/>
                  </a:lnTo>
                  <a:lnTo>
                    <a:pt x="78" y="109"/>
                  </a:lnTo>
                  <a:lnTo>
                    <a:pt x="85" y="101"/>
                  </a:lnTo>
                  <a:lnTo>
                    <a:pt x="82" y="100"/>
                  </a:lnTo>
                  <a:lnTo>
                    <a:pt x="81" y="98"/>
                  </a:lnTo>
                  <a:lnTo>
                    <a:pt x="81" y="98"/>
                  </a:lnTo>
                  <a:lnTo>
                    <a:pt x="83" y="95"/>
                  </a:lnTo>
                  <a:lnTo>
                    <a:pt x="85" y="95"/>
                  </a:lnTo>
                  <a:lnTo>
                    <a:pt x="85" y="95"/>
                  </a:lnTo>
                  <a:lnTo>
                    <a:pt x="95" y="101"/>
                  </a:lnTo>
                  <a:lnTo>
                    <a:pt x="95" y="102"/>
                  </a:lnTo>
                  <a:lnTo>
                    <a:pt x="95" y="102"/>
                  </a:lnTo>
                  <a:lnTo>
                    <a:pt x="92" y="106"/>
                  </a:lnTo>
                  <a:lnTo>
                    <a:pt x="92" y="106"/>
                  </a:lnTo>
                  <a:lnTo>
                    <a:pt x="91" y="106"/>
                  </a:lnTo>
                  <a:lnTo>
                    <a:pt x="90" y="105"/>
                  </a:lnTo>
                  <a:lnTo>
                    <a:pt x="82" y="114"/>
                  </a:lnTo>
                  <a:lnTo>
                    <a:pt x="72" y="119"/>
                  </a:lnTo>
                  <a:lnTo>
                    <a:pt x="60" y="121"/>
                  </a:lnTo>
                  <a:lnTo>
                    <a:pt x="49" y="119"/>
                  </a:lnTo>
                  <a:lnTo>
                    <a:pt x="39" y="114"/>
                  </a:lnTo>
                  <a:lnTo>
                    <a:pt x="31" y="105"/>
                  </a:lnTo>
                  <a:lnTo>
                    <a:pt x="28" y="106"/>
                  </a:lnTo>
                  <a:lnTo>
                    <a:pt x="28" y="106"/>
                  </a:lnTo>
                  <a:lnTo>
                    <a:pt x="27" y="106"/>
                  </a:lnTo>
                  <a:lnTo>
                    <a:pt x="25" y="102"/>
                  </a:lnTo>
                  <a:lnTo>
                    <a:pt x="25" y="102"/>
                  </a:lnTo>
                  <a:lnTo>
                    <a:pt x="26" y="101"/>
                  </a:lnTo>
                  <a:lnTo>
                    <a:pt x="35" y="95"/>
                  </a:lnTo>
                  <a:lnTo>
                    <a:pt x="36" y="95"/>
                  </a:lnTo>
                  <a:close/>
                  <a:moveTo>
                    <a:pt x="2710" y="93"/>
                  </a:moveTo>
                  <a:lnTo>
                    <a:pt x="2712" y="95"/>
                  </a:lnTo>
                  <a:lnTo>
                    <a:pt x="2715" y="96"/>
                  </a:lnTo>
                  <a:lnTo>
                    <a:pt x="2717" y="98"/>
                  </a:lnTo>
                  <a:lnTo>
                    <a:pt x="2720" y="101"/>
                  </a:lnTo>
                  <a:lnTo>
                    <a:pt x="2721" y="102"/>
                  </a:lnTo>
                  <a:lnTo>
                    <a:pt x="2724" y="102"/>
                  </a:lnTo>
                  <a:lnTo>
                    <a:pt x="2726" y="101"/>
                  </a:lnTo>
                  <a:lnTo>
                    <a:pt x="2729" y="100"/>
                  </a:lnTo>
                  <a:lnTo>
                    <a:pt x="2731" y="97"/>
                  </a:lnTo>
                  <a:lnTo>
                    <a:pt x="2734" y="95"/>
                  </a:lnTo>
                  <a:lnTo>
                    <a:pt x="2738" y="93"/>
                  </a:lnTo>
                  <a:lnTo>
                    <a:pt x="2722" y="120"/>
                  </a:lnTo>
                  <a:lnTo>
                    <a:pt x="2696" y="120"/>
                  </a:lnTo>
                  <a:lnTo>
                    <a:pt x="2680" y="93"/>
                  </a:lnTo>
                  <a:lnTo>
                    <a:pt x="2683" y="95"/>
                  </a:lnTo>
                  <a:lnTo>
                    <a:pt x="2685" y="96"/>
                  </a:lnTo>
                  <a:lnTo>
                    <a:pt x="2687" y="98"/>
                  </a:lnTo>
                  <a:lnTo>
                    <a:pt x="2689" y="101"/>
                  </a:lnTo>
                  <a:lnTo>
                    <a:pt x="2692" y="102"/>
                  </a:lnTo>
                  <a:lnTo>
                    <a:pt x="2694" y="102"/>
                  </a:lnTo>
                  <a:lnTo>
                    <a:pt x="2697" y="101"/>
                  </a:lnTo>
                  <a:lnTo>
                    <a:pt x="2699" y="100"/>
                  </a:lnTo>
                  <a:lnTo>
                    <a:pt x="2702" y="97"/>
                  </a:lnTo>
                  <a:lnTo>
                    <a:pt x="2704" y="96"/>
                  </a:lnTo>
                  <a:lnTo>
                    <a:pt x="2707" y="93"/>
                  </a:lnTo>
                  <a:lnTo>
                    <a:pt x="2710" y="93"/>
                  </a:lnTo>
                  <a:close/>
                  <a:moveTo>
                    <a:pt x="1883" y="73"/>
                  </a:moveTo>
                  <a:lnTo>
                    <a:pt x="1908" y="74"/>
                  </a:lnTo>
                  <a:lnTo>
                    <a:pt x="1933" y="83"/>
                  </a:lnTo>
                  <a:lnTo>
                    <a:pt x="1954" y="96"/>
                  </a:lnTo>
                  <a:lnTo>
                    <a:pt x="1972" y="115"/>
                  </a:lnTo>
                  <a:lnTo>
                    <a:pt x="1984" y="138"/>
                  </a:lnTo>
                  <a:lnTo>
                    <a:pt x="1990" y="163"/>
                  </a:lnTo>
                  <a:lnTo>
                    <a:pt x="1989" y="189"/>
                  </a:lnTo>
                  <a:lnTo>
                    <a:pt x="1981" y="214"/>
                  </a:lnTo>
                  <a:lnTo>
                    <a:pt x="1967" y="236"/>
                  </a:lnTo>
                  <a:lnTo>
                    <a:pt x="1948" y="254"/>
                  </a:lnTo>
                  <a:lnTo>
                    <a:pt x="1925" y="265"/>
                  </a:lnTo>
                  <a:lnTo>
                    <a:pt x="1899" y="270"/>
                  </a:lnTo>
                  <a:lnTo>
                    <a:pt x="1873" y="269"/>
                  </a:lnTo>
                  <a:lnTo>
                    <a:pt x="1849" y="261"/>
                  </a:lnTo>
                  <a:lnTo>
                    <a:pt x="1827" y="247"/>
                  </a:lnTo>
                  <a:lnTo>
                    <a:pt x="1810" y="230"/>
                  </a:lnTo>
                  <a:lnTo>
                    <a:pt x="1798" y="207"/>
                  </a:lnTo>
                  <a:lnTo>
                    <a:pt x="1793" y="181"/>
                  </a:lnTo>
                  <a:lnTo>
                    <a:pt x="1794" y="155"/>
                  </a:lnTo>
                  <a:lnTo>
                    <a:pt x="1801" y="130"/>
                  </a:lnTo>
                  <a:lnTo>
                    <a:pt x="1815" y="109"/>
                  </a:lnTo>
                  <a:lnTo>
                    <a:pt x="1835" y="91"/>
                  </a:lnTo>
                  <a:lnTo>
                    <a:pt x="1857" y="79"/>
                  </a:lnTo>
                  <a:lnTo>
                    <a:pt x="1883" y="73"/>
                  </a:lnTo>
                  <a:close/>
                  <a:moveTo>
                    <a:pt x="2126" y="70"/>
                  </a:moveTo>
                  <a:lnTo>
                    <a:pt x="2145" y="74"/>
                  </a:lnTo>
                  <a:lnTo>
                    <a:pt x="2164" y="81"/>
                  </a:lnTo>
                  <a:lnTo>
                    <a:pt x="2184" y="90"/>
                  </a:lnTo>
                  <a:lnTo>
                    <a:pt x="2199" y="96"/>
                  </a:lnTo>
                  <a:lnTo>
                    <a:pt x="2215" y="102"/>
                  </a:lnTo>
                  <a:lnTo>
                    <a:pt x="2229" y="106"/>
                  </a:lnTo>
                  <a:lnTo>
                    <a:pt x="2245" y="107"/>
                  </a:lnTo>
                  <a:lnTo>
                    <a:pt x="2257" y="106"/>
                  </a:lnTo>
                  <a:lnTo>
                    <a:pt x="2270" y="98"/>
                  </a:lnTo>
                  <a:lnTo>
                    <a:pt x="2283" y="86"/>
                  </a:lnTo>
                  <a:lnTo>
                    <a:pt x="2283" y="195"/>
                  </a:lnTo>
                  <a:lnTo>
                    <a:pt x="2270" y="208"/>
                  </a:lnTo>
                  <a:lnTo>
                    <a:pt x="2257" y="214"/>
                  </a:lnTo>
                  <a:lnTo>
                    <a:pt x="2245" y="217"/>
                  </a:lnTo>
                  <a:lnTo>
                    <a:pt x="2229" y="216"/>
                  </a:lnTo>
                  <a:lnTo>
                    <a:pt x="2215" y="212"/>
                  </a:lnTo>
                  <a:lnTo>
                    <a:pt x="2199" y="205"/>
                  </a:lnTo>
                  <a:lnTo>
                    <a:pt x="2184" y="198"/>
                  </a:lnTo>
                  <a:lnTo>
                    <a:pt x="2164" y="190"/>
                  </a:lnTo>
                  <a:lnTo>
                    <a:pt x="2145" y="184"/>
                  </a:lnTo>
                  <a:lnTo>
                    <a:pt x="2126" y="180"/>
                  </a:lnTo>
                  <a:lnTo>
                    <a:pt x="2108" y="181"/>
                  </a:lnTo>
                  <a:lnTo>
                    <a:pt x="2091" y="189"/>
                  </a:lnTo>
                  <a:lnTo>
                    <a:pt x="2091" y="79"/>
                  </a:lnTo>
                  <a:lnTo>
                    <a:pt x="2108" y="72"/>
                  </a:lnTo>
                  <a:lnTo>
                    <a:pt x="2126" y="70"/>
                  </a:lnTo>
                  <a:close/>
                  <a:moveTo>
                    <a:pt x="2795" y="59"/>
                  </a:moveTo>
                  <a:lnTo>
                    <a:pt x="2803" y="59"/>
                  </a:lnTo>
                  <a:lnTo>
                    <a:pt x="2806" y="65"/>
                  </a:lnTo>
                  <a:lnTo>
                    <a:pt x="2803" y="73"/>
                  </a:lnTo>
                  <a:lnTo>
                    <a:pt x="2795" y="73"/>
                  </a:lnTo>
                  <a:lnTo>
                    <a:pt x="2791" y="65"/>
                  </a:lnTo>
                  <a:lnTo>
                    <a:pt x="2795" y="59"/>
                  </a:lnTo>
                  <a:close/>
                  <a:moveTo>
                    <a:pt x="3047" y="59"/>
                  </a:moveTo>
                  <a:lnTo>
                    <a:pt x="3048" y="59"/>
                  </a:lnTo>
                  <a:lnTo>
                    <a:pt x="3048" y="68"/>
                  </a:lnTo>
                  <a:lnTo>
                    <a:pt x="3050" y="73"/>
                  </a:lnTo>
                  <a:lnTo>
                    <a:pt x="3051" y="78"/>
                  </a:lnTo>
                  <a:lnTo>
                    <a:pt x="3055" y="82"/>
                  </a:lnTo>
                  <a:lnTo>
                    <a:pt x="3059" y="86"/>
                  </a:lnTo>
                  <a:lnTo>
                    <a:pt x="3062" y="87"/>
                  </a:lnTo>
                  <a:lnTo>
                    <a:pt x="3067" y="88"/>
                  </a:lnTo>
                  <a:lnTo>
                    <a:pt x="3074" y="87"/>
                  </a:lnTo>
                  <a:lnTo>
                    <a:pt x="3079" y="84"/>
                  </a:lnTo>
                  <a:lnTo>
                    <a:pt x="3083" y="81"/>
                  </a:lnTo>
                  <a:lnTo>
                    <a:pt x="3085" y="76"/>
                  </a:lnTo>
                  <a:lnTo>
                    <a:pt x="3087" y="70"/>
                  </a:lnTo>
                  <a:lnTo>
                    <a:pt x="3088" y="76"/>
                  </a:lnTo>
                  <a:lnTo>
                    <a:pt x="3092" y="81"/>
                  </a:lnTo>
                  <a:lnTo>
                    <a:pt x="3095" y="84"/>
                  </a:lnTo>
                  <a:lnTo>
                    <a:pt x="3101" y="87"/>
                  </a:lnTo>
                  <a:lnTo>
                    <a:pt x="3106" y="88"/>
                  </a:lnTo>
                  <a:lnTo>
                    <a:pt x="3112" y="87"/>
                  </a:lnTo>
                  <a:lnTo>
                    <a:pt x="3117" y="84"/>
                  </a:lnTo>
                  <a:lnTo>
                    <a:pt x="3121" y="81"/>
                  </a:lnTo>
                  <a:lnTo>
                    <a:pt x="3123" y="76"/>
                  </a:lnTo>
                  <a:lnTo>
                    <a:pt x="3125" y="70"/>
                  </a:lnTo>
                  <a:lnTo>
                    <a:pt x="3126" y="76"/>
                  </a:lnTo>
                  <a:lnTo>
                    <a:pt x="3129" y="81"/>
                  </a:lnTo>
                  <a:lnTo>
                    <a:pt x="3134" y="84"/>
                  </a:lnTo>
                  <a:lnTo>
                    <a:pt x="3139" y="87"/>
                  </a:lnTo>
                  <a:lnTo>
                    <a:pt x="3144" y="88"/>
                  </a:lnTo>
                  <a:lnTo>
                    <a:pt x="3150" y="87"/>
                  </a:lnTo>
                  <a:lnTo>
                    <a:pt x="3155" y="84"/>
                  </a:lnTo>
                  <a:lnTo>
                    <a:pt x="3159" y="81"/>
                  </a:lnTo>
                  <a:lnTo>
                    <a:pt x="3162" y="76"/>
                  </a:lnTo>
                  <a:lnTo>
                    <a:pt x="3163" y="70"/>
                  </a:lnTo>
                  <a:lnTo>
                    <a:pt x="3164" y="76"/>
                  </a:lnTo>
                  <a:lnTo>
                    <a:pt x="3167" y="81"/>
                  </a:lnTo>
                  <a:lnTo>
                    <a:pt x="3172" y="84"/>
                  </a:lnTo>
                  <a:lnTo>
                    <a:pt x="3177" y="87"/>
                  </a:lnTo>
                  <a:lnTo>
                    <a:pt x="3182" y="88"/>
                  </a:lnTo>
                  <a:lnTo>
                    <a:pt x="3187" y="87"/>
                  </a:lnTo>
                  <a:lnTo>
                    <a:pt x="3192" y="86"/>
                  </a:lnTo>
                  <a:lnTo>
                    <a:pt x="3196" y="82"/>
                  </a:lnTo>
                  <a:lnTo>
                    <a:pt x="3199" y="78"/>
                  </a:lnTo>
                  <a:lnTo>
                    <a:pt x="3201" y="73"/>
                  </a:lnTo>
                  <a:lnTo>
                    <a:pt x="3201" y="68"/>
                  </a:lnTo>
                  <a:lnTo>
                    <a:pt x="3201" y="59"/>
                  </a:lnTo>
                  <a:lnTo>
                    <a:pt x="3204" y="59"/>
                  </a:lnTo>
                  <a:lnTo>
                    <a:pt x="3209" y="60"/>
                  </a:lnTo>
                  <a:lnTo>
                    <a:pt x="3213" y="62"/>
                  </a:lnTo>
                  <a:lnTo>
                    <a:pt x="3216" y="65"/>
                  </a:lnTo>
                  <a:lnTo>
                    <a:pt x="3218" y="69"/>
                  </a:lnTo>
                  <a:lnTo>
                    <a:pt x="3219" y="74"/>
                  </a:lnTo>
                  <a:lnTo>
                    <a:pt x="3219" y="264"/>
                  </a:lnTo>
                  <a:lnTo>
                    <a:pt x="3218" y="269"/>
                  </a:lnTo>
                  <a:lnTo>
                    <a:pt x="3216" y="273"/>
                  </a:lnTo>
                  <a:lnTo>
                    <a:pt x="3213" y="277"/>
                  </a:lnTo>
                  <a:lnTo>
                    <a:pt x="3209" y="279"/>
                  </a:lnTo>
                  <a:lnTo>
                    <a:pt x="3204" y="279"/>
                  </a:lnTo>
                  <a:lnTo>
                    <a:pt x="3112" y="279"/>
                  </a:lnTo>
                  <a:lnTo>
                    <a:pt x="3107" y="279"/>
                  </a:lnTo>
                  <a:lnTo>
                    <a:pt x="3103" y="277"/>
                  </a:lnTo>
                  <a:lnTo>
                    <a:pt x="3099" y="273"/>
                  </a:lnTo>
                  <a:lnTo>
                    <a:pt x="3097" y="269"/>
                  </a:lnTo>
                  <a:lnTo>
                    <a:pt x="3095" y="264"/>
                  </a:lnTo>
                  <a:lnTo>
                    <a:pt x="3095" y="228"/>
                  </a:lnTo>
                  <a:lnTo>
                    <a:pt x="3094" y="223"/>
                  </a:lnTo>
                  <a:lnTo>
                    <a:pt x="3092" y="219"/>
                  </a:lnTo>
                  <a:lnTo>
                    <a:pt x="3088" y="217"/>
                  </a:lnTo>
                  <a:lnTo>
                    <a:pt x="3084" y="214"/>
                  </a:lnTo>
                  <a:lnTo>
                    <a:pt x="3079" y="213"/>
                  </a:lnTo>
                  <a:lnTo>
                    <a:pt x="3047" y="214"/>
                  </a:lnTo>
                  <a:lnTo>
                    <a:pt x="3042" y="213"/>
                  </a:lnTo>
                  <a:lnTo>
                    <a:pt x="3037" y="211"/>
                  </a:lnTo>
                  <a:lnTo>
                    <a:pt x="3034" y="208"/>
                  </a:lnTo>
                  <a:lnTo>
                    <a:pt x="3032" y="204"/>
                  </a:lnTo>
                  <a:lnTo>
                    <a:pt x="3030" y="199"/>
                  </a:lnTo>
                  <a:lnTo>
                    <a:pt x="3030" y="74"/>
                  </a:lnTo>
                  <a:lnTo>
                    <a:pt x="3032" y="69"/>
                  </a:lnTo>
                  <a:lnTo>
                    <a:pt x="3034" y="65"/>
                  </a:lnTo>
                  <a:lnTo>
                    <a:pt x="3037" y="62"/>
                  </a:lnTo>
                  <a:lnTo>
                    <a:pt x="3042" y="60"/>
                  </a:lnTo>
                  <a:lnTo>
                    <a:pt x="3047" y="59"/>
                  </a:lnTo>
                  <a:close/>
                  <a:moveTo>
                    <a:pt x="83" y="59"/>
                  </a:moveTo>
                  <a:lnTo>
                    <a:pt x="87" y="59"/>
                  </a:lnTo>
                  <a:lnTo>
                    <a:pt x="90" y="62"/>
                  </a:lnTo>
                  <a:lnTo>
                    <a:pt x="91" y="64"/>
                  </a:lnTo>
                  <a:lnTo>
                    <a:pt x="92" y="68"/>
                  </a:lnTo>
                  <a:lnTo>
                    <a:pt x="91" y="70"/>
                  </a:lnTo>
                  <a:lnTo>
                    <a:pt x="90" y="74"/>
                  </a:lnTo>
                  <a:lnTo>
                    <a:pt x="87" y="76"/>
                  </a:lnTo>
                  <a:lnTo>
                    <a:pt x="83" y="77"/>
                  </a:lnTo>
                  <a:lnTo>
                    <a:pt x="79" y="76"/>
                  </a:lnTo>
                  <a:lnTo>
                    <a:pt x="77" y="74"/>
                  </a:lnTo>
                  <a:lnTo>
                    <a:pt x="74" y="70"/>
                  </a:lnTo>
                  <a:lnTo>
                    <a:pt x="74" y="68"/>
                  </a:lnTo>
                  <a:lnTo>
                    <a:pt x="74" y="64"/>
                  </a:lnTo>
                  <a:lnTo>
                    <a:pt x="77" y="62"/>
                  </a:lnTo>
                  <a:lnTo>
                    <a:pt x="79" y="59"/>
                  </a:lnTo>
                  <a:lnTo>
                    <a:pt x="83" y="59"/>
                  </a:lnTo>
                  <a:close/>
                  <a:moveTo>
                    <a:pt x="37" y="59"/>
                  </a:moveTo>
                  <a:lnTo>
                    <a:pt x="41" y="59"/>
                  </a:lnTo>
                  <a:lnTo>
                    <a:pt x="44" y="62"/>
                  </a:lnTo>
                  <a:lnTo>
                    <a:pt x="45" y="64"/>
                  </a:lnTo>
                  <a:lnTo>
                    <a:pt x="46" y="68"/>
                  </a:lnTo>
                  <a:lnTo>
                    <a:pt x="45" y="70"/>
                  </a:lnTo>
                  <a:lnTo>
                    <a:pt x="44" y="74"/>
                  </a:lnTo>
                  <a:lnTo>
                    <a:pt x="41" y="76"/>
                  </a:lnTo>
                  <a:lnTo>
                    <a:pt x="37" y="77"/>
                  </a:lnTo>
                  <a:lnTo>
                    <a:pt x="34" y="76"/>
                  </a:lnTo>
                  <a:lnTo>
                    <a:pt x="31" y="74"/>
                  </a:lnTo>
                  <a:lnTo>
                    <a:pt x="28" y="70"/>
                  </a:lnTo>
                  <a:lnTo>
                    <a:pt x="28" y="68"/>
                  </a:lnTo>
                  <a:lnTo>
                    <a:pt x="28" y="64"/>
                  </a:lnTo>
                  <a:lnTo>
                    <a:pt x="31" y="62"/>
                  </a:lnTo>
                  <a:lnTo>
                    <a:pt x="34" y="59"/>
                  </a:lnTo>
                  <a:lnTo>
                    <a:pt x="37" y="59"/>
                  </a:lnTo>
                  <a:close/>
                  <a:moveTo>
                    <a:pt x="2829" y="55"/>
                  </a:moveTo>
                  <a:lnTo>
                    <a:pt x="2834" y="55"/>
                  </a:lnTo>
                  <a:lnTo>
                    <a:pt x="2838" y="58"/>
                  </a:lnTo>
                  <a:lnTo>
                    <a:pt x="2841" y="60"/>
                  </a:lnTo>
                  <a:lnTo>
                    <a:pt x="2842" y="64"/>
                  </a:lnTo>
                  <a:lnTo>
                    <a:pt x="2862" y="166"/>
                  </a:lnTo>
                  <a:lnTo>
                    <a:pt x="2862" y="171"/>
                  </a:lnTo>
                  <a:lnTo>
                    <a:pt x="2861" y="175"/>
                  </a:lnTo>
                  <a:lnTo>
                    <a:pt x="2857" y="177"/>
                  </a:lnTo>
                  <a:lnTo>
                    <a:pt x="2853" y="179"/>
                  </a:lnTo>
                  <a:lnTo>
                    <a:pt x="2850" y="179"/>
                  </a:lnTo>
                  <a:lnTo>
                    <a:pt x="2846" y="177"/>
                  </a:lnTo>
                  <a:lnTo>
                    <a:pt x="2842" y="175"/>
                  </a:lnTo>
                  <a:lnTo>
                    <a:pt x="2841" y="171"/>
                  </a:lnTo>
                  <a:lnTo>
                    <a:pt x="2834" y="134"/>
                  </a:lnTo>
                  <a:lnTo>
                    <a:pt x="2834" y="293"/>
                  </a:lnTo>
                  <a:lnTo>
                    <a:pt x="2808" y="198"/>
                  </a:lnTo>
                  <a:lnTo>
                    <a:pt x="2794" y="198"/>
                  </a:lnTo>
                  <a:lnTo>
                    <a:pt x="2764" y="293"/>
                  </a:lnTo>
                  <a:lnTo>
                    <a:pt x="2764" y="78"/>
                  </a:lnTo>
                  <a:lnTo>
                    <a:pt x="2682" y="78"/>
                  </a:lnTo>
                  <a:lnTo>
                    <a:pt x="2678" y="77"/>
                  </a:lnTo>
                  <a:lnTo>
                    <a:pt x="2674" y="74"/>
                  </a:lnTo>
                  <a:lnTo>
                    <a:pt x="2671" y="72"/>
                  </a:lnTo>
                  <a:lnTo>
                    <a:pt x="2670" y="67"/>
                  </a:lnTo>
                  <a:lnTo>
                    <a:pt x="2671" y="63"/>
                  </a:lnTo>
                  <a:lnTo>
                    <a:pt x="2674" y="59"/>
                  </a:lnTo>
                  <a:lnTo>
                    <a:pt x="2678" y="56"/>
                  </a:lnTo>
                  <a:lnTo>
                    <a:pt x="2682" y="56"/>
                  </a:lnTo>
                  <a:lnTo>
                    <a:pt x="2764" y="56"/>
                  </a:lnTo>
                  <a:lnTo>
                    <a:pt x="2764" y="56"/>
                  </a:lnTo>
                  <a:lnTo>
                    <a:pt x="2781" y="56"/>
                  </a:lnTo>
                  <a:lnTo>
                    <a:pt x="2794" y="92"/>
                  </a:lnTo>
                  <a:lnTo>
                    <a:pt x="2795" y="74"/>
                  </a:lnTo>
                  <a:lnTo>
                    <a:pt x="2803" y="74"/>
                  </a:lnTo>
                  <a:lnTo>
                    <a:pt x="2804" y="90"/>
                  </a:lnTo>
                  <a:lnTo>
                    <a:pt x="2814" y="56"/>
                  </a:lnTo>
                  <a:lnTo>
                    <a:pt x="2828" y="56"/>
                  </a:lnTo>
                  <a:lnTo>
                    <a:pt x="2829" y="55"/>
                  </a:lnTo>
                  <a:close/>
                  <a:moveTo>
                    <a:pt x="3182" y="31"/>
                  </a:moveTo>
                  <a:lnTo>
                    <a:pt x="3185" y="31"/>
                  </a:lnTo>
                  <a:lnTo>
                    <a:pt x="3187" y="32"/>
                  </a:lnTo>
                  <a:lnTo>
                    <a:pt x="3188" y="35"/>
                  </a:lnTo>
                  <a:lnTo>
                    <a:pt x="3190" y="37"/>
                  </a:lnTo>
                  <a:lnTo>
                    <a:pt x="3190" y="68"/>
                  </a:lnTo>
                  <a:lnTo>
                    <a:pt x="3188" y="72"/>
                  </a:lnTo>
                  <a:lnTo>
                    <a:pt x="3187" y="73"/>
                  </a:lnTo>
                  <a:lnTo>
                    <a:pt x="3185" y="76"/>
                  </a:lnTo>
                  <a:lnTo>
                    <a:pt x="3182" y="76"/>
                  </a:lnTo>
                  <a:lnTo>
                    <a:pt x="3180" y="76"/>
                  </a:lnTo>
                  <a:lnTo>
                    <a:pt x="3177" y="73"/>
                  </a:lnTo>
                  <a:lnTo>
                    <a:pt x="3176" y="72"/>
                  </a:lnTo>
                  <a:lnTo>
                    <a:pt x="3176" y="68"/>
                  </a:lnTo>
                  <a:lnTo>
                    <a:pt x="3176" y="37"/>
                  </a:lnTo>
                  <a:lnTo>
                    <a:pt x="3176" y="35"/>
                  </a:lnTo>
                  <a:lnTo>
                    <a:pt x="3177" y="32"/>
                  </a:lnTo>
                  <a:lnTo>
                    <a:pt x="3180" y="31"/>
                  </a:lnTo>
                  <a:lnTo>
                    <a:pt x="3182" y="31"/>
                  </a:lnTo>
                  <a:close/>
                  <a:moveTo>
                    <a:pt x="3144" y="31"/>
                  </a:moveTo>
                  <a:lnTo>
                    <a:pt x="3146" y="31"/>
                  </a:lnTo>
                  <a:lnTo>
                    <a:pt x="3149" y="32"/>
                  </a:lnTo>
                  <a:lnTo>
                    <a:pt x="3150" y="35"/>
                  </a:lnTo>
                  <a:lnTo>
                    <a:pt x="3151" y="37"/>
                  </a:lnTo>
                  <a:lnTo>
                    <a:pt x="3151" y="68"/>
                  </a:lnTo>
                  <a:lnTo>
                    <a:pt x="3150" y="72"/>
                  </a:lnTo>
                  <a:lnTo>
                    <a:pt x="3149" y="73"/>
                  </a:lnTo>
                  <a:lnTo>
                    <a:pt x="3146" y="76"/>
                  </a:lnTo>
                  <a:lnTo>
                    <a:pt x="3144" y="76"/>
                  </a:lnTo>
                  <a:lnTo>
                    <a:pt x="3141" y="76"/>
                  </a:lnTo>
                  <a:lnTo>
                    <a:pt x="3139" y="73"/>
                  </a:lnTo>
                  <a:lnTo>
                    <a:pt x="3137" y="72"/>
                  </a:lnTo>
                  <a:lnTo>
                    <a:pt x="3137" y="68"/>
                  </a:lnTo>
                  <a:lnTo>
                    <a:pt x="3137" y="37"/>
                  </a:lnTo>
                  <a:lnTo>
                    <a:pt x="3137" y="35"/>
                  </a:lnTo>
                  <a:lnTo>
                    <a:pt x="3139" y="32"/>
                  </a:lnTo>
                  <a:lnTo>
                    <a:pt x="3141" y="31"/>
                  </a:lnTo>
                  <a:lnTo>
                    <a:pt x="3144" y="31"/>
                  </a:lnTo>
                  <a:close/>
                  <a:moveTo>
                    <a:pt x="3106" y="31"/>
                  </a:moveTo>
                  <a:lnTo>
                    <a:pt x="3108" y="31"/>
                  </a:lnTo>
                  <a:lnTo>
                    <a:pt x="3111" y="32"/>
                  </a:lnTo>
                  <a:lnTo>
                    <a:pt x="3112" y="35"/>
                  </a:lnTo>
                  <a:lnTo>
                    <a:pt x="3113" y="37"/>
                  </a:lnTo>
                  <a:lnTo>
                    <a:pt x="3113" y="68"/>
                  </a:lnTo>
                  <a:lnTo>
                    <a:pt x="3112" y="72"/>
                  </a:lnTo>
                  <a:lnTo>
                    <a:pt x="3111" y="73"/>
                  </a:lnTo>
                  <a:lnTo>
                    <a:pt x="3108" y="76"/>
                  </a:lnTo>
                  <a:lnTo>
                    <a:pt x="3106" y="76"/>
                  </a:lnTo>
                  <a:lnTo>
                    <a:pt x="3103" y="76"/>
                  </a:lnTo>
                  <a:lnTo>
                    <a:pt x="3101" y="73"/>
                  </a:lnTo>
                  <a:lnTo>
                    <a:pt x="3099" y="72"/>
                  </a:lnTo>
                  <a:lnTo>
                    <a:pt x="3099" y="68"/>
                  </a:lnTo>
                  <a:lnTo>
                    <a:pt x="3099" y="37"/>
                  </a:lnTo>
                  <a:lnTo>
                    <a:pt x="3099" y="35"/>
                  </a:lnTo>
                  <a:lnTo>
                    <a:pt x="3101" y="32"/>
                  </a:lnTo>
                  <a:lnTo>
                    <a:pt x="3103" y="31"/>
                  </a:lnTo>
                  <a:lnTo>
                    <a:pt x="3106" y="31"/>
                  </a:lnTo>
                  <a:close/>
                  <a:moveTo>
                    <a:pt x="3067" y="31"/>
                  </a:moveTo>
                  <a:lnTo>
                    <a:pt x="3070" y="31"/>
                  </a:lnTo>
                  <a:lnTo>
                    <a:pt x="3073" y="32"/>
                  </a:lnTo>
                  <a:lnTo>
                    <a:pt x="3074" y="35"/>
                  </a:lnTo>
                  <a:lnTo>
                    <a:pt x="3075" y="37"/>
                  </a:lnTo>
                  <a:lnTo>
                    <a:pt x="3075" y="68"/>
                  </a:lnTo>
                  <a:lnTo>
                    <a:pt x="3074" y="72"/>
                  </a:lnTo>
                  <a:lnTo>
                    <a:pt x="3073" y="73"/>
                  </a:lnTo>
                  <a:lnTo>
                    <a:pt x="3070" y="76"/>
                  </a:lnTo>
                  <a:lnTo>
                    <a:pt x="3067" y="76"/>
                  </a:lnTo>
                  <a:lnTo>
                    <a:pt x="3065" y="76"/>
                  </a:lnTo>
                  <a:lnTo>
                    <a:pt x="3062" y="73"/>
                  </a:lnTo>
                  <a:lnTo>
                    <a:pt x="3061" y="72"/>
                  </a:lnTo>
                  <a:lnTo>
                    <a:pt x="3061" y="68"/>
                  </a:lnTo>
                  <a:lnTo>
                    <a:pt x="3061" y="37"/>
                  </a:lnTo>
                  <a:lnTo>
                    <a:pt x="3061" y="35"/>
                  </a:lnTo>
                  <a:lnTo>
                    <a:pt x="3062" y="32"/>
                  </a:lnTo>
                  <a:lnTo>
                    <a:pt x="3065" y="31"/>
                  </a:lnTo>
                  <a:lnTo>
                    <a:pt x="3067" y="31"/>
                  </a:lnTo>
                  <a:close/>
                  <a:moveTo>
                    <a:pt x="2494" y="30"/>
                  </a:moveTo>
                  <a:lnTo>
                    <a:pt x="2576" y="92"/>
                  </a:lnTo>
                  <a:lnTo>
                    <a:pt x="2534" y="95"/>
                  </a:lnTo>
                  <a:lnTo>
                    <a:pt x="2550" y="129"/>
                  </a:lnTo>
                  <a:lnTo>
                    <a:pt x="2538" y="135"/>
                  </a:lnTo>
                  <a:lnTo>
                    <a:pt x="2521" y="101"/>
                  </a:lnTo>
                  <a:lnTo>
                    <a:pt x="2493" y="132"/>
                  </a:lnTo>
                  <a:lnTo>
                    <a:pt x="2494" y="30"/>
                  </a:lnTo>
                  <a:close/>
                  <a:moveTo>
                    <a:pt x="790" y="25"/>
                  </a:moveTo>
                  <a:lnTo>
                    <a:pt x="807" y="25"/>
                  </a:lnTo>
                  <a:lnTo>
                    <a:pt x="822" y="28"/>
                  </a:lnTo>
                  <a:lnTo>
                    <a:pt x="836" y="34"/>
                  </a:lnTo>
                  <a:lnTo>
                    <a:pt x="849" y="41"/>
                  </a:lnTo>
                  <a:lnTo>
                    <a:pt x="859" y="53"/>
                  </a:lnTo>
                  <a:lnTo>
                    <a:pt x="863" y="63"/>
                  </a:lnTo>
                  <a:lnTo>
                    <a:pt x="865" y="77"/>
                  </a:lnTo>
                  <a:lnTo>
                    <a:pt x="867" y="91"/>
                  </a:lnTo>
                  <a:lnTo>
                    <a:pt x="867" y="102"/>
                  </a:lnTo>
                  <a:lnTo>
                    <a:pt x="867" y="111"/>
                  </a:lnTo>
                  <a:lnTo>
                    <a:pt x="867" y="114"/>
                  </a:lnTo>
                  <a:lnTo>
                    <a:pt x="763" y="115"/>
                  </a:lnTo>
                  <a:lnTo>
                    <a:pt x="763" y="115"/>
                  </a:lnTo>
                  <a:lnTo>
                    <a:pt x="763" y="115"/>
                  </a:lnTo>
                  <a:lnTo>
                    <a:pt x="660" y="115"/>
                  </a:lnTo>
                  <a:lnTo>
                    <a:pt x="660" y="111"/>
                  </a:lnTo>
                  <a:lnTo>
                    <a:pt x="660" y="104"/>
                  </a:lnTo>
                  <a:lnTo>
                    <a:pt x="660" y="91"/>
                  </a:lnTo>
                  <a:lnTo>
                    <a:pt x="662" y="77"/>
                  </a:lnTo>
                  <a:lnTo>
                    <a:pt x="664" y="64"/>
                  </a:lnTo>
                  <a:lnTo>
                    <a:pt x="668" y="53"/>
                  </a:lnTo>
                  <a:lnTo>
                    <a:pt x="677" y="42"/>
                  </a:lnTo>
                  <a:lnTo>
                    <a:pt x="690" y="35"/>
                  </a:lnTo>
                  <a:lnTo>
                    <a:pt x="705" y="28"/>
                  </a:lnTo>
                  <a:lnTo>
                    <a:pt x="720" y="26"/>
                  </a:lnTo>
                  <a:lnTo>
                    <a:pt x="735" y="25"/>
                  </a:lnTo>
                  <a:lnTo>
                    <a:pt x="763" y="78"/>
                  </a:lnTo>
                  <a:lnTo>
                    <a:pt x="790" y="25"/>
                  </a:lnTo>
                  <a:close/>
                  <a:moveTo>
                    <a:pt x="60" y="23"/>
                  </a:moveTo>
                  <a:lnTo>
                    <a:pt x="41" y="26"/>
                  </a:lnTo>
                  <a:lnTo>
                    <a:pt x="25" y="35"/>
                  </a:lnTo>
                  <a:lnTo>
                    <a:pt x="12" y="48"/>
                  </a:lnTo>
                  <a:lnTo>
                    <a:pt x="3" y="64"/>
                  </a:lnTo>
                  <a:lnTo>
                    <a:pt x="0" y="82"/>
                  </a:lnTo>
                  <a:lnTo>
                    <a:pt x="3" y="101"/>
                  </a:lnTo>
                  <a:lnTo>
                    <a:pt x="12" y="118"/>
                  </a:lnTo>
                  <a:lnTo>
                    <a:pt x="25" y="130"/>
                  </a:lnTo>
                  <a:lnTo>
                    <a:pt x="41" y="139"/>
                  </a:lnTo>
                  <a:lnTo>
                    <a:pt x="60" y="142"/>
                  </a:lnTo>
                  <a:lnTo>
                    <a:pt x="79" y="139"/>
                  </a:lnTo>
                  <a:lnTo>
                    <a:pt x="96" y="130"/>
                  </a:lnTo>
                  <a:lnTo>
                    <a:pt x="109" y="118"/>
                  </a:lnTo>
                  <a:lnTo>
                    <a:pt x="116" y="101"/>
                  </a:lnTo>
                  <a:lnTo>
                    <a:pt x="120" y="82"/>
                  </a:lnTo>
                  <a:lnTo>
                    <a:pt x="116" y="64"/>
                  </a:lnTo>
                  <a:lnTo>
                    <a:pt x="109" y="48"/>
                  </a:lnTo>
                  <a:lnTo>
                    <a:pt x="96" y="35"/>
                  </a:lnTo>
                  <a:lnTo>
                    <a:pt x="79" y="26"/>
                  </a:lnTo>
                  <a:lnTo>
                    <a:pt x="60" y="23"/>
                  </a:lnTo>
                  <a:close/>
                  <a:moveTo>
                    <a:pt x="3376" y="22"/>
                  </a:moveTo>
                  <a:lnTo>
                    <a:pt x="3372" y="23"/>
                  </a:lnTo>
                  <a:lnTo>
                    <a:pt x="3371" y="25"/>
                  </a:lnTo>
                  <a:lnTo>
                    <a:pt x="3369" y="28"/>
                  </a:lnTo>
                  <a:lnTo>
                    <a:pt x="3360" y="132"/>
                  </a:lnTo>
                  <a:lnTo>
                    <a:pt x="3360" y="134"/>
                  </a:lnTo>
                  <a:lnTo>
                    <a:pt x="3363" y="137"/>
                  </a:lnTo>
                  <a:lnTo>
                    <a:pt x="3365" y="138"/>
                  </a:lnTo>
                  <a:lnTo>
                    <a:pt x="3369" y="138"/>
                  </a:lnTo>
                  <a:lnTo>
                    <a:pt x="3372" y="135"/>
                  </a:lnTo>
                  <a:lnTo>
                    <a:pt x="3372" y="133"/>
                  </a:lnTo>
                  <a:lnTo>
                    <a:pt x="3381" y="28"/>
                  </a:lnTo>
                  <a:lnTo>
                    <a:pt x="3381" y="26"/>
                  </a:lnTo>
                  <a:lnTo>
                    <a:pt x="3378" y="23"/>
                  </a:lnTo>
                  <a:lnTo>
                    <a:pt x="3376" y="22"/>
                  </a:lnTo>
                  <a:close/>
                  <a:moveTo>
                    <a:pt x="3295" y="22"/>
                  </a:moveTo>
                  <a:lnTo>
                    <a:pt x="3293" y="23"/>
                  </a:lnTo>
                  <a:lnTo>
                    <a:pt x="3290" y="26"/>
                  </a:lnTo>
                  <a:lnTo>
                    <a:pt x="3290" y="28"/>
                  </a:lnTo>
                  <a:lnTo>
                    <a:pt x="3299" y="133"/>
                  </a:lnTo>
                  <a:lnTo>
                    <a:pt x="3299" y="135"/>
                  </a:lnTo>
                  <a:lnTo>
                    <a:pt x="3302" y="138"/>
                  </a:lnTo>
                  <a:lnTo>
                    <a:pt x="3306" y="138"/>
                  </a:lnTo>
                  <a:lnTo>
                    <a:pt x="3308" y="137"/>
                  </a:lnTo>
                  <a:lnTo>
                    <a:pt x="3311" y="134"/>
                  </a:lnTo>
                  <a:lnTo>
                    <a:pt x="3311" y="132"/>
                  </a:lnTo>
                  <a:lnTo>
                    <a:pt x="3302" y="28"/>
                  </a:lnTo>
                  <a:lnTo>
                    <a:pt x="3301" y="25"/>
                  </a:lnTo>
                  <a:lnTo>
                    <a:pt x="3299" y="23"/>
                  </a:lnTo>
                  <a:lnTo>
                    <a:pt x="3295" y="22"/>
                  </a:lnTo>
                  <a:close/>
                  <a:moveTo>
                    <a:pt x="3335" y="22"/>
                  </a:moveTo>
                  <a:lnTo>
                    <a:pt x="3332" y="23"/>
                  </a:lnTo>
                  <a:lnTo>
                    <a:pt x="3330" y="25"/>
                  </a:lnTo>
                  <a:lnTo>
                    <a:pt x="3330" y="28"/>
                  </a:lnTo>
                  <a:lnTo>
                    <a:pt x="3330" y="132"/>
                  </a:lnTo>
                  <a:lnTo>
                    <a:pt x="3330" y="135"/>
                  </a:lnTo>
                  <a:lnTo>
                    <a:pt x="3332" y="137"/>
                  </a:lnTo>
                  <a:lnTo>
                    <a:pt x="3335" y="138"/>
                  </a:lnTo>
                  <a:lnTo>
                    <a:pt x="3339" y="137"/>
                  </a:lnTo>
                  <a:lnTo>
                    <a:pt x="3341" y="135"/>
                  </a:lnTo>
                  <a:lnTo>
                    <a:pt x="3341" y="132"/>
                  </a:lnTo>
                  <a:lnTo>
                    <a:pt x="3341" y="28"/>
                  </a:lnTo>
                  <a:lnTo>
                    <a:pt x="3341" y="25"/>
                  </a:lnTo>
                  <a:lnTo>
                    <a:pt x="3339" y="23"/>
                  </a:lnTo>
                  <a:lnTo>
                    <a:pt x="3335" y="22"/>
                  </a:lnTo>
                  <a:close/>
                  <a:moveTo>
                    <a:pt x="3264" y="12"/>
                  </a:moveTo>
                  <a:lnTo>
                    <a:pt x="3407" y="12"/>
                  </a:lnTo>
                  <a:lnTo>
                    <a:pt x="3392" y="140"/>
                  </a:lnTo>
                  <a:lnTo>
                    <a:pt x="3388" y="149"/>
                  </a:lnTo>
                  <a:lnTo>
                    <a:pt x="3381" y="156"/>
                  </a:lnTo>
                  <a:lnTo>
                    <a:pt x="3372" y="158"/>
                  </a:lnTo>
                  <a:lnTo>
                    <a:pt x="3299" y="158"/>
                  </a:lnTo>
                  <a:lnTo>
                    <a:pt x="3290" y="156"/>
                  </a:lnTo>
                  <a:lnTo>
                    <a:pt x="3283" y="149"/>
                  </a:lnTo>
                  <a:lnTo>
                    <a:pt x="3279" y="140"/>
                  </a:lnTo>
                  <a:lnTo>
                    <a:pt x="3264" y="12"/>
                  </a:lnTo>
                  <a:close/>
                  <a:moveTo>
                    <a:pt x="2349" y="11"/>
                  </a:moveTo>
                  <a:lnTo>
                    <a:pt x="2349" y="41"/>
                  </a:lnTo>
                  <a:lnTo>
                    <a:pt x="2378" y="41"/>
                  </a:lnTo>
                  <a:lnTo>
                    <a:pt x="2378" y="11"/>
                  </a:lnTo>
                  <a:lnTo>
                    <a:pt x="2349" y="11"/>
                  </a:lnTo>
                  <a:close/>
                  <a:moveTo>
                    <a:pt x="425" y="0"/>
                  </a:moveTo>
                  <a:lnTo>
                    <a:pt x="428" y="0"/>
                  </a:lnTo>
                  <a:lnTo>
                    <a:pt x="428" y="0"/>
                  </a:lnTo>
                  <a:lnTo>
                    <a:pt x="478" y="14"/>
                  </a:lnTo>
                  <a:lnTo>
                    <a:pt x="479" y="14"/>
                  </a:lnTo>
                  <a:lnTo>
                    <a:pt x="479" y="16"/>
                  </a:lnTo>
                  <a:lnTo>
                    <a:pt x="481" y="16"/>
                  </a:lnTo>
                  <a:lnTo>
                    <a:pt x="483" y="17"/>
                  </a:lnTo>
                  <a:lnTo>
                    <a:pt x="486" y="20"/>
                  </a:lnTo>
                  <a:lnTo>
                    <a:pt x="487" y="22"/>
                  </a:lnTo>
                  <a:lnTo>
                    <a:pt x="487" y="22"/>
                  </a:lnTo>
                  <a:lnTo>
                    <a:pt x="496" y="36"/>
                  </a:lnTo>
                  <a:lnTo>
                    <a:pt x="509" y="62"/>
                  </a:lnTo>
                  <a:lnTo>
                    <a:pt x="542" y="39"/>
                  </a:lnTo>
                  <a:lnTo>
                    <a:pt x="547" y="36"/>
                  </a:lnTo>
                  <a:lnTo>
                    <a:pt x="551" y="35"/>
                  </a:lnTo>
                  <a:lnTo>
                    <a:pt x="556" y="36"/>
                  </a:lnTo>
                  <a:lnTo>
                    <a:pt x="561" y="37"/>
                  </a:lnTo>
                  <a:lnTo>
                    <a:pt x="563" y="41"/>
                  </a:lnTo>
                  <a:lnTo>
                    <a:pt x="566" y="46"/>
                  </a:lnTo>
                  <a:lnTo>
                    <a:pt x="567" y="51"/>
                  </a:lnTo>
                  <a:lnTo>
                    <a:pt x="566" y="55"/>
                  </a:lnTo>
                  <a:lnTo>
                    <a:pt x="565" y="60"/>
                  </a:lnTo>
                  <a:lnTo>
                    <a:pt x="561" y="64"/>
                  </a:lnTo>
                  <a:lnTo>
                    <a:pt x="514" y="98"/>
                  </a:lnTo>
                  <a:lnTo>
                    <a:pt x="509" y="101"/>
                  </a:lnTo>
                  <a:lnTo>
                    <a:pt x="504" y="101"/>
                  </a:lnTo>
                  <a:lnTo>
                    <a:pt x="500" y="101"/>
                  </a:lnTo>
                  <a:lnTo>
                    <a:pt x="496" y="100"/>
                  </a:lnTo>
                  <a:lnTo>
                    <a:pt x="493" y="97"/>
                  </a:lnTo>
                  <a:lnTo>
                    <a:pt x="490" y="93"/>
                  </a:lnTo>
                  <a:lnTo>
                    <a:pt x="490" y="92"/>
                  </a:lnTo>
                  <a:lnTo>
                    <a:pt x="490" y="91"/>
                  </a:lnTo>
                  <a:lnTo>
                    <a:pt x="488" y="90"/>
                  </a:lnTo>
                  <a:lnTo>
                    <a:pt x="487" y="87"/>
                  </a:lnTo>
                  <a:lnTo>
                    <a:pt x="484" y="83"/>
                  </a:lnTo>
                  <a:lnTo>
                    <a:pt x="482" y="78"/>
                  </a:lnTo>
                  <a:lnTo>
                    <a:pt x="479" y="73"/>
                  </a:lnTo>
                  <a:lnTo>
                    <a:pt x="474" y="63"/>
                  </a:lnTo>
                  <a:lnTo>
                    <a:pt x="468" y="53"/>
                  </a:lnTo>
                  <a:lnTo>
                    <a:pt x="458" y="60"/>
                  </a:lnTo>
                  <a:lnTo>
                    <a:pt x="444" y="70"/>
                  </a:lnTo>
                  <a:lnTo>
                    <a:pt x="470" y="79"/>
                  </a:lnTo>
                  <a:lnTo>
                    <a:pt x="474" y="82"/>
                  </a:lnTo>
                  <a:lnTo>
                    <a:pt x="478" y="84"/>
                  </a:lnTo>
                  <a:lnTo>
                    <a:pt x="479" y="88"/>
                  </a:lnTo>
                  <a:lnTo>
                    <a:pt x="481" y="92"/>
                  </a:lnTo>
                  <a:lnTo>
                    <a:pt x="481" y="95"/>
                  </a:lnTo>
                  <a:lnTo>
                    <a:pt x="481" y="100"/>
                  </a:lnTo>
                  <a:lnTo>
                    <a:pt x="478" y="104"/>
                  </a:lnTo>
                  <a:lnTo>
                    <a:pt x="474" y="107"/>
                  </a:lnTo>
                  <a:lnTo>
                    <a:pt x="430" y="139"/>
                  </a:lnTo>
                  <a:lnTo>
                    <a:pt x="425" y="142"/>
                  </a:lnTo>
                  <a:lnTo>
                    <a:pt x="421" y="143"/>
                  </a:lnTo>
                  <a:lnTo>
                    <a:pt x="416" y="142"/>
                  </a:lnTo>
                  <a:lnTo>
                    <a:pt x="412" y="139"/>
                  </a:lnTo>
                  <a:lnTo>
                    <a:pt x="408" y="135"/>
                  </a:lnTo>
                  <a:lnTo>
                    <a:pt x="405" y="132"/>
                  </a:lnTo>
                  <a:lnTo>
                    <a:pt x="404" y="126"/>
                  </a:lnTo>
                  <a:lnTo>
                    <a:pt x="405" y="121"/>
                  </a:lnTo>
                  <a:lnTo>
                    <a:pt x="408" y="118"/>
                  </a:lnTo>
                  <a:lnTo>
                    <a:pt x="411" y="114"/>
                  </a:lnTo>
                  <a:lnTo>
                    <a:pt x="413" y="112"/>
                  </a:lnTo>
                  <a:lnTo>
                    <a:pt x="417" y="110"/>
                  </a:lnTo>
                  <a:lnTo>
                    <a:pt x="425" y="105"/>
                  </a:lnTo>
                  <a:lnTo>
                    <a:pt x="431" y="100"/>
                  </a:lnTo>
                  <a:lnTo>
                    <a:pt x="425" y="97"/>
                  </a:lnTo>
                  <a:lnTo>
                    <a:pt x="418" y="95"/>
                  </a:lnTo>
                  <a:lnTo>
                    <a:pt x="413" y="93"/>
                  </a:lnTo>
                  <a:lnTo>
                    <a:pt x="395" y="105"/>
                  </a:lnTo>
                  <a:lnTo>
                    <a:pt x="379" y="118"/>
                  </a:lnTo>
                  <a:lnTo>
                    <a:pt x="363" y="128"/>
                  </a:lnTo>
                  <a:lnTo>
                    <a:pt x="351" y="138"/>
                  </a:lnTo>
                  <a:lnTo>
                    <a:pt x="341" y="144"/>
                  </a:lnTo>
                  <a:lnTo>
                    <a:pt x="338" y="147"/>
                  </a:lnTo>
                  <a:lnTo>
                    <a:pt x="335" y="149"/>
                  </a:lnTo>
                  <a:lnTo>
                    <a:pt x="334" y="149"/>
                  </a:lnTo>
                  <a:lnTo>
                    <a:pt x="333" y="151"/>
                  </a:lnTo>
                  <a:lnTo>
                    <a:pt x="329" y="152"/>
                  </a:lnTo>
                  <a:lnTo>
                    <a:pt x="324" y="153"/>
                  </a:lnTo>
                  <a:lnTo>
                    <a:pt x="319" y="152"/>
                  </a:lnTo>
                  <a:lnTo>
                    <a:pt x="315" y="151"/>
                  </a:lnTo>
                  <a:lnTo>
                    <a:pt x="311" y="147"/>
                  </a:lnTo>
                  <a:lnTo>
                    <a:pt x="309" y="142"/>
                  </a:lnTo>
                  <a:lnTo>
                    <a:pt x="309" y="138"/>
                  </a:lnTo>
                  <a:lnTo>
                    <a:pt x="309" y="133"/>
                  </a:lnTo>
                  <a:lnTo>
                    <a:pt x="311" y="128"/>
                  </a:lnTo>
                  <a:lnTo>
                    <a:pt x="315" y="125"/>
                  </a:lnTo>
                  <a:lnTo>
                    <a:pt x="427" y="44"/>
                  </a:lnTo>
                  <a:lnTo>
                    <a:pt x="437" y="36"/>
                  </a:lnTo>
                  <a:lnTo>
                    <a:pt x="427" y="34"/>
                  </a:lnTo>
                  <a:lnTo>
                    <a:pt x="416" y="41"/>
                  </a:lnTo>
                  <a:lnTo>
                    <a:pt x="386" y="63"/>
                  </a:lnTo>
                  <a:lnTo>
                    <a:pt x="381" y="65"/>
                  </a:lnTo>
                  <a:lnTo>
                    <a:pt x="377" y="67"/>
                  </a:lnTo>
                  <a:lnTo>
                    <a:pt x="372" y="65"/>
                  </a:lnTo>
                  <a:lnTo>
                    <a:pt x="367" y="64"/>
                  </a:lnTo>
                  <a:lnTo>
                    <a:pt x="365" y="60"/>
                  </a:lnTo>
                  <a:lnTo>
                    <a:pt x="362" y="55"/>
                  </a:lnTo>
                  <a:lnTo>
                    <a:pt x="361" y="50"/>
                  </a:lnTo>
                  <a:lnTo>
                    <a:pt x="362" y="46"/>
                  </a:lnTo>
                  <a:lnTo>
                    <a:pt x="363" y="42"/>
                  </a:lnTo>
                  <a:lnTo>
                    <a:pt x="366" y="40"/>
                  </a:lnTo>
                  <a:lnTo>
                    <a:pt x="367" y="39"/>
                  </a:lnTo>
                  <a:lnTo>
                    <a:pt x="370" y="36"/>
                  </a:lnTo>
                  <a:lnTo>
                    <a:pt x="377" y="31"/>
                  </a:lnTo>
                  <a:lnTo>
                    <a:pt x="386" y="25"/>
                  </a:lnTo>
                  <a:lnTo>
                    <a:pt x="397" y="17"/>
                  </a:lnTo>
                  <a:lnTo>
                    <a:pt x="405" y="11"/>
                  </a:lnTo>
                  <a:lnTo>
                    <a:pt x="412" y="6"/>
                  </a:lnTo>
                  <a:lnTo>
                    <a:pt x="414" y="3"/>
                  </a:lnTo>
                  <a:lnTo>
                    <a:pt x="420" y="0"/>
                  </a:lnTo>
                  <a:lnTo>
                    <a:pt x="425"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6" name="Freeform 10"/>
            <p:cNvSpPr>
              <a:spLocks noEditPoints="1"/>
            </p:cNvSpPr>
            <p:nvPr/>
          </p:nvSpPr>
          <p:spPr bwMode="auto">
            <a:xfrm>
              <a:off x="2089150" y="3228976"/>
              <a:ext cx="2844800" cy="381000"/>
            </a:xfrm>
            <a:custGeom>
              <a:avLst/>
              <a:gdLst>
                <a:gd name="T0" fmla="*/ 2984 w 3584"/>
                <a:gd name="T1" fmla="*/ 350 h 481"/>
                <a:gd name="T2" fmla="*/ 252 w 3584"/>
                <a:gd name="T3" fmla="*/ 318 h 481"/>
                <a:gd name="T4" fmla="*/ 162 w 3584"/>
                <a:gd name="T5" fmla="*/ 383 h 481"/>
                <a:gd name="T6" fmla="*/ 707 w 3584"/>
                <a:gd name="T7" fmla="*/ 284 h 481"/>
                <a:gd name="T8" fmla="*/ 3495 w 3584"/>
                <a:gd name="T9" fmla="*/ 263 h 481"/>
                <a:gd name="T10" fmla="*/ 1536 w 3584"/>
                <a:gd name="T11" fmla="*/ 261 h 481"/>
                <a:gd name="T12" fmla="*/ 2780 w 3584"/>
                <a:gd name="T13" fmla="*/ 251 h 481"/>
                <a:gd name="T14" fmla="*/ 2533 w 3584"/>
                <a:gd name="T15" fmla="*/ 265 h 481"/>
                <a:gd name="T16" fmla="*/ 935 w 3584"/>
                <a:gd name="T17" fmla="*/ 327 h 481"/>
                <a:gd name="T18" fmla="*/ 3318 w 3584"/>
                <a:gd name="T19" fmla="*/ 217 h 481"/>
                <a:gd name="T20" fmla="*/ 1393 w 3584"/>
                <a:gd name="T21" fmla="*/ 290 h 481"/>
                <a:gd name="T22" fmla="*/ 2373 w 3584"/>
                <a:gd name="T23" fmla="*/ 259 h 481"/>
                <a:gd name="T24" fmla="*/ 3291 w 3584"/>
                <a:gd name="T25" fmla="*/ 173 h 481"/>
                <a:gd name="T26" fmla="*/ 1067 w 3584"/>
                <a:gd name="T27" fmla="*/ 244 h 481"/>
                <a:gd name="T28" fmla="*/ 140 w 3584"/>
                <a:gd name="T29" fmla="*/ 164 h 481"/>
                <a:gd name="T30" fmla="*/ 2357 w 3584"/>
                <a:gd name="T31" fmla="*/ 160 h 481"/>
                <a:gd name="T32" fmla="*/ 3295 w 3584"/>
                <a:gd name="T33" fmla="*/ 206 h 481"/>
                <a:gd name="T34" fmla="*/ 3314 w 3584"/>
                <a:gd name="T35" fmla="*/ 200 h 481"/>
                <a:gd name="T36" fmla="*/ 1017 w 3584"/>
                <a:gd name="T37" fmla="*/ 291 h 481"/>
                <a:gd name="T38" fmla="*/ 418 w 3584"/>
                <a:gd name="T39" fmla="*/ 280 h 481"/>
                <a:gd name="T40" fmla="*/ 388 w 3584"/>
                <a:gd name="T41" fmla="*/ 175 h 481"/>
                <a:gd name="T42" fmla="*/ 2271 w 3584"/>
                <a:gd name="T43" fmla="*/ 257 h 481"/>
                <a:gd name="T44" fmla="*/ 1242 w 3584"/>
                <a:gd name="T45" fmla="*/ 193 h 481"/>
                <a:gd name="T46" fmla="*/ 3353 w 3584"/>
                <a:gd name="T47" fmla="*/ 179 h 481"/>
                <a:gd name="T48" fmla="*/ 1071 w 3584"/>
                <a:gd name="T49" fmla="*/ 291 h 481"/>
                <a:gd name="T50" fmla="*/ 3133 w 3584"/>
                <a:gd name="T51" fmla="*/ 251 h 481"/>
                <a:gd name="T52" fmla="*/ 74 w 3584"/>
                <a:gd name="T53" fmla="*/ 181 h 481"/>
                <a:gd name="T54" fmla="*/ 3109 w 3584"/>
                <a:gd name="T55" fmla="*/ 192 h 481"/>
                <a:gd name="T56" fmla="*/ 1275 w 3584"/>
                <a:gd name="T57" fmla="*/ 150 h 481"/>
                <a:gd name="T58" fmla="*/ 1773 w 3584"/>
                <a:gd name="T59" fmla="*/ 124 h 481"/>
                <a:gd name="T60" fmla="*/ 1945 w 3584"/>
                <a:gd name="T61" fmla="*/ 401 h 481"/>
                <a:gd name="T62" fmla="*/ 1658 w 3584"/>
                <a:gd name="T63" fmla="*/ 271 h 481"/>
                <a:gd name="T64" fmla="*/ 77 w 3584"/>
                <a:gd name="T65" fmla="*/ 112 h 481"/>
                <a:gd name="T66" fmla="*/ 3532 w 3584"/>
                <a:gd name="T67" fmla="*/ 203 h 481"/>
                <a:gd name="T68" fmla="*/ 83 w 3584"/>
                <a:gd name="T69" fmla="*/ 96 h 481"/>
                <a:gd name="T70" fmla="*/ 866 w 3584"/>
                <a:gd name="T71" fmla="*/ 119 h 481"/>
                <a:gd name="T72" fmla="*/ 3192 w 3584"/>
                <a:gd name="T73" fmla="*/ 119 h 481"/>
                <a:gd name="T74" fmla="*/ 350 w 3584"/>
                <a:gd name="T75" fmla="*/ 122 h 481"/>
                <a:gd name="T76" fmla="*/ 395 w 3584"/>
                <a:gd name="T77" fmla="*/ 184 h 481"/>
                <a:gd name="T78" fmla="*/ 141 w 3584"/>
                <a:gd name="T79" fmla="*/ 229 h 481"/>
                <a:gd name="T80" fmla="*/ 3264 w 3584"/>
                <a:gd name="T81" fmla="*/ 81 h 481"/>
                <a:gd name="T82" fmla="*/ 610 w 3584"/>
                <a:gd name="T83" fmla="*/ 192 h 481"/>
                <a:gd name="T84" fmla="*/ 2137 w 3584"/>
                <a:gd name="T85" fmla="*/ 175 h 481"/>
                <a:gd name="T86" fmla="*/ 2098 w 3584"/>
                <a:gd name="T87" fmla="*/ 94 h 481"/>
                <a:gd name="T88" fmla="*/ 572 w 3584"/>
                <a:gd name="T89" fmla="*/ 66 h 481"/>
                <a:gd name="T90" fmla="*/ 2610 w 3584"/>
                <a:gd name="T91" fmla="*/ 158 h 481"/>
                <a:gd name="T92" fmla="*/ 935 w 3584"/>
                <a:gd name="T93" fmla="*/ 60 h 481"/>
                <a:gd name="T94" fmla="*/ 1900 w 3584"/>
                <a:gd name="T95" fmla="*/ 122 h 481"/>
                <a:gd name="T96" fmla="*/ 1361 w 3584"/>
                <a:gd name="T97" fmla="*/ 72 h 481"/>
                <a:gd name="T98" fmla="*/ 1327 w 3584"/>
                <a:gd name="T99" fmla="*/ 47 h 481"/>
                <a:gd name="T100" fmla="*/ 3435 w 3584"/>
                <a:gd name="T101" fmla="*/ 116 h 481"/>
                <a:gd name="T102" fmla="*/ 3389 w 3584"/>
                <a:gd name="T103" fmla="*/ 98 h 481"/>
                <a:gd name="T104" fmla="*/ 1589 w 3584"/>
                <a:gd name="T105" fmla="*/ 43 h 481"/>
                <a:gd name="T106" fmla="*/ 1587 w 3584"/>
                <a:gd name="T107" fmla="*/ 80 h 481"/>
                <a:gd name="T108" fmla="*/ 1545 w 3584"/>
                <a:gd name="T109" fmla="*/ 100 h 481"/>
                <a:gd name="T110" fmla="*/ 1505 w 3584"/>
                <a:gd name="T111" fmla="*/ 62 h 481"/>
                <a:gd name="T112" fmla="*/ 2029 w 3584"/>
                <a:gd name="T113" fmla="*/ 60 h 481"/>
                <a:gd name="T114" fmla="*/ 2010 w 3584"/>
                <a:gd name="T115" fmla="*/ 76 h 481"/>
                <a:gd name="T116" fmla="*/ 667 w 3584"/>
                <a:gd name="T117" fmla="*/ 26 h 481"/>
                <a:gd name="T118" fmla="*/ 1615 w 3584"/>
                <a:gd name="T119" fmla="*/ 10 h 481"/>
                <a:gd name="T120" fmla="*/ 843 w 3584"/>
                <a:gd name="T121" fmla="*/ 14 h 481"/>
                <a:gd name="T122" fmla="*/ 952 w 3584"/>
                <a:gd name="T123" fmla="*/ 6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584" h="481">
                  <a:moveTo>
                    <a:pt x="1454" y="299"/>
                  </a:moveTo>
                  <a:lnTo>
                    <a:pt x="1462" y="300"/>
                  </a:lnTo>
                  <a:lnTo>
                    <a:pt x="1458" y="314"/>
                  </a:lnTo>
                  <a:lnTo>
                    <a:pt x="1457" y="328"/>
                  </a:lnTo>
                  <a:lnTo>
                    <a:pt x="1459" y="347"/>
                  </a:lnTo>
                  <a:lnTo>
                    <a:pt x="1463" y="363"/>
                  </a:lnTo>
                  <a:lnTo>
                    <a:pt x="1428" y="392"/>
                  </a:lnTo>
                  <a:lnTo>
                    <a:pt x="1420" y="392"/>
                  </a:lnTo>
                  <a:lnTo>
                    <a:pt x="1420" y="391"/>
                  </a:lnTo>
                  <a:lnTo>
                    <a:pt x="1420" y="392"/>
                  </a:lnTo>
                  <a:lnTo>
                    <a:pt x="1314" y="392"/>
                  </a:lnTo>
                  <a:lnTo>
                    <a:pt x="1314" y="388"/>
                  </a:lnTo>
                  <a:lnTo>
                    <a:pt x="1314" y="379"/>
                  </a:lnTo>
                  <a:lnTo>
                    <a:pt x="1314" y="368"/>
                  </a:lnTo>
                  <a:lnTo>
                    <a:pt x="1315" y="354"/>
                  </a:lnTo>
                  <a:lnTo>
                    <a:pt x="1318" y="340"/>
                  </a:lnTo>
                  <a:lnTo>
                    <a:pt x="1322" y="328"/>
                  </a:lnTo>
                  <a:lnTo>
                    <a:pt x="1332" y="318"/>
                  </a:lnTo>
                  <a:lnTo>
                    <a:pt x="1345" y="309"/>
                  </a:lnTo>
                  <a:lnTo>
                    <a:pt x="1360" y="303"/>
                  </a:lnTo>
                  <a:lnTo>
                    <a:pt x="1375" y="300"/>
                  </a:lnTo>
                  <a:lnTo>
                    <a:pt x="1392" y="300"/>
                  </a:lnTo>
                  <a:lnTo>
                    <a:pt x="1420" y="354"/>
                  </a:lnTo>
                  <a:lnTo>
                    <a:pt x="1448" y="300"/>
                  </a:lnTo>
                  <a:lnTo>
                    <a:pt x="1454" y="299"/>
                  </a:lnTo>
                  <a:close/>
                  <a:moveTo>
                    <a:pt x="2965" y="298"/>
                  </a:moveTo>
                  <a:lnTo>
                    <a:pt x="2975" y="300"/>
                  </a:lnTo>
                  <a:lnTo>
                    <a:pt x="2984" y="307"/>
                  </a:lnTo>
                  <a:lnTo>
                    <a:pt x="2989" y="317"/>
                  </a:lnTo>
                  <a:lnTo>
                    <a:pt x="2992" y="328"/>
                  </a:lnTo>
                  <a:lnTo>
                    <a:pt x="2989" y="340"/>
                  </a:lnTo>
                  <a:lnTo>
                    <a:pt x="2984" y="350"/>
                  </a:lnTo>
                  <a:lnTo>
                    <a:pt x="2975" y="356"/>
                  </a:lnTo>
                  <a:lnTo>
                    <a:pt x="2965" y="359"/>
                  </a:lnTo>
                  <a:lnTo>
                    <a:pt x="2955" y="356"/>
                  </a:lnTo>
                  <a:lnTo>
                    <a:pt x="2946" y="350"/>
                  </a:lnTo>
                  <a:lnTo>
                    <a:pt x="2941" y="340"/>
                  </a:lnTo>
                  <a:lnTo>
                    <a:pt x="2938" y="328"/>
                  </a:lnTo>
                  <a:lnTo>
                    <a:pt x="2941" y="317"/>
                  </a:lnTo>
                  <a:lnTo>
                    <a:pt x="2946" y="307"/>
                  </a:lnTo>
                  <a:lnTo>
                    <a:pt x="2955" y="300"/>
                  </a:lnTo>
                  <a:lnTo>
                    <a:pt x="2965" y="298"/>
                  </a:lnTo>
                  <a:close/>
                  <a:moveTo>
                    <a:pt x="3441" y="284"/>
                  </a:moveTo>
                  <a:lnTo>
                    <a:pt x="3570" y="284"/>
                  </a:lnTo>
                  <a:lnTo>
                    <a:pt x="3574" y="285"/>
                  </a:lnTo>
                  <a:lnTo>
                    <a:pt x="3579" y="286"/>
                  </a:lnTo>
                  <a:lnTo>
                    <a:pt x="3581" y="289"/>
                  </a:lnTo>
                  <a:lnTo>
                    <a:pt x="3584" y="293"/>
                  </a:lnTo>
                  <a:lnTo>
                    <a:pt x="3584" y="298"/>
                  </a:lnTo>
                  <a:lnTo>
                    <a:pt x="3584" y="303"/>
                  </a:lnTo>
                  <a:lnTo>
                    <a:pt x="3427" y="303"/>
                  </a:lnTo>
                  <a:lnTo>
                    <a:pt x="3427" y="298"/>
                  </a:lnTo>
                  <a:lnTo>
                    <a:pt x="3427" y="293"/>
                  </a:lnTo>
                  <a:lnTo>
                    <a:pt x="3430" y="289"/>
                  </a:lnTo>
                  <a:lnTo>
                    <a:pt x="3432" y="286"/>
                  </a:lnTo>
                  <a:lnTo>
                    <a:pt x="3437" y="285"/>
                  </a:lnTo>
                  <a:lnTo>
                    <a:pt x="3441" y="284"/>
                  </a:lnTo>
                  <a:close/>
                  <a:moveTo>
                    <a:pt x="164" y="280"/>
                  </a:moveTo>
                  <a:lnTo>
                    <a:pt x="218" y="304"/>
                  </a:lnTo>
                  <a:lnTo>
                    <a:pt x="197" y="305"/>
                  </a:lnTo>
                  <a:lnTo>
                    <a:pt x="207" y="319"/>
                  </a:lnTo>
                  <a:lnTo>
                    <a:pt x="218" y="315"/>
                  </a:lnTo>
                  <a:lnTo>
                    <a:pt x="230" y="314"/>
                  </a:lnTo>
                  <a:lnTo>
                    <a:pt x="252" y="318"/>
                  </a:lnTo>
                  <a:lnTo>
                    <a:pt x="271" y="328"/>
                  </a:lnTo>
                  <a:lnTo>
                    <a:pt x="285" y="342"/>
                  </a:lnTo>
                  <a:lnTo>
                    <a:pt x="297" y="328"/>
                  </a:lnTo>
                  <a:lnTo>
                    <a:pt x="276" y="326"/>
                  </a:lnTo>
                  <a:lnTo>
                    <a:pt x="330" y="304"/>
                  </a:lnTo>
                  <a:lnTo>
                    <a:pt x="322" y="361"/>
                  </a:lnTo>
                  <a:lnTo>
                    <a:pt x="316" y="342"/>
                  </a:lnTo>
                  <a:lnTo>
                    <a:pt x="297" y="366"/>
                  </a:lnTo>
                  <a:lnTo>
                    <a:pt x="298" y="375"/>
                  </a:lnTo>
                  <a:lnTo>
                    <a:pt x="299" y="383"/>
                  </a:lnTo>
                  <a:lnTo>
                    <a:pt x="297" y="403"/>
                  </a:lnTo>
                  <a:lnTo>
                    <a:pt x="288" y="420"/>
                  </a:lnTo>
                  <a:lnTo>
                    <a:pt x="276" y="434"/>
                  </a:lnTo>
                  <a:lnTo>
                    <a:pt x="284" y="444"/>
                  </a:lnTo>
                  <a:lnTo>
                    <a:pt x="290" y="425"/>
                  </a:lnTo>
                  <a:lnTo>
                    <a:pt x="303" y="481"/>
                  </a:lnTo>
                  <a:lnTo>
                    <a:pt x="247" y="464"/>
                  </a:lnTo>
                  <a:lnTo>
                    <a:pt x="267" y="461"/>
                  </a:lnTo>
                  <a:lnTo>
                    <a:pt x="255" y="447"/>
                  </a:lnTo>
                  <a:lnTo>
                    <a:pt x="243" y="450"/>
                  </a:lnTo>
                  <a:lnTo>
                    <a:pt x="230" y="452"/>
                  </a:lnTo>
                  <a:lnTo>
                    <a:pt x="213" y="449"/>
                  </a:lnTo>
                  <a:lnTo>
                    <a:pt x="196" y="443"/>
                  </a:lnTo>
                  <a:lnTo>
                    <a:pt x="182" y="433"/>
                  </a:lnTo>
                  <a:lnTo>
                    <a:pt x="172" y="419"/>
                  </a:lnTo>
                  <a:lnTo>
                    <a:pt x="160" y="434"/>
                  </a:lnTo>
                  <a:lnTo>
                    <a:pt x="181" y="436"/>
                  </a:lnTo>
                  <a:lnTo>
                    <a:pt x="127" y="458"/>
                  </a:lnTo>
                  <a:lnTo>
                    <a:pt x="135" y="401"/>
                  </a:lnTo>
                  <a:lnTo>
                    <a:pt x="141" y="420"/>
                  </a:lnTo>
                  <a:lnTo>
                    <a:pt x="162" y="393"/>
                  </a:lnTo>
                  <a:lnTo>
                    <a:pt x="162" y="383"/>
                  </a:lnTo>
                  <a:lnTo>
                    <a:pt x="164" y="363"/>
                  </a:lnTo>
                  <a:lnTo>
                    <a:pt x="173" y="345"/>
                  </a:lnTo>
                  <a:lnTo>
                    <a:pt x="186" y="331"/>
                  </a:lnTo>
                  <a:lnTo>
                    <a:pt x="178" y="319"/>
                  </a:lnTo>
                  <a:lnTo>
                    <a:pt x="170" y="337"/>
                  </a:lnTo>
                  <a:lnTo>
                    <a:pt x="164" y="280"/>
                  </a:lnTo>
                  <a:close/>
                  <a:moveTo>
                    <a:pt x="1536" y="276"/>
                  </a:moveTo>
                  <a:lnTo>
                    <a:pt x="1519" y="279"/>
                  </a:lnTo>
                  <a:lnTo>
                    <a:pt x="1505" y="286"/>
                  </a:lnTo>
                  <a:lnTo>
                    <a:pt x="1494" y="298"/>
                  </a:lnTo>
                  <a:lnTo>
                    <a:pt x="1486" y="312"/>
                  </a:lnTo>
                  <a:lnTo>
                    <a:pt x="1484" y="328"/>
                  </a:lnTo>
                  <a:lnTo>
                    <a:pt x="1486" y="345"/>
                  </a:lnTo>
                  <a:lnTo>
                    <a:pt x="1494" y="360"/>
                  </a:lnTo>
                  <a:lnTo>
                    <a:pt x="1505" y="370"/>
                  </a:lnTo>
                  <a:lnTo>
                    <a:pt x="1519" y="378"/>
                  </a:lnTo>
                  <a:lnTo>
                    <a:pt x="1536" y="380"/>
                  </a:lnTo>
                  <a:lnTo>
                    <a:pt x="1554" y="378"/>
                  </a:lnTo>
                  <a:lnTo>
                    <a:pt x="1568" y="370"/>
                  </a:lnTo>
                  <a:lnTo>
                    <a:pt x="1579" y="360"/>
                  </a:lnTo>
                  <a:lnTo>
                    <a:pt x="1587" y="345"/>
                  </a:lnTo>
                  <a:lnTo>
                    <a:pt x="1589" y="328"/>
                  </a:lnTo>
                  <a:lnTo>
                    <a:pt x="1587" y="312"/>
                  </a:lnTo>
                  <a:lnTo>
                    <a:pt x="1579" y="298"/>
                  </a:lnTo>
                  <a:lnTo>
                    <a:pt x="1568" y="286"/>
                  </a:lnTo>
                  <a:lnTo>
                    <a:pt x="1554" y="279"/>
                  </a:lnTo>
                  <a:lnTo>
                    <a:pt x="1536" y="276"/>
                  </a:lnTo>
                  <a:close/>
                  <a:moveTo>
                    <a:pt x="685" y="271"/>
                  </a:moveTo>
                  <a:lnTo>
                    <a:pt x="691" y="271"/>
                  </a:lnTo>
                  <a:lnTo>
                    <a:pt x="698" y="273"/>
                  </a:lnTo>
                  <a:lnTo>
                    <a:pt x="703" y="277"/>
                  </a:lnTo>
                  <a:lnTo>
                    <a:pt x="707" y="284"/>
                  </a:lnTo>
                  <a:lnTo>
                    <a:pt x="709" y="289"/>
                  </a:lnTo>
                  <a:lnTo>
                    <a:pt x="709" y="290"/>
                  </a:lnTo>
                  <a:lnTo>
                    <a:pt x="709" y="303"/>
                  </a:lnTo>
                  <a:lnTo>
                    <a:pt x="703" y="314"/>
                  </a:lnTo>
                  <a:lnTo>
                    <a:pt x="691" y="321"/>
                  </a:lnTo>
                  <a:lnTo>
                    <a:pt x="685" y="321"/>
                  </a:lnTo>
                  <a:lnTo>
                    <a:pt x="677" y="321"/>
                  </a:lnTo>
                  <a:lnTo>
                    <a:pt x="672" y="318"/>
                  </a:lnTo>
                  <a:lnTo>
                    <a:pt x="666" y="313"/>
                  </a:lnTo>
                  <a:lnTo>
                    <a:pt x="662" y="308"/>
                  </a:lnTo>
                  <a:lnTo>
                    <a:pt x="660" y="301"/>
                  </a:lnTo>
                  <a:lnTo>
                    <a:pt x="660" y="295"/>
                  </a:lnTo>
                  <a:lnTo>
                    <a:pt x="661" y="289"/>
                  </a:lnTo>
                  <a:lnTo>
                    <a:pt x="663" y="282"/>
                  </a:lnTo>
                  <a:lnTo>
                    <a:pt x="667" y="277"/>
                  </a:lnTo>
                  <a:lnTo>
                    <a:pt x="672" y="273"/>
                  </a:lnTo>
                  <a:lnTo>
                    <a:pt x="679" y="271"/>
                  </a:lnTo>
                  <a:lnTo>
                    <a:pt x="685" y="271"/>
                  </a:lnTo>
                  <a:close/>
                  <a:moveTo>
                    <a:pt x="3499" y="263"/>
                  </a:moveTo>
                  <a:lnTo>
                    <a:pt x="3520" y="263"/>
                  </a:lnTo>
                  <a:lnTo>
                    <a:pt x="3523" y="263"/>
                  </a:lnTo>
                  <a:lnTo>
                    <a:pt x="3527" y="266"/>
                  </a:lnTo>
                  <a:lnTo>
                    <a:pt x="3528" y="268"/>
                  </a:lnTo>
                  <a:lnTo>
                    <a:pt x="3529" y="272"/>
                  </a:lnTo>
                  <a:lnTo>
                    <a:pt x="3529" y="273"/>
                  </a:lnTo>
                  <a:lnTo>
                    <a:pt x="3529" y="275"/>
                  </a:lnTo>
                  <a:lnTo>
                    <a:pt x="3488" y="275"/>
                  </a:lnTo>
                  <a:lnTo>
                    <a:pt x="3488" y="273"/>
                  </a:lnTo>
                  <a:lnTo>
                    <a:pt x="3488" y="272"/>
                  </a:lnTo>
                  <a:lnTo>
                    <a:pt x="3490" y="268"/>
                  </a:lnTo>
                  <a:lnTo>
                    <a:pt x="3491" y="266"/>
                  </a:lnTo>
                  <a:lnTo>
                    <a:pt x="3495" y="263"/>
                  </a:lnTo>
                  <a:lnTo>
                    <a:pt x="3499" y="263"/>
                  </a:lnTo>
                  <a:close/>
                  <a:moveTo>
                    <a:pt x="1536" y="261"/>
                  </a:moveTo>
                  <a:lnTo>
                    <a:pt x="1557" y="265"/>
                  </a:lnTo>
                  <a:lnTo>
                    <a:pt x="1577" y="273"/>
                  </a:lnTo>
                  <a:lnTo>
                    <a:pt x="1591" y="289"/>
                  </a:lnTo>
                  <a:lnTo>
                    <a:pt x="1601" y="307"/>
                  </a:lnTo>
                  <a:lnTo>
                    <a:pt x="1603" y="328"/>
                  </a:lnTo>
                  <a:lnTo>
                    <a:pt x="1601" y="350"/>
                  </a:lnTo>
                  <a:lnTo>
                    <a:pt x="1591" y="368"/>
                  </a:lnTo>
                  <a:lnTo>
                    <a:pt x="1577" y="383"/>
                  </a:lnTo>
                  <a:lnTo>
                    <a:pt x="1557" y="392"/>
                  </a:lnTo>
                  <a:lnTo>
                    <a:pt x="1536" y="396"/>
                  </a:lnTo>
                  <a:lnTo>
                    <a:pt x="1515" y="392"/>
                  </a:lnTo>
                  <a:lnTo>
                    <a:pt x="1498" y="383"/>
                  </a:lnTo>
                  <a:lnTo>
                    <a:pt x="1440" y="443"/>
                  </a:lnTo>
                  <a:lnTo>
                    <a:pt x="1430" y="443"/>
                  </a:lnTo>
                  <a:lnTo>
                    <a:pt x="1424" y="438"/>
                  </a:lnTo>
                  <a:lnTo>
                    <a:pt x="1419" y="433"/>
                  </a:lnTo>
                  <a:lnTo>
                    <a:pt x="1415" y="426"/>
                  </a:lnTo>
                  <a:lnTo>
                    <a:pt x="1414" y="421"/>
                  </a:lnTo>
                  <a:lnTo>
                    <a:pt x="1414" y="419"/>
                  </a:lnTo>
                  <a:lnTo>
                    <a:pt x="1479" y="366"/>
                  </a:lnTo>
                  <a:lnTo>
                    <a:pt x="1477" y="364"/>
                  </a:lnTo>
                  <a:lnTo>
                    <a:pt x="1475" y="357"/>
                  </a:lnTo>
                  <a:lnTo>
                    <a:pt x="1472" y="350"/>
                  </a:lnTo>
                  <a:lnTo>
                    <a:pt x="1470" y="338"/>
                  </a:lnTo>
                  <a:lnTo>
                    <a:pt x="1470" y="328"/>
                  </a:lnTo>
                  <a:lnTo>
                    <a:pt x="1472" y="307"/>
                  </a:lnTo>
                  <a:lnTo>
                    <a:pt x="1482" y="289"/>
                  </a:lnTo>
                  <a:lnTo>
                    <a:pt x="1496" y="273"/>
                  </a:lnTo>
                  <a:lnTo>
                    <a:pt x="1515" y="265"/>
                  </a:lnTo>
                  <a:lnTo>
                    <a:pt x="1536" y="261"/>
                  </a:lnTo>
                  <a:close/>
                  <a:moveTo>
                    <a:pt x="1068" y="252"/>
                  </a:moveTo>
                  <a:lnTo>
                    <a:pt x="1068" y="252"/>
                  </a:lnTo>
                  <a:lnTo>
                    <a:pt x="1072" y="253"/>
                  </a:lnTo>
                  <a:lnTo>
                    <a:pt x="1075" y="254"/>
                  </a:lnTo>
                  <a:lnTo>
                    <a:pt x="1076" y="257"/>
                  </a:lnTo>
                  <a:lnTo>
                    <a:pt x="1077" y="261"/>
                  </a:lnTo>
                  <a:lnTo>
                    <a:pt x="1076" y="263"/>
                  </a:lnTo>
                  <a:lnTo>
                    <a:pt x="1075" y="266"/>
                  </a:lnTo>
                  <a:lnTo>
                    <a:pt x="1072" y="267"/>
                  </a:lnTo>
                  <a:lnTo>
                    <a:pt x="1068" y="268"/>
                  </a:lnTo>
                  <a:lnTo>
                    <a:pt x="1066" y="267"/>
                  </a:lnTo>
                  <a:lnTo>
                    <a:pt x="1063" y="266"/>
                  </a:lnTo>
                  <a:lnTo>
                    <a:pt x="1061" y="263"/>
                  </a:lnTo>
                  <a:lnTo>
                    <a:pt x="1061" y="261"/>
                  </a:lnTo>
                  <a:lnTo>
                    <a:pt x="1061" y="257"/>
                  </a:lnTo>
                  <a:lnTo>
                    <a:pt x="1062" y="254"/>
                  </a:lnTo>
                  <a:lnTo>
                    <a:pt x="1065" y="253"/>
                  </a:lnTo>
                  <a:lnTo>
                    <a:pt x="1068" y="252"/>
                  </a:lnTo>
                  <a:close/>
                  <a:moveTo>
                    <a:pt x="2382" y="230"/>
                  </a:moveTo>
                  <a:lnTo>
                    <a:pt x="2382" y="245"/>
                  </a:lnTo>
                  <a:lnTo>
                    <a:pt x="2384" y="245"/>
                  </a:lnTo>
                  <a:lnTo>
                    <a:pt x="2387" y="244"/>
                  </a:lnTo>
                  <a:lnTo>
                    <a:pt x="2389" y="243"/>
                  </a:lnTo>
                  <a:lnTo>
                    <a:pt x="2390" y="242"/>
                  </a:lnTo>
                  <a:lnTo>
                    <a:pt x="2390" y="239"/>
                  </a:lnTo>
                  <a:lnTo>
                    <a:pt x="2390" y="235"/>
                  </a:lnTo>
                  <a:lnTo>
                    <a:pt x="2388" y="233"/>
                  </a:lnTo>
                  <a:lnTo>
                    <a:pt x="2385" y="231"/>
                  </a:lnTo>
                  <a:lnTo>
                    <a:pt x="2382" y="230"/>
                  </a:lnTo>
                  <a:close/>
                  <a:moveTo>
                    <a:pt x="2751" y="221"/>
                  </a:moveTo>
                  <a:lnTo>
                    <a:pt x="2751" y="251"/>
                  </a:lnTo>
                  <a:lnTo>
                    <a:pt x="2780" y="251"/>
                  </a:lnTo>
                  <a:lnTo>
                    <a:pt x="2780" y="221"/>
                  </a:lnTo>
                  <a:lnTo>
                    <a:pt x="2751" y="221"/>
                  </a:lnTo>
                  <a:close/>
                  <a:moveTo>
                    <a:pt x="2745" y="215"/>
                  </a:moveTo>
                  <a:lnTo>
                    <a:pt x="2787" y="215"/>
                  </a:lnTo>
                  <a:lnTo>
                    <a:pt x="2787" y="257"/>
                  </a:lnTo>
                  <a:lnTo>
                    <a:pt x="2769" y="257"/>
                  </a:lnTo>
                  <a:lnTo>
                    <a:pt x="2769" y="299"/>
                  </a:lnTo>
                  <a:lnTo>
                    <a:pt x="2776" y="299"/>
                  </a:lnTo>
                  <a:lnTo>
                    <a:pt x="2776" y="319"/>
                  </a:lnTo>
                  <a:lnTo>
                    <a:pt x="2755" y="319"/>
                  </a:lnTo>
                  <a:lnTo>
                    <a:pt x="2755" y="299"/>
                  </a:lnTo>
                  <a:lnTo>
                    <a:pt x="2764" y="299"/>
                  </a:lnTo>
                  <a:lnTo>
                    <a:pt x="2762" y="257"/>
                  </a:lnTo>
                  <a:lnTo>
                    <a:pt x="2762" y="257"/>
                  </a:lnTo>
                  <a:lnTo>
                    <a:pt x="2753" y="277"/>
                  </a:lnTo>
                  <a:lnTo>
                    <a:pt x="2742" y="296"/>
                  </a:lnTo>
                  <a:lnTo>
                    <a:pt x="2727" y="310"/>
                  </a:lnTo>
                  <a:lnTo>
                    <a:pt x="2706" y="319"/>
                  </a:lnTo>
                  <a:lnTo>
                    <a:pt x="2686" y="322"/>
                  </a:lnTo>
                  <a:lnTo>
                    <a:pt x="2686" y="329"/>
                  </a:lnTo>
                  <a:lnTo>
                    <a:pt x="2644" y="329"/>
                  </a:lnTo>
                  <a:lnTo>
                    <a:pt x="2644" y="317"/>
                  </a:lnTo>
                  <a:lnTo>
                    <a:pt x="2625" y="312"/>
                  </a:lnTo>
                  <a:lnTo>
                    <a:pt x="2607" y="308"/>
                  </a:lnTo>
                  <a:lnTo>
                    <a:pt x="2590" y="307"/>
                  </a:lnTo>
                  <a:lnTo>
                    <a:pt x="2571" y="309"/>
                  </a:lnTo>
                  <a:lnTo>
                    <a:pt x="2555" y="319"/>
                  </a:lnTo>
                  <a:lnTo>
                    <a:pt x="2555" y="347"/>
                  </a:lnTo>
                  <a:lnTo>
                    <a:pt x="2513" y="347"/>
                  </a:lnTo>
                  <a:lnTo>
                    <a:pt x="2513" y="307"/>
                  </a:lnTo>
                  <a:lnTo>
                    <a:pt x="2533" y="307"/>
                  </a:lnTo>
                  <a:lnTo>
                    <a:pt x="2533" y="265"/>
                  </a:lnTo>
                  <a:lnTo>
                    <a:pt x="2525" y="265"/>
                  </a:lnTo>
                  <a:lnTo>
                    <a:pt x="2525" y="244"/>
                  </a:lnTo>
                  <a:lnTo>
                    <a:pt x="2547" y="244"/>
                  </a:lnTo>
                  <a:lnTo>
                    <a:pt x="2547" y="265"/>
                  </a:lnTo>
                  <a:lnTo>
                    <a:pt x="2539" y="265"/>
                  </a:lnTo>
                  <a:lnTo>
                    <a:pt x="2539" y="307"/>
                  </a:lnTo>
                  <a:lnTo>
                    <a:pt x="2542" y="307"/>
                  </a:lnTo>
                  <a:lnTo>
                    <a:pt x="2557" y="296"/>
                  </a:lnTo>
                  <a:lnTo>
                    <a:pt x="2574" y="291"/>
                  </a:lnTo>
                  <a:lnTo>
                    <a:pt x="2590" y="289"/>
                  </a:lnTo>
                  <a:lnTo>
                    <a:pt x="2617" y="293"/>
                  </a:lnTo>
                  <a:lnTo>
                    <a:pt x="2644" y="298"/>
                  </a:lnTo>
                  <a:lnTo>
                    <a:pt x="2644" y="287"/>
                  </a:lnTo>
                  <a:lnTo>
                    <a:pt x="2686" y="287"/>
                  </a:lnTo>
                  <a:lnTo>
                    <a:pt x="2686" y="304"/>
                  </a:lnTo>
                  <a:lnTo>
                    <a:pt x="2702" y="301"/>
                  </a:lnTo>
                  <a:lnTo>
                    <a:pt x="2718" y="295"/>
                  </a:lnTo>
                  <a:lnTo>
                    <a:pt x="2728" y="285"/>
                  </a:lnTo>
                  <a:lnTo>
                    <a:pt x="2737" y="270"/>
                  </a:lnTo>
                  <a:lnTo>
                    <a:pt x="2745" y="251"/>
                  </a:lnTo>
                  <a:lnTo>
                    <a:pt x="2745" y="215"/>
                  </a:lnTo>
                  <a:close/>
                  <a:moveTo>
                    <a:pt x="935" y="212"/>
                  </a:moveTo>
                  <a:lnTo>
                    <a:pt x="950" y="216"/>
                  </a:lnTo>
                  <a:lnTo>
                    <a:pt x="963" y="224"/>
                  </a:lnTo>
                  <a:lnTo>
                    <a:pt x="973" y="237"/>
                  </a:lnTo>
                  <a:lnTo>
                    <a:pt x="979" y="252"/>
                  </a:lnTo>
                  <a:lnTo>
                    <a:pt x="982" y="270"/>
                  </a:lnTo>
                  <a:lnTo>
                    <a:pt x="979" y="289"/>
                  </a:lnTo>
                  <a:lnTo>
                    <a:pt x="973" y="304"/>
                  </a:lnTo>
                  <a:lnTo>
                    <a:pt x="963" y="317"/>
                  </a:lnTo>
                  <a:lnTo>
                    <a:pt x="950" y="324"/>
                  </a:lnTo>
                  <a:lnTo>
                    <a:pt x="935" y="327"/>
                  </a:lnTo>
                  <a:lnTo>
                    <a:pt x="921" y="324"/>
                  </a:lnTo>
                  <a:lnTo>
                    <a:pt x="908" y="317"/>
                  </a:lnTo>
                  <a:lnTo>
                    <a:pt x="898" y="304"/>
                  </a:lnTo>
                  <a:lnTo>
                    <a:pt x="891" y="289"/>
                  </a:lnTo>
                  <a:lnTo>
                    <a:pt x="889" y="270"/>
                  </a:lnTo>
                  <a:lnTo>
                    <a:pt x="891" y="252"/>
                  </a:lnTo>
                  <a:lnTo>
                    <a:pt x="898" y="237"/>
                  </a:lnTo>
                  <a:lnTo>
                    <a:pt x="908" y="224"/>
                  </a:lnTo>
                  <a:lnTo>
                    <a:pt x="921" y="216"/>
                  </a:lnTo>
                  <a:lnTo>
                    <a:pt x="935" y="212"/>
                  </a:lnTo>
                  <a:close/>
                  <a:moveTo>
                    <a:pt x="83" y="210"/>
                  </a:moveTo>
                  <a:lnTo>
                    <a:pt x="85" y="211"/>
                  </a:lnTo>
                  <a:lnTo>
                    <a:pt x="88" y="212"/>
                  </a:lnTo>
                  <a:lnTo>
                    <a:pt x="90" y="215"/>
                  </a:lnTo>
                  <a:lnTo>
                    <a:pt x="90" y="217"/>
                  </a:lnTo>
                  <a:lnTo>
                    <a:pt x="90" y="220"/>
                  </a:lnTo>
                  <a:lnTo>
                    <a:pt x="88" y="223"/>
                  </a:lnTo>
                  <a:lnTo>
                    <a:pt x="85" y="225"/>
                  </a:lnTo>
                  <a:lnTo>
                    <a:pt x="83" y="225"/>
                  </a:lnTo>
                  <a:lnTo>
                    <a:pt x="80" y="225"/>
                  </a:lnTo>
                  <a:lnTo>
                    <a:pt x="77" y="223"/>
                  </a:lnTo>
                  <a:lnTo>
                    <a:pt x="76" y="220"/>
                  </a:lnTo>
                  <a:lnTo>
                    <a:pt x="75" y="217"/>
                  </a:lnTo>
                  <a:lnTo>
                    <a:pt x="76" y="215"/>
                  </a:lnTo>
                  <a:lnTo>
                    <a:pt x="77" y="212"/>
                  </a:lnTo>
                  <a:lnTo>
                    <a:pt x="80" y="211"/>
                  </a:lnTo>
                  <a:lnTo>
                    <a:pt x="83" y="210"/>
                  </a:lnTo>
                  <a:close/>
                  <a:moveTo>
                    <a:pt x="3306" y="210"/>
                  </a:moveTo>
                  <a:lnTo>
                    <a:pt x="3306" y="210"/>
                  </a:lnTo>
                  <a:lnTo>
                    <a:pt x="3313" y="212"/>
                  </a:lnTo>
                  <a:lnTo>
                    <a:pt x="3316" y="215"/>
                  </a:lnTo>
                  <a:lnTo>
                    <a:pt x="3318" y="217"/>
                  </a:lnTo>
                  <a:lnTo>
                    <a:pt x="3319" y="220"/>
                  </a:lnTo>
                  <a:lnTo>
                    <a:pt x="3319" y="221"/>
                  </a:lnTo>
                  <a:lnTo>
                    <a:pt x="3319" y="225"/>
                  </a:lnTo>
                  <a:lnTo>
                    <a:pt x="3316" y="229"/>
                  </a:lnTo>
                  <a:lnTo>
                    <a:pt x="3314" y="231"/>
                  </a:lnTo>
                  <a:lnTo>
                    <a:pt x="3310" y="233"/>
                  </a:lnTo>
                  <a:lnTo>
                    <a:pt x="3306" y="234"/>
                  </a:lnTo>
                  <a:lnTo>
                    <a:pt x="3306" y="210"/>
                  </a:lnTo>
                  <a:close/>
                  <a:moveTo>
                    <a:pt x="2373" y="196"/>
                  </a:moveTo>
                  <a:lnTo>
                    <a:pt x="2370" y="197"/>
                  </a:lnTo>
                  <a:lnTo>
                    <a:pt x="2368" y="197"/>
                  </a:lnTo>
                  <a:lnTo>
                    <a:pt x="2366" y="200"/>
                  </a:lnTo>
                  <a:lnTo>
                    <a:pt x="2365" y="202"/>
                  </a:lnTo>
                  <a:lnTo>
                    <a:pt x="2365" y="205"/>
                  </a:lnTo>
                  <a:lnTo>
                    <a:pt x="2366" y="206"/>
                  </a:lnTo>
                  <a:lnTo>
                    <a:pt x="2369" y="207"/>
                  </a:lnTo>
                  <a:lnTo>
                    <a:pt x="2371" y="209"/>
                  </a:lnTo>
                  <a:lnTo>
                    <a:pt x="2373" y="210"/>
                  </a:lnTo>
                  <a:lnTo>
                    <a:pt x="2373" y="196"/>
                  </a:lnTo>
                  <a:close/>
                  <a:moveTo>
                    <a:pt x="1421" y="184"/>
                  </a:moveTo>
                  <a:lnTo>
                    <a:pt x="1436" y="187"/>
                  </a:lnTo>
                  <a:lnTo>
                    <a:pt x="1449" y="196"/>
                  </a:lnTo>
                  <a:lnTo>
                    <a:pt x="1459" y="209"/>
                  </a:lnTo>
                  <a:lnTo>
                    <a:pt x="1467" y="224"/>
                  </a:lnTo>
                  <a:lnTo>
                    <a:pt x="1468" y="243"/>
                  </a:lnTo>
                  <a:lnTo>
                    <a:pt x="1467" y="261"/>
                  </a:lnTo>
                  <a:lnTo>
                    <a:pt x="1459" y="277"/>
                  </a:lnTo>
                  <a:lnTo>
                    <a:pt x="1449" y="290"/>
                  </a:lnTo>
                  <a:lnTo>
                    <a:pt x="1436" y="298"/>
                  </a:lnTo>
                  <a:lnTo>
                    <a:pt x="1421" y="301"/>
                  </a:lnTo>
                  <a:lnTo>
                    <a:pt x="1406" y="298"/>
                  </a:lnTo>
                  <a:lnTo>
                    <a:pt x="1393" y="290"/>
                  </a:lnTo>
                  <a:lnTo>
                    <a:pt x="1383" y="277"/>
                  </a:lnTo>
                  <a:lnTo>
                    <a:pt x="1377" y="261"/>
                  </a:lnTo>
                  <a:lnTo>
                    <a:pt x="1374" y="243"/>
                  </a:lnTo>
                  <a:lnTo>
                    <a:pt x="1377" y="224"/>
                  </a:lnTo>
                  <a:lnTo>
                    <a:pt x="1383" y="209"/>
                  </a:lnTo>
                  <a:lnTo>
                    <a:pt x="1393" y="196"/>
                  </a:lnTo>
                  <a:lnTo>
                    <a:pt x="1406" y="187"/>
                  </a:lnTo>
                  <a:lnTo>
                    <a:pt x="1421" y="184"/>
                  </a:lnTo>
                  <a:close/>
                  <a:moveTo>
                    <a:pt x="2373" y="175"/>
                  </a:moveTo>
                  <a:lnTo>
                    <a:pt x="2382" y="175"/>
                  </a:lnTo>
                  <a:lnTo>
                    <a:pt x="2382" y="182"/>
                  </a:lnTo>
                  <a:lnTo>
                    <a:pt x="2392" y="183"/>
                  </a:lnTo>
                  <a:lnTo>
                    <a:pt x="2401" y="187"/>
                  </a:lnTo>
                  <a:lnTo>
                    <a:pt x="2407" y="195"/>
                  </a:lnTo>
                  <a:lnTo>
                    <a:pt x="2410" y="205"/>
                  </a:lnTo>
                  <a:lnTo>
                    <a:pt x="2390" y="205"/>
                  </a:lnTo>
                  <a:lnTo>
                    <a:pt x="2390" y="201"/>
                  </a:lnTo>
                  <a:lnTo>
                    <a:pt x="2388" y="198"/>
                  </a:lnTo>
                  <a:lnTo>
                    <a:pt x="2385" y="197"/>
                  </a:lnTo>
                  <a:lnTo>
                    <a:pt x="2382" y="196"/>
                  </a:lnTo>
                  <a:lnTo>
                    <a:pt x="2382" y="211"/>
                  </a:lnTo>
                  <a:lnTo>
                    <a:pt x="2393" y="215"/>
                  </a:lnTo>
                  <a:lnTo>
                    <a:pt x="2402" y="220"/>
                  </a:lnTo>
                  <a:lnTo>
                    <a:pt x="2408" y="226"/>
                  </a:lnTo>
                  <a:lnTo>
                    <a:pt x="2411" y="235"/>
                  </a:lnTo>
                  <a:lnTo>
                    <a:pt x="2408" y="247"/>
                  </a:lnTo>
                  <a:lnTo>
                    <a:pt x="2402" y="254"/>
                  </a:lnTo>
                  <a:lnTo>
                    <a:pt x="2393" y="258"/>
                  </a:lnTo>
                  <a:lnTo>
                    <a:pt x="2382" y="259"/>
                  </a:lnTo>
                  <a:lnTo>
                    <a:pt x="2382" y="270"/>
                  </a:lnTo>
                  <a:lnTo>
                    <a:pt x="2373" y="270"/>
                  </a:lnTo>
                  <a:lnTo>
                    <a:pt x="2373" y="259"/>
                  </a:lnTo>
                  <a:lnTo>
                    <a:pt x="2362" y="258"/>
                  </a:lnTo>
                  <a:lnTo>
                    <a:pt x="2354" y="253"/>
                  </a:lnTo>
                  <a:lnTo>
                    <a:pt x="2347" y="245"/>
                  </a:lnTo>
                  <a:lnTo>
                    <a:pt x="2345" y="234"/>
                  </a:lnTo>
                  <a:lnTo>
                    <a:pt x="2364" y="234"/>
                  </a:lnTo>
                  <a:lnTo>
                    <a:pt x="2365" y="238"/>
                  </a:lnTo>
                  <a:lnTo>
                    <a:pt x="2366" y="242"/>
                  </a:lnTo>
                  <a:lnTo>
                    <a:pt x="2369" y="244"/>
                  </a:lnTo>
                  <a:lnTo>
                    <a:pt x="2373" y="245"/>
                  </a:lnTo>
                  <a:lnTo>
                    <a:pt x="2373" y="229"/>
                  </a:lnTo>
                  <a:lnTo>
                    <a:pt x="2362" y="225"/>
                  </a:lnTo>
                  <a:lnTo>
                    <a:pt x="2354" y="221"/>
                  </a:lnTo>
                  <a:lnTo>
                    <a:pt x="2348" y="215"/>
                  </a:lnTo>
                  <a:lnTo>
                    <a:pt x="2346" y="205"/>
                  </a:lnTo>
                  <a:lnTo>
                    <a:pt x="2348" y="195"/>
                  </a:lnTo>
                  <a:lnTo>
                    <a:pt x="2355" y="188"/>
                  </a:lnTo>
                  <a:lnTo>
                    <a:pt x="2362" y="184"/>
                  </a:lnTo>
                  <a:lnTo>
                    <a:pt x="2373" y="182"/>
                  </a:lnTo>
                  <a:lnTo>
                    <a:pt x="2373" y="175"/>
                  </a:lnTo>
                  <a:close/>
                  <a:moveTo>
                    <a:pt x="3295" y="172"/>
                  </a:moveTo>
                  <a:lnTo>
                    <a:pt x="3295" y="193"/>
                  </a:lnTo>
                  <a:lnTo>
                    <a:pt x="3293" y="193"/>
                  </a:lnTo>
                  <a:lnTo>
                    <a:pt x="3291" y="192"/>
                  </a:lnTo>
                  <a:lnTo>
                    <a:pt x="3288" y="191"/>
                  </a:lnTo>
                  <a:lnTo>
                    <a:pt x="3286" y="189"/>
                  </a:lnTo>
                  <a:lnTo>
                    <a:pt x="3285" y="188"/>
                  </a:lnTo>
                  <a:lnTo>
                    <a:pt x="3282" y="186"/>
                  </a:lnTo>
                  <a:lnTo>
                    <a:pt x="3282" y="182"/>
                  </a:lnTo>
                  <a:lnTo>
                    <a:pt x="3283" y="178"/>
                  </a:lnTo>
                  <a:lnTo>
                    <a:pt x="3285" y="175"/>
                  </a:lnTo>
                  <a:lnTo>
                    <a:pt x="3287" y="174"/>
                  </a:lnTo>
                  <a:lnTo>
                    <a:pt x="3291" y="173"/>
                  </a:lnTo>
                  <a:lnTo>
                    <a:pt x="3295" y="172"/>
                  </a:lnTo>
                  <a:close/>
                  <a:moveTo>
                    <a:pt x="3108" y="169"/>
                  </a:moveTo>
                  <a:lnTo>
                    <a:pt x="3106" y="186"/>
                  </a:lnTo>
                  <a:lnTo>
                    <a:pt x="3110" y="186"/>
                  </a:lnTo>
                  <a:lnTo>
                    <a:pt x="3113" y="184"/>
                  </a:lnTo>
                  <a:lnTo>
                    <a:pt x="3115" y="182"/>
                  </a:lnTo>
                  <a:lnTo>
                    <a:pt x="3116" y="179"/>
                  </a:lnTo>
                  <a:lnTo>
                    <a:pt x="3115" y="178"/>
                  </a:lnTo>
                  <a:lnTo>
                    <a:pt x="3115" y="177"/>
                  </a:lnTo>
                  <a:lnTo>
                    <a:pt x="3114" y="174"/>
                  </a:lnTo>
                  <a:lnTo>
                    <a:pt x="3111" y="172"/>
                  </a:lnTo>
                  <a:lnTo>
                    <a:pt x="3108" y="169"/>
                  </a:lnTo>
                  <a:lnTo>
                    <a:pt x="3108" y="169"/>
                  </a:lnTo>
                  <a:close/>
                  <a:moveTo>
                    <a:pt x="1072" y="168"/>
                  </a:moveTo>
                  <a:lnTo>
                    <a:pt x="1086" y="170"/>
                  </a:lnTo>
                  <a:lnTo>
                    <a:pt x="1095" y="175"/>
                  </a:lnTo>
                  <a:lnTo>
                    <a:pt x="1100" y="183"/>
                  </a:lnTo>
                  <a:lnTo>
                    <a:pt x="1102" y="192"/>
                  </a:lnTo>
                  <a:lnTo>
                    <a:pt x="1102" y="192"/>
                  </a:lnTo>
                  <a:lnTo>
                    <a:pt x="1099" y="203"/>
                  </a:lnTo>
                  <a:lnTo>
                    <a:pt x="1093" y="212"/>
                  </a:lnTo>
                  <a:lnTo>
                    <a:pt x="1082" y="220"/>
                  </a:lnTo>
                  <a:lnTo>
                    <a:pt x="1070" y="226"/>
                  </a:lnTo>
                  <a:lnTo>
                    <a:pt x="1068" y="228"/>
                  </a:lnTo>
                  <a:lnTo>
                    <a:pt x="1068" y="229"/>
                  </a:lnTo>
                  <a:lnTo>
                    <a:pt x="1068" y="234"/>
                  </a:lnTo>
                  <a:lnTo>
                    <a:pt x="1068" y="238"/>
                  </a:lnTo>
                  <a:lnTo>
                    <a:pt x="1068" y="243"/>
                  </a:lnTo>
                  <a:lnTo>
                    <a:pt x="1068" y="243"/>
                  </a:lnTo>
                  <a:lnTo>
                    <a:pt x="1068" y="244"/>
                  </a:lnTo>
                  <a:lnTo>
                    <a:pt x="1067" y="244"/>
                  </a:lnTo>
                  <a:lnTo>
                    <a:pt x="1067" y="244"/>
                  </a:lnTo>
                  <a:lnTo>
                    <a:pt x="1066" y="242"/>
                  </a:lnTo>
                  <a:lnTo>
                    <a:pt x="1063" y="239"/>
                  </a:lnTo>
                  <a:lnTo>
                    <a:pt x="1062" y="235"/>
                  </a:lnTo>
                  <a:lnTo>
                    <a:pt x="1061" y="231"/>
                  </a:lnTo>
                  <a:lnTo>
                    <a:pt x="1061" y="229"/>
                  </a:lnTo>
                  <a:lnTo>
                    <a:pt x="1059" y="228"/>
                  </a:lnTo>
                  <a:lnTo>
                    <a:pt x="1061" y="226"/>
                  </a:lnTo>
                  <a:lnTo>
                    <a:pt x="1062" y="225"/>
                  </a:lnTo>
                  <a:lnTo>
                    <a:pt x="1072" y="215"/>
                  </a:lnTo>
                  <a:lnTo>
                    <a:pt x="1077" y="205"/>
                  </a:lnTo>
                  <a:lnTo>
                    <a:pt x="1080" y="195"/>
                  </a:lnTo>
                  <a:lnTo>
                    <a:pt x="1079" y="189"/>
                  </a:lnTo>
                  <a:lnTo>
                    <a:pt x="1077" y="186"/>
                  </a:lnTo>
                  <a:lnTo>
                    <a:pt x="1075" y="182"/>
                  </a:lnTo>
                  <a:lnTo>
                    <a:pt x="1072" y="179"/>
                  </a:lnTo>
                  <a:lnTo>
                    <a:pt x="1067" y="177"/>
                  </a:lnTo>
                  <a:lnTo>
                    <a:pt x="1063" y="177"/>
                  </a:lnTo>
                  <a:lnTo>
                    <a:pt x="1058" y="177"/>
                  </a:lnTo>
                  <a:lnTo>
                    <a:pt x="1053" y="179"/>
                  </a:lnTo>
                  <a:lnTo>
                    <a:pt x="1049" y="182"/>
                  </a:lnTo>
                  <a:lnTo>
                    <a:pt x="1045" y="186"/>
                  </a:lnTo>
                  <a:lnTo>
                    <a:pt x="1045" y="186"/>
                  </a:lnTo>
                  <a:lnTo>
                    <a:pt x="1044" y="186"/>
                  </a:lnTo>
                  <a:lnTo>
                    <a:pt x="1044" y="184"/>
                  </a:lnTo>
                  <a:lnTo>
                    <a:pt x="1044" y="183"/>
                  </a:lnTo>
                  <a:lnTo>
                    <a:pt x="1049" y="177"/>
                  </a:lnTo>
                  <a:lnTo>
                    <a:pt x="1059" y="170"/>
                  </a:lnTo>
                  <a:lnTo>
                    <a:pt x="1072" y="168"/>
                  </a:lnTo>
                  <a:close/>
                  <a:moveTo>
                    <a:pt x="134" y="160"/>
                  </a:moveTo>
                  <a:lnTo>
                    <a:pt x="136" y="160"/>
                  </a:lnTo>
                  <a:lnTo>
                    <a:pt x="139" y="161"/>
                  </a:lnTo>
                  <a:lnTo>
                    <a:pt x="140" y="164"/>
                  </a:lnTo>
                  <a:lnTo>
                    <a:pt x="141" y="168"/>
                  </a:lnTo>
                  <a:lnTo>
                    <a:pt x="140" y="170"/>
                  </a:lnTo>
                  <a:lnTo>
                    <a:pt x="139" y="173"/>
                  </a:lnTo>
                  <a:lnTo>
                    <a:pt x="136" y="174"/>
                  </a:lnTo>
                  <a:lnTo>
                    <a:pt x="134" y="174"/>
                  </a:lnTo>
                  <a:lnTo>
                    <a:pt x="130" y="174"/>
                  </a:lnTo>
                  <a:lnTo>
                    <a:pt x="128" y="173"/>
                  </a:lnTo>
                  <a:lnTo>
                    <a:pt x="126" y="170"/>
                  </a:lnTo>
                  <a:lnTo>
                    <a:pt x="126" y="168"/>
                  </a:lnTo>
                  <a:lnTo>
                    <a:pt x="126" y="164"/>
                  </a:lnTo>
                  <a:lnTo>
                    <a:pt x="128" y="161"/>
                  </a:lnTo>
                  <a:lnTo>
                    <a:pt x="130" y="160"/>
                  </a:lnTo>
                  <a:lnTo>
                    <a:pt x="134" y="160"/>
                  </a:lnTo>
                  <a:close/>
                  <a:moveTo>
                    <a:pt x="33" y="160"/>
                  </a:moveTo>
                  <a:lnTo>
                    <a:pt x="35" y="160"/>
                  </a:lnTo>
                  <a:lnTo>
                    <a:pt x="38" y="161"/>
                  </a:lnTo>
                  <a:lnTo>
                    <a:pt x="39" y="164"/>
                  </a:lnTo>
                  <a:lnTo>
                    <a:pt x="39" y="168"/>
                  </a:lnTo>
                  <a:lnTo>
                    <a:pt x="39" y="170"/>
                  </a:lnTo>
                  <a:lnTo>
                    <a:pt x="38" y="173"/>
                  </a:lnTo>
                  <a:lnTo>
                    <a:pt x="35" y="174"/>
                  </a:lnTo>
                  <a:lnTo>
                    <a:pt x="33" y="174"/>
                  </a:lnTo>
                  <a:lnTo>
                    <a:pt x="29" y="174"/>
                  </a:lnTo>
                  <a:lnTo>
                    <a:pt x="27" y="173"/>
                  </a:lnTo>
                  <a:lnTo>
                    <a:pt x="25" y="170"/>
                  </a:lnTo>
                  <a:lnTo>
                    <a:pt x="25" y="168"/>
                  </a:lnTo>
                  <a:lnTo>
                    <a:pt x="25" y="164"/>
                  </a:lnTo>
                  <a:lnTo>
                    <a:pt x="27" y="161"/>
                  </a:lnTo>
                  <a:lnTo>
                    <a:pt x="29" y="160"/>
                  </a:lnTo>
                  <a:lnTo>
                    <a:pt x="33" y="160"/>
                  </a:lnTo>
                  <a:close/>
                  <a:moveTo>
                    <a:pt x="2378" y="156"/>
                  </a:moveTo>
                  <a:lnTo>
                    <a:pt x="2357" y="160"/>
                  </a:lnTo>
                  <a:lnTo>
                    <a:pt x="2338" y="169"/>
                  </a:lnTo>
                  <a:lnTo>
                    <a:pt x="2324" y="184"/>
                  </a:lnTo>
                  <a:lnTo>
                    <a:pt x="2315" y="202"/>
                  </a:lnTo>
                  <a:lnTo>
                    <a:pt x="2311" y="223"/>
                  </a:lnTo>
                  <a:lnTo>
                    <a:pt x="2315" y="243"/>
                  </a:lnTo>
                  <a:lnTo>
                    <a:pt x="2324" y="261"/>
                  </a:lnTo>
                  <a:lnTo>
                    <a:pt x="2338" y="275"/>
                  </a:lnTo>
                  <a:lnTo>
                    <a:pt x="2357" y="285"/>
                  </a:lnTo>
                  <a:lnTo>
                    <a:pt x="2378" y="287"/>
                  </a:lnTo>
                  <a:lnTo>
                    <a:pt x="2398" y="285"/>
                  </a:lnTo>
                  <a:lnTo>
                    <a:pt x="2416" y="275"/>
                  </a:lnTo>
                  <a:lnTo>
                    <a:pt x="2430" y="261"/>
                  </a:lnTo>
                  <a:lnTo>
                    <a:pt x="2440" y="243"/>
                  </a:lnTo>
                  <a:lnTo>
                    <a:pt x="2443" y="223"/>
                  </a:lnTo>
                  <a:lnTo>
                    <a:pt x="2440" y="202"/>
                  </a:lnTo>
                  <a:lnTo>
                    <a:pt x="2430" y="184"/>
                  </a:lnTo>
                  <a:lnTo>
                    <a:pt x="2416" y="169"/>
                  </a:lnTo>
                  <a:lnTo>
                    <a:pt x="2398" y="160"/>
                  </a:lnTo>
                  <a:lnTo>
                    <a:pt x="2378" y="156"/>
                  </a:lnTo>
                  <a:close/>
                  <a:moveTo>
                    <a:pt x="3295" y="155"/>
                  </a:moveTo>
                  <a:lnTo>
                    <a:pt x="3295" y="163"/>
                  </a:lnTo>
                  <a:lnTo>
                    <a:pt x="3281" y="165"/>
                  </a:lnTo>
                  <a:lnTo>
                    <a:pt x="3272" y="173"/>
                  </a:lnTo>
                  <a:lnTo>
                    <a:pt x="3268" y="182"/>
                  </a:lnTo>
                  <a:lnTo>
                    <a:pt x="3269" y="187"/>
                  </a:lnTo>
                  <a:lnTo>
                    <a:pt x="3271" y="191"/>
                  </a:lnTo>
                  <a:lnTo>
                    <a:pt x="3272" y="193"/>
                  </a:lnTo>
                  <a:lnTo>
                    <a:pt x="3274" y="196"/>
                  </a:lnTo>
                  <a:lnTo>
                    <a:pt x="3278" y="200"/>
                  </a:lnTo>
                  <a:lnTo>
                    <a:pt x="3283" y="202"/>
                  </a:lnTo>
                  <a:lnTo>
                    <a:pt x="3288" y="203"/>
                  </a:lnTo>
                  <a:lnTo>
                    <a:pt x="3295" y="206"/>
                  </a:lnTo>
                  <a:lnTo>
                    <a:pt x="3295" y="234"/>
                  </a:lnTo>
                  <a:lnTo>
                    <a:pt x="3290" y="231"/>
                  </a:lnTo>
                  <a:lnTo>
                    <a:pt x="3285" y="230"/>
                  </a:lnTo>
                  <a:lnTo>
                    <a:pt x="3282" y="226"/>
                  </a:lnTo>
                  <a:lnTo>
                    <a:pt x="3279" y="224"/>
                  </a:lnTo>
                  <a:lnTo>
                    <a:pt x="3277" y="220"/>
                  </a:lnTo>
                  <a:lnTo>
                    <a:pt x="3265" y="226"/>
                  </a:lnTo>
                  <a:lnTo>
                    <a:pt x="3267" y="229"/>
                  </a:lnTo>
                  <a:lnTo>
                    <a:pt x="3269" y="231"/>
                  </a:lnTo>
                  <a:lnTo>
                    <a:pt x="3272" y="235"/>
                  </a:lnTo>
                  <a:lnTo>
                    <a:pt x="3277" y="238"/>
                  </a:lnTo>
                  <a:lnTo>
                    <a:pt x="3282" y="240"/>
                  </a:lnTo>
                  <a:lnTo>
                    <a:pt x="3288" y="243"/>
                  </a:lnTo>
                  <a:lnTo>
                    <a:pt x="3295" y="244"/>
                  </a:lnTo>
                  <a:lnTo>
                    <a:pt x="3295" y="252"/>
                  </a:lnTo>
                  <a:lnTo>
                    <a:pt x="3306" y="252"/>
                  </a:lnTo>
                  <a:lnTo>
                    <a:pt x="3306" y="244"/>
                  </a:lnTo>
                  <a:lnTo>
                    <a:pt x="3311" y="243"/>
                  </a:lnTo>
                  <a:lnTo>
                    <a:pt x="3316" y="242"/>
                  </a:lnTo>
                  <a:lnTo>
                    <a:pt x="3323" y="239"/>
                  </a:lnTo>
                  <a:lnTo>
                    <a:pt x="3327" y="235"/>
                  </a:lnTo>
                  <a:lnTo>
                    <a:pt x="3330" y="231"/>
                  </a:lnTo>
                  <a:lnTo>
                    <a:pt x="3332" y="226"/>
                  </a:lnTo>
                  <a:lnTo>
                    <a:pt x="3333" y="221"/>
                  </a:lnTo>
                  <a:lnTo>
                    <a:pt x="3333" y="217"/>
                  </a:lnTo>
                  <a:lnTo>
                    <a:pt x="3332" y="214"/>
                  </a:lnTo>
                  <a:lnTo>
                    <a:pt x="3330" y="212"/>
                  </a:lnTo>
                  <a:lnTo>
                    <a:pt x="3329" y="210"/>
                  </a:lnTo>
                  <a:lnTo>
                    <a:pt x="3325" y="206"/>
                  </a:lnTo>
                  <a:lnTo>
                    <a:pt x="3321" y="203"/>
                  </a:lnTo>
                  <a:lnTo>
                    <a:pt x="3318" y="201"/>
                  </a:lnTo>
                  <a:lnTo>
                    <a:pt x="3314" y="200"/>
                  </a:lnTo>
                  <a:lnTo>
                    <a:pt x="3306" y="197"/>
                  </a:lnTo>
                  <a:lnTo>
                    <a:pt x="3306" y="173"/>
                  </a:lnTo>
                  <a:lnTo>
                    <a:pt x="3310" y="174"/>
                  </a:lnTo>
                  <a:lnTo>
                    <a:pt x="3314" y="177"/>
                  </a:lnTo>
                  <a:lnTo>
                    <a:pt x="3316" y="181"/>
                  </a:lnTo>
                  <a:lnTo>
                    <a:pt x="3319" y="184"/>
                  </a:lnTo>
                  <a:lnTo>
                    <a:pt x="3332" y="179"/>
                  </a:lnTo>
                  <a:lnTo>
                    <a:pt x="3321" y="168"/>
                  </a:lnTo>
                  <a:lnTo>
                    <a:pt x="3306" y="163"/>
                  </a:lnTo>
                  <a:lnTo>
                    <a:pt x="3306" y="155"/>
                  </a:lnTo>
                  <a:lnTo>
                    <a:pt x="3295" y="155"/>
                  </a:lnTo>
                  <a:close/>
                  <a:moveTo>
                    <a:pt x="1071" y="150"/>
                  </a:moveTo>
                  <a:lnTo>
                    <a:pt x="1047" y="154"/>
                  </a:lnTo>
                  <a:lnTo>
                    <a:pt x="1026" y="163"/>
                  </a:lnTo>
                  <a:lnTo>
                    <a:pt x="1010" y="177"/>
                  </a:lnTo>
                  <a:lnTo>
                    <a:pt x="998" y="195"/>
                  </a:lnTo>
                  <a:lnTo>
                    <a:pt x="995" y="214"/>
                  </a:lnTo>
                  <a:lnTo>
                    <a:pt x="997" y="231"/>
                  </a:lnTo>
                  <a:lnTo>
                    <a:pt x="1006" y="247"/>
                  </a:lnTo>
                  <a:lnTo>
                    <a:pt x="1020" y="261"/>
                  </a:lnTo>
                  <a:lnTo>
                    <a:pt x="1023" y="263"/>
                  </a:lnTo>
                  <a:lnTo>
                    <a:pt x="1024" y="266"/>
                  </a:lnTo>
                  <a:lnTo>
                    <a:pt x="1025" y="270"/>
                  </a:lnTo>
                  <a:lnTo>
                    <a:pt x="1025" y="272"/>
                  </a:lnTo>
                  <a:lnTo>
                    <a:pt x="1025" y="276"/>
                  </a:lnTo>
                  <a:lnTo>
                    <a:pt x="1024" y="280"/>
                  </a:lnTo>
                  <a:lnTo>
                    <a:pt x="1023" y="280"/>
                  </a:lnTo>
                  <a:lnTo>
                    <a:pt x="1023" y="282"/>
                  </a:lnTo>
                  <a:lnTo>
                    <a:pt x="1021" y="284"/>
                  </a:lnTo>
                  <a:lnTo>
                    <a:pt x="1020" y="286"/>
                  </a:lnTo>
                  <a:lnTo>
                    <a:pt x="1019" y="289"/>
                  </a:lnTo>
                  <a:lnTo>
                    <a:pt x="1017" y="291"/>
                  </a:lnTo>
                  <a:lnTo>
                    <a:pt x="1026" y="285"/>
                  </a:lnTo>
                  <a:lnTo>
                    <a:pt x="1034" y="280"/>
                  </a:lnTo>
                  <a:lnTo>
                    <a:pt x="1039" y="276"/>
                  </a:lnTo>
                  <a:lnTo>
                    <a:pt x="1040" y="275"/>
                  </a:lnTo>
                  <a:lnTo>
                    <a:pt x="1044" y="273"/>
                  </a:lnTo>
                  <a:lnTo>
                    <a:pt x="1047" y="273"/>
                  </a:lnTo>
                  <a:lnTo>
                    <a:pt x="1071" y="277"/>
                  </a:lnTo>
                  <a:lnTo>
                    <a:pt x="1091" y="275"/>
                  </a:lnTo>
                  <a:lnTo>
                    <a:pt x="1109" y="267"/>
                  </a:lnTo>
                  <a:lnTo>
                    <a:pt x="1126" y="257"/>
                  </a:lnTo>
                  <a:lnTo>
                    <a:pt x="1137" y="244"/>
                  </a:lnTo>
                  <a:lnTo>
                    <a:pt x="1145" y="229"/>
                  </a:lnTo>
                  <a:lnTo>
                    <a:pt x="1146" y="214"/>
                  </a:lnTo>
                  <a:lnTo>
                    <a:pt x="1142" y="195"/>
                  </a:lnTo>
                  <a:lnTo>
                    <a:pt x="1132" y="177"/>
                  </a:lnTo>
                  <a:lnTo>
                    <a:pt x="1116" y="163"/>
                  </a:lnTo>
                  <a:lnTo>
                    <a:pt x="1094" y="154"/>
                  </a:lnTo>
                  <a:lnTo>
                    <a:pt x="1071" y="150"/>
                  </a:lnTo>
                  <a:close/>
                  <a:moveTo>
                    <a:pt x="392" y="147"/>
                  </a:moveTo>
                  <a:lnTo>
                    <a:pt x="404" y="150"/>
                  </a:lnTo>
                  <a:lnTo>
                    <a:pt x="415" y="154"/>
                  </a:lnTo>
                  <a:lnTo>
                    <a:pt x="425" y="161"/>
                  </a:lnTo>
                  <a:lnTo>
                    <a:pt x="463" y="200"/>
                  </a:lnTo>
                  <a:lnTo>
                    <a:pt x="475" y="216"/>
                  </a:lnTo>
                  <a:lnTo>
                    <a:pt x="477" y="234"/>
                  </a:lnTo>
                  <a:lnTo>
                    <a:pt x="476" y="247"/>
                  </a:lnTo>
                  <a:lnTo>
                    <a:pt x="471" y="258"/>
                  </a:lnTo>
                  <a:lnTo>
                    <a:pt x="463" y="267"/>
                  </a:lnTo>
                  <a:lnTo>
                    <a:pt x="453" y="276"/>
                  </a:lnTo>
                  <a:lnTo>
                    <a:pt x="442" y="280"/>
                  </a:lnTo>
                  <a:lnTo>
                    <a:pt x="430" y="281"/>
                  </a:lnTo>
                  <a:lnTo>
                    <a:pt x="418" y="280"/>
                  </a:lnTo>
                  <a:lnTo>
                    <a:pt x="406" y="276"/>
                  </a:lnTo>
                  <a:lnTo>
                    <a:pt x="396" y="267"/>
                  </a:lnTo>
                  <a:lnTo>
                    <a:pt x="395" y="266"/>
                  </a:lnTo>
                  <a:lnTo>
                    <a:pt x="388" y="259"/>
                  </a:lnTo>
                  <a:lnTo>
                    <a:pt x="381" y="253"/>
                  </a:lnTo>
                  <a:lnTo>
                    <a:pt x="373" y="244"/>
                  </a:lnTo>
                  <a:lnTo>
                    <a:pt x="365" y="237"/>
                  </a:lnTo>
                  <a:lnTo>
                    <a:pt x="360" y="231"/>
                  </a:lnTo>
                  <a:lnTo>
                    <a:pt x="358" y="229"/>
                  </a:lnTo>
                  <a:lnTo>
                    <a:pt x="364" y="230"/>
                  </a:lnTo>
                  <a:lnTo>
                    <a:pt x="370" y="230"/>
                  </a:lnTo>
                  <a:lnTo>
                    <a:pt x="391" y="226"/>
                  </a:lnTo>
                  <a:lnTo>
                    <a:pt x="412" y="248"/>
                  </a:lnTo>
                  <a:lnTo>
                    <a:pt x="416" y="252"/>
                  </a:lnTo>
                  <a:lnTo>
                    <a:pt x="423" y="253"/>
                  </a:lnTo>
                  <a:lnTo>
                    <a:pt x="428" y="254"/>
                  </a:lnTo>
                  <a:lnTo>
                    <a:pt x="434" y="253"/>
                  </a:lnTo>
                  <a:lnTo>
                    <a:pt x="439" y="252"/>
                  </a:lnTo>
                  <a:lnTo>
                    <a:pt x="444" y="248"/>
                  </a:lnTo>
                  <a:lnTo>
                    <a:pt x="448" y="243"/>
                  </a:lnTo>
                  <a:lnTo>
                    <a:pt x="449" y="238"/>
                  </a:lnTo>
                  <a:lnTo>
                    <a:pt x="451" y="231"/>
                  </a:lnTo>
                  <a:lnTo>
                    <a:pt x="449" y="226"/>
                  </a:lnTo>
                  <a:lnTo>
                    <a:pt x="448" y="220"/>
                  </a:lnTo>
                  <a:lnTo>
                    <a:pt x="444" y="216"/>
                  </a:lnTo>
                  <a:lnTo>
                    <a:pt x="410" y="182"/>
                  </a:lnTo>
                  <a:lnTo>
                    <a:pt x="409" y="181"/>
                  </a:lnTo>
                  <a:lnTo>
                    <a:pt x="406" y="179"/>
                  </a:lnTo>
                  <a:lnTo>
                    <a:pt x="404" y="177"/>
                  </a:lnTo>
                  <a:lnTo>
                    <a:pt x="398" y="175"/>
                  </a:lnTo>
                  <a:lnTo>
                    <a:pt x="393" y="175"/>
                  </a:lnTo>
                  <a:lnTo>
                    <a:pt x="388" y="175"/>
                  </a:lnTo>
                  <a:lnTo>
                    <a:pt x="384" y="177"/>
                  </a:lnTo>
                  <a:lnTo>
                    <a:pt x="382" y="179"/>
                  </a:lnTo>
                  <a:lnTo>
                    <a:pt x="379" y="181"/>
                  </a:lnTo>
                  <a:lnTo>
                    <a:pt x="377" y="183"/>
                  </a:lnTo>
                  <a:lnTo>
                    <a:pt x="373" y="186"/>
                  </a:lnTo>
                  <a:lnTo>
                    <a:pt x="368" y="186"/>
                  </a:lnTo>
                  <a:lnTo>
                    <a:pt x="364" y="186"/>
                  </a:lnTo>
                  <a:lnTo>
                    <a:pt x="362" y="184"/>
                  </a:lnTo>
                  <a:lnTo>
                    <a:pt x="358" y="182"/>
                  </a:lnTo>
                  <a:lnTo>
                    <a:pt x="350" y="173"/>
                  </a:lnTo>
                  <a:lnTo>
                    <a:pt x="354" y="168"/>
                  </a:lnTo>
                  <a:lnTo>
                    <a:pt x="358" y="161"/>
                  </a:lnTo>
                  <a:lnTo>
                    <a:pt x="368" y="154"/>
                  </a:lnTo>
                  <a:lnTo>
                    <a:pt x="379" y="150"/>
                  </a:lnTo>
                  <a:lnTo>
                    <a:pt x="392" y="147"/>
                  </a:lnTo>
                  <a:close/>
                  <a:moveTo>
                    <a:pt x="2378" y="147"/>
                  </a:moveTo>
                  <a:lnTo>
                    <a:pt x="2402" y="151"/>
                  </a:lnTo>
                  <a:lnTo>
                    <a:pt x="2422" y="161"/>
                  </a:lnTo>
                  <a:lnTo>
                    <a:pt x="2439" y="178"/>
                  </a:lnTo>
                  <a:lnTo>
                    <a:pt x="2449" y="198"/>
                  </a:lnTo>
                  <a:lnTo>
                    <a:pt x="2453" y="223"/>
                  </a:lnTo>
                  <a:lnTo>
                    <a:pt x="2449" y="247"/>
                  </a:lnTo>
                  <a:lnTo>
                    <a:pt x="2439" y="267"/>
                  </a:lnTo>
                  <a:lnTo>
                    <a:pt x="2422" y="284"/>
                  </a:lnTo>
                  <a:lnTo>
                    <a:pt x="2402" y="294"/>
                  </a:lnTo>
                  <a:lnTo>
                    <a:pt x="2378" y="298"/>
                  </a:lnTo>
                  <a:lnTo>
                    <a:pt x="2356" y="295"/>
                  </a:lnTo>
                  <a:lnTo>
                    <a:pt x="2338" y="286"/>
                  </a:lnTo>
                  <a:lnTo>
                    <a:pt x="2322" y="273"/>
                  </a:lnTo>
                  <a:lnTo>
                    <a:pt x="2310" y="257"/>
                  </a:lnTo>
                  <a:lnTo>
                    <a:pt x="2272" y="257"/>
                  </a:lnTo>
                  <a:lnTo>
                    <a:pt x="2271" y="257"/>
                  </a:lnTo>
                  <a:lnTo>
                    <a:pt x="2271" y="257"/>
                  </a:lnTo>
                  <a:lnTo>
                    <a:pt x="2166" y="257"/>
                  </a:lnTo>
                  <a:lnTo>
                    <a:pt x="2166" y="254"/>
                  </a:lnTo>
                  <a:lnTo>
                    <a:pt x="2166" y="245"/>
                  </a:lnTo>
                  <a:lnTo>
                    <a:pt x="2166" y="233"/>
                  </a:lnTo>
                  <a:lnTo>
                    <a:pt x="2168" y="219"/>
                  </a:lnTo>
                  <a:lnTo>
                    <a:pt x="2170" y="206"/>
                  </a:lnTo>
                  <a:lnTo>
                    <a:pt x="2174" y="195"/>
                  </a:lnTo>
                  <a:lnTo>
                    <a:pt x="2184" y="183"/>
                  </a:lnTo>
                  <a:lnTo>
                    <a:pt x="2197" y="175"/>
                  </a:lnTo>
                  <a:lnTo>
                    <a:pt x="2211" y="169"/>
                  </a:lnTo>
                  <a:lnTo>
                    <a:pt x="2227" y="167"/>
                  </a:lnTo>
                  <a:lnTo>
                    <a:pt x="2243" y="167"/>
                  </a:lnTo>
                  <a:lnTo>
                    <a:pt x="2271" y="220"/>
                  </a:lnTo>
                  <a:lnTo>
                    <a:pt x="2299" y="167"/>
                  </a:lnTo>
                  <a:lnTo>
                    <a:pt x="2311" y="167"/>
                  </a:lnTo>
                  <a:lnTo>
                    <a:pt x="2325" y="168"/>
                  </a:lnTo>
                  <a:lnTo>
                    <a:pt x="2341" y="156"/>
                  </a:lnTo>
                  <a:lnTo>
                    <a:pt x="2359" y="150"/>
                  </a:lnTo>
                  <a:lnTo>
                    <a:pt x="2378" y="147"/>
                  </a:lnTo>
                  <a:close/>
                  <a:moveTo>
                    <a:pt x="1257" y="145"/>
                  </a:moveTo>
                  <a:lnTo>
                    <a:pt x="1256" y="145"/>
                  </a:lnTo>
                  <a:lnTo>
                    <a:pt x="1254" y="146"/>
                  </a:lnTo>
                  <a:lnTo>
                    <a:pt x="1235" y="169"/>
                  </a:lnTo>
                  <a:lnTo>
                    <a:pt x="1233" y="173"/>
                  </a:lnTo>
                  <a:lnTo>
                    <a:pt x="1231" y="177"/>
                  </a:lnTo>
                  <a:lnTo>
                    <a:pt x="1231" y="181"/>
                  </a:lnTo>
                  <a:lnTo>
                    <a:pt x="1231" y="184"/>
                  </a:lnTo>
                  <a:lnTo>
                    <a:pt x="1234" y="189"/>
                  </a:lnTo>
                  <a:lnTo>
                    <a:pt x="1237" y="193"/>
                  </a:lnTo>
                  <a:lnTo>
                    <a:pt x="1239" y="193"/>
                  </a:lnTo>
                  <a:lnTo>
                    <a:pt x="1242" y="193"/>
                  </a:lnTo>
                  <a:lnTo>
                    <a:pt x="1243" y="192"/>
                  </a:lnTo>
                  <a:lnTo>
                    <a:pt x="1243" y="191"/>
                  </a:lnTo>
                  <a:lnTo>
                    <a:pt x="1243" y="188"/>
                  </a:lnTo>
                  <a:lnTo>
                    <a:pt x="1242" y="187"/>
                  </a:lnTo>
                  <a:lnTo>
                    <a:pt x="1240" y="186"/>
                  </a:lnTo>
                  <a:lnTo>
                    <a:pt x="1239" y="183"/>
                  </a:lnTo>
                  <a:lnTo>
                    <a:pt x="1239" y="181"/>
                  </a:lnTo>
                  <a:lnTo>
                    <a:pt x="1239" y="177"/>
                  </a:lnTo>
                  <a:lnTo>
                    <a:pt x="1240" y="174"/>
                  </a:lnTo>
                  <a:lnTo>
                    <a:pt x="1259" y="151"/>
                  </a:lnTo>
                  <a:lnTo>
                    <a:pt x="1261" y="150"/>
                  </a:lnTo>
                  <a:lnTo>
                    <a:pt x="1261" y="147"/>
                  </a:lnTo>
                  <a:lnTo>
                    <a:pt x="1259" y="146"/>
                  </a:lnTo>
                  <a:lnTo>
                    <a:pt x="1257" y="145"/>
                  </a:lnTo>
                  <a:close/>
                  <a:moveTo>
                    <a:pt x="3099" y="144"/>
                  </a:moveTo>
                  <a:lnTo>
                    <a:pt x="3097" y="144"/>
                  </a:lnTo>
                  <a:lnTo>
                    <a:pt x="3095" y="145"/>
                  </a:lnTo>
                  <a:lnTo>
                    <a:pt x="3094" y="146"/>
                  </a:lnTo>
                  <a:lnTo>
                    <a:pt x="3092" y="147"/>
                  </a:lnTo>
                  <a:lnTo>
                    <a:pt x="3092" y="150"/>
                  </a:lnTo>
                  <a:lnTo>
                    <a:pt x="3094" y="153"/>
                  </a:lnTo>
                  <a:lnTo>
                    <a:pt x="3096" y="154"/>
                  </a:lnTo>
                  <a:lnTo>
                    <a:pt x="3097" y="156"/>
                  </a:lnTo>
                  <a:lnTo>
                    <a:pt x="3100" y="156"/>
                  </a:lnTo>
                  <a:lnTo>
                    <a:pt x="3100" y="158"/>
                  </a:lnTo>
                  <a:lnTo>
                    <a:pt x="3101" y="144"/>
                  </a:lnTo>
                  <a:lnTo>
                    <a:pt x="3099" y="144"/>
                  </a:lnTo>
                  <a:close/>
                  <a:moveTo>
                    <a:pt x="3279" y="140"/>
                  </a:moveTo>
                  <a:lnTo>
                    <a:pt x="3318" y="140"/>
                  </a:lnTo>
                  <a:lnTo>
                    <a:pt x="3332" y="147"/>
                  </a:lnTo>
                  <a:lnTo>
                    <a:pt x="3344" y="161"/>
                  </a:lnTo>
                  <a:lnTo>
                    <a:pt x="3353" y="179"/>
                  </a:lnTo>
                  <a:lnTo>
                    <a:pt x="3361" y="202"/>
                  </a:lnTo>
                  <a:lnTo>
                    <a:pt x="3364" y="219"/>
                  </a:lnTo>
                  <a:lnTo>
                    <a:pt x="3364" y="233"/>
                  </a:lnTo>
                  <a:lnTo>
                    <a:pt x="3358" y="244"/>
                  </a:lnTo>
                  <a:lnTo>
                    <a:pt x="3350" y="254"/>
                  </a:lnTo>
                  <a:lnTo>
                    <a:pt x="3337" y="262"/>
                  </a:lnTo>
                  <a:lnTo>
                    <a:pt x="3320" y="266"/>
                  </a:lnTo>
                  <a:lnTo>
                    <a:pt x="3299" y="268"/>
                  </a:lnTo>
                  <a:lnTo>
                    <a:pt x="3277" y="266"/>
                  </a:lnTo>
                  <a:lnTo>
                    <a:pt x="3260" y="262"/>
                  </a:lnTo>
                  <a:lnTo>
                    <a:pt x="3248" y="254"/>
                  </a:lnTo>
                  <a:lnTo>
                    <a:pt x="3239" y="244"/>
                  </a:lnTo>
                  <a:lnTo>
                    <a:pt x="3235" y="231"/>
                  </a:lnTo>
                  <a:lnTo>
                    <a:pt x="3234" y="217"/>
                  </a:lnTo>
                  <a:lnTo>
                    <a:pt x="3236" y="201"/>
                  </a:lnTo>
                  <a:lnTo>
                    <a:pt x="3244" y="179"/>
                  </a:lnTo>
                  <a:lnTo>
                    <a:pt x="3253" y="161"/>
                  </a:lnTo>
                  <a:lnTo>
                    <a:pt x="3265" y="147"/>
                  </a:lnTo>
                  <a:lnTo>
                    <a:pt x="3279" y="140"/>
                  </a:lnTo>
                  <a:close/>
                  <a:moveTo>
                    <a:pt x="1071" y="138"/>
                  </a:moveTo>
                  <a:lnTo>
                    <a:pt x="1094" y="141"/>
                  </a:lnTo>
                  <a:lnTo>
                    <a:pt x="1114" y="149"/>
                  </a:lnTo>
                  <a:lnTo>
                    <a:pt x="1132" y="160"/>
                  </a:lnTo>
                  <a:lnTo>
                    <a:pt x="1146" y="175"/>
                  </a:lnTo>
                  <a:lnTo>
                    <a:pt x="1154" y="195"/>
                  </a:lnTo>
                  <a:lnTo>
                    <a:pt x="1158" y="215"/>
                  </a:lnTo>
                  <a:lnTo>
                    <a:pt x="1154" y="235"/>
                  </a:lnTo>
                  <a:lnTo>
                    <a:pt x="1145" y="254"/>
                  </a:lnTo>
                  <a:lnTo>
                    <a:pt x="1131" y="270"/>
                  </a:lnTo>
                  <a:lnTo>
                    <a:pt x="1113" y="281"/>
                  </a:lnTo>
                  <a:lnTo>
                    <a:pt x="1093" y="289"/>
                  </a:lnTo>
                  <a:lnTo>
                    <a:pt x="1071" y="291"/>
                  </a:lnTo>
                  <a:lnTo>
                    <a:pt x="1048" y="287"/>
                  </a:lnTo>
                  <a:lnTo>
                    <a:pt x="1043" y="290"/>
                  </a:lnTo>
                  <a:lnTo>
                    <a:pt x="1034" y="295"/>
                  </a:lnTo>
                  <a:lnTo>
                    <a:pt x="1023" y="300"/>
                  </a:lnTo>
                  <a:lnTo>
                    <a:pt x="1011" y="307"/>
                  </a:lnTo>
                  <a:lnTo>
                    <a:pt x="1000" y="312"/>
                  </a:lnTo>
                  <a:lnTo>
                    <a:pt x="992" y="315"/>
                  </a:lnTo>
                  <a:lnTo>
                    <a:pt x="989" y="317"/>
                  </a:lnTo>
                  <a:lnTo>
                    <a:pt x="991" y="314"/>
                  </a:lnTo>
                  <a:lnTo>
                    <a:pt x="993" y="307"/>
                  </a:lnTo>
                  <a:lnTo>
                    <a:pt x="997" y="298"/>
                  </a:lnTo>
                  <a:lnTo>
                    <a:pt x="1001" y="286"/>
                  </a:lnTo>
                  <a:lnTo>
                    <a:pt x="1005" y="276"/>
                  </a:lnTo>
                  <a:lnTo>
                    <a:pt x="1009" y="267"/>
                  </a:lnTo>
                  <a:lnTo>
                    <a:pt x="995" y="252"/>
                  </a:lnTo>
                  <a:lnTo>
                    <a:pt x="987" y="234"/>
                  </a:lnTo>
                  <a:lnTo>
                    <a:pt x="983" y="215"/>
                  </a:lnTo>
                  <a:lnTo>
                    <a:pt x="987" y="195"/>
                  </a:lnTo>
                  <a:lnTo>
                    <a:pt x="996" y="175"/>
                  </a:lnTo>
                  <a:lnTo>
                    <a:pt x="1009" y="160"/>
                  </a:lnTo>
                  <a:lnTo>
                    <a:pt x="1026" y="149"/>
                  </a:lnTo>
                  <a:lnTo>
                    <a:pt x="1047" y="141"/>
                  </a:lnTo>
                  <a:lnTo>
                    <a:pt x="1071" y="138"/>
                  </a:lnTo>
                  <a:close/>
                  <a:moveTo>
                    <a:pt x="3004" y="137"/>
                  </a:moveTo>
                  <a:lnTo>
                    <a:pt x="3004" y="226"/>
                  </a:lnTo>
                  <a:lnTo>
                    <a:pt x="3022" y="219"/>
                  </a:lnTo>
                  <a:lnTo>
                    <a:pt x="3041" y="217"/>
                  </a:lnTo>
                  <a:lnTo>
                    <a:pt x="3059" y="221"/>
                  </a:lnTo>
                  <a:lnTo>
                    <a:pt x="3078" y="228"/>
                  </a:lnTo>
                  <a:lnTo>
                    <a:pt x="3097" y="235"/>
                  </a:lnTo>
                  <a:lnTo>
                    <a:pt x="3115" y="244"/>
                  </a:lnTo>
                  <a:lnTo>
                    <a:pt x="3133" y="251"/>
                  </a:lnTo>
                  <a:lnTo>
                    <a:pt x="3151" y="254"/>
                  </a:lnTo>
                  <a:lnTo>
                    <a:pt x="3167" y="254"/>
                  </a:lnTo>
                  <a:lnTo>
                    <a:pt x="3183" y="248"/>
                  </a:lnTo>
                  <a:lnTo>
                    <a:pt x="3183" y="259"/>
                  </a:lnTo>
                  <a:lnTo>
                    <a:pt x="3170" y="273"/>
                  </a:lnTo>
                  <a:lnTo>
                    <a:pt x="3156" y="280"/>
                  </a:lnTo>
                  <a:lnTo>
                    <a:pt x="3141" y="282"/>
                  </a:lnTo>
                  <a:lnTo>
                    <a:pt x="3125" y="280"/>
                  </a:lnTo>
                  <a:lnTo>
                    <a:pt x="3109" y="275"/>
                  </a:lnTo>
                  <a:lnTo>
                    <a:pt x="3092" y="267"/>
                  </a:lnTo>
                  <a:lnTo>
                    <a:pt x="3074" y="259"/>
                  </a:lnTo>
                  <a:lnTo>
                    <a:pt x="3058" y="252"/>
                  </a:lnTo>
                  <a:lnTo>
                    <a:pt x="3040" y="247"/>
                  </a:lnTo>
                  <a:lnTo>
                    <a:pt x="3023" y="244"/>
                  </a:lnTo>
                  <a:lnTo>
                    <a:pt x="3007" y="247"/>
                  </a:lnTo>
                  <a:lnTo>
                    <a:pt x="2990" y="253"/>
                  </a:lnTo>
                  <a:lnTo>
                    <a:pt x="2990" y="144"/>
                  </a:lnTo>
                  <a:lnTo>
                    <a:pt x="2997" y="140"/>
                  </a:lnTo>
                  <a:lnTo>
                    <a:pt x="3004" y="137"/>
                  </a:lnTo>
                  <a:close/>
                  <a:moveTo>
                    <a:pt x="83" y="135"/>
                  </a:moveTo>
                  <a:lnTo>
                    <a:pt x="83" y="164"/>
                  </a:lnTo>
                  <a:lnTo>
                    <a:pt x="86" y="165"/>
                  </a:lnTo>
                  <a:lnTo>
                    <a:pt x="89" y="168"/>
                  </a:lnTo>
                  <a:lnTo>
                    <a:pt x="90" y="172"/>
                  </a:lnTo>
                  <a:lnTo>
                    <a:pt x="117" y="172"/>
                  </a:lnTo>
                  <a:lnTo>
                    <a:pt x="127" y="178"/>
                  </a:lnTo>
                  <a:lnTo>
                    <a:pt x="89" y="178"/>
                  </a:lnTo>
                  <a:lnTo>
                    <a:pt x="86" y="181"/>
                  </a:lnTo>
                  <a:lnTo>
                    <a:pt x="84" y="182"/>
                  </a:lnTo>
                  <a:lnTo>
                    <a:pt x="80" y="183"/>
                  </a:lnTo>
                  <a:lnTo>
                    <a:pt x="76" y="182"/>
                  </a:lnTo>
                  <a:lnTo>
                    <a:pt x="74" y="181"/>
                  </a:lnTo>
                  <a:lnTo>
                    <a:pt x="71" y="177"/>
                  </a:lnTo>
                  <a:lnTo>
                    <a:pt x="70" y="173"/>
                  </a:lnTo>
                  <a:lnTo>
                    <a:pt x="71" y="169"/>
                  </a:lnTo>
                  <a:lnTo>
                    <a:pt x="74" y="167"/>
                  </a:lnTo>
                  <a:lnTo>
                    <a:pt x="76" y="164"/>
                  </a:lnTo>
                  <a:lnTo>
                    <a:pt x="76" y="151"/>
                  </a:lnTo>
                  <a:lnTo>
                    <a:pt x="83" y="135"/>
                  </a:lnTo>
                  <a:close/>
                  <a:moveTo>
                    <a:pt x="3102" y="132"/>
                  </a:moveTo>
                  <a:lnTo>
                    <a:pt x="3111" y="133"/>
                  </a:lnTo>
                  <a:lnTo>
                    <a:pt x="3110" y="138"/>
                  </a:lnTo>
                  <a:lnTo>
                    <a:pt x="3115" y="141"/>
                  </a:lnTo>
                  <a:lnTo>
                    <a:pt x="3120" y="145"/>
                  </a:lnTo>
                  <a:lnTo>
                    <a:pt x="3124" y="149"/>
                  </a:lnTo>
                  <a:lnTo>
                    <a:pt x="3127" y="153"/>
                  </a:lnTo>
                  <a:lnTo>
                    <a:pt x="3118" y="155"/>
                  </a:lnTo>
                  <a:lnTo>
                    <a:pt x="3115" y="151"/>
                  </a:lnTo>
                  <a:lnTo>
                    <a:pt x="3113" y="147"/>
                  </a:lnTo>
                  <a:lnTo>
                    <a:pt x="3110" y="145"/>
                  </a:lnTo>
                  <a:lnTo>
                    <a:pt x="3109" y="161"/>
                  </a:lnTo>
                  <a:lnTo>
                    <a:pt x="3113" y="164"/>
                  </a:lnTo>
                  <a:lnTo>
                    <a:pt x="3115" y="165"/>
                  </a:lnTo>
                  <a:lnTo>
                    <a:pt x="3118" y="168"/>
                  </a:lnTo>
                  <a:lnTo>
                    <a:pt x="3120" y="170"/>
                  </a:lnTo>
                  <a:lnTo>
                    <a:pt x="3123" y="174"/>
                  </a:lnTo>
                  <a:lnTo>
                    <a:pt x="3124" y="175"/>
                  </a:lnTo>
                  <a:lnTo>
                    <a:pt x="3125" y="178"/>
                  </a:lnTo>
                  <a:lnTo>
                    <a:pt x="3125" y="181"/>
                  </a:lnTo>
                  <a:lnTo>
                    <a:pt x="3124" y="186"/>
                  </a:lnTo>
                  <a:lnTo>
                    <a:pt x="3122" y="188"/>
                  </a:lnTo>
                  <a:lnTo>
                    <a:pt x="3118" y="191"/>
                  </a:lnTo>
                  <a:lnTo>
                    <a:pt x="3113" y="192"/>
                  </a:lnTo>
                  <a:lnTo>
                    <a:pt x="3109" y="192"/>
                  </a:lnTo>
                  <a:lnTo>
                    <a:pt x="3106" y="192"/>
                  </a:lnTo>
                  <a:lnTo>
                    <a:pt x="3105" y="197"/>
                  </a:lnTo>
                  <a:lnTo>
                    <a:pt x="3097" y="195"/>
                  </a:lnTo>
                  <a:lnTo>
                    <a:pt x="3097" y="189"/>
                  </a:lnTo>
                  <a:lnTo>
                    <a:pt x="3094" y="188"/>
                  </a:lnTo>
                  <a:lnTo>
                    <a:pt x="3090" y="186"/>
                  </a:lnTo>
                  <a:lnTo>
                    <a:pt x="3086" y="183"/>
                  </a:lnTo>
                  <a:lnTo>
                    <a:pt x="3082" y="179"/>
                  </a:lnTo>
                  <a:lnTo>
                    <a:pt x="3080" y="177"/>
                  </a:lnTo>
                  <a:lnTo>
                    <a:pt x="3078" y="174"/>
                  </a:lnTo>
                  <a:lnTo>
                    <a:pt x="3087" y="172"/>
                  </a:lnTo>
                  <a:lnTo>
                    <a:pt x="3088" y="175"/>
                  </a:lnTo>
                  <a:lnTo>
                    <a:pt x="3091" y="178"/>
                  </a:lnTo>
                  <a:lnTo>
                    <a:pt x="3094" y="181"/>
                  </a:lnTo>
                  <a:lnTo>
                    <a:pt x="3099" y="183"/>
                  </a:lnTo>
                  <a:lnTo>
                    <a:pt x="3100" y="165"/>
                  </a:lnTo>
                  <a:lnTo>
                    <a:pt x="3096" y="163"/>
                  </a:lnTo>
                  <a:lnTo>
                    <a:pt x="3091" y="160"/>
                  </a:lnTo>
                  <a:lnTo>
                    <a:pt x="3087" y="156"/>
                  </a:lnTo>
                  <a:lnTo>
                    <a:pt x="3085" y="154"/>
                  </a:lnTo>
                  <a:lnTo>
                    <a:pt x="3083" y="151"/>
                  </a:lnTo>
                  <a:lnTo>
                    <a:pt x="3083" y="149"/>
                  </a:lnTo>
                  <a:lnTo>
                    <a:pt x="3083" y="146"/>
                  </a:lnTo>
                  <a:lnTo>
                    <a:pt x="3085" y="142"/>
                  </a:lnTo>
                  <a:lnTo>
                    <a:pt x="3086" y="140"/>
                  </a:lnTo>
                  <a:lnTo>
                    <a:pt x="3090" y="138"/>
                  </a:lnTo>
                  <a:lnTo>
                    <a:pt x="3094" y="137"/>
                  </a:lnTo>
                  <a:lnTo>
                    <a:pt x="3097" y="136"/>
                  </a:lnTo>
                  <a:lnTo>
                    <a:pt x="3102" y="137"/>
                  </a:lnTo>
                  <a:lnTo>
                    <a:pt x="3102" y="132"/>
                  </a:lnTo>
                  <a:close/>
                  <a:moveTo>
                    <a:pt x="1258" y="132"/>
                  </a:moveTo>
                  <a:lnTo>
                    <a:pt x="1275" y="150"/>
                  </a:lnTo>
                  <a:lnTo>
                    <a:pt x="1295" y="163"/>
                  </a:lnTo>
                  <a:lnTo>
                    <a:pt x="1267" y="196"/>
                  </a:lnTo>
                  <a:lnTo>
                    <a:pt x="1262" y="201"/>
                  </a:lnTo>
                  <a:lnTo>
                    <a:pt x="1257" y="203"/>
                  </a:lnTo>
                  <a:lnTo>
                    <a:pt x="1251" y="205"/>
                  </a:lnTo>
                  <a:lnTo>
                    <a:pt x="1244" y="205"/>
                  </a:lnTo>
                  <a:lnTo>
                    <a:pt x="1238" y="202"/>
                  </a:lnTo>
                  <a:lnTo>
                    <a:pt x="1233" y="198"/>
                  </a:lnTo>
                  <a:lnTo>
                    <a:pt x="1226" y="192"/>
                  </a:lnTo>
                  <a:lnTo>
                    <a:pt x="1224" y="182"/>
                  </a:lnTo>
                  <a:lnTo>
                    <a:pt x="1225" y="173"/>
                  </a:lnTo>
                  <a:lnTo>
                    <a:pt x="1230" y="165"/>
                  </a:lnTo>
                  <a:lnTo>
                    <a:pt x="1258" y="132"/>
                  </a:lnTo>
                  <a:close/>
                  <a:moveTo>
                    <a:pt x="3106" y="122"/>
                  </a:moveTo>
                  <a:lnTo>
                    <a:pt x="3094" y="123"/>
                  </a:lnTo>
                  <a:lnTo>
                    <a:pt x="3083" y="130"/>
                  </a:lnTo>
                  <a:lnTo>
                    <a:pt x="3074" y="142"/>
                  </a:lnTo>
                  <a:lnTo>
                    <a:pt x="3071" y="158"/>
                  </a:lnTo>
                  <a:lnTo>
                    <a:pt x="3072" y="174"/>
                  </a:lnTo>
                  <a:lnTo>
                    <a:pt x="3078" y="189"/>
                  </a:lnTo>
                  <a:lnTo>
                    <a:pt x="3087" y="200"/>
                  </a:lnTo>
                  <a:lnTo>
                    <a:pt x="3099" y="206"/>
                  </a:lnTo>
                  <a:lnTo>
                    <a:pt x="3111" y="206"/>
                  </a:lnTo>
                  <a:lnTo>
                    <a:pt x="3123" y="200"/>
                  </a:lnTo>
                  <a:lnTo>
                    <a:pt x="3130" y="188"/>
                  </a:lnTo>
                  <a:lnTo>
                    <a:pt x="3134" y="172"/>
                  </a:lnTo>
                  <a:lnTo>
                    <a:pt x="3134" y="154"/>
                  </a:lnTo>
                  <a:lnTo>
                    <a:pt x="3128" y="140"/>
                  </a:lnTo>
                  <a:lnTo>
                    <a:pt x="3119" y="128"/>
                  </a:lnTo>
                  <a:lnTo>
                    <a:pt x="3106" y="122"/>
                  </a:lnTo>
                  <a:close/>
                  <a:moveTo>
                    <a:pt x="1754" y="121"/>
                  </a:moveTo>
                  <a:lnTo>
                    <a:pt x="1773" y="124"/>
                  </a:lnTo>
                  <a:lnTo>
                    <a:pt x="1773" y="124"/>
                  </a:lnTo>
                  <a:lnTo>
                    <a:pt x="1777" y="124"/>
                  </a:lnTo>
                  <a:lnTo>
                    <a:pt x="1780" y="127"/>
                  </a:lnTo>
                  <a:lnTo>
                    <a:pt x="1783" y="130"/>
                  </a:lnTo>
                  <a:lnTo>
                    <a:pt x="1812" y="215"/>
                  </a:lnTo>
                  <a:lnTo>
                    <a:pt x="1843" y="130"/>
                  </a:lnTo>
                  <a:lnTo>
                    <a:pt x="1845" y="127"/>
                  </a:lnTo>
                  <a:lnTo>
                    <a:pt x="1848" y="124"/>
                  </a:lnTo>
                  <a:lnTo>
                    <a:pt x="1852" y="124"/>
                  </a:lnTo>
                  <a:lnTo>
                    <a:pt x="1852" y="124"/>
                  </a:lnTo>
                  <a:lnTo>
                    <a:pt x="1872" y="121"/>
                  </a:lnTo>
                  <a:lnTo>
                    <a:pt x="1898" y="175"/>
                  </a:lnTo>
                  <a:lnTo>
                    <a:pt x="1926" y="122"/>
                  </a:lnTo>
                  <a:lnTo>
                    <a:pt x="1945" y="128"/>
                  </a:lnTo>
                  <a:lnTo>
                    <a:pt x="1948" y="130"/>
                  </a:lnTo>
                  <a:lnTo>
                    <a:pt x="1951" y="131"/>
                  </a:lnTo>
                  <a:lnTo>
                    <a:pt x="1952" y="135"/>
                  </a:lnTo>
                  <a:lnTo>
                    <a:pt x="1954" y="137"/>
                  </a:lnTo>
                  <a:lnTo>
                    <a:pt x="1973" y="259"/>
                  </a:lnTo>
                  <a:lnTo>
                    <a:pt x="1973" y="263"/>
                  </a:lnTo>
                  <a:lnTo>
                    <a:pt x="1971" y="266"/>
                  </a:lnTo>
                  <a:lnTo>
                    <a:pt x="1970" y="270"/>
                  </a:lnTo>
                  <a:lnTo>
                    <a:pt x="1966" y="271"/>
                  </a:lnTo>
                  <a:lnTo>
                    <a:pt x="1964" y="272"/>
                  </a:lnTo>
                  <a:lnTo>
                    <a:pt x="1960" y="272"/>
                  </a:lnTo>
                  <a:lnTo>
                    <a:pt x="1956" y="271"/>
                  </a:lnTo>
                  <a:lnTo>
                    <a:pt x="1954" y="270"/>
                  </a:lnTo>
                  <a:lnTo>
                    <a:pt x="1951" y="266"/>
                  </a:lnTo>
                  <a:lnTo>
                    <a:pt x="1950" y="262"/>
                  </a:lnTo>
                  <a:lnTo>
                    <a:pt x="1941" y="201"/>
                  </a:lnTo>
                  <a:lnTo>
                    <a:pt x="1937" y="247"/>
                  </a:lnTo>
                  <a:lnTo>
                    <a:pt x="1945" y="401"/>
                  </a:lnTo>
                  <a:lnTo>
                    <a:pt x="1909" y="401"/>
                  </a:lnTo>
                  <a:lnTo>
                    <a:pt x="1899" y="287"/>
                  </a:lnTo>
                  <a:lnTo>
                    <a:pt x="1890" y="401"/>
                  </a:lnTo>
                  <a:lnTo>
                    <a:pt x="1858" y="401"/>
                  </a:lnTo>
                  <a:lnTo>
                    <a:pt x="1863" y="248"/>
                  </a:lnTo>
                  <a:lnTo>
                    <a:pt x="1854" y="168"/>
                  </a:lnTo>
                  <a:lnTo>
                    <a:pt x="1826" y="245"/>
                  </a:lnTo>
                  <a:lnTo>
                    <a:pt x="1825" y="251"/>
                  </a:lnTo>
                  <a:lnTo>
                    <a:pt x="1821" y="254"/>
                  </a:lnTo>
                  <a:lnTo>
                    <a:pt x="1817" y="257"/>
                  </a:lnTo>
                  <a:lnTo>
                    <a:pt x="1812" y="257"/>
                  </a:lnTo>
                  <a:lnTo>
                    <a:pt x="1808" y="257"/>
                  </a:lnTo>
                  <a:lnTo>
                    <a:pt x="1805" y="254"/>
                  </a:lnTo>
                  <a:lnTo>
                    <a:pt x="1802" y="252"/>
                  </a:lnTo>
                  <a:lnTo>
                    <a:pt x="1799" y="248"/>
                  </a:lnTo>
                  <a:lnTo>
                    <a:pt x="1799" y="244"/>
                  </a:lnTo>
                  <a:lnTo>
                    <a:pt x="1770" y="168"/>
                  </a:lnTo>
                  <a:lnTo>
                    <a:pt x="1761" y="248"/>
                  </a:lnTo>
                  <a:lnTo>
                    <a:pt x="1768" y="401"/>
                  </a:lnTo>
                  <a:lnTo>
                    <a:pt x="1736" y="401"/>
                  </a:lnTo>
                  <a:lnTo>
                    <a:pt x="1727" y="287"/>
                  </a:lnTo>
                  <a:lnTo>
                    <a:pt x="1715" y="401"/>
                  </a:lnTo>
                  <a:lnTo>
                    <a:pt x="1681" y="401"/>
                  </a:lnTo>
                  <a:lnTo>
                    <a:pt x="1687" y="247"/>
                  </a:lnTo>
                  <a:lnTo>
                    <a:pt x="1685" y="201"/>
                  </a:lnTo>
                  <a:lnTo>
                    <a:pt x="1675" y="262"/>
                  </a:lnTo>
                  <a:lnTo>
                    <a:pt x="1673" y="266"/>
                  </a:lnTo>
                  <a:lnTo>
                    <a:pt x="1672" y="270"/>
                  </a:lnTo>
                  <a:lnTo>
                    <a:pt x="1668" y="271"/>
                  </a:lnTo>
                  <a:lnTo>
                    <a:pt x="1666" y="272"/>
                  </a:lnTo>
                  <a:lnTo>
                    <a:pt x="1662" y="272"/>
                  </a:lnTo>
                  <a:lnTo>
                    <a:pt x="1658" y="271"/>
                  </a:lnTo>
                  <a:lnTo>
                    <a:pt x="1656" y="270"/>
                  </a:lnTo>
                  <a:lnTo>
                    <a:pt x="1653" y="266"/>
                  </a:lnTo>
                  <a:lnTo>
                    <a:pt x="1652" y="263"/>
                  </a:lnTo>
                  <a:lnTo>
                    <a:pt x="1652" y="259"/>
                  </a:lnTo>
                  <a:lnTo>
                    <a:pt x="1671" y="137"/>
                  </a:lnTo>
                  <a:lnTo>
                    <a:pt x="1672" y="135"/>
                  </a:lnTo>
                  <a:lnTo>
                    <a:pt x="1675" y="131"/>
                  </a:lnTo>
                  <a:lnTo>
                    <a:pt x="1677" y="130"/>
                  </a:lnTo>
                  <a:lnTo>
                    <a:pt x="1680" y="128"/>
                  </a:lnTo>
                  <a:lnTo>
                    <a:pt x="1699" y="122"/>
                  </a:lnTo>
                  <a:lnTo>
                    <a:pt x="1728" y="175"/>
                  </a:lnTo>
                  <a:lnTo>
                    <a:pt x="1754" y="121"/>
                  </a:lnTo>
                  <a:close/>
                  <a:moveTo>
                    <a:pt x="3279" y="119"/>
                  </a:moveTo>
                  <a:lnTo>
                    <a:pt x="3318" y="119"/>
                  </a:lnTo>
                  <a:lnTo>
                    <a:pt x="3318" y="135"/>
                  </a:lnTo>
                  <a:lnTo>
                    <a:pt x="3279" y="135"/>
                  </a:lnTo>
                  <a:lnTo>
                    <a:pt x="3279" y="119"/>
                  </a:lnTo>
                  <a:close/>
                  <a:moveTo>
                    <a:pt x="83" y="109"/>
                  </a:moveTo>
                  <a:lnTo>
                    <a:pt x="85" y="110"/>
                  </a:lnTo>
                  <a:lnTo>
                    <a:pt x="88" y="112"/>
                  </a:lnTo>
                  <a:lnTo>
                    <a:pt x="90" y="114"/>
                  </a:lnTo>
                  <a:lnTo>
                    <a:pt x="90" y="117"/>
                  </a:lnTo>
                  <a:lnTo>
                    <a:pt x="90" y="119"/>
                  </a:lnTo>
                  <a:lnTo>
                    <a:pt x="88" y="122"/>
                  </a:lnTo>
                  <a:lnTo>
                    <a:pt x="85" y="123"/>
                  </a:lnTo>
                  <a:lnTo>
                    <a:pt x="83" y="124"/>
                  </a:lnTo>
                  <a:lnTo>
                    <a:pt x="80" y="123"/>
                  </a:lnTo>
                  <a:lnTo>
                    <a:pt x="77" y="122"/>
                  </a:lnTo>
                  <a:lnTo>
                    <a:pt x="76" y="119"/>
                  </a:lnTo>
                  <a:lnTo>
                    <a:pt x="75" y="117"/>
                  </a:lnTo>
                  <a:lnTo>
                    <a:pt x="76" y="114"/>
                  </a:lnTo>
                  <a:lnTo>
                    <a:pt x="77" y="112"/>
                  </a:lnTo>
                  <a:lnTo>
                    <a:pt x="80" y="110"/>
                  </a:lnTo>
                  <a:lnTo>
                    <a:pt x="83" y="109"/>
                  </a:lnTo>
                  <a:close/>
                  <a:moveTo>
                    <a:pt x="3495" y="98"/>
                  </a:moveTo>
                  <a:lnTo>
                    <a:pt x="3507" y="99"/>
                  </a:lnTo>
                  <a:lnTo>
                    <a:pt x="3519" y="104"/>
                  </a:lnTo>
                  <a:lnTo>
                    <a:pt x="3529" y="112"/>
                  </a:lnTo>
                  <a:lnTo>
                    <a:pt x="3567" y="150"/>
                  </a:lnTo>
                  <a:lnTo>
                    <a:pt x="3577" y="165"/>
                  </a:lnTo>
                  <a:lnTo>
                    <a:pt x="3581" y="183"/>
                  </a:lnTo>
                  <a:lnTo>
                    <a:pt x="3580" y="196"/>
                  </a:lnTo>
                  <a:lnTo>
                    <a:pt x="3575" y="207"/>
                  </a:lnTo>
                  <a:lnTo>
                    <a:pt x="3567" y="217"/>
                  </a:lnTo>
                  <a:lnTo>
                    <a:pt x="3557" y="225"/>
                  </a:lnTo>
                  <a:lnTo>
                    <a:pt x="3546" y="230"/>
                  </a:lnTo>
                  <a:lnTo>
                    <a:pt x="3533" y="231"/>
                  </a:lnTo>
                  <a:lnTo>
                    <a:pt x="3521" y="230"/>
                  </a:lnTo>
                  <a:lnTo>
                    <a:pt x="3510" y="225"/>
                  </a:lnTo>
                  <a:lnTo>
                    <a:pt x="3500" y="217"/>
                  </a:lnTo>
                  <a:lnTo>
                    <a:pt x="3497" y="215"/>
                  </a:lnTo>
                  <a:lnTo>
                    <a:pt x="3492" y="210"/>
                  </a:lnTo>
                  <a:lnTo>
                    <a:pt x="3485" y="202"/>
                  </a:lnTo>
                  <a:lnTo>
                    <a:pt x="3477" y="193"/>
                  </a:lnTo>
                  <a:lnTo>
                    <a:pt x="3469" y="186"/>
                  </a:lnTo>
                  <a:lnTo>
                    <a:pt x="3463" y="181"/>
                  </a:lnTo>
                  <a:lnTo>
                    <a:pt x="3462" y="178"/>
                  </a:lnTo>
                  <a:lnTo>
                    <a:pt x="3467" y="179"/>
                  </a:lnTo>
                  <a:lnTo>
                    <a:pt x="3473" y="179"/>
                  </a:lnTo>
                  <a:lnTo>
                    <a:pt x="3495" y="175"/>
                  </a:lnTo>
                  <a:lnTo>
                    <a:pt x="3515" y="197"/>
                  </a:lnTo>
                  <a:lnTo>
                    <a:pt x="3520" y="201"/>
                  </a:lnTo>
                  <a:lnTo>
                    <a:pt x="3525" y="203"/>
                  </a:lnTo>
                  <a:lnTo>
                    <a:pt x="3532" y="203"/>
                  </a:lnTo>
                  <a:lnTo>
                    <a:pt x="3537" y="203"/>
                  </a:lnTo>
                  <a:lnTo>
                    <a:pt x="3543" y="201"/>
                  </a:lnTo>
                  <a:lnTo>
                    <a:pt x="3547" y="197"/>
                  </a:lnTo>
                  <a:lnTo>
                    <a:pt x="3551" y="193"/>
                  </a:lnTo>
                  <a:lnTo>
                    <a:pt x="3553" y="187"/>
                  </a:lnTo>
                  <a:lnTo>
                    <a:pt x="3555" y="182"/>
                  </a:lnTo>
                  <a:lnTo>
                    <a:pt x="3553" y="175"/>
                  </a:lnTo>
                  <a:lnTo>
                    <a:pt x="3551" y="170"/>
                  </a:lnTo>
                  <a:lnTo>
                    <a:pt x="3547" y="165"/>
                  </a:lnTo>
                  <a:lnTo>
                    <a:pt x="3514" y="131"/>
                  </a:lnTo>
                  <a:lnTo>
                    <a:pt x="3513" y="131"/>
                  </a:lnTo>
                  <a:lnTo>
                    <a:pt x="3510" y="128"/>
                  </a:lnTo>
                  <a:lnTo>
                    <a:pt x="3506" y="127"/>
                  </a:lnTo>
                  <a:lnTo>
                    <a:pt x="3502" y="126"/>
                  </a:lnTo>
                  <a:lnTo>
                    <a:pt x="3497" y="124"/>
                  </a:lnTo>
                  <a:lnTo>
                    <a:pt x="3492" y="126"/>
                  </a:lnTo>
                  <a:lnTo>
                    <a:pt x="3488" y="127"/>
                  </a:lnTo>
                  <a:lnTo>
                    <a:pt x="3485" y="128"/>
                  </a:lnTo>
                  <a:lnTo>
                    <a:pt x="3483" y="131"/>
                  </a:lnTo>
                  <a:lnTo>
                    <a:pt x="3481" y="132"/>
                  </a:lnTo>
                  <a:lnTo>
                    <a:pt x="3477" y="135"/>
                  </a:lnTo>
                  <a:lnTo>
                    <a:pt x="3472" y="136"/>
                  </a:lnTo>
                  <a:lnTo>
                    <a:pt x="3468" y="135"/>
                  </a:lnTo>
                  <a:lnTo>
                    <a:pt x="3464" y="133"/>
                  </a:lnTo>
                  <a:lnTo>
                    <a:pt x="3462" y="132"/>
                  </a:lnTo>
                  <a:lnTo>
                    <a:pt x="3453" y="123"/>
                  </a:lnTo>
                  <a:lnTo>
                    <a:pt x="3457" y="117"/>
                  </a:lnTo>
                  <a:lnTo>
                    <a:pt x="3462" y="112"/>
                  </a:lnTo>
                  <a:lnTo>
                    <a:pt x="3472" y="104"/>
                  </a:lnTo>
                  <a:lnTo>
                    <a:pt x="3483" y="99"/>
                  </a:lnTo>
                  <a:lnTo>
                    <a:pt x="3495" y="98"/>
                  </a:lnTo>
                  <a:close/>
                  <a:moveTo>
                    <a:pt x="83" y="96"/>
                  </a:moveTo>
                  <a:lnTo>
                    <a:pt x="63" y="99"/>
                  </a:lnTo>
                  <a:lnTo>
                    <a:pt x="46" y="107"/>
                  </a:lnTo>
                  <a:lnTo>
                    <a:pt x="30" y="118"/>
                  </a:lnTo>
                  <a:lnTo>
                    <a:pt x="19" y="133"/>
                  </a:lnTo>
                  <a:lnTo>
                    <a:pt x="11" y="151"/>
                  </a:lnTo>
                  <a:lnTo>
                    <a:pt x="9" y="170"/>
                  </a:lnTo>
                  <a:lnTo>
                    <a:pt x="11" y="189"/>
                  </a:lnTo>
                  <a:lnTo>
                    <a:pt x="19" y="207"/>
                  </a:lnTo>
                  <a:lnTo>
                    <a:pt x="30" y="223"/>
                  </a:lnTo>
                  <a:lnTo>
                    <a:pt x="46" y="234"/>
                  </a:lnTo>
                  <a:lnTo>
                    <a:pt x="63" y="242"/>
                  </a:lnTo>
                  <a:lnTo>
                    <a:pt x="83" y="244"/>
                  </a:lnTo>
                  <a:lnTo>
                    <a:pt x="103" y="242"/>
                  </a:lnTo>
                  <a:lnTo>
                    <a:pt x="120" y="234"/>
                  </a:lnTo>
                  <a:lnTo>
                    <a:pt x="135" y="223"/>
                  </a:lnTo>
                  <a:lnTo>
                    <a:pt x="146" y="207"/>
                  </a:lnTo>
                  <a:lnTo>
                    <a:pt x="154" y="189"/>
                  </a:lnTo>
                  <a:lnTo>
                    <a:pt x="156" y="170"/>
                  </a:lnTo>
                  <a:lnTo>
                    <a:pt x="154" y="151"/>
                  </a:lnTo>
                  <a:lnTo>
                    <a:pt x="146" y="133"/>
                  </a:lnTo>
                  <a:lnTo>
                    <a:pt x="135" y="118"/>
                  </a:lnTo>
                  <a:lnTo>
                    <a:pt x="120" y="107"/>
                  </a:lnTo>
                  <a:lnTo>
                    <a:pt x="103" y="99"/>
                  </a:lnTo>
                  <a:lnTo>
                    <a:pt x="83" y="96"/>
                  </a:lnTo>
                  <a:close/>
                  <a:moveTo>
                    <a:pt x="844" y="94"/>
                  </a:moveTo>
                  <a:lnTo>
                    <a:pt x="844" y="94"/>
                  </a:lnTo>
                  <a:lnTo>
                    <a:pt x="844" y="96"/>
                  </a:lnTo>
                  <a:lnTo>
                    <a:pt x="847" y="98"/>
                  </a:lnTo>
                  <a:lnTo>
                    <a:pt x="848" y="100"/>
                  </a:lnTo>
                  <a:lnTo>
                    <a:pt x="851" y="103"/>
                  </a:lnTo>
                  <a:lnTo>
                    <a:pt x="852" y="104"/>
                  </a:lnTo>
                  <a:lnTo>
                    <a:pt x="866" y="119"/>
                  </a:lnTo>
                  <a:lnTo>
                    <a:pt x="867" y="122"/>
                  </a:lnTo>
                  <a:lnTo>
                    <a:pt x="870" y="123"/>
                  </a:lnTo>
                  <a:lnTo>
                    <a:pt x="872" y="124"/>
                  </a:lnTo>
                  <a:lnTo>
                    <a:pt x="874" y="126"/>
                  </a:lnTo>
                  <a:lnTo>
                    <a:pt x="876" y="126"/>
                  </a:lnTo>
                  <a:lnTo>
                    <a:pt x="876" y="126"/>
                  </a:lnTo>
                  <a:lnTo>
                    <a:pt x="876" y="124"/>
                  </a:lnTo>
                  <a:lnTo>
                    <a:pt x="875" y="123"/>
                  </a:lnTo>
                  <a:lnTo>
                    <a:pt x="872" y="121"/>
                  </a:lnTo>
                  <a:lnTo>
                    <a:pt x="871" y="117"/>
                  </a:lnTo>
                  <a:lnTo>
                    <a:pt x="871" y="113"/>
                  </a:lnTo>
                  <a:lnTo>
                    <a:pt x="871" y="107"/>
                  </a:lnTo>
                  <a:lnTo>
                    <a:pt x="870" y="103"/>
                  </a:lnTo>
                  <a:lnTo>
                    <a:pt x="868" y="100"/>
                  </a:lnTo>
                  <a:lnTo>
                    <a:pt x="866" y="99"/>
                  </a:lnTo>
                  <a:lnTo>
                    <a:pt x="863" y="99"/>
                  </a:lnTo>
                  <a:lnTo>
                    <a:pt x="858" y="99"/>
                  </a:lnTo>
                  <a:lnTo>
                    <a:pt x="853" y="98"/>
                  </a:lnTo>
                  <a:lnTo>
                    <a:pt x="849" y="96"/>
                  </a:lnTo>
                  <a:lnTo>
                    <a:pt x="847" y="95"/>
                  </a:lnTo>
                  <a:lnTo>
                    <a:pt x="846" y="94"/>
                  </a:lnTo>
                  <a:lnTo>
                    <a:pt x="844" y="94"/>
                  </a:lnTo>
                  <a:close/>
                  <a:moveTo>
                    <a:pt x="3048" y="93"/>
                  </a:moveTo>
                  <a:lnTo>
                    <a:pt x="3067" y="95"/>
                  </a:lnTo>
                  <a:lnTo>
                    <a:pt x="3086" y="103"/>
                  </a:lnTo>
                  <a:lnTo>
                    <a:pt x="3105" y="110"/>
                  </a:lnTo>
                  <a:lnTo>
                    <a:pt x="3120" y="118"/>
                  </a:lnTo>
                  <a:lnTo>
                    <a:pt x="3137" y="123"/>
                  </a:lnTo>
                  <a:lnTo>
                    <a:pt x="3151" y="128"/>
                  </a:lnTo>
                  <a:lnTo>
                    <a:pt x="3166" y="130"/>
                  </a:lnTo>
                  <a:lnTo>
                    <a:pt x="3179" y="127"/>
                  </a:lnTo>
                  <a:lnTo>
                    <a:pt x="3192" y="119"/>
                  </a:lnTo>
                  <a:lnTo>
                    <a:pt x="3204" y="108"/>
                  </a:lnTo>
                  <a:lnTo>
                    <a:pt x="3204" y="216"/>
                  </a:lnTo>
                  <a:lnTo>
                    <a:pt x="3192" y="229"/>
                  </a:lnTo>
                  <a:lnTo>
                    <a:pt x="3179" y="237"/>
                  </a:lnTo>
                  <a:lnTo>
                    <a:pt x="3166" y="239"/>
                  </a:lnTo>
                  <a:lnTo>
                    <a:pt x="3151" y="237"/>
                  </a:lnTo>
                  <a:lnTo>
                    <a:pt x="3137" y="233"/>
                  </a:lnTo>
                  <a:lnTo>
                    <a:pt x="3120" y="226"/>
                  </a:lnTo>
                  <a:lnTo>
                    <a:pt x="3105" y="220"/>
                  </a:lnTo>
                  <a:lnTo>
                    <a:pt x="3086" y="212"/>
                  </a:lnTo>
                  <a:lnTo>
                    <a:pt x="3067" y="205"/>
                  </a:lnTo>
                  <a:lnTo>
                    <a:pt x="3048" y="201"/>
                  </a:lnTo>
                  <a:lnTo>
                    <a:pt x="3030" y="202"/>
                  </a:lnTo>
                  <a:lnTo>
                    <a:pt x="3012" y="210"/>
                  </a:lnTo>
                  <a:lnTo>
                    <a:pt x="3012" y="100"/>
                  </a:lnTo>
                  <a:lnTo>
                    <a:pt x="3030" y="94"/>
                  </a:lnTo>
                  <a:lnTo>
                    <a:pt x="3048" y="93"/>
                  </a:lnTo>
                  <a:close/>
                  <a:moveTo>
                    <a:pt x="332" y="88"/>
                  </a:moveTo>
                  <a:lnTo>
                    <a:pt x="344" y="90"/>
                  </a:lnTo>
                  <a:lnTo>
                    <a:pt x="355" y="94"/>
                  </a:lnTo>
                  <a:lnTo>
                    <a:pt x="365" y="102"/>
                  </a:lnTo>
                  <a:lnTo>
                    <a:pt x="368" y="104"/>
                  </a:lnTo>
                  <a:lnTo>
                    <a:pt x="373" y="109"/>
                  </a:lnTo>
                  <a:lnTo>
                    <a:pt x="381" y="117"/>
                  </a:lnTo>
                  <a:lnTo>
                    <a:pt x="390" y="126"/>
                  </a:lnTo>
                  <a:lnTo>
                    <a:pt x="397" y="133"/>
                  </a:lnTo>
                  <a:lnTo>
                    <a:pt x="402" y="138"/>
                  </a:lnTo>
                  <a:lnTo>
                    <a:pt x="405" y="141"/>
                  </a:lnTo>
                  <a:lnTo>
                    <a:pt x="398" y="140"/>
                  </a:lnTo>
                  <a:lnTo>
                    <a:pt x="392" y="140"/>
                  </a:lnTo>
                  <a:lnTo>
                    <a:pt x="372" y="144"/>
                  </a:lnTo>
                  <a:lnTo>
                    <a:pt x="350" y="122"/>
                  </a:lnTo>
                  <a:lnTo>
                    <a:pt x="345" y="118"/>
                  </a:lnTo>
                  <a:lnTo>
                    <a:pt x="340" y="116"/>
                  </a:lnTo>
                  <a:lnTo>
                    <a:pt x="334" y="116"/>
                  </a:lnTo>
                  <a:lnTo>
                    <a:pt x="328" y="116"/>
                  </a:lnTo>
                  <a:lnTo>
                    <a:pt x="323" y="118"/>
                  </a:lnTo>
                  <a:lnTo>
                    <a:pt x="318" y="122"/>
                  </a:lnTo>
                  <a:lnTo>
                    <a:pt x="314" y="127"/>
                  </a:lnTo>
                  <a:lnTo>
                    <a:pt x="312" y="132"/>
                  </a:lnTo>
                  <a:lnTo>
                    <a:pt x="312" y="138"/>
                  </a:lnTo>
                  <a:lnTo>
                    <a:pt x="312" y="144"/>
                  </a:lnTo>
                  <a:lnTo>
                    <a:pt x="314" y="149"/>
                  </a:lnTo>
                  <a:lnTo>
                    <a:pt x="318" y="154"/>
                  </a:lnTo>
                  <a:lnTo>
                    <a:pt x="319" y="156"/>
                  </a:lnTo>
                  <a:lnTo>
                    <a:pt x="325" y="160"/>
                  </a:lnTo>
                  <a:lnTo>
                    <a:pt x="331" y="167"/>
                  </a:lnTo>
                  <a:lnTo>
                    <a:pt x="337" y="174"/>
                  </a:lnTo>
                  <a:lnTo>
                    <a:pt x="345" y="181"/>
                  </a:lnTo>
                  <a:lnTo>
                    <a:pt x="350" y="186"/>
                  </a:lnTo>
                  <a:lnTo>
                    <a:pt x="353" y="188"/>
                  </a:lnTo>
                  <a:lnTo>
                    <a:pt x="356" y="191"/>
                  </a:lnTo>
                  <a:lnTo>
                    <a:pt x="360" y="193"/>
                  </a:lnTo>
                  <a:lnTo>
                    <a:pt x="365" y="195"/>
                  </a:lnTo>
                  <a:lnTo>
                    <a:pt x="369" y="195"/>
                  </a:lnTo>
                  <a:lnTo>
                    <a:pt x="374" y="195"/>
                  </a:lnTo>
                  <a:lnTo>
                    <a:pt x="378" y="192"/>
                  </a:lnTo>
                  <a:lnTo>
                    <a:pt x="381" y="191"/>
                  </a:lnTo>
                  <a:lnTo>
                    <a:pt x="383" y="189"/>
                  </a:lnTo>
                  <a:lnTo>
                    <a:pt x="384" y="188"/>
                  </a:lnTo>
                  <a:lnTo>
                    <a:pt x="384" y="187"/>
                  </a:lnTo>
                  <a:lnTo>
                    <a:pt x="387" y="186"/>
                  </a:lnTo>
                  <a:lnTo>
                    <a:pt x="391" y="184"/>
                  </a:lnTo>
                  <a:lnTo>
                    <a:pt x="395" y="184"/>
                  </a:lnTo>
                  <a:lnTo>
                    <a:pt x="397" y="184"/>
                  </a:lnTo>
                  <a:lnTo>
                    <a:pt x="401" y="186"/>
                  </a:lnTo>
                  <a:lnTo>
                    <a:pt x="404" y="188"/>
                  </a:lnTo>
                  <a:lnTo>
                    <a:pt x="412" y="196"/>
                  </a:lnTo>
                  <a:lnTo>
                    <a:pt x="409" y="202"/>
                  </a:lnTo>
                  <a:lnTo>
                    <a:pt x="404" y="207"/>
                  </a:lnTo>
                  <a:lnTo>
                    <a:pt x="393" y="216"/>
                  </a:lnTo>
                  <a:lnTo>
                    <a:pt x="382" y="220"/>
                  </a:lnTo>
                  <a:lnTo>
                    <a:pt x="370" y="221"/>
                  </a:lnTo>
                  <a:lnTo>
                    <a:pt x="358" y="220"/>
                  </a:lnTo>
                  <a:lnTo>
                    <a:pt x="346" y="216"/>
                  </a:lnTo>
                  <a:lnTo>
                    <a:pt x="336" y="207"/>
                  </a:lnTo>
                  <a:lnTo>
                    <a:pt x="298" y="169"/>
                  </a:lnTo>
                  <a:lnTo>
                    <a:pt x="290" y="159"/>
                  </a:lnTo>
                  <a:lnTo>
                    <a:pt x="286" y="147"/>
                  </a:lnTo>
                  <a:lnTo>
                    <a:pt x="284" y="136"/>
                  </a:lnTo>
                  <a:lnTo>
                    <a:pt x="286" y="123"/>
                  </a:lnTo>
                  <a:lnTo>
                    <a:pt x="290" y="112"/>
                  </a:lnTo>
                  <a:lnTo>
                    <a:pt x="298" y="102"/>
                  </a:lnTo>
                  <a:lnTo>
                    <a:pt x="308" y="94"/>
                  </a:lnTo>
                  <a:lnTo>
                    <a:pt x="319" y="90"/>
                  </a:lnTo>
                  <a:lnTo>
                    <a:pt x="332" y="88"/>
                  </a:lnTo>
                  <a:close/>
                  <a:moveTo>
                    <a:pt x="83" y="86"/>
                  </a:moveTo>
                  <a:lnTo>
                    <a:pt x="106" y="90"/>
                  </a:lnTo>
                  <a:lnTo>
                    <a:pt x="125" y="98"/>
                  </a:lnTo>
                  <a:lnTo>
                    <a:pt x="141" y="112"/>
                  </a:lnTo>
                  <a:lnTo>
                    <a:pt x="155" y="128"/>
                  </a:lnTo>
                  <a:lnTo>
                    <a:pt x="163" y="147"/>
                  </a:lnTo>
                  <a:lnTo>
                    <a:pt x="167" y="170"/>
                  </a:lnTo>
                  <a:lnTo>
                    <a:pt x="163" y="192"/>
                  </a:lnTo>
                  <a:lnTo>
                    <a:pt x="155" y="212"/>
                  </a:lnTo>
                  <a:lnTo>
                    <a:pt x="141" y="229"/>
                  </a:lnTo>
                  <a:lnTo>
                    <a:pt x="125" y="243"/>
                  </a:lnTo>
                  <a:lnTo>
                    <a:pt x="106" y="251"/>
                  </a:lnTo>
                  <a:lnTo>
                    <a:pt x="83" y="253"/>
                  </a:lnTo>
                  <a:lnTo>
                    <a:pt x="61" y="251"/>
                  </a:lnTo>
                  <a:lnTo>
                    <a:pt x="41" y="243"/>
                  </a:lnTo>
                  <a:lnTo>
                    <a:pt x="24" y="229"/>
                  </a:lnTo>
                  <a:lnTo>
                    <a:pt x="11" y="212"/>
                  </a:lnTo>
                  <a:lnTo>
                    <a:pt x="2" y="192"/>
                  </a:lnTo>
                  <a:lnTo>
                    <a:pt x="0" y="170"/>
                  </a:lnTo>
                  <a:lnTo>
                    <a:pt x="2" y="147"/>
                  </a:lnTo>
                  <a:lnTo>
                    <a:pt x="11" y="128"/>
                  </a:lnTo>
                  <a:lnTo>
                    <a:pt x="24" y="112"/>
                  </a:lnTo>
                  <a:lnTo>
                    <a:pt x="41" y="98"/>
                  </a:lnTo>
                  <a:lnTo>
                    <a:pt x="61" y="90"/>
                  </a:lnTo>
                  <a:lnTo>
                    <a:pt x="83" y="86"/>
                  </a:lnTo>
                  <a:close/>
                  <a:moveTo>
                    <a:pt x="3300" y="77"/>
                  </a:moveTo>
                  <a:lnTo>
                    <a:pt x="3304" y="79"/>
                  </a:lnTo>
                  <a:lnTo>
                    <a:pt x="3307" y="81"/>
                  </a:lnTo>
                  <a:lnTo>
                    <a:pt x="3310" y="84"/>
                  </a:lnTo>
                  <a:lnTo>
                    <a:pt x="3314" y="86"/>
                  </a:lnTo>
                  <a:lnTo>
                    <a:pt x="3318" y="89"/>
                  </a:lnTo>
                  <a:lnTo>
                    <a:pt x="3321" y="89"/>
                  </a:lnTo>
                  <a:lnTo>
                    <a:pt x="3325" y="88"/>
                  </a:lnTo>
                  <a:lnTo>
                    <a:pt x="3329" y="85"/>
                  </a:lnTo>
                  <a:lnTo>
                    <a:pt x="3332" y="82"/>
                  </a:lnTo>
                  <a:lnTo>
                    <a:pt x="3337" y="79"/>
                  </a:lnTo>
                  <a:lnTo>
                    <a:pt x="3341" y="77"/>
                  </a:lnTo>
                  <a:lnTo>
                    <a:pt x="3318" y="114"/>
                  </a:lnTo>
                  <a:lnTo>
                    <a:pt x="3279" y="114"/>
                  </a:lnTo>
                  <a:lnTo>
                    <a:pt x="3258" y="77"/>
                  </a:lnTo>
                  <a:lnTo>
                    <a:pt x="3260" y="79"/>
                  </a:lnTo>
                  <a:lnTo>
                    <a:pt x="3264" y="81"/>
                  </a:lnTo>
                  <a:lnTo>
                    <a:pt x="3267" y="84"/>
                  </a:lnTo>
                  <a:lnTo>
                    <a:pt x="3271" y="86"/>
                  </a:lnTo>
                  <a:lnTo>
                    <a:pt x="3274" y="89"/>
                  </a:lnTo>
                  <a:lnTo>
                    <a:pt x="3278" y="89"/>
                  </a:lnTo>
                  <a:lnTo>
                    <a:pt x="3282" y="88"/>
                  </a:lnTo>
                  <a:lnTo>
                    <a:pt x="3286" y="85"/>
                  </a:lnTo>
                  <a:lnTo>
                    <a:pt x="3288" y="82"/>
                  </a:lnTo>
                  <a:lnTo>
                    <a:pt x="3292" y="80"/>
                  </a:lnTo>
                  <a:lnTo>
                    <a:pt x="3296" y="77"/>
                  </a:lnTo>
                  <a:lnTo>
                    <a:pt x="3300" y="77"/>
                  </a:lnTo>
                  <a:close/>
                  <a:moveTo>
                    <a:pt x="684" y="77"/>
                  </a:moveTo>
                  <a:lnTo>
                    <a:pt x="680" y="77"/>
                  </a:lnTo>
                  <a:lnTo>
                    <a:pt x="677" y="80"/>
                  </a:lnTo>
                  <a:lnTo>
                    <a:pt x="676" y="82"/>
                  </a:lnTo>
                  <a:lnTo>
                    <a:pt x="667" y="186"/>
                  </a:lnTo>
                  <a:lnTo>
                    <a:pt x="668" y="189"/>
                  </a:lnTo>
                  <a:lnTo>
                    <a:pt x="670" y="192"/>
                  </a:lnTo>
                  <a:lnTo>
                    <a:pt x="674" y="193"/>
                  </a:lnTo>
                  <a:lnTo>
                    <a:pt x="676" y="192"/>
                  </a:lnTo>
                  <a:lnTo>
                    <a:pt x="679" y="189"/>
                  </a:lnTo>
                  <a:lnTo>
                    <a:pt x="680" y="187"/>
                  </a:lnTo>
                  <a:lnTo>
                    <a:pt x="689" y="84"/>
                  </a:lnTo>
                  <a:lnTo>
                    <a:pt x="689" y="80"/>
                  </a:lnTo>
                  <a:lnTo>
                    <a:pt x="686" y="77"/>
                  </a:lnTo>
                  <a:lnTo>
                    <a:pt x="684" y="77"/>
                  </a:lnTo>
                  <a:close/>
                  <a:moveTo>
                    <a:pt x="604" y="77"/>
                  </a:moveTo>
                  <a:lnTo>
                    <a:pt x="600" y="77"/>
                  </a:lnTo>
                  <a:lnTo>
                    <a:pt x="598" y="80"/>
                  </a:lnTo>
                  <a:lnTo>
                    <a:pt x="597" y="84"/>
                  </a:lnTo>
                  <a:lnTo>
                    <a:pt x="606" y="187"/>
                  </a:lnTo>
                  <a:lnTo>
                    <a:pt x="607" y="189"/>
                  </a:lnTo>
                  <a:lnTo>
                    <a:pt x="610" y="192"/>
                  </a:lnTo>
                  <a:lnTo>
                    <a:pt x="614" y="193"/>
                  </a:lnTo>
                  <a:lnTo>
                    <a:pt x="616" y="192"/>
                  </a:lnTo>
                  <a:lnTo>
                    <a:pt x="618" y="189"/>
                  </a:lnTo>
                  <a:lnTo>
                    <a:pt x="619" y="186"/>
                  </a:lnTo>
                  <a:lnTo>
                    <a:pt x="610" y="82"/>
                  </a:lnTo>
                  <a:lnTo>
                    <a:pt x="609" y="80"/>
                  </a:lnTo>
                  <a:lnTo>
                    <a:pt x="606" y="77"/>
                  </a:lnTo>
                  <a:lnTo>
                    <a:pt x="604" y="77"/>
                  </a:lnTo>
                  <a:close/>
                  <a:moveTo>
                    <a:pt x="643" y="76"/>
                  </a:moveTo>
                  <a:lnTo>
                    <a:pt x="640" y="77"/>
                  </a:lnTo>
                  <a:lnTo>
                    <a:pt x="638" y="80"/>
                  </a:lnTo>
                  <a:lnTo>
                    <a:pt x="637" y="82"/>
                  </a:lnTo>
                  <a:lnTo>
                    <a:pt x="637" y="187"/>
                  </a:lnTo>
                  <a:lnTo>
                    <a:pt x="638" y="189"/>
                  </a:lnTo>
                  <a:lnTo>
                    <a:pt x="640" y="192"/>
                  </a:lnTo>
                  <a:lnTo>
                    <a:pt x="643" y="193"/>
                  </a:lnTo>
                  <a:lnTo>
                    <a:pt x="647" y="192"/>
                  </a:lnTo>
                  <a:lnTo>
                    <a:pt x="648" y="189"/>
                  </a:lnTo>
                  <a:lnTo>
                    <a:pt x="649" y="187"/>
                  </a:lnTo>
                  <a:lnTo>
                    <a:pt x="649" y="82"/>
                  </a:lnTo>
                  <a:lnTo>
                    <a:pt x="648" y="80"/>
                  </a:lnTo>
                  <a:lnTo>
                    <a:pt x="647" y="77"/>
                  </a:lnTo>
                  <a:lnTo>
                    <a:pt x="643" y="76"/>
                  </a:lnTo>
                  <a:close/>
                  <a:moveTo>
                    <a:pt x="2092" y="72"/>
                  </a:moveTo>
                  <a:lnTo>
                    <a:pt x="2106" y="75"/>
                  </a:lnTo>
                  <a:lnTo>
                    <a:pt x="2119" y="82"/>
                  </a:lnTo>
                  <a:lnTo>
                    <a:pt x="2150" y="113"/>
                  </a:lnTo>
                  <a:lnTo>
                    <a:pt x="2157" y="126"/>
                  </a:lnTo>
                  <a:lnTo>
                    <a:pt x="2160" y="140"/>
                  </a:lnTo>
                  <a:lnTo>
                    <a:pt x="2157" y="154"/>
                  </a:lnTo>
                  <a:lnTo>
                    <a:pt x="2150" y="167"/>
                  </a:lnTo>
                  <a:lnTo>
                    <a:pt x="2137" y="175"/>
                  </a:lnTo>
                  <a:lnTo>
                    <a:pt x="2123" y="178"/>
                  </a:lnTo>
                  <a:lnTo>
                    <a:pt x="2108" y="175"/>
                  </a:lnTo>
                  <a:lnTo>
                    <a:pt x="2096" y="167"/>
                  </a:lnTo>
                  <a:lnTo>
                    <a:pt x="2094" y="165"/>
                  </a:lnTo>
                  <a:lnTo>
                    <a:pt x="2090" y="160"/>
                  </a:lnTo>
                  <a:lnTo>
                    <a:pt x="2084" y="155"/>
                  </a:lnTo>
                  <a:lnTo>
                    <a:pt x="2077" y="149"/>
                  </a:lnTo>
                  <a:lnTo>
                    <a:pt x="2071" y="142"/>
                  </a:lnTo>
                  <a:lnTo>
                    <a:pt x="2067" y="137"/>
                  </a:lnTo>
                  <a:lnTo>
                    <a:pt x="2064" y="136"/>
                  </a:lnTo>
                  <a:lnTo>
                    <a:pt x="2069" y="137"/>
                  </a:lnTo>
                  <a:lnTo>
                    <a:pt x="2075" y="137"/>
                  </a:lnTo>
                  <a:lnTo>
                    <a:pt x="2084" y="136"/>
                  </a:lnTo>
                  <a:lnTo>
                    <a:pt x="2091" y="133"/>
                  </a:lnTo>
                  <a:lnTo>
                    <a:pt x="2108" y="151"/>
                  </a:lnTo>
                  <a:lnTo>
                    <a:pt x="2112" y="154"/>
                  </a:lnTo>
                  <a:lnTo>
                    <a:pt x="2117" y="155"/>
                  </a:lnTo>
                  <a:lnTo>
                    <a:pt x="2120" y="156"/>
                  </a:lnTo>
                  <a:lnTo>
                    <a:pt x="2126" y="155"/>
                  </a:lnTo>
                  <a:lnTo>
                    <a:pt x="2129" y="154"/>
                  </a:lnTo>
                  <a:lnTo>
                    <a:pt x="2133" y="151"/>
                  </a:lnTo>
                  <a:lnTo>
                    <a:pt x="2136" y="147"/>
                  </a:lnTo>
                  <a:lnTo>
                    <a:pt x="2138" y="142"/>
                  </a:lnTo>
                  <a:lnTo>
                    <a:pt x="2138" y="138"/>
                  </a:lnTo>
                  <a:lnTo>
                    <a:pt x="2138" y="133"/>
                  </a:lnTo>
                  <a:lnTo>
                    <a:pt x="2136" y="130"/>
                  </a:lnTo>
                  <a:lnTo>
                    <a:pt x="2133" y="126"/>
                  </a:lnTo>
                  <a:lnTo>
                    <a:pt x="2106" y="99"/>
                  </a:lnTo>
                  <a:lnTo>
                    <a:pt x="2105" y="98"/>
                  </a:lnTo>
                  <a:lnTo>
                    <a:pt x="2104" y="96"/>
                  </a:lnTo>
                  <a:lnTo>
                    <a:pt x="2101" y="95"/>
                  </a:lnTo>
                  <a:lnTo>
                    <a:pt x="2098" y="94"/>
                  </a:lnTo>
                  <a:lnTo>
                    <a:pt x="2094" y="94"/>
                  </a:lnTo>
                  <a:lnTo>
                    <a:pt x="2090" y="94"/>
                  </a:lnTo>
                  <a:lnTo>
                    <a:pt x="2086" y="95"/>
                  </a:lnTo>
                  <a:lnTo>
                    <a:pt x="2085" y="96"/>
                  </a:lnTo>
                  <a:lnTo>
                    <a:pt x="2082" y="98"/>
                  </a:lnTo>
                  <a:lnTo>
                    <a:pt x="2081" y="99"/>
                  </a:lnTo>
                  <a:lnTo>
                    <a:pt x="2077" y="102"/>
                  </a:lnTo>
                  <a:lnTo>
                    <a:pt x="2073" y="102"/>
                  </a:lnTo>
                  <a:lnTo>
                    <a:pt x="2071" y="102"/>
                  </a:lnTo>
                  <a:lnTo>
                    <a:pt x="2068" y="100"/>
                  </a:lnTo>
                  <a:lnTo>
                    <a:pt x="2066" y="99"/>
                  </a:lnTo>
                  <a:lnTo>
                    <a:pt x="2059" y="91"/>
                  </a:lnTo>
                  <a:lnTo>
                    <a:pt x="2062" y="88"/>
                  </a:lnTo>
                  <a:lnTo>
                    <a:pt x="2066" y="82"/>
                  </a:lnTo>
                  <a:lnTo>
                    <a:pt x="2078" y="75"/>
                  </a:lnTo>
                  <a:lnTo>
                    <a:pt x="2092" y="72"/>
                  </a:lnTo>
                  <a:close/>
                  <a:moveTo>
                    <a:pt x="853" y="71"/>
                  </a:moveTo>
                  <a:lnTo>
                    <a:pt x="935" y="71"/>
                  </a:lnTo>
                  <a:lnTo>
                    <a:pt x="935" y="79"/>
                  </a:lnTo>
                  <a:lnTo>
                    <a:pt x="853" y="79"/>
                  </a:lnTo>
                  <a:lnTo>
                    <a:pt x="853" y="71"/>
                  </a:lnTo>
                  <a:close/>
                  <a:moveTo>
                    <a:pt x="572" y="66"/>
                  </a:moveTo>
                  <a:lnTo>
                    <a:pt x="714" y="66"/>
                  </a:lnTo>
                  <a:lnTo>
                    <a:pt x="699" y="195"/>
                  </a:lnTo>
                  <a:lnTo>
                    <a:pt x="696" y="203"/>
                  </a:lnTo>
                  <a:lnTo>
                    <a:pt x="689" y="210"/>
                  </a:lnTo>
                  <a:lnTo>
                    <a:pt x="679" y="212"/>
                  </a:lnTo>
                  <a:lnTo>
                    <a:pt x="607" y="212"/>
                  </a:lnTo>
                  <a:lnTo>
                    <a:pt x="597" y="210"/>
                  </a:lnTo>
                  <a:lnTo>
                    <a:pt x="591" y="203"/>
                  </a:lnTo>
                  <a:lnTo>
                    <a:pt x="587" y="195"/>
                  </a:lnTo>
                  <a:lnTo>
                    <a:pt x="572" y="66"/>
                  </a:lnTo>
                  <a:close/>
                  <a:moveTo>
                    <a:pt x="2562" y="54"/>
                  </a:moveTo>
                  <a:lnTo>
                    <a:pt x="2575" y="56"/>
                  </a:lnTo>
                  <a:lnTo>
                    <a:pt x="2587" y="61"/>
                  </a:lnTo>
                  <a:lnTo>
                    <a:pt x="2597" y="68"/>
                  </a:lnTo>
                  <a:lnTo>
                    <a:pt x="2635" y="107"/>
                  </a:lnTo>
                  <a:lnTo>
                    <a:pt x="2645" y="122"/>
                  </a:lnTo>
                  <a:lnTo>
                    <a:pt x="2649" y="140"/>
                  </a:lnTo>
                  <a:lnTo>
                    <a:pt x="2646" y="153"/>
                  </a:lnTo>
                  <a:lnTo>
                    <a:pt x="2643" y="164"/>
                  </a:lnTo>
                  <a:lnTo>
                    <a:pt x="2635" y="174"/>
                  </a:lnTo>
                  <a:lnTo>
                    <a:pt x="2625" y="182"/>
                  </a:lnTo>
                  <a:lnTo>
                    <a:pt x="2613" y="186"/>
                  </a:lnTo>
                  <a:lnTo>
                    <a:pt x="2601" y="188"/>
                  </a:lnTo>
                  <a:lnTo>
                    <a:pt x="2589" y="186"/>
                  </a:lnTo>
                  <a:lnTo>
                    <a:pt x="2578" y="182"/>
                  </a:lnTo>
                  <a:lnTo>
                    <a:pt x="2567" y="174"/>
                  </a:lnTo>
                  <a:lnTo>
                    <a:pt x="2565" y="172"/>
                  </a:lnTo>
                  <a:lnTo>
                    <a:pt x="2560" y="167"/>
                  </a:lnTo>
                  <a:lnTo>
                    <a:pt x="2552" y="159"/>
                  </a:lnTo>
                  <a:lnTo>
                    <a:pt x="2543" y="150"/>
                  </a:lnTo>
                  <a:lnTo>
                    <a:pt x="2536" y="142"/>
                  </a:lnTo>
                  <a:lnTo>
                    <a:pt x="2531" y="137"/>
                  </a:lnTo>
                  <a:lnTo>
                    <a:pt x="2528" y="135"/>
                  </a:lnTo>
                  <a:lnTo>
                    <a:pt x="2534" y="136"/>
                  </a:lnTo>
                  <a:lnTo>
                    <a:pt x="2541" y="136"/>
                  </a:lnTo>
                  <a:lnTo>
                    <a:pt x="2561" y="132"/>
                  </a:lnTo>
                  <a:lnTo>
                    <a:pt x="2583" y="154"/>
                  </a:lnTo>
                  <a:lnTo>
                    <a:pt x="2588" y="158"/>
                  </a:lnTo>
                  <a:lnTo>
                    <a:pt x="2593" y="160"/>
                  </a:lnTo>
                  <a:lnTo>
                    <a:pt x="2598" y="160"/>
                  </a:lnTo>
                  <a:lnTo>
                    <a:pt x="2604" y="160"/>
                  </a:lnTo>
                  <a:lnTo>
                    <a:pt x="2610" y="158"/>
                  </a:lnTo>
                  <a:lnTo>
                    <a:pt x="2615" y="154"/>
                  </a:lnTo>
                  <a:lnTo>
                    <a:pt x="2618" y="149"/>
                  </a:lnTo>
                  <a:lnTo>
                    <a:pt x="2621" y="144"/>
                  </a:lnTo>
                  <a:lnTo>
                    <a:pt x="2621" y="137"/>
                  </a:lnTo>
                  <a:lnTo>
                    <a:pt x="2621" y="132"/>
                  </a:lnTo>
                  <a:lnTo>
                    <a:pt x="2618" y="127"/>
                  </a:lnTo>
                  <a:lnTo>
                    <a:pt x="2615" y="122"/>
                  </a:lnTo>
                  <a:lnTo>
                    <a:pt x="2580" y="88"/>
                  </a:lnTo>
                  <a:lnTo>
                    <a:pt x="2579" y="86"/>
                  </a:lnTo>
                  <a:lnTo>
                    <a:pt x="2578" y="85"/>
                  </a:lnTo>
                  <a:lnTo>
                    <a:pt x="2574" y="84"/>
                  </a:lnTo>
                  <a:lnTo>
                    <a:pt x="2570" y="82"/>
                  </a:lnTo>
                  <a:lnTo>
                    <a:pt x="2565" y="81"/>
                  </a:lnTo>
                  <a:lnTo>
                    <a:pt x="2560" y="81"/>
                  </a:lnTo>
                  <a:lnTo>
                    <a:pt x="2556" y="82"/>
                  </a:lnTo>
                  <a:lnTo>
                    <a:pt x="2552" y="85"/>
                  </a:lnTo>
                  <a:lnTo>
                    <a:pt x="2550" y="86"/>
                  </a:lnTo>
                  <a:lnTo>
                    <a:pt x="2548" y="89"/>
                  </a:lnTo>
                  <a:lnTo>
                    <a:pt x="2543" y="91"/>
                  </a:lnTo>
                  <a:lnTo>
                    <a:pt x="2538" y="93"/>
                  </a:lnTo>
                  <a:lnTo>
                    <a:pt x="2536" y="91"/>
                  </a:lnTo>
                  <a:lnTo>
                    <a:pt x="2532" y="90"/>
                  </a:lnTo>
                  <a:lnTo>
                    <a:pt x="2529" y="88"/>
                  </a:lnTo>
                  <a:lnTo>
                    <a:pt x="2520" y="80"/>
                  </a:lnTo>
                  <a:lnTo>
                    <a:pt x="2524" y="74"/>
                  </a:lnTo>
                  <a:lnTo>
                    <a:pt x="2529" y="68"/>
                  </a:lnTo>
                  <a:lnTo>
                    <a:pt x="2539" y="60"/>
                  </a:lnTo>
                  <a:lnTo>
                    <a:pt x="2551" y="56"/>
                  </a:lnTo>
                  <a:lnTo>
                    <a:pt x="2562" y="54"/>
                  </a:lnTo>
                  <a:close/>
                  <a:moveTo>
                    <a:pt x="853" y="52"/>
                  </a:moveTo>
                  <a:lnTo>
                    <a:pt x="935" y="52"/>
                  </a:lnTo>
                  <a:lnTo>
                    <a:pt x="935" y="60"/>
                  </a:lnTo>
                  <a:lnTo>
                    <a:pt x="853" y="60"/>
                  </a:lnTo>
                  <a:lnTo>
                    <a:pt x="853" y="52"/>
                  </a:lnTo>
                  <a:close/>
                  <a:moveTo>
                    <a:pt x="2273" y="51"/>
                  </a:moveTo>
                  <a:lnTo>
                    <a:pt x="2287" y="54"/>
                  </a:lnTo>
                  <a:lnTo>
                    <a:pt x="2301" y="62"/>
                  </a:lnTo>
                  <a:lnTo>
                    <a:pt x="2311" y="75"/>
                  </a:lnTo>
                  <a:lnTo>
                    <a:pt x="2318" y="91"/>
                  </a:lnTo>
                  <a:lnTo>
                    <a:pt x="2320" y="109"/>
                  </a:lnTo>
                  <a:lnTo>
                    <a:pt x="2318" y="127"/>
                  </a:lnTo>
                  <a:lnTo>
                    <a:pt x="2311" y="144"/>
                  </a:lnTo>
                  <a:lnTo>
                    <a:pt x="2301" y="156"/>
                  </a:lnTo>
                  <a:lnTo>
                    <a:pt x="2287" y="164"/>
                  </a:lnTo>
                  <a:lnTo>
                    <a:pt x="2273" y="168"/>
                  </a:lnTo>
                  <a:lnTo>
                    <a:pt x="2258" y="164"/>
                  </a:lnTo>
                  <a:lnTo>
                    <a:pt x="2245" y="156"/>
                  </a:lnTo>
                  <a:lnTo>
                    <a:pt x="2235" y="144"/>
                  </a:lnTo>
                  <a:lnTo>
                    <a:pt x="2229" y="127"/>
                  </a:lnTo>
                  <a:lnTo>
                    <a:pt x="2226" y="109"/>
                  </a:lnTo>
                  <a:lnTo>
                    <a:pt x="2229" y="91"/>
                  </a:lnTo>
                  <a:lnTo>
                    <a:pt x="2235" y="75"/>
                  </a:lnTo>
                  <a:lnTo>
                    <a:pt x="2245" y="62"/>
                  </a:lnTo>
                  <a:lnTo>
                    <a:pt x="2258" y="54"/>
                  </a:lnTo>
                  <a:lnTo>
                    <a:pt x="2273" y="51"/>
                  </a:lnTo>
                  <a:close/>
                  <a:moveTo>
                    <a:pt x="1900" y="44"/>
                  </a:moveTo>
                  <a:lnTo>
                    <a:pt x="1913" y="47"/>
                  </a:lnTo>
                  <a:lnTo>
                    <a:pt x="1924" y="56"/>
                  </a:lnTo>
                  <a:lnTo>
                    <a:pt x="1932" y="68"/>
                  </a:lnTo>
                  <a:lnTo>
                    <a:pt x="1934" y="84"/>
                  </a:lnTo>
                  <a:lnTo>
                    <a:pt x="1932" y="99"/>
                  </a:lnTo>
                  <a:lnTo>
                    <a:pt x="1924" y="110"/>
                  </a:lnTo>
                  <a:lnTo>
                    <a:pt x="1913" y="119"/>
                  </a:lnTo>
                  <a:lnTo>
                    <a:pt x="1900" y="122"/>
                  </a:lnTo>
                  <a:lnTo>
                    <a:pt x="1887" y="119"/>
                  </a:lnTo>
                  <a:lnTo>
                    <a:pt x="1876" y="110"/>
                  </a:lnTo>
                  <a:lnTo>
                    <a:pt x="1868" y="99"/>
                  </a:lnTo>
                  <a:lnTo>
                    <a:pt x="1866" y="84"/>
                  </a:lnTo>
                  <a:lnTo>
                    <a:pt x="1868" y="68"/>
                  </a:lnTo>
                  <a:lnTo>
                    <a:pt x="1876" y="56"/>
                  </a:lnTo>
                  <a:lnTo>
                    <a:pt x="1887" y="47"/>
                  </a:lnTo>
                  <a:lnTo>
                    <a:pt x="1900" y="44"/>
                  </a:lnTo>
                  <a:close/>
                  <a:moveTo>
                    <a:pt x="1726" y="44"/>
                  </a:moveTo>
                  <a:lnTo>
                    <a:pt x="1738" y="47"/>
                  </a:lnTo>
                  <a:lnTo>
                    <a:pt x="1749" y="56"/>
                  </a:lnTo>
                  <a:lnTo>
                    <a:pt x="1756" y="68"/>
                  </a:lnTo>
                  <a:lnTo>
                    <a:pt x="1759" y="84"/>
                  </a:lnTo>
                  <a:lnTo>
                    <a:pt x="1756" y="99"/>
                  </a:lnTo>
                  <a:lnTo>
                    <a:pt x="1749" y="110"/>
                  </a:lnTo>
                  <a:lnTo>
                    <a:pt x="1738" y="119"/>
                  </a:lnTo>
                  <a:lnTo>
                    <a:pt x="1726" y="122"/>
                  </a:lnTo>
                  <a:lnTo>
                    <a:pt x="1712" y="119"/>
                  </a:lnTo>
                  <a:lnTo>
                    <a:pt x="1701" y="110"/>
                  </a:lnTo>
                  <a:lnTo>
                    <a:pt x="1694" y="99"/>
                  </a:lnTo>
                  <a:lnTo>
                    <a:pt x="1691" y="84"/>
                  </a:lnTo>
                  <a:lnTo>
                    <a:pt x="1694" y="68"/>
                  </a:lnTo>
                  <a:lnTo>
                    <a:pt x="1701" y="56"/>
                  </a:lnTo>
                  <a:lnTo>
                    <a:pt x="1712" y="47"/>
                  </a:lnTo>
                  <a:lnTo>
                    <a:pt x="1726" y="44"/>
                  </a:lnTo>
                  <a:close/>
                  <a:moveTo>
                    <a:pt x="1333" y="44"/>
                  </a:moveTo>
                  <a:lnTo>
                    <a:pt x="1336" y="44"/>
                  </a:lnTo>
                  <a:lnTo>
                    <a:pt x="1338" y="47"/>
                  </a:lnTo>
                  <a:lnTo>
                    <a:pt x="1341" y="49"/>
                  </a:lnTo>
                  <a:lnTo>
                    <a:pt x="1341" y="52"/>
                  </a:lnTo>
                  <a:lnTo>
                    <a:pt x="1341" y="72"/>
                  </a:lnTo>
                  <a:lnTo>
                    <a:pt x="1361" y="72"/>
                  </a:lnTo>
                  <a:lnTo>
                    <a:pt x="1365" y="74"/>
                  </a:lnTo>
                  <a:lnTo>
                    <a:pt x="1368" y="75"/>
                  </a:lnTo>
                  <a:lnTo>
                    <a:pt x="1369" y="77"/>
                  </a:lnTo>
                  <a:lnTo>
                    <a:pt x="1370" y="81"/>
                  </a:lnTo>
                  <a:lnTo>
                    <a:pt x="1369" y="84"/>
                  </a:lnTo>
                  <a:lnTo>
                    <a:pt x="1368" y="86"/>
                  </a:lnTo>
                  <a:lnTo>
                    <a:pt x="1365" y="89"/>
                  </a:lnTo>
                  <a:lnTo>
                    <a:pt x="1361" y="89"/>
                  </a:lnTo>
                  <a:lnTo>
                    <a:pt x="1341" y="89"/>
                  </a:lnTo>
                  <a:lnTo>
                    <a:pt x="1341" y="109"/>
                  </a:lnTo>
                  <a:lnTo>
                    <a:pt x="1341" y="113"/>
                  </a:lnTo>
                  <a:lnTo>
                    <a:pt x="1338" y="116"/>
                  </a:lnTo>
                  <a:lnTo>
                    <a:pt x="1336" y="117"/>
                  </a:lnTo>
                  <a:lnTo>
                    <a:pt x="1333" y="118"/>
                  </a:lnTo>
                  <a:lnTo>
                    <a:pt x="1329" y="117"/>
                  </a:lnTo>
                  <a:lnTo>
                    <a:pt x="1327" y="116"/>
                  </a:lnTo>
                  <a:lnTo>
                    <a:pt x="1326" y="113"/>
                  </a:lnTo>
                  <a:lnTo>
                    <a:pt x="1324" y="109"/>
                  </a:lnTo>
                  <a:lnTo>
                    <a:pt x="1324" y="89"/>
                  </a:lnTo>
                  <a:lnTo>
                    <a:pt x="1304" y="89"/>
                  </a:lnTo>
                  <a:lnTo>
                    <a:pt x="1301" y="89"/>
                  </a:lnTo>
                  <a:lnTo>
                    <a:pt x="1299" y="86"/>
                  </a:lnTo>
                  <a:lnTo>
                    <a:pt x="1296" y="84"/>
                  </a:lnTo>
                  <a:lnTo>
                    <a:pt x="1296" y="81"/>
                  </a:lnTo>
                  <a:lnTo>
                    <a:pt x="1296" y="77"/>
                  </a:lnTo>
                  <a:lnTo>
                    <a:pt x="1299" y="75"/>
                  </a:lnTo>
                  <a:lnTo>
                    <a:pt x="1301" y="74"/>
                  </a:lnTo>
                  <a:lnTo>
                    <a:pt x="1304" y="72"/>
                  </a:lnTo>
                  <a:lnTo>
                    <a:pt x="1324" y="72"/>
                  </a:lnTo>
                  <a:lnTo>
                    <a:pt x="1324" y="52"/>
                  </a:lnTo>
                  <a:lnTo>
                    <a:pt x="1326" y="49"/>
                  </a:lnTo>
                  <a:lnTo>
                    <a:pt x="1327" y="47"/>
                  </a:lnTo>
                  <a:lnTo>
                    <a:pt x="1329" y="44"/>
                  </a:lnTo>
                  <a:lnTo>
                    <a:pt x="1333" y="44"/>
                  </a:lnTo>
                  <a:close/>
                  <a:moveTo>
                    <a:pt x="3435" y="38"/>
                  </a:moveTo>
                  <a:lnTo>
                    <a:pt x="3448" y="39"/>
                  </a:lnTo>
                  <a:lnTo>
                    <a:pt x="3459" y="44"/>
                  </a:lnTo>
                  <a:lnTo>
                    <a:pt x="3469" y="52"/>
                  </a:lnTo>
                  <a:lnTo>
                    <a:pt x="3472" y="53"/>
                  </a:lnTo>
                  <a:lnTo>
                    <a:pt x="3477" y="60"/>
                  </a:lnTo>
                  <a:lnTo>
                    <a:pt x="3485" y="67"/>
                  </a:lnTo>
                  <a:lnTo>
                    <a:pt x="3492" y="75"/>
                  </a:lnTo>
                  <a:lnTo>
                    <a:pt x="3500" y="82"/>
                  </a:lnTo>
                  <a:lnTo>
                    <a:pt x="3506" y="89"/>
                  </a:lnTo>
                  <a:lnTo>
                    <a:pt x="3507" y="90"/>
                  </a:lnTo>
                  <a:lnTo>
                    <a:pt x="3501" y="89"/>
                  </a:lnTo>
                  <a:lnTo>
                    <a:pt x="3495" y="89"/>
                  </a:lnTo>
                  <a:lnTo>
                    <a:pt x="3474" y="93"/>
                  </a:lnTo>
                  <a:lnTo>
                    <a:pt x="3454" y="71"/>
                  </a:lnTo>
                  <a:lnTo>
                    <a:pt x="3449" y="68"/>
                  </a:lnTo>
                  <a:lnTo>
                    <a:pt x="3444" y="66"/>
                  </a:lnTo>
                  <a:lnTo>
                    <a:pt x="3437" y="65"/>
                  </a:lnTo>
                  <a:lnTo>
                    <a:pt x="3432" y="66"/>
                  </a:lnTo>
                  <a:lnTo>
                    <a:pt x="3426" y="68"/>
                  </a:lnTo>
                  <a:lnTo>
                    <a:pt x="3422" y="71"/>
                  </a:lnTo>
                  <a:lnTo>
                    <a:pt x="3418" y="76"/>
                  </a:lnTo>
                  <a:lnTo>
                    <a:pt x="3416" y="81"/>
                  </a:lnTo>
                  <a:lnTo>
                    <a:pt x="3414" y="88"/>
                  </a:lnTo>
                  <a:lnTo>
                    <a:pt x="3416" y="94"/>
                  </a:lnTo>
                  <a:lnTo>
                    <a:pt x="3418" y="99"/>
                  </a:lnTo>
                  <a:lnTo>
                    <a:pt x="3422" y="104"/>
                  </a:lnTo>
                  <a:lnTo>
                    <a:pt x="3423" y="105"/>
                  </a:lnTo>
                  <a:lnTo>
                    <a:pt x="3428" y="110"/>
                  </a:lnTo>
                  <a:lnTo>
                    <a:pt x="3435" y="116"/>
                  </a:lnTo>
                  <a:lnTo>
                    <a:pt x="3441" y="123"/>
                  </a:lnTo>
                  <a:lnTo>
                    <a:pt x="3448" y="130"/>
                  </a:lnTo>
                  <a:lnTo>
                    <a:pt x="3453" y="135"/>
                  </a:lnTo>
                  <a:lnTo>
                    <a:pt x="3455" y="137"/>
                  </a:lnTo>
                  <a:lnTo>
                    <a:pt x="3459" y="141"/>
                  </a:lnTo>
                  <a:lnTo>
                    <a:pt x="3464" y="142"/>
                  </a:lnTo>
                  <a:lnTo>
                    <a:pt x="3468" y="144"/>
                  </a:lnTo>
                  <a:lnTo>
                    <a:pt x="3473" y="144"/>
                  </a:lnTo>
                  <a:lnTo>
                    <a:pt x="3477" y="144"/>
                  </a:lnTo>
                  <a:lnTo>
                    <a:pt x="3481" y="142"/>
                  </a:lnTo>
                  <a:lnTo>
                    <a:pt x="3485" y="140"/>
                  </a:lnTo>
                  <a:lnTo>
                    <a:pt x="3486" y="138"/>
                  </a:lnTo>
                  <a:lnTo>
                    <a:pt x="3487" y="137"/>
                  </a:lnTo>
                  <a:lnTo>
                    <a:pt x="3488" y="137"/>
                  </a:lnTo>
                  <a:lnTo>
                    <a:pt x="3491" y="135"/>
                  </a:lnTo>
                  <a:lnTo>
                    <a:pt x="3495" y="133"/>
                  </a:lnTo>
                  <a:lnTo>
                    <a:pt x="3497" y="133"/>
                  </a:lnTo>
                  <a:lnTo>
                    <a:pt x="3501" y="133"/>
                  </a:lnTo>
                  <a:lnTo>
                    <a:pt x="3505" y="135"/>
                  </a:lnTo>
                  <a:lnTo>
                    <a:pt x="3507" y="137"/>
                  </a:lnTo>
                  <a:lnTo>
                    <a:pt x="3516" y="146"/>
                  </a:lnTo>
                  <a:lnTo>
                    <a:pt x="3513" y="153"/>
                  </a:lnTo>
                  <a:lnTo>
                    <a:pt x="3507" y="158"/>
                  </a:lnTo>
                  <a:lnTo>
                    <a:pt x="3497" y="165"/>
                  </a:lnTo>
                  <a:lnTo>
                    <a:pt x="3486" y="170"/>
                  </a:lnTo>
                  <a:lnTo>
                    <a:pt x="3474" y="172"/>
                  </a:lnTo>
                  <a:lnTo>
                    <a:pt x="3462" y="170"/>
                  </a:lnTo>
                  <a:lnTo>
                    <a:pt x="3450" y="165"/>
                  </a:lnTo>
                  <a:lnTo>
                    <a:pt x="3440" y="158"/>
                  </a:lnTo>
                  <a:lnTo>
                    <a:pt x="3402" y="119"/>
                  </a:lnTo>
                  <a:lnTo>
                    <a:pt x="3394" y="109"/>
                  </a:lnTo>
                  <a:lnTo>
                    <a:pt x="3389" y="98"/>
                  </a:lnTo>
                  <a:lnTo>
                    <a:pt x="3388" y="85"/>
                  </a:lnTo>
                  <a:lnTo>
                    <a:pt x="3389" y="74"/>
                  </a:lnTo>
                  <a:lnTo>
                    <a:pt x="3394" y="62"/>
                  </a:lnTo>
                  <a:lnTo>
                    <a:pt x="3402" y="52"/>
                  </a:lnTo>
                  <a:lnTo>
                    <a:pt x="3412" y="44"/>
                  </a:lnTo>
                  <a:lnTo>
                    <a:pt x="3423" y="39"/>
                  </a:lnTo>
                  <a:lnTo>
                    <a:pt x="3435" y="38"/>
                  </a:lnTo>
                  <a:close/>
                  <a:moveTo>
                    <a:pt x="579" y="38"/>
                  </a:moveTo>
                  <a:lnTo>
                    <a:pt x="707" y="38"/>
                  </a:lnTo>
                  <a:lnTo>
                    <a:pt x="712" y="38"/>
                  </a:lnTo>
                  <a:lnTo>
                    <a:pt x="716" y="39"/>
                  </a:lnTo>
                  <a:lnTo>
                    <a:pt x="719" y="43"/>
                  </a:lnTo>
                  <a:lnTo>
                    <a:pt x="721" y="47"/>
                  </a:lnTo>
                  <a:lnTo>
                    <a:pt x="722" y="51"/>
                  </a:lnTo>
                  <a:lnTo>
                    <a:pt x="722" y="57"/>
                  </a:lnTo>
                  <a:lnTo>
                    <a:pt x="564" y="57"/>
                  </a:lnTo>
                  <a:lnTo>
                    <a:pt x="564" y="51"/>
                  </a:lnTo>
                  <a:lnTo>
                    <a:pt x="565" y="47"/>
                  </a:lnTo>
                  <a:lnTo>
                    <a:pt x="568" y="43"/>
                  </a:lnTo>
                  <a:lnTo>
                    <a:pt x="570" y="39"/>
                  </a:lnTo>
                  <a:lnTo>
                    <a:pt x="574" y="38"/>
                  </a:lnTo>
                  <a:lnTo>
                    <a:pt x="579" y="38"/>
                  </a:lnTo>
                  <a:close/>
                  <a:moveTo>
                    <a:pt x="853" y="34"/>
                  </a:moveTo>
                  <a:lnTo>
                    <a:pt x="935" y="34"/>
                  </a:lnTo>
                  <a:lnTo>
                    <a:pt x="935" y="42"/>
                  </a:lnTo>
                  <a:lnTo>
                    <a:pt x="853" y="42"/>
                  </a:lnTo>
                  <a:lnTo>
                    <a:pt x="853" y="34"/>
                  </a:lnTo>
                  <a:close/>
                  <a:moveTo>
                    <a:pt x="1549" y="33"/>
                  </a:moveTo>
                  <a:lnTo>
                    <a:pt x="1551" y="33"/>
                  </a:lnTo>
                  <a:lnTo>
                    <a:pt x="1552" y="33"/>
                  </a:lnTo>
                  <a:lnTo>
                    <a:pt x="1588" y="43"/>
                  </a:lnTo>
                  <a:lnTo>
                    <a:pt x="1589" y="43"/>
                  </a:lnTo>
                  <a:lnTo>
                    <a:pt x="1589" y="43"/>
                  </a:lnTo>
                  <a:lnTo>
                    <a:pt x="1592" y="44"/>
                  </a:lnTo>
                  <a:lnTo>
                    <a:pt x="1593" y="46"/>
                  </a:lnTo>
                  <a:lnTo>
                    <a:pt x="1594" y="48"/>
                  </a:lnTo>
                  <a:lnTo>
                    <a:pt x="1594" y="48"/>
                  </a:lnTo>
                  <a:lnTo>
                    <a:pt x="1601" y="58"/>
                  </a:lnTo>
                  <a:lnTo>
                    <a:pt x="1611" y="77"/>
                  </a:lnTo>
                  <a:lnTo>
                    <a:pt x="1634" y="60"/>
                  </a:lnTo>
                  <a:lnTo>
                    <a:pt x="1638" y="58"/>
                  </a:lnTo>
                  <a:lnTo>
                    <a:pt x="1642" y="57"/>
                  </a:lnTo>
                  <a:lnTo>
                    <a:pt x="1644" y="58"/>
                  </a:lnTo>
                  <a:lnTo>
                    <a:pt x="1648" y="60"/>
                  </a:lnTo>
                  <a:lnTo>
                    <a:pt x="1650" y="62"/>
                  </a:lnTo>
                  <a:lnTo>
                    <a:pt x="1652" y="66"/>
                  </a:lnTo>
                  <a:lnTo>
                    <a:pt x="1653" y="68"/>
                  </a:lnTo>
                  <a:lnTo>
                    <a:pt x="1652" y="72"/>
                  </a:lnTo>
                  <a:lnTo>
                    <a:pt x="1650" y="76"/>
                  </a:lnTo>
                  <a:lnTo>
                    <a:pt x="1648" y="79"/>
                  </a:lnTo>
                  <a:lnTo>
                    <a:pt x="1614" y="103"/>
                  </a:lnTo>
                  <a:lnTo>
                    <a:pt x="1610" y="105"/>
                  </a:lnTo>
                  <a:lnTo>
                    <a:pt x="1607" y="105"/>
                  </a:lnTo>
                  <a:lnTo>
                    <a:pt x="1603" y="105"/>
                  </a:lnTo>
                  <a:lnTo>
                    <a:pt x="1601" y="104"/>
                  </a:lnTo>
                  <a:lnTo>
                    <a:pt x="1598" y="102"/>
                  </a:lnTo>
                  <a:lnTo>
                    <a:pt x="1597" y="99"/>
                  </a:lnTo>
                  <a:lnTo>
                    <a:pt x="1597" y="99"/>
                  </a:lnTo>
                  <a:lnTo>
                    <a:pt x="1596" y="99"/>
                  </a:lnTo>
                  <a:lnTo>
                    <a:pt x="1596" y="96"/>
                  </a:lnTo>
                  <a:lnTo>
                    <a:pt x="1594" y="95"/>
                  </a:lnTo>
                  <a:lnTo>
                    <a:pt x="1592" y="91"/>
                  </a:lnTo>
                  <a:lnTo>
                    <a:pt x="1589" y="85"/>
                  </a:lnTo>
                  <a:lnTo>
                    <a:pt x="1587" y="80"/>
                  </a:lnTo>
                  <a:lnTo>
                    <a:pt x="1583" y="75"/>
                  </a:lnTo>
                  <a:lnTo>
                    <a:pt x="1580" y="71"/>
                  </a:lnTo>
                  <a:lnTo>
                    <a:pt x="1577" y="74"/>
                  </a:lnTo>
                  <a:lnTo>
                    <a:pt x="1570" y="79"/>
                  </a:lnTo>
                  <a:lnTo>
                    <a:pt x="1564" y="84"/>
                  </a:lnTo>
                  <a:lnTo>
                    <a:pt x="1583" y="90"/>
                  </a:lnTo>
                  <a:lnTo>
                    <a:pt x="1587" y="91"/>
                  </a:lnTo>
                  <a:lnTo>
                    <a:pt x="1589" y="95"/>
                  </a:lnTo>
                  <a:lnTo>
                    <a:pt x="1591" y="99"/>
                  </a:lnTo>
                  <a:lnTo>
                    <a:pt x="1591" y="100"/>
                  </a:lnTo>
                  <a:lnTo>
                    <a:pt x="1589" y="104"/>
                  </a:lnTo>
                  <a:lnTo>
                    <a:pt x="1588" y="107"/>
                  </a:lnTo>
                  <a:lnTo>
                    <a:pt x="1586" y="109"/>
                  </a:lnTo>
                  <a:lnTo>
                    <a:pt x="1552" y="133"/>
                  </a:lnTo>
                  <a:lnTo>
                    <a:pt x="1550" y="135"/>
                  </a:lnTo>
                  <a:lnTo>
                    <a:pt x="1546" y="136"/>
                  </a:lnTo>
                  <a:lnTo>
                    <a:pt x="1542" y="135"/>
                  </a:lnTo>
                  <a:lnTo>
                    <a:pt x="1540" y="133"/>
                  </a:lnTo>
                  <a:lnTo>
                    <a:pt x="1537" y="131"/>
                  </a:lnTo>
                  <a:lnTo>
                    <a:pt x="1536" y="127"/>
                  </a:lnTo>
                  <a:lnTo>
                    <a:pt x="1535" y="124"/>
                  </a:lnTo>
                  <a:lnTo>
                    <a:pt x="1536" y="121"/>
                  </a:lnTo>
                  <a:lnTo>
                    <a:pt x="1537" y="117"/>
                  </a:lnTo>
                  <a:lnTo>
                    <a:pt x="1540" y="114"/>
                  </a:lnTo>
                  <a:lnTo>
                    <a:pt x="1540" y="114"/>
                  </a:lnTo>
                  <a:lnTo>
                    <a:pt x="1542" y="113"/>
                  </a:lnTo>
                  <a:lnTo>
                    <a:pt x="1545" y="112"/>
                  </a:lnTo>
                  <a:lnTo>
                    <a:pt x="1547" y="109"/>
                  </a:lnTo>
                  <a:lnTo>
                    <a:pt x="1551" y="107"/>
                  </a:lnTo>
                  <a:lnTo>
                    <a:pt x="1555" y="104"/>
                  </a:lnTo>
                  <a:lnTo>
                    <a:pt x="1550" y="103"/>
                  </a:lnTo>
                  <a:lnTo>
                    <a:pt x="1545" y="100"/>
                  </a:lnTo>
                  <a:lnTo>
                    <a:pt x="1541" y="99"/>
                  </a:lnTo>
                  <a:lnTo>
                    <a:pt x="1526" y="110"/>
                  </a:lnTo>
                  <a:lnTo>
                    <a:pt x="1510" y="121"/>
                  </a:lnTo>
                  <a:lnTo>
                    <a:pt x="1498" y="131"/>
                  </a:lnTo>
                  <a:lnTo>
                    <a:pt x="1489" y="137"/>
                  </a:lnTo>
                  <a:lnTo>
                    <a:pt x="1486" y="140"/>
                  </a:lnTo>
                  <a:lnTo>
                    <a:pt x="1484" y="141"/>
                  </a:lnTo>
                  <a:lnTo>
                    <a:pt x="1484" y="141"/>
                  </a:lnTo>
                  <a:lnTo>
                    <a:pt x="1480" y="142"/>
                  </a:lnTo>
                  <a:lnTo>
                    <a:pt x="1476" y="144"/>
                  </a:lnTo>
                  <a:lnTo>
                    <a:pt x="1473" y="142"/>
                  </a:lnTo>
                  <a:lnTo>
                    <a:pt x="1470" y="141"/>
                  </a:lnTo>
                  <a:lnTo>
                    <a:pt x="1467" y="138"/>
                  </a:lnTo>
                  <a:lnTo>
                    <a:pt x="1466" y="135"/>
                  </a:lnTo>
                  <a:lnTo>
                    <a:pt x="1465" y="132"/>
                  </a:lnTo>
                  <a:lnTo>
                    <a:pt x="1466" y="128"/>
                  </a:lnTo>
                  <a:lnTo>
                    <a:pt x="1467" y="124"/>
                  </a:lnTo>
                  <a:lnTo>
                    <a:pt x="1470" y="122"/>
                  </a:lnTo>
                  <a:lnTo>
                    <a:pt x="1551" y="63"/>
                  </a:lnTo>
                  <a:lnTo>
                    <a:pt x="1559" y="58"/>
                  </a:lnTo>
                  <a:lnTo>
                    <a:pt x="1551" y="56"/>
                  </a:lnTo>
                  <a:lnTo>
                    <a:pt x="1543" y="62"/>
                  </a:lnTo>
                  <a:lnTo>
                    <a:pt x="1522" y="79"/>
                  </a:lnTo>
                  <a:lnTo>
                    <a:pt x="1518" y="80"/>
                  </a:lnTo>
                  <a:lnTo>
                    <a:pt x="1514" y="80"/>
                  </a:lnTo>
                  <a:lnTo>
                    <a:pt x="1512" y="80"/>
                  </a:lnTo>
                  <a:lnTo>
                    <a:pt x="1508" y="79"/>
                  </a:lnTo>
                  <a:lnTo>
                    <a:pt x="1505" y="76"/>
                  </a:lnTo>
                  <a:lnTo>
                    <a:pt x="1504" y="72"/>
                  </a:lnTo>
                  <a:lnTo>
                    <a:pt x="1503" y="68"/>
                  </a:lnTo>
                  <a:lnTo>
                    <a:pt x="1504" y="66"/>
                  </a:lnTo>
                  <a:lnTo>
                    <a:pt x="1505" y="62"/>
                  </a:lnTo>
                  <a:lnTo>
                    <a:pt x="1508" y="60"/>
                  </a:lnTo>
                  <a:lnTo>
                    <a:pt x="1510" y="58"/>
                  </a:lnTo>
                  <a:lnTo>
                    <a:pt x="1517" y="53"/>
                  </a:lnTo>
                  <a:lnTo>
                    <a:pt x="1526" y="47"/>
                  </a:lnTo>
                  <a:lnTo>
                    <a:pt x="1533" y="40"/>
                  </a:lnTo>
                  <a:lnTo>
                    <a:pt x="1540" y="37"/>
                  </a:lnTo>
                  <a:lnTo>
                    <a:pt x="1542" y="34"/>
                  </a:lnTo>
                  <a:lnTo>
                    <a:pt x="1546" y="33"/>
                  </a:lnTo>
                  <a:lnTo>
                    <a:pt x="1549" y="33"/>
                  </a:lnTo>
                  <a:close/>
                  <a:moveTo>
                    <a:pt x="2045" y="24"/>
                  </a:moveTo>
                  <a:lnTo>
                    <a:pt x="2059" y="28"/>
                  </a:lnTo>
                  <a:lnTo>
                    <a:pt x="2072" y="35"/>
                  </a:lnTo>
                  <a:lnTo>
                    <a:pt x="2073" y="37"/>
                  </a:lnTo>
                  <a:lnTo>
                    <a:pt x="2077" y="42"/>
                  </a:lnTo>
                  <a:lnTo>
                    <a:pt x="2084" y="48"/>
                  </a:lnTo>
                  <a:lnTo>
                    <a:pt x="2090" y="54"/>
                  </a:lnTo>
                  <a:lnTo>
                    <a:pt x="2096" y="60"/>
                  </a:lnTo>
                  <a:lnTo>
                    <a:pt x="2100" y="65"/>
                  </a:lnTo>
                  <a:lnTo>
                    <a:pt x="2103" y="66"/>
                  </a:lnTo>
                  <a:lnTo>
                    <a:pt x="2098" y="66"/>
                  </a:lnTo>
                  <a:lnTo>
                    <a:pt x="2092" y="65"/>
                  </a:lnTo>
                  <a:lnTo>
                    <a:pt x="2084" y="66"/>
                  </a:lnTo>
                  <a:lnTo>
                    <a:pt x="2076" y="68"/>
                  </a:lnTo>
                  <a:lnTo>
                    <a:pt x="2059" y="51"/>
                  </a:lnTo>
                  <a:lnTo>
                    <a:pt x="2055" y="48"/>
                  </a:lnTo>
                  <a:lnTo>
                    <a:pt x="2050" y="47"/>
                  </a:lnTo>
                  <a:lnTo>
                    <a:pt x="2047" y="46"/>
                  </a:lnTo>
                  <a:lnTo>
                    <a:pt x="2041" y="47"/>
                  </a:lnTo>
                  <a:lnTo>
                    <a:pt x="2038" y="48"/>
                  </a:lnTo>
                  <a:lnTo>
                    <a:pt x="2034" y="51"/>
                  </a:lnTo>
                  <a:lnTo>
                    <a:pt x="2031" y="54"/>
                  </a:lnTo>
                  <a:lnTo>
                    <a:pt x="2029" y="60"/>
                  </a:lnTo>
                  <a:lnTo>
                    <a:pt x="2029" y="63"/>
                  </a:lnTo>
                  <a:lnTo>
                    <a:pt x="2029" y="68"/>
                  </a:lnTo>
                  <a:lnTo>
                    <a:pt x="2031" y="72"/>
                  </a:lnTo>
                  <a:lnTo>
                    <a:pt x="2034" y="76"/>
                  </a:lnTo>
                  <a:lnTo>
                    <a:pt x="2035" y="79"/>
                  </a:lnTo>
                  <a:lnTo>
                    <a:pt x="2040" y="84"/>
                  </a:lnTo>
                  <a:lnTo>
                    <a:pt x="2047" y="89"/>
                  </a:lnTo>
                  <a:lnTo>
                    <a:pt x="2053" y="95"/>
                  </a:lnTo>
                  <a:lnTo>
                    <a:pt x="2058" y="100"/>
                  </a:lnTo>
                  <a:lnTo>
                    <a:pt x="2061" y="104"/>
                  </a:lnTo>
                  <a:lnTo>
                    <a:pt x="2064" y="107"/>
                  </a:lnTo>
                  <a:lnTo>
                    <a:pt x="2069" y="108"/>
                  </a:lnTo>
                  <a:lnTo>
                    <a:pt x="2075" y="109"/>
                  </a:lnTo>
                  <a:lnTo>
                    <a:pt x="2078" y="108"/>
                  </a:lnTo>
                  <a:lnTo>
                    <a:pt x="2082" y="107"/>
                  </a:lnTo>
                  <a:lnTo>
                    <a:pt x="2085" y="105"/>
                  </a:lnTo>
                  <a:lnTo>
                    <a:pt x="2086" y="104"/>
                  </a:lnTo>
                  <a:lnTo>
                    <a:pt x="2086" y="103"/>
                  </a:lnTo>
                  <a:lnTo>
                    <a:pt x="2090" y="100"/>
                  </a:lnTo>
                  <a:lnTo>
                    <a:pt x="2094" y="100"/>
                  </a:lnTo>
                  <a:lnTo>
                    <a:pt x="2096" y="100"/>
                  </a:lnTo>
                  <a:lnTo>
                    <a:pt x="2099" y="102"/>
                  </a:lnTo>
                  <a:lnTo>
                    <a:pt x="2101" y="103"/>
                  </a:lnTo>
                  <a:lnTo>
                    <a:pt x="2109" y="110"/>
                  </a:lnTo>
                  <a:lnTo>
                    <a:pt x="2105" y="116"/>
                  </a:lnTo>
                  <a:lnTo>
                    <a:pt x="2101" y="119"/>
                  </a:lnTo>
                  <a:lnTo>
                    <a:pt x="2090" y="127"/>
                  </a:lnTo>
                  <a:lnTo>
                    <a:pt x="2075" y="131"/>
                  </a:lnTo>
                  <a:lnTo>
                    <a:pt x="2061" y="127"/>
                  </a:lnTo>
                  <a:lnTo>
                    <a:pt x="2048" y="119"/>
                  </a:lnTo>
                  <a:lnTo>
                    <a:pt x="2019" y="89"/>
                  </a:lnTo>
                  <a:lnTo>
                    <a:pt x="2010" y="76"/>
                  </a:lnTo>
                  <a:lnTo>
                    <a:pt x="2007" y="62"/>
                  </a:lnTo>
                  <a:lnTo>
                    <a:pt x="2010" y="48"/>
                  </a:lnTo>
                  <a:lnTo>
                    <a:pt x="2019" y="35"/>
                  </a:lnTo>
                  <a:lnTo>
                    <a:pt x="2030" y="28"/>
                  </a:lnTo>
                  <a:lnTo>
                    <a:pt x="2045" y="24"/>
                  </a:lnTo>
                  <a:close/>
                  <a:moveTo>
                    <a:pt x="1327" y="23"/>
                  </a:moveTo>
                  <a:lnTo>
                    <a:pt x="1308" y="28"/>
                  </a:lnTo>
                  <a:lnTo>
                    <a:pt x="1293" y="38"/>
                  </a:lnTo>
                  <a:lnTo>
                    <a:pt x="1281" y="51"/>
                  </a:lnTo>
                  <a:lnTo>
                    <a:pt x="1275" y="68"/>
                  </a:lnTo>
                  <a:lnTo>
                    <a:pt x="1273" y="86"/>
                  </a:lnTo>
                  <a:lnTo>
                    <a:pt x="1279" y="104"/>
                  </a:lnTo>
                  <a:lnTo>
                    <a:pt x="1287" y="119"/>
                  </a:lnTo>
                  <a:lnTo>
                    <a:pt x="1301" y="132"/>
                  </a:lnTo>
                  <a:lnTo>
                    <a:pt x="1318" y="138"/>
                  </a:lnTo>
                  <a:lnTo>
                    <a:pt x="1337" y="140"/>
                  </a:lnTo>
                  <a:lnTo>
                    <a:pt x="1355" y="135"/>
                  </a:lnTo>
                  <a:lnTo>
                    <a:pt x="1370" y="126"/>
                  </a:lnTo>
                  <a:lnTo>
                    <a:pt x="1382" y="112"/>
                  </a:lnTo>
                  <a:lnTo>
                    <a:pt x="1388" y="95"/>
                  </a:lnTo>
                  <a:lnTo>
                    <a:pt x="1391" y="76"/>
                  </a:lnTo>
                  <a:lnTo>
                    <a:pt x="1386" y="58"/>
                  </a:lnTo>
                  <a:lnTo>
                    <a:pt x="1375" y="43"/>
                  </a:lnTo>
                  <a:lnTo>
                    <a:pt x="1363" y="32"/>
                  </a:lnTo>
                  <a:lnTo>
                    <a:pt x="1345" y="24"/>
                  </a:lnTo>
                  <a:lnTo>
                    <a:pt x="1327" y="23"/>
                  </a:lnTo>
                  <a:close/>
                  <a:moveTo>
                    <a:pt x="635" y="16"/>
                  </a:moveTo>
                  <a:lnTo>
                    <a:pt x="657" y="16"/>
                  </a:lnTo>
                  <a:lnTo>
                    <a:pt x="661" y="18"/>
                  </a:lnTo>
                  <a:lnTo>
                    <a:pt x="663" y="20"/>
                  </a:lnTo>
                  <a:lnTo>
                    <a:pt x="666" y="23"/>
                  </a:lnTo>
                  <a:lnTo>
                    <a:pt x="667" y="26"/>
                  </a:lnTo>
                  <a:lnTo>
                    <a:pt x="667" y="26"/>
                  </a:lnTo>
                  <a:lnTo>
                    <a:pt x="666" y="29"/>
                  </a:lnTo>
                  <a:lnTo>
                    <a:pt x="626" y="29"/>
                  </a:lnTo>
                  <a:lnTo>
                    <a:pt x="626" y="26"/>
                  </a:lnTo>
                  <a:lnTo>
                    <a:pt x="626" y="26"/>
                  </a:lnTo>
                  <a:lnTo>
                    <a:pt x="626" y="23"/>
                  </a:lnTo>
                  <a:lnTo>
                    <a:pt x="629" y="20"/>
                  </a:lnTo>
                  <a:lnTo>
                    <a:pt x="632" y="18"/>
                  </a:lnTo>
                  <a:lnTo>
                    <a:pt x="635" y="16"/>
                  </a:lnTo>
                  <a:close/>
                  <a:moveTo>
                    <a:pt x="1615" y="10"/>
                  </a:moveTo>
                  <a:lnTo>
                    <a:pt x="1620" y="11"/>
                  </a:lnTo>
                  <a:lnTo>
                    <a:pt x="1624" y="12"/>
                  </a:lnTo>
                  <a:lnTo>
                    <a:pt x="1628" y="15"/>
                  </a:lnTo>
                  <a:lnTo>
                    <a:pt x="1630" y="19"/>
                  </a:lnTo>
                  <a:lnTo>
                    <a:pt x="1633" y="24"/>
                  </a:lnTo>
                  <a:lnTo>
                    <a:pt x="1633" y="24"/>
                  </a:lnTo>
                  <a:lnTo>
                    <a:pt x="1633" y="34"/>
                  </a:lnTo>
                  <a:lnTo>
                    <a:pt x="1628" y="42"/>
                  </a:lnTo>
                  <a:lnTo>
                    <a:pt x="1619" y="46"/>
                  </a:lnTo>
                  <a:lnTo>
                    <a:pt x="1615" y="47"/>
                  </a:lnTo>
                  <a:lnTo>
                    <a:pt x="1610" y="46"/>
                  </a:lnTo>
                  <a:lnTo>
                    <a:pt x="1605" y="44"/>
                  </a:lnTo>
                  <a:lnTo>
                    <a:pt x="1601" y="42"/>
                  </a:lnTo>
                  <a:lnTo>
                    <a:pt x="1598" y="38"/>
                  </a:lnTo>
                  <a:lnTo>
                    <a:pt x="1597" y="33"/>
                  </a:lnTo>
                  <a:lnTo>
                    <a:pt x="1596" y="28"/>
                  </a:lnTo>
                  <a:lnTo>
                    <a:pt x="1597" y="23"/>
                  </a:lnTo>
                  <a:lnTo>
                    <a:pt x="1598" y="19"/>
                  </a:lnTo>
                  <a:lnTo>
                    <a:pt x="1602" y="15"/>
                  </a:lnTo>
                  <a:lnTo>
                    <a:pt x="1606" y="12"/>
                  </a:lnTo>
                  <a:lnTo>
                    <a:pt x="1610" y="10"/>
                  </a:lnTo>
                  <a:lnTo>
                    <a:pt x="1615" y="10"/>
                  </a:lnTo>
                  <a:close/>
                  <a:moveTo>
                    <a:pt x="1324" y="4"/>
                  </a:moveTo>
                  <a:lnTo>
                    <a:pt x="1346" y="5"/>
                  </a:lnTo>
                  <a:lnTo>
                    <a:pt x="1365" y="11"/>
                  </a:lnTo>
                  <a:lnTo>
                    <a:pt x="1382" y="21"/>
                  </a:lnTo>
                  <a:lnTo>
                    <a:pt x="1396" y="37"/>
                  </a:lnTo>
                  <a:lnTo>
                    <a:pt x="1406" y="54"/>
                  </a:lnTo>
                  <a:lnTo>
                    <a:pt x="1410" y="75"/>
                  </a:lnTo>
                  <a:lnTo>
                    <a:pt x="1408" y="95"/>
                  </a:lnTo>
                  <a:lnTo>
                    <a:pt x="1403" y="114"/>
                  </a:lnTo>
                  <a:lnTo>
                    <a:pt x="1392" y="132"/>
                  </a:lnTo>
                  <a:lnTo>
                    <a:pt x="1377" y="146"/>
                  </a:lnTo>
                  <a:lnTo>
                    <a:pt x="1359" y="155"/>
                  </a:lnTo>
                  <a:lnTo>
                    <a:pt x="1338" y="160"/>
                  </a:lnTo>
                  <a:lnTo>
                    <a:pt x="1318" y="159"/>
                  </a:lnTo>
                  <a:lnTo>
                    <a:pt x="1299" y="153"/>
                  </a:lnTo>
                  <a:lnTo>
                    <a:pt x="1281" y="141"/>
                  </a:lnTo>
                  <a:lnTo>
                    <a:pt x="1268" y="127"/>
                  </a:lnTo>
                  <a:lnTo>
                    <a:pt x="1258" y="109"/>
                  </a:lnTo>
                  <a:lnTo>
                    <a:pt x="1253" y="89"/>
                  </a:lnTo>
                  <a:lnTo>
                    <a:pt x="1254" y="67"/>
                  </a:lnTo>
                  <a:lnTo>
                    <a:pt x="1261" y="48"/>
                  </a:lnTo>
                  <a:lnTo>
                    <a:pt x="1272" y="32"/>
                  </a:lnTo>
                  <a:lnTo>
                    <a:pt x="1287" y="18"/>
                  </a:lnTo>
                  <a:lnTo>
                    <a:pt x="1305" y="7"/>
                  </a:lnTo>
                  <a:lnTo>
                    <a:pt x="1324" y="4"/>
                  </a:lnTo>
                  <a:close/>
                  <a:moveTo>
                    <a:pt x="844" y="0"/>
                  </a:moveTo>
                  <a:lnTo>
                    <a:pt x="857" y="0"/>
                  </a:lnTo>
                  <a:lnTo>
                    <a:pt x="857" y="7"/>
                  </a:lnTo>
                  <a:lnTo>
                    <a:pt x="852" y="7"/>
                  </a:lnTo>
                  <a:lnTo>
                    <a:pt x="848" y="7"/>
                  </a:lnTo>
                  <a:lnTo>
                    <a:pt x="844" y="10"/>
                  </a:lnTo>
                  <a:lnTo>
                    <a:pt x="843" y="14"/>
                  </a:lnTo>
                  <a:lnTo>
                    <a:pt x="842" y="18"/>
                  </a:lnTo>
                  <a:lnTo>
                    <a:pt x="842" y="85"/>
                  </a:lnTo>
                  <a:lnTo>
                    <a:pt x="843" y="89"/>
                  </a:lnTo>
                  <a:lnTo>
                    <a:pt x="844" y="93"/>
                  </a:lnTo>
                  <a:lnTo>
                    <a:pt x="848" y="94"/>
                  </a:lnTo>
                  <a:lnTo>
                    <a:pt x="852" y="95"/>
                  </a:lnTo>
                  <a:lnTo>
                    <a:pt x="870" y="95"/>
                  </a:lnTo>
                  <a:lnTo>
                    <a:pt x="872" y="95"/>
                  </a:lnTo>
                  <a:lnTo>
                    <a:pt x="874" y="98"/>
                  </a:lnTo>
                  <a:lnTo>
                    <a:pt x="875" y="100"/>
                  </a:lnTo>
                  <a:lnTo>
                    <a:pt x="875" y="118"/>
                  </a:lnTo>
                  <a:lnTo>
                    <a:pt x="876" y="123"/>
                  </a:lnTo>
                  <a:lnTo>
                    <a:pt x="879" y="126"/>
                  </a:lnTo>
                  <a:lnTo>
                    <a:pt x="882" y="128"/>
                  </a:lnTo>
                  <a:lnTo>
                    <a:pt x="886" y="130"/>
                  </a:lnTo>
                  <a:lnTo>
                    <a:pt x="933" y="130"/>
                  </a:lnTo>
                  <a:lnTo>
                    <a:pt x="937" y="128"/>
                  </a:lnTo>
                  <a:lnTo>
                    <a:pt x="941" y="126"/>
                  </a:lnTo>
                  <a:lnTo>
                    <a:pt x="942" y="123"/>
                  </a:lnTo>
                  <a:lnTo>
                    <a:pt x="944" y="118"/>
                  </a:lnTo>
                  <a:lnTo>
                    <a:pt x="944" y="18"/>
                  </a:lnTo>
                  <a:lnTo>
                    <a:pt x="942" y="14"/>
                  </a:lnTo>
                  <a:lnTo>
                    <a:pt x="941" y="10"/>
                  </a:lnTo>
                  <a:lnTo>
                    <a:pt x="937" y="7"/>
                  </a:lnTo>
                  <a:lnTo>
                    <a:pt x="933" y="7"/>
                  </a:lnTo>
                  <a:lnTo>
                    <a:pt x="926" y="7"/>
                  </a:lnTo>
                  <a:lnTo>
                    <a:pt x="926" y="4"/>
                  </a:lnTo>
                  <a:lnTo>
                    <a:pt x="926" y="0"/>
                  </a:lnTo>
                  <a:lnTo>
                    <a:pt x="941" y="0"/>
                  </a:lnTo>
                  <a:lnTo>
                    <a:pt x="945" y="1"/>
                  </a:lnTo>
                  <a:lnTo>
                    <a:pt x="949" y="2"/>
                  </a:lnTo>
                  <a:lnTo>
                    <a:pt x="952" y="6"/>
                  </a:lnTo>
                  <a:lnTo>
                    <a:pt x="954" y="10"/>
                  </a:lnTo>
                  <a:lnTo>
                    <a:pt x="955" y="14"/>
                  </a:lnTo>
                  <a:lnTo>
                    <a:pt x="955" y="128"/>
                  </a:lnTo>
                  <a:lnTo>
                    <a:pt x="954" y="133"/>
                  </a:lnTo>
                  <a:lnTo>
                    <a:pt x="952" y="136"/>
                  </a:lnTo>
                  <a:lnTo>
                    <a:pt x="949" y="140"/>
                  </a:lnTo>
                  <a:lnTo>
                    <a:pt x="945" y="141"/>
                  </a:lnTo>
                  <a:lnTo>
                    <a:pt x="941" y="142"/>
                  </a:lnTo>
                  <a:lnTo>
                    <a:pt x="844" y="142"/>
                  </a:lnTo>
                  <a:lnTo>
                    <a:pt x="840" y="141"/>
                  </a:lnTo>
                  <a:lnTo>
                    <a:pt x="837" y="140"/>
                  </a:lnTo>
                  <a:lnTo>
                    <a:pt x="834" y="136"/>
                  </a:lnTo>
                  <a:lnTo>
                    <a:pt x="832" y="133"/>
                  </a:lnTo>
                  <a:lnTo>
                    <a:pt x="830" y="128"/>
                  </a:lnTo>
                  <a:lnTo>
                    <a:pt x="830" y="14"/>
                  </a:lnTo>
                  <a:lnTo>
                    <a:pt x="832" y="10"/>
                  </a:lnTo>
                  <a:lnTo>
                    <a:pt x="834" y="6"/>
                  </a:lnTo>
                  <a:lnTo>
                    <a:pt x="837" y="2"/>
                  </a:lnTo>
                  <a:lnTo>
                    <a:pt x="840" y="1"/>
                  </a:lnTo>
                  <a:lnTo>
                    <a:pt x="844"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7" name="Freeform 11"/>
            <p:cNvSpPr>
              <a:spLocks noEditPoints="1"/>
            </p:cNvSpPr>
            <p:nvPr/>
          </p:nvSpPr>
          <p:spPr bwMode="auto">
            <a:xfrm>
              <a:off x="1981200" y="2654301"/>
              <a:ext cx="2751138" cy="681038"/>
            </a:xfrm>
            <a:custGeom>
              <a:avLst/>
              <a:gdLst>
                <a:gd name="T0" fmla="*/ 2651 w 3466"/>
                <a:gd name="T1" fmla="*/ 809 h 856"/>
                <a:gd name="T2" fmla="*/ 2593 w 3466"/>
                <a:gd name="T3" fmla="*/ 753 h 856"/>
                <a:gd name="T4" fmla="*/ 998 w 3466"/>
                <a:gd name="T5" fmla="*/ 719 h 856"/>
                <a:gd name="T6" fmla="*/ 3117 w 3466"/>
                <a:gd name="T7" fmla="*/ 767 h 856"/>
                <a:gd name="T8" fmla="*/ 2968 w 3466"/>
                <a:gd name="T9" fmla="*/ 844 h 856"/>
                <a:gd name="T10" fmla="*/ 2865 w 3466"/>
                <a:gd name="T11" fmla="*/ 841 h 856"/>
                <a:gd name="T12" fmla="*/ 3457 w 3466"/>
                <a:gd name="T13" fmla="*/ 688 h 856"/>
                <a:gd name="T14" fmla="*/ 3186 w 3466"/>
                <a:gd name="T15" fmla="*/ 707 h 856"/>
                <a:gd name="T16" fmla="*/ 3287 w 3466"/>
                <a:gd name="T17" fmla="*/ 679 h 856"/>
                <a:gd name="T18" fmla="*/ 3386 w 3466"/>
                <a:gd name="T19" fmla="*/ 671 h 856"/>
                <a:gd name="T20" fmla="*/ 3301 w 3466"/>
                <a:gd name="T21" fmla="*/ 622 h 856"/>
                <a:gd name="T22" fmla="*/ 3246 w 3466"/>
                <a:gd name="T23" fmla="*/ 607 h 856"/>
                <a:gd name="T24" fmla="*/ 3356 w 3466"/>
                <a:gd name="T25" fmla="*/ 593 h 856"/>
                <a:gd name="T26" fmla="*/ 3069 w 3466"/>
                <a:gd name="T27" fmla="*/ 587 h 856"/>
                <a:gd name="T28" fmla="*/ 3100 w 3466"/>
                <a:gd name="T29" fmla="*/ 514 h 856"/>
                <a:gd name="T30" fmla="*/ 355 w 3466"/>
                <a:gd name="T31" fmla="*/ 538 h 856"/>
                <a:gd name="T32" fmla="*/ 80 w 3466"/>
                <a:gd name="T33" fmla="*/ 609 h 856"/>
                <a:gd name="T34" fmla="*/ 3204 w 3466"/>
                <a:gd name="T35" fmla="*/ 490 h 856"/>
                <a:gd name="T36" fmla="*/ 2994 w 3466"/>
                <a:gd name="T37" fmla="*/ 430 h 856"/>
                <a:gd name="T38" fmla="*/ 2996 w 3466"/>
                <a:gd name="T39" fmla="*/ 469 h 856"/>
                <a:gd name="T40" fmla="*/ 300 w 3466"/>
                <a:gd name="T41" fmla="*/ 384 h 856"/>
                <a:gd name="T42" fmla="*/ 3219 w 3466"/>
                <a:gd name="T43" fmla="*/ 520 h 856"/>
                <a:gd name="T44" fmla="*/ 3103 w 3466"/>
                <a:gd name="T45" fmla="*/ 408 h 856"/>
                <a:gd name="T46" fmla="*/ 3007 w 3466"/>
                <a:gd name="T47" fmla="*/ 431 h 856"/>
                <a:gd name="T48" fmla="*/ 3022 w 3466"/>
                <a:gd name="T49" fmla="*/ 352 h 856"/>
                <a:gd name="T50" fmla="*/ 129 w 3466"/>
                <a:gd name="T51" fmla="*/ 248 h 856"/>
                <a:gd name="T52" fmla="*/ 3073 w 3466"/>
                <a:gd name="T53" fmla="*/ 243 h 856"/>
                <a:gd name="T54" fmla="*/ 2455 w 3466"/>
                <a:gd name="T55" fmla="*/ 220 h 856"/>
                <a:gd name="T56" fmla="*/ 2459 w 3466"/>
                <a:gd name="T57" fmla="*/ 271 h 856"/>
                <a:gd name="T58" fmla="*/ 669 w 3466"/>
                <a:gd name="T59" fmla="*/ 203 h 856"/>
                <a:gd name="T60" fmla="*/ 1114 w 3466"/>
                <a:gd name="T61" fmla="*/ 215 h 856"/>
                <a:gd name="T62" fmla="*/ 1156 w 3466"/>
                <a:gd name="T63" fmla="*/ 615 h 856"/>
                <a:gd name="T64" fmla="*/ 1092 w 3466"/>
                <a:gd name="T65" fmla="*/ 546 h 856"/>
                <a:gd name="T66" fmla="*/ 998 w 3466"/>
                <a:gd name="T67" fmla="*/ 483 h 856"/>
                <a:gd name="T68" fmla="*/ 933 w 3466"/>
                <a:gd name="T69" fmla="*/ 637 h 856"/>
                <a:gd name="T70" fmla="*/ 953 w 3466"/>
                <a:gd name="T71" fmla="*/ 273 h 856"/>
                <a:gd name="T72" fmla="*/ 247 w 3466"/>
                <a:gd name="T73" fmla="*/ 182 h 856"/>
                <a:gd name="T74" fmla="*/ 596 w 3466"/>
                <a:gd name="T75" fmla="*/ 197 h 856"/>
                <a:gd name="T76" fmla="*/ 776 w 3466"/>
                <a:gd name="T77" fmla="*/ 166 h 856"/>
                <a:gd name="T78" fmla="*/ 2319 w 3466"/>
                <a:gd name="T79" fmla="*/ 128 h 856"/>
                <a:gd name="T80" fmla="*/ 2319 w 3466"/>
                <a:gd name="T81" fmla="*/ 221 h 856"/>
                <a:gd name="T82" fmla="*/ 3070 w 3466"/>
                <a:gd name="T83" fmla="*/ 126 h 856"/>
                <a:gd name="T84" fmla="*/ 3184 w 3466"/>
                <a:gd name="T85" fmla="*/ 119 h 856"/>
                <a:gd name="T86" fmla="*/ 994 w 3466"/>
                <a:gd name="T87" fmla="*/ 129 h 856"/>
                <a:gd name="T88" fmla="*/ 1013 w 3466"/>
                <a:gd name="T89" fmla="*/ 110 h 856"/>
                <a:gd name="T90" fmla="*/ 2628 w 3466"/>
                <a:gd name="T91" fmla="*/ 105 h 856"/>
                <a:gd name="T92" fmla="*/ 3142 w 3466"/>
                <a:gd name="T93" fmla="*/ 105 h 856"/>
                <a:gd name="T94" fmla="*/ 242 w 3466"/>
                <a:gd name="T95" fmla="*/ 137 h 856"/>
                <a:gd name="T96" fmla="*/ 1054 w 3466"/>
                <a:gd name="T97" fmla="*/ 117 h 856"/>
                <a:gd name="T98" fmla="*/ 3168 w 3466"/>
                <a:gd name="T99" fmla="*/ 100 h 856"/>
                <a:gd name="T100" fmla="*/ 193 w 3466"/>
                <a:gd name="T101" fmla="*/ 202 h 856"/>
                <a:gd name="T102" fmla="*/ 284 w 3466"/>
                <a:gd name="T103" fmla="*/ 71 h 856"/>
                <a:gd name="T104" fmla="*/ 216 w 3466"/>
                <a:gd name="T105" fmla="*/ 63 h 856"/>
                <a:gd name="T106" fmla="*/ 2417 w 3466"/>
                <a:gd name="T107" fmla="*/ 145 h 856"/>
                <a:gd name="T108" fmla="*/ 1657 w 3466"/>
                <a:gd name="T109" fmla="*/ 58 h 856"/>
                <a:gd name="T110" fmla="*/ 1374 w 3466"/>
                <a:gd name="T111" fmla="*/ 25 h 856"/>
                <a:gd name="T112" fmla="*/ 1422 w 3466"/>
                <a:gd name="T113" fmla="*/ 197 h 856"/>
                <a:gd name="T114" fmla="*/ 1401 w 3466"/>
                <a:gd name="T115" fmla="*/ 15 h 856"/>
                <a:gd name="T116" fmla="*/ 2056 w 3466"/>
                <a:gd name="T117" fmla="*/ 29 h 856"/>
                <a:gd name="T118" fmla="*/ 2037 w 3466"/>
                <a:gd name="T119" fmla="*/ 25 h 856"/>
                <a:gd name="T120" fmla="*/ 700 w 3466"/>
                <a:gd name="T121" fmla="*/ 174 h 856"/>
                <a:gd name="T122" fmla="*/ 682 w 3466"/>
                <a:gd name="T123" fmla="*/ 2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466" h="856">
                  <a:moveTo>
                    <a:pt x="2639" y="718"/>
                  </a:moveTo>
                  <a:lnTo>
                    <a:pt x="2651" y="719"/>
                  </a:lnTo>
                  <a:lnTo>
                    <a:pt x="2663" y="724"/>
                  </a:lnTo>
                  <a:lnTo>
                    <a:pt x="2673" y="732"/>
                  </a:lnTo>
                  <a:lnTo>
                    <a:pt x="2674" y="733"/>
                  </a:lnTo>
                  <a:lnTo>
                    <a:pt x="2681" y="739"/>
                  </a:lnTo>
                  <a:lnTo>
                    <a:pt x="2688" y="747"/>
                  </a:lnTo>
                  <a:lnTo>
                    <a:pt x="2696" y="755"/>
                  </a:lnTo>
                  <a:lnTo>
                    <a:pt x="2703" y="762"/>
                  </a:lnTo>
                  <a:lnTo>
                    <a:pt x="2709" y="767"/>
                  </a:lnTo>
                  <a:lnTo>
                    <a:pt x="2711" y="770"/>
                  </a:lnTo>
                  <a:lnTo>
                    <a:pt x="2705" y="769"/>
                  </a:lnTo>
                  <a:lnTo>
                    <a:pt x="2698" y="769"/>
                  </a:lnTo>
                  <a:lnTo>
                    <a:pt x="2678" y="772"/>
                  </a:lnTo>
                  <a:lnTo>
                    <a:pt x="2656" y="751"/>
                  </a:lnTo>
                  <a:lnTo>
                    <a:pt x="2653" y="747"/>
                  </a:lnTo>
                  <a:lnTo>
                    <a:pt x="2646" y="746"/>
                  </a:lnTo>
                  <a:lnTo>
                    <a:pt x="2641" y="744"/>
                  </a:lnTo>
                  <a:lnTo>
                    <a:pt x="2635" y="746"/>
                  </a:lnTo>
                  <a:lnTo>
                    <a:pt x="2630" y="747"/>
                  </a:lnTo>
                  <a:lnTo>
                    <a:pt x="2625" y="751"/>
                  </a:lnTo>
                  <a:lnTo>
                    <a:pt x="2621" y="756"/>
                  </a:lnTo>
                  <a:lnTo>
                    <a:pt x="2619" y="761"/>
                  </a:lnTo>
                  <a:lnTo>
                    <a:pt x="2618" y="767"/>
                  </a:lnTo>
                  <a:lnTo>
                    <a:pt x="2619" y="772"/>
                  </a:lnTo>
                  <a:lnTo>
                    <a:pt x="2621" y="779"/>
                  </a:lnTo>
                  <a:lnTo>
                    <a:pt x="2625" y="783"/>
                  </a:lnTo>
                  <a:lnTo>
                    <a:pt x="2627" y="785"/>
                  </a:lnTo>
                  <a:lnTo>
                    <a:pt x="2631" y="789"/>
                  </a:lnTo>
                  <a:lnTo>
                    <a:pt x="2637" y="795"/>
                  </a:lnTo>
                  <a:lnTo>
                    <a:pt x="2645" y="803"/>
                  </a:lnTo>
                  <a:lnTo>
                    <a:pt x="2651" y="809"/>
                  </a:lnTo>
                  <a:lnTo>
                    <a:pt x="2656" y="814"/>
                  </a:lnTo>
                  <a:lnTo>
                    <a:pt x="2659" y="817"/>
                  </a:lnTo>
                  <a:lnTo>
                    <a:pt x="2663" y="819"/>
                  </a:lnTo>
                  <a:lnTo>
                    <a:pt x="2667" y="822"/>
                  </a:lnTo>
                  <a:lnTo>
                    <a:pt x="2672" y="823"/>
                  </a:lnTo>
                  <a:lnTo>
                    <a:pt x="2675" y="823"/>
                  </a:lnTo>
                  <a:lnTo>
                    <a:pt x="2681" y="823"/>
                  </a:lnTo>
                  <a:lnTo>
                    <a:pt x="2684" y="822"/>
                  </a:lnTo>
                  <a:lnTo>
                    <a:pt x="2687" y="819"/>
                  </a:lnTo>
                  <a:lnTo>
                    <a:pt x="2689" y="818"/>
                  </a:lnTo>
                  <a:lnTo>
                    <a:pt x="2691" y="817"/>
                  </a:lnTo>
                  <a:lnTo>
                    <a:pt x="2692" y="817"/>
                  </a:lnTo>
                  <a:lnTo>
                    <a:pt x="2695" y="814"/>
                  </a:lnTo>
                  <a:lnTo>
                    <a:pt x="2697" y="813"/>
                  </a:lnTo>
                  <a:lnTo>
                    <a:pt x="2701" y="813"/>
                  </a:lnTo>
                  <a:lnTo>
                    <a:pt x="2705" y="813"/>
                  </a:lnTo>
                  <a:lnTo>
                    <a:pt x="2707" y="814"/>
                  </a:lnTo>
                  <a:lnTo>
                    <a:pt x="2711" y="817"/>
                  </a:lnTo>
                  <a:lnTo>
                    <a:pt x="2719" y="826"/>
                  </a:lnTo>
                  <a:lnTo>
                    <a:pt x="2715" y="831"/>
                  </a:lnTo>
                  <a:lnTo>
                    <a:pt x="2711" y="837"/>
                  </a:lnTo>
                  <a:lnTo>
                    <a:pt x="2701" y="845"/>
                  </a:lnTo>
                  <a:lnTo>
                    <a:pt x="2689" y="849"/>
                  </a:lnTo>
                  <a:lnTo>
                    <a:pt x="2677" y="851"/>
                  </a:lnTo>
                  <a:lnTo>
                    <a:pt x="2665" y="849"/>
                  </a:lnTo>
                  <a:lnTo>
                    <a:pt x="2654" y="845"/>
                  </a:lnTo>
                  <a:lnTo>
                    <a:pt x="2644" y="837"/>
                  </a:lnTo>
                  <a:lnTo>
                    <a:pt x="2605" y="799"/>
                  </a:lnTo>
                  <a:lnTo>
                    <a:pt x="2598" y="789"/>
                  </a:lnTo>
                  <a:lnTo>
                    <a:pt x="2593" y="777"/>
                  </a:lnTo>
                  <a:lnTo>
                    <a:pt x="2591" y="765"/>
                  </a:lnTo>
                  <a:lnTo>
                    <a:pt x="2593" y="753"/>
                  </a:lnTo>
                  <a:lnTo>
                    <a:pt x="2598" y="742"/>
                  </a:lnTo>
                  <a:lnTo>
                    <a:pt x="2605" y="732"/>
                  </a:lnTo>
                  <a:lnTo>
                    <a:pt x="2616" y="724"/>
                  </a:lnTo>
                  <a:lnTo>
                    <a:pt x="2627" y="719"/>
                  </a:lnTo>
                  <a:lnTo>
                    <a:pt x="2639" y="718"/>
                  </a:lnTo>
                  <a:close/>
                  <a:moveTo>
                    <a:pt x="1027" y="713"/>
                  </a:moveTo>
                  <a:lnTo>
                    <a:pt x="1025" y="713"/>
                  </a:lnTo>
                  <a:lnTo>
                    <a:pt x="1024" y="715"/>
                  </a:lnTo>
                  <a:lnTo>
                    <a:pt x="1022" y="718"/>
                  </a:lnTo>
                  <a:lnTo>
                    <a:pt x="1024" y="719"/>
                  </a:lnTo>
                  <a:lnTo>
                    <a:pt x="1025" y="721"/>
                  </a:lnTo>
                  <a:lnTo>
                    <a:pt x="1027" y="721"/>
                  </a:lnTo>
                  <a:lnTo>
                    <a:pt x="1030" y="721"/>
                  </a:lnTo>
                  <a:lnTo>
                    <a:pt x="1031" y="719"/>
                  </a:lnTo>
                  <a:lnTo>
                    <a:pt x="1032" y="718"/>
                  </a:lnTo>
                  <a:lnTo>
                    <a:pt x="1031" y="715"/>
                  </a:lnTo>
                  <a:lnTo>
                    <a:pt x="1030" y="713"/>
                  </a:lnTo>
                  <a:lnTo>
                    <a:pt x="1027" y="713"/>
                  </a:lnTo>
                  <a:close/>
                  <a:moveTo>
                    <a:pt x="1027" y="707"/>
                  </a:moveTo>
                  <a:lnTo>
                    <a:pt x="1031" y="707"/>
                  </a:lnTo>
                  <a:lnTo>
                    <a:pt x="1034" y="709"/>
                  </a:lnTo>
                  <a:lnTo>
                    <a:pt x="1036" y="711"/>
                  </a:lnTo>
                  <a:lnTo>
                    <a:pt x="1039" y="714"/>
                  </a:lnTo>
                  <a:lnTo>
                    <a:pt x="1040" y="715"/>
                  </a:lnTo>
                  <a:lnTo>
                    <a:pt x="1052" y="715"/>
                  </a:lnTo>
                  <a:lnTo>
                    <a:pt x="1054" y="716"/>
                  </a:lnTo>
                  <a:lnTo>
                    <a:pt x="1057" y="719"/>
                  </a:lnTo>
                  <a:lnTo>
                    <a:pt x="1058" y="723"/>
                  </a:lnTo>
                  <a:lnTo>
                    <a:pt x="1058" y="737"/>
                  </a:lnTo>
                  <a:lnTo>
                    <a:pt x="998" y="737"/>
                  </a:lnTo>
                  <a:lnTo>
                    <a:pt x="998" y="723"/>
                  </a:lnTo>
                  <a:lnTo>
                    <a:pt x="998" y="719"/>
                  </a:lnTo>
                  <a:lnTo>
                    <a:pt x="1001" y="716"/>
                  </a:lnTo>
                  <a:lnTo>
                    <a:pt x="1004" y="715"/>
                  </a:lnTo>
                  <a:lnTo>
                    <a:pt x="1016" y="715"/>
                  </a:lnTo>
                  <a:lnTo>
                    <a:pt x="1017" y="714"/>
                  </a:lnTo>
                  <a:lnTo>
                    <a:pt x="1018" y="711"/>
                  </a:lnTo>
                  <a:lnTo>
                    <a:pt x="1021" y="709"/>
                  </a:lnTo>
                  <a:lnTo>
                    <a:pt x="1025" y="707"/>
                  </a:lnTo>
                  <a:lnTo>
                    <a:pt x="1027" y="707"/>
                  </a:lnTo>
                  <a:close/>
                  <a:moveTo>
                    <a:pt x="2981" y="704"/>
                  </a:moveTo>
                  <a:lnTo>
                    <a:pt x="2985" y="705"/>
                  </a:lnTo>
                  <a:lnTo>
                    <a:pt x="2985" y="705"/>
                  </a:lnTo>
                  <a:lnTo>
                    <a:pt x="3035" y="718"/>
                  </a:lnTo>
                  <a:lnTo>
                    <a:pt x="3036" y="719"/>
                  </a:lnTo>
                  <a:lnTo>
                    <a:pt x="3037" y="719"/>
                  </a:lnTo>
                  <a:lnTo>
                    <a:pt x="3038" y="719"/>
                  </a:lnTo>
                  <a:lnTo>
                    <a:pt x="3040" y="720"/>
                  </a:lnTo>
                  <a:lnTo>
                    <a:pt x="3042" y="723"/>
                  </a:lnTo>
                  <a:lnTo>
                    <a:pt x="3045" y="725"/>
                  </a:lnTo>
                  <a:lnTo>
                    <a:pt x="3045" y="725"/>
                  </a:lnTo>
                  <a:lnTo>
                    <a:pt x="3052" y="741"/>
                  </a:lnTo>
                  <a:lnTo>
                    <a:pt x="3066" y="766"/>
                  </a:lnTo>
                  <a:lnTo>
                    <a:pt x="3098" y="742"/>
                  </a:lnTo>
                  <a:lnTo>
                    <a:pt x="3103" y="739"/>
                  </a:lnTo>
                  <a:lnTo>
                    <a:pt x="3109" y="739"/>
                  </a:lnTo>
                  <a:lnTo>
                    <a:pt x="3112" y="739"/>
                  </a:lnTo>
                  <a:lnTo>
                    <a:pt x="3117" y="742"/>
                  </a:lnTo>
                  <a:lnTo>
                    <a:pt x="3121" y="746"/>
                  </a:lnTo>
                  <a:lnTo>
                    <a:pt x="3124" y="749"/>
                  </a:lnTo>
                  <a:lnTo>
                    <a:pt x="3124" y="755"/>
                  </a:lnTo>
                  <a:lnTo>
                    <a:pt x="3124" y="760"/>
                  </a:lnTo>
                  <a:lnTo>
                    <a:pt x="3121" y="763"/>
                  </a:lnTo>
                  <a:lnTo>
                    <a:pt x="3117" y="767"/>
                  </a:lnTo>
                  <a:lnTo>
                    <a:pt x="3070" y="802"/>
                  </a:lnTo>
                  <a:lnTo>
                    <a:pt x="3065" y="804"/>
                  </a:lnTo>
                  <a:lnTo>
                    <a:pt x="3061" y="805"/>
                  </a:lnTo>
                  <a:lnTo>
                    <a:pt x="3058" y="804"/>
                  </a:lnTo>
                  <a:lnTo>
                    <a:pt x="3054" y="803"/>
                  </a:lnTo>
                  <a:lnTo>
                    <a:pt x="3050" y="800"/>
                  </a:lnTo>
                  <a:lnTo>
                    <a:pt x="3047" y="797"/>
                  </a:lnTo>
                  <a:lnTo>
                    <a:pt x="3047" y="797"/>
                  </a:lnTo>
                  <a:lnTo>
                    <a:pt x="3046" y="795"/>
                  </a:lnTo>
                  <a:lnTo>
                    <a:pt x="3045" y="794"/>
                  </a:lnTo>
                  <a:lnTo>
                    <a:pt x="3044" y="791"/>
                  </a:lnTo>
                  <a:lnTo>
                    <a:pt x="3042" y="786"/>
                  </a:lnTo>
                  <a:lnTo>
                    <a:pt x="3040" y="783"/>
                  </a:lnTo>
                  <a:lnTo>
                    <a:pt x="3036" y="777"/>
                  </a:lnTo>
                  <a:lnTo>
                    <a:pt x="3031" y="766"/>
                  </a:lnTo>
                  <a:lnTo>
                    <a:pt x="3026" y="757"/>
                  </a:lnTo>
                  <a:lnTo>
                    <a:pt x="3014" y="765"/>
                  </a:lnTo>
                  <a:lnTo>
                    <a:pt x="3002" y="774"/>
                  </a:lnTo>
                  <a:lnTo>
                    <a:pt x="3027" y="784"/>
                  </a:lnTo>
                  <a:lnTo>
                    <a:pt x="3031" y="785"/>
                  </a:lnTo>
                  <a:lnTo>
                    <a:pt x="3035" y="788"/>
                  </a:lnTo>
                  <a:lnTo>
                    <a:pt x="3037" y="791"/>
                  </a:lnTo>
                  <a:lnTo>
                    <a:pt x="3038" y="795"/>
                  </a:lnTo>
                  <a:lnTo>
                    <a:pt x="3038" y="798"/>
                  </a:lnTo>
                  <a:lnTo>
                    <a:pt x="3037" y="803"/>
                  </a:lnTo>
                  <a:lnTo>
                    <a:pt x="3035" y="808"/>
                  </a:lnTo>
                  <a:lnTo>
                    <a:pt x="3032" y="811"/>
                  </a:lnTo>
                  <a:lnTo>
                    <a:pt x="2986" y="844"/>
                  </a:lnTo>
                  <a:lnTo>
                    <a:pt x="2982" y="845"/>
                  </a:lnTo>
                  <a:lnTo>
                    <a:pt x="2977" y="846"/>
                  </a:lnTo>
                  <a:lnTo>
                    <a:pt x="2972" y="845"/>
                  </a:lnTo>
                  <a:lnTo>
                    <a:pt x="2968" y="844"/>
                  </a:lnTo>
                  <a:lnTo>
                    <a:pt x="2965" y="840"/>
                  </a:lnTo>
                  <a:lnTo>
                    <a:pt x="2962" y="835"/>
                  </a:lnTo>
                  <a:lnTo>
                    <a:pt x="2962" y="831"/>
                  </a:lnTo>
                  <a:lnTo>
                    <a:pt x="2962" y="826"/>
                  </a:lnTo>
                  <a:lnTo>
                    <a:pt x="2965" y="821"/>
                  </a:lnTo>
                  <a:lnTo>
                    <a:pt x="2968" y="818"/>
                  </a:lnTo>
                  <a:lnTo>
                    <a:pt x="2968" y="817"/>
                  </a:lnTo>
                  <a:lnTo>
                    <a:pt x="2971" y="816"/>
                  </a:lnTo>
                  <a:lnTo>
                    <a:pt x="2974" y="814"/>
                  </a:lnTo>
                  <a:lnTo>
                    <a:pt x="2976" y="812"/>
                  </a:lnTo>
                  <a:lnTo>
                    <a:pt x="2980" y="809"/>
                  </a:lnTo>
                  <a:lnTo>
                    <a:pt x="2984" y="807"/>
                  </a:lnTo>
                  <a:lnTo>
                    <a:pt x="2989" y="803"/>
                  </a:lnTo>
                  <a:lnTo>
                    <a:pt x="2982" y="800"/>
                  </a:lnTo>
                  <a:lnTo>
                    <a:pt x="2976" y="799"/>
                  </a:lnTo>
                  <a:lnTo>
                    <a:pt x="2970" y="797"/>
                  </a:lnTo>
                  <a:lnTo>
                    <a:pt x="2953" y="809"/>
                  </a:lnTo>
                  <a:lnTo>
                    <a:pt x="2937" y="821"/>
                  </a:lnTo>
                  <a:lnTo>
                    <a:pt x="2921" y="832"/>
                  </a:lnTo>
                  <a:lnTo>
                    <a:pt x="2907" y="841"/>
                  </a:lnTo>
                  <a:lnTo>
                    <a:pt x="2897" y="849"/>
                  </a:lnTo>
                  <a:lnTo>
                    <a:pt x="2895" y="851"/>
                  </a:lnTo>
                  <a:lnTo>
                    <a:pt x="2892" y="853"/>
                  </a:lnTo>
                  <a:lnTo>
                    <a:pt x="2891" y="854"/>
                  </a:lnTo>
                  <a:lnTo>
                    <a:pt x="2891" y="854"/>
                  </a:lnTo>
                  <a:lnTo>
                    <a:pt x="2886" y="856"/>
                  </a:lnTo>
                  <a:lnTo>
                    <a:pt x="2881" y="856"/>
                  </a:lnTo>
                  <a:lnTo>
                    <a:pt x="2877" y="856"/>
                  </a:lnTo>
                  <a:lnTo>
                    <a:pt x="2872" y="854"/>
                  </a:lnTo>
                  <a:lnTo>
                    <a:pt x="2868" y="850"/>
                  </a:lnTo>
                  <a:lnTo>
                    <a:pt x="2867" y="846"/>
                  </a:lnTo>
                  <a:lnTo>
                    <a:pt x="2865" y="841"/>
                  </a:lnTo>
                  <a:lnTo>
                    <a:pt x="2867" y="836"/>
                  </a:lnTo>
                  <a:lnTo>
                    <a:pt x="2868" y="832"/>
                  </a:lnTo>
                  <a:lnTo>
                    <a:pt x="2872" y="828"/>
                  </a:lnTo>
                  <a:lnTo>
                    <a:pt x="2985" y="747"/>
                  </a:lnTo>
                  <a:lnTo>
                    <a:pt x="2995" y="739"/>
                  </a:lnTo>
                  <a:lnTo>
                    <a:pt x="2984" y="737"/>
                  </a:lnTo>
                  <a:lnTo>
                    <a:pt x="2974" y="746"/>
                  </a:lnTo>
                  <a:lnTo>
                    <a:pt x="2943" y="767"/>
                  </a:lnTo>
                  <a:lnTo>
                    <a:pt x="2939" y="770"/>
                  </a:lnTo>
                  <a:lnTo>
                    <a:pt x="2934" y="770"/>
                  </a:lnTo>
                  <a:lnTo>
                    <a:pt x="2929" y="770"/>
                  </a:lnTo>
                  <a:lnTo>
                    <a:pt x="2925" y="767"/>
                  </a:lnTo>
                  <a:lnTo>
                    <a:pt x="2921" y="763"/>
                  </a:lnTo>
                  <a:lnTo>
                    <a:pt x="2919" y="760"/>
                  </a:lnTo>
                  <a:lnTo>
                    <a:pt x="2917" y="755"/>
                  </a:lnTo>
                  <a:lnTo>
                    <a:pt x="2919" y="749"/>
                  </a:lnTo>
                  <a:lnTo>
                    <a:pt x="2921" y="746"/>
                  </a:lnTo>
                  <a:lnTo>
                    <a:pt x="2923" y="743"/>
                  </a:lnTo>
                  <a:lnTo>
                    <a:pt x="2925" y="742"/>
                  </a:lnTo>
                  <a:lnTo>
                    <a:pt x="2928" y="739"/>
                  </a:lnTo>
                  <a:lnTo>
                    <a:pt x="2934" y="735"/>
                  </a:lnTo>
                  <a:lnTo>
                    <a:pt x="2943" y="728"/>
                  </a:lnTo>
                  <a:lnTo>
                    <a:pt x="2953" y="720"/>
                  </a:lnTo>
                  <a:lnTo>
                    <a:pt x="2962" y="714"/>
                  </a:lnTo>
                  <a:lnTo>
                    <a:pt x="2970" y="709"/>
                  </a:lnTo>
                  <a:lnTo>
                    <a:pt x="2972" y="707"/>
                  </a:lnTo>
                  <a:lnTo>
                    <a:pt x="2976" y="705"/>
                  </a:lnTo>
                  <a:lnTo>
                    <a:pt x="2981" y="704"/>
                  </a:lnTo>
                  <a:close/>
                  <a:moveTo>
                    <a:pt x="3435" y="679"/>
                  </a:moveTo>
                  <a:lnTo>
                    <a:pt x="3438" y="679"/>
                  </a:lnTo>
                  <a:lnTo>
                    <a:pt x="3449" y="682"/>
                  </a:lnTo>
                  <a:lnTo>
                    <a:pt x="3457" y="688"/>
                  </a:lnTo>
                  <a:lnTo>
                    <a:pt x="3464" y="697"/>
                  </a:lnTo>
                  <a:lnTo>
                    <a:pt x="3466" y="707"/>
                  </a:lnTo>
                  <a:lnTo>
                    <a:pt x="3466" y="728"/>
                  </a:lnTo>
                  <a:lnTo>
                    <a:pt x="3464" y="738"/>
                  </a:lnTo>
                  <a:lnTo>
                    <a:pt x="3457" y="747"/>
                  </a:lnTo>
                  <a:lnTo>
                    <a:pt x="3449" y="753"/>
                  </a:lnTo>
                  <a:lnTo>
                    <a:pt x="3438" y="756"/>
                  </a:lnTo>
                  <a:lnTo>
                    <a:pt x="3413" y="756"/>
                  </a:lnTo>
                  <a:lnTo>
                    <a:pt x="3414" y="751"/>
                  </a:lnTo>
                  <a:lnTo>
                    <a:pt x="3414" y="744"/>
                  </a:lnTo>
                  <a:lnTo>
                    <a:pt x="3414" y="713"/>
                  </a:lnTo>
                  <a:lnTo>
                    <a:pt x="3414" y="705"/>
                  </a:lnTo>
                  <a:lnTo>
                    <a:pt x="3412" y="699"/>
                  </a:lnTo>
                  <a:lnTo>
                    <a:pt x="3409" y="692"/>
                  </a:lnTo>
                  <a:lnTo>
                    <a:pt x="3424" y="690"/>
                  </a:lnTo>
                  <a:lnTo>
                    <a:pt x="3435" y="679"/>
                  </a:lnTo>
                  <a:close/>
                  <a:moveTo>
                    <a:pt x="3213" y="679"/>
                  </a:moveTo>
                  <a:lnTo>
                    <a:pt x="3217" y="679"/>
                  </a:lnTo>
                  <a:lnTo>
                    <a:pt x="3228" y="690"/>
                  </a:lnTo>
                  <a:lnTo>
                    <a:pt x="3242" y="692"/>
                  </a:lnTo>
                  <a:lnTo>
                    <a:pt x="3240" y="699"/>
                  </a:lnTo>
                  <a:lnTo>
                    <a:pt x="3237" y="705"/>
                  </a:lnTo>
                  <a:lnTo>
                    <a:pt x="3237" y="713"/>
                  </a:lnTo>
                  <a:lnTo>
                    <a:pt x="3237" y="744"/>
                  </a:lnTo>
                  <a:lnTo>
                    <a:pt x="3237" y="751"/>
                  </a:lnTo>
                  <a:lnTo>
                    <a:pt x="3238" y="756"/>
                  </a:lnTo>
                  <a:lnTo>
                    <a:pt x="3213" y="756"/>
                  </a:lnTo>
                  <a:lnTo>
                    <a:pt x="3203" y="753"/>
                  </a:lnTo>
                  <a:lnTo>
                    <a:pt x="3194" y="747"/>
                  </a:lnTo>
                  <a:lnTo>
                    <a:pt x="3187" y="738"/>
                  </a:lnTo>
                  <a:lnTo>
                    <a:pt x="3186" y="728"/>
                  </a:lnTo>
                  <a:lnTo>
                    <a:pt x="3186" y="707"/>
                  </a:lnTo>
                  <a:lnTo>
                    <a:pt x="3187" y="697"/>
                  </a:lnTo>
                  <a:lnTo>
                    <a:pt x="3194" y="688"/>
                  </a:lnTo>
                  <a:lnTo>
                    <a:pt x="3203" y="682"/>
                  </a:lnTo>
                  <a:lnTo>
                    <a:pt x="3213" y="679"/>
                  </a:lnTo>
                  <a:close/>
                  <a:moveTo>
                    <a:pt x="3287" y="679"/>
                  </a:moveTo>
                  <a:lnTo>
                    <a:pt x="3291" y="679"/>
                  </a:lnTo>
                  <a:lnTo>
                    <a:pt x="3300" y="688"/>
                  </a:lnTo>
                  <a:lnTo>
                    <a:pt x="3312" y="695"/>
                  </a:lnTo>
                  <a:lnTo>
                    <a:pt x="3326" y="696"/>
                  </a:lnTo>
                  <a:lnTo>
                    <a:pt x="3339" y="695"/>
                  </a:lnTo>
                  <a:lnTo>
                    <a:pt x="3352" y="688"/>
                  </a:lnTo>
                  <a:lnTo>
                    <a:pt x="3361" y="679"/>
                  </a:lnTo>
                  <a:lnTo>
                    <a:pt x="3366" y="679"/>
                  </a:lnTo>
                  <a:lnTo>
                    <a:pt x="3380" y="682"/>
                  </a:lnTo>
                  <a:lnTo>
                    <a:pt x="3391" y="690"/>
                  </a:lnTo>
                  <a:lnTo>
                    <a:pt x="3399" y="701"/>
                  </a:lnTo>
                  <a:lnTo>
                    <a:pt x="3401" y="715"/>
                  </a:lnTo>
                  <a:lnTo>
                    <a:pt x="3401" y="742"/>
                  </a:lnTo>
                  <a:lnTo>
                    <a:pt x="3399" y="756"/>
                  </a:lnTo>
                  <a:lnTo>
                    <a:pt x="3391" y="767"/>
                  </a:lnTo>
                  <a:lnTo>
                    <a:pt x="3380" y="775"/>
                  </a:lnTo>
                  <a:lnTo>
                    <a:pt x="3366" y="779"/>
                  </a:lnTo>
                  <a:lnTo>
                    <a:pt x="3287" y="779"/>
                  </a:lnTo>
                  <a:lnTo>
                    <a:pt x="3273" y="775"/>
                  </a:lnTo>
                  <a:lnTo>
                    <a:pt x="3261" y="767"/>
                  </a:lnTo>
                  <a:lnTo>
                    <a:pt x="3254" y="756"/>
                  </a:lnTo>
                  <a:lnTo>
                    <a:pt x="3250" y="742"/>
                  </a:lnTo>
                  <a:lnTo>
                    <a:pt x="3250" y="715"/>
                  </a:lnTo>
                  <a:lnTo>
                    <a:pt x="3254" y="701"/>
                  </a:lnTo>
                  <a:lnTo>
                    <a:pt x="3261" y="690"/>
                  </a:lnTo>
                  <a:lnTo>
                    <a:pt x="3273" y="682"/>
                  </a:lnTo>
                  <a:lnTo>
                    <a:pt x="3287" y="679"/>
                  </a:lnTo>
                  <a:close/>
                  <a:moveTo>
                    <a:pt x="3072" y="673"/>
                  </a:moveTo>
                  <a:lnTo>
                    <a:pt x="3078" y="674"/>
                  </a:lnTo>
                  <a:lnTo>
                    <a:pt x="3084" y="677"/>
                  </a:lnTo>
                  <a:lnTo>
                    <a:pt x="3089" y="681"/>
                  </a:lnTo>
                  <a:lnTo>
                    <a:pt x="3093" y="686"/>
                  </a:lnTo>
                  <a:lnTo>
                    <a:pt x="3096" y="692"/>
                  </a:lnTo>
                  <a:lnTo>
                    <a:pt x="3096" y="693"/>
                  </a:lnTo>
                  <a:lnTo>
                    <a:pt x="3096" y="706"/>
                  </a:lnTo>
                  <a:lnTo>
                    <a:pt x="3089" y="716"/>
                  </a:lnTo>
                  <a:lnTo>
                    <a:pt x="3078" y="723"/>
                  </a:lnTo>
                  <a:lnTo>
                    <a:pt x="3072" y="724"/>
                  </a:lnTo>
                  <a:lnTo>
                    <a:pt x="3065" y="723"/>
                  </a:lnTo>
                  <a:lnTo>
                    <a:pt x="3059" y="720"/>
                  </a:lnTo>
                  <a:lnTo>
                    <a:pt x="3054" y="715"/>
                  </a:lnTo>
                  <a:lnTo>
                    <a:pt x="3050" y="711"/>
                  </a:lnTo>
                  <a:lnTo>
                    <a:pt x="3047" y="705"/>
                  </a:lnTo>
                  <a:lnTo>
                    <a:pt x="3046" y="697"/>
                  </a:lnTo>
                  <a:lnTo>
                    <a:pt x="3047" y="691"/>
                  </a:lnTo>
                  <a:lnTo>
                    <a:pt x="3050" y="686"/>
                  </a:lnTo>
                  <a:lnTo>
                    <a:pt x="3054" y="681"/>
                  </a:lnTo>
                  <a:lnTo>
                    <a:pt x="3059" y="677"/>
                  </a:lnTo>
                  <a:lnTo>
                    <a:pt x="3065" y="674"/>
                  </a:lnTo>
                  <a:lnTo>
                    <a:pt x="3072" y="673"/>
                  </a:lnTo>
                  <a:close/>
                  <a:moveTo>
                    <a:pt x="3409" y="631"/>
                  </a:moveTo>
                  <a:lnTo>
                    <a:pt x="3423" y="634"/>
                  </a:lnTo>
                  <a:lnTo>
                    <a:pt x="3432" y="644"/>
                  </a:lnTo>
                  <a:lnTo>
                    <a:pt x="3436" y="657"/>
                  </a:lnTo>
                  <a:lnTo>
                    <a:pt x="3432" y="671"/>
                  </a:lnTo>
                  <a:lnTo>
                    <a:pt x="3423" y="679"/>
                  </a:lnTo>
                  <a:lnTo>
                    <a:pt x="3409" y="683"/>
                  </a:lnTo>
                  <a:lnTo>
                    <a:pt x="3396" y="679"/>
                  </a:lnTo>
                  <a:lnTo>
                    <a:pt x="3386" y="671"/>
                  </a:lnTo>
                  <a:lnTo>
                    <a:pt x="3382" y="657"/>
                  </a:lnTo>
                  <a:lnTo>
                    <a:pt x="3386" y="644"/>
                  </a:lnTo>
                  <a:lnTo>
                    <a:pt x="3396" y="634"/>
                  </a:lnTo>
                  <a:lnTo>
                    <a:pt x="3409" y="631"/>
                  </a:lnTo>
                  <a:close/>
                  <a:moveTo>
                    <a:pt x="3242" y="631"/>
                  </a:moveTo>
                  <a:lnTo>
                    <a:pt x="3256" y="634"/>
                  </a:lnTo>
                  <a:lnTo>
                    <a:pt x="3265" y="644"/>
                  </a:lnTo>
                  <a:lnTo>
                    <a:pt x="3269" y="657"/>
                  </a:lnTo>
                  <a:lnTo>
                    <a:pt x="3265" y="671"/>
                  </a:lnTo>
                  <a:lnTo>
                    <a:pt x="3256" y="679"/>
                  </a:lnTo>
                  <a:lnTo>
                    <a:pt x="3242" y="683"/>
                  </a:lnTo>
                  <a:lnTo>
                    <a:pt x="3230" y="679"/>
                  </a:lnTo>
                  <a:lnTo>
                    <a:pt x="3219" y="671"/>
                  </a:lnTo>
                  <a:lnTo>
                    <a:pt x="3216" y="657"/>
                  </a:lnTo>
                  <a:lnTo>
                    <a:pt x="3219" y="644"/>
                  </a:lnTo>
                  <a:lnTo>
                    <a:pt x="3230" y="634"/>
                  </a:lnTo>
                  <a:lnTo>
                    <a:pt x="3242" y="631"/>
                  </a:lnTo>
                  <a:close/>
                  <a:moveTo>
                    <a:pt x="3326" y="611"/>
                  </a:moveTo>
                  <a:lnTo>
                    <a:pt x="3340" y="615"/>
                  </a:lnTo>
                  <a:lnTo>
                    <a:pt x="3352" y="622"/>
                  </a:lnTo>
                  <a:lnTo>
                    <a:pt x="3359" y="634"/>
                  </a:lnTo>
                  <a:lnTo>
                    <a:pt x="3362" y="648"/>
                  </a:lnTo>
                  <a:lnTo>
                    <a:pt x="3359" y="662"/>
                  </a:lnTo>
                  <a:lnTo>
                    <a:pt x="3352" y="673"/>
                  </a:lnTo>
                  <a:lnTo>
                    <a:pt x="3340" y="681"/>
                  </a:lnTo>
                  <a:lnTo>
                    <a:pt x="3326" y="683"/>
                  </a:lnTo>
                  <a:lnTo>
                    <a:pt x="3312" y="681"/>
                  </a:lnTo>
                  <a:lnTo>
                    <a:pt x="3301" y="673"/>
                  </a:lnTo>
                  <a:lnTo>
                    <a:pt x="3292" y="662"/>
                  </a:lnTo>
                  <a:lnTo>
                    <a:pt x="3289" y="648"/>
                  </a:lnTo>
                  <a:lnTo>
                    <a:pt x="3292" y="634"/>
                  </a:lnTo>
                  <a:lnTo>
                    <a:pt x="3301" y="622"/>
                  </a:lnTo>
                  <a:lnTo>
                    <a:pt x="3312" y="615"/>
                  </a:lnTo>
                  <a:lnTo>
                    <a:pt x="3326" y="611"/>
                  </a:lnTo>
                  <a:close/>
                  <a:moveTo>
                    <a:pt x="3389" y="599"/>
                  </a:moveTo>
                  <a:lnTo>
                    <a:pt x="3391" y="599"/>
                  </a:lnTo>
                  <a:lnTo>
                    <a:pt x="3395" y="602"/>
                  </a:lnTo>
                  <a:lnTo>
                    <a:pt x="3396" y="604"/>
                  </a:lnTo>
                  <a:lnTo>
                    <a:pt x="3396" y="607"/>
                  </a:lnTo>
                  <a:lnTo>
                    <a:pt x="3396" y="611"/>
                  </a:lnTo>
                  <a:lnTo>
                    <a:pt x="3395" y="613"/>
                  </a:lnTo>
                  <a:lnTo>
                    <a:pt x="3391" y="616"/>
                  </a:lnTo>
                  <a:lnTo>
                    <a:pt x="3389" y="616"/>
                  </a:lnTo>
                  <a:lnTo>
                    <a:pt x="3385" y="616"/>
                  </a:lnTo>
                  <a:lnTo>
                    <a:pt x="3382" y="613"/>
                  </a:lnTo>
                  <a:lnTo>
                    <a:pt x="3381" y="611"/>
                  </a:lnTo>
                  <a:lnTo>
                    <a:pt x="3380" y="607"/>
                  </a:lnTo>
                  <a:lnTo>
                    <a:pt x="3381" y="604"/>
                  </a:lnTo>
                  <a:lnTo>
                    <a:pt x="3382" y="602"/>
                  </a:lnTo>
                  <a:lnTo>
                    <a:pt x="3385" y="599"/>
                  </a:lnTo>
                  <a:lnTo>
                    <a:pt x="3389" y="599"/>
                  </a:lnTo>
                  <a:close/>
                  <a:moveTo>
                    <a:pt x="3254" y="599"/>
                  </a:moveTo>
                  <a:lnTo>
                    <a:pt x="3258" y="599"/>
                  </a:lnTo>
                  <a:lnTo>
                    <a:pt x="3260" y="602"/>
                  </a:lnTo>
                  <a:lnTo>
                    <a:pt x="3261" y="604"/>
                  </a:lnTo>
                  <a:lnTo>
                    <a:pt x="3263" y="607"/>
                  </a:lnTo>
                  <a:lnTo>
                    <a:pt x="3261" y="611"/>
                  </a:lnTo>
                  <a:lnTo>
                    <a:pt x="3260" y="613"/>
                  </a:lnTo>
                  <a:lnTo>
                    <a:pt x="3258" y="615"/>
                  </a:lnTo>
                  <a:lnTo>
                    <a:pt x="3254" y="616"/>
                  </a:lnTo>
                  <a:lnTo>
                    <a:pt x="3251" y="615"/>
                  </a:lnTo>
                  <a:lnTo>
                    <a:pt x="3249" y="613"/>
                  </a:lnTo>
                  <a:lnTo>
                    <a:pt x="3246" y="611"/>
                  </a:lnTo>
                  <a:lnTo>
                    <a:pt x="3246" y="607"/>
                  </a:lnTo>
                  <a:lnTo>
                    <a:pt x="3246" y="604"/>
                  </a:lnTo>
                  <a:lnTo>
                    <a:pt x="3249" y="602"/>
                  </a:lnTo>
                  <a:lnTo>
                    <a:pt x="3251" y="599"/>
                  </a:lnTo>
                  <a:lnTo>
                    <a:pt x="3254" y="599"/>
                  </a:lnTo>
                  <a:close/>
                  <a:moveTo>
                    <a:pt x="3282" y="580"/>
                  </a:moveTo>
                  <a:lnTo>
                    <a:pt x="3286" y="581"/>
                  </a:lnTo>
                  <a:lnTo>
                    <a:pt x="3288" y="583"/>
                  </a:lnTo>
                  <a:lnTo>
                    <a:pt x="3289" y="585"/>
                  </a:lnTo>
                  <a:lnTo>
                    <a:pt x="3291" y="589"/>
                  </a:lnTo>
                  <a:lnTo>
                    <a:pt x="3289" y="592"/>
                  </a:lnTo>
                  <a:lnTo>
                    <a:pt x="3288" y="595"/>
                  </a:lnTo>
                  <a:lnTo>
                    <a:pt x="3286" y="597"/>
                  </a:lnTo>
                  <a:lnTo>
                    <a:pt x="3282" y="597"/>
                  </a:lnTo>
                  <a:lnTo>
                    <a:pt x="3279" y="597"/>
                  </a:lnTo>
                  <a:lnTo>
                    <a:pt x="3277" y="595"/>
                  </a:lnTo>
                  <a:lnTo>
                    <a:pt x="3274" y="592"/>
                  </a:lnTo>
                  <a:lnTo>
                    <a:pt x="3274" y="589"/>
                  </a:lnTo>
                  <a:lnTo>
                    <a:pt x="3274" y="585"/>
                  </a:lnTo>
                  <a:lnTo>
                    <a:pt x="3277" y="583"/>
                  </a:lnTo>
                  <a:lnTo>
                    <a:pt x="3279" y="581"/>
                  </a:lnTo>
                  <a:lnTo>
                    <a:pt x="3282" y="580"/>
                  </a:lnTo>
                  <a:close/>
                  <a:moveTo>
                    <a:pt x="3361" y="579"/>
                  </a:moveTo>
                  <a:lnTo>
                    <a:pt x="3365" y="580"/>
                  </a:lnTo>
                  <a:lnTo>
                    <a:pt x="3367" y="581"/>
                  </a:lnTo>
                  <a:lnTo>
                    <a:pt x="3370" y="584"/>
                  </a:lnTo>
                  <a:lnTo>
                    <a:pt x="3370" y="588"/>
                  </a:lnTo>
                  <a:lnTo>
                    <a:pt x="3370" y="590"/>
                  </a:lnTo>
                  <a:lnTo>
                    <a:pt x="3367" y="593"/>
                  </a:lnTo>
                  <a:lnTo>
                    <a:pt x="3365" y="595"/>
                  </a:lnTo>
                  <a:lnTo>
                    <a:pt x="3361" y="595"/>
                  </a:lnTo>
                  <a:lnTo>
                    <a:pt x="3358" y="595"/>
                  </a:lnTo>
                  <a:lnTo>
                    <a:pt x="3356" y="593"/>
                  </a:lnTo>
                  <a:lnTo>
                    <a:pt x="3353" y="590"/>
                  </a:lnTo>
                  <a:lnTo>
                    <a:pt x="3353" y="588"/>
                  </a:lnTo>
                  <a:lnTo>
                    <a:pt x="3353" y="584"/>
                  </a:lnTo>
                  <a:lnTo>
                    <a:pt x="3356" y="581"/>
                  </a:lnTo>
                  <a:lnTo>
                    <a:pt x="3358" y="580"/>
                  </a:lnTo>
                  <a:lnTo>
                    <a:pt x="3361" y="579"/>
                  </a:lnTo>
                  <a:close/>
                  <a:moveTo>
                    <a:pt x="3317" y="574"/>
                  </a:moveTo>
                  <a:lnTo>
                    <a:pt x="3321" y="574"/>
                  </a:lnTo>
                  <a:lnTo>
                    <a:pt x="3324" y="576"/>
                  </a:lnTo>
                  <a:lnTo>
                    <a:pt x="3325" y="579"/>
                  </a:lnTo>
                  <a:lnTo>
                    <a:pt x="3326" y="581"/>
                  </a:lnTo>
                  <a:lnTo>
                    <a:pt x="3325" y="585"/>
                  </a:lnTo>
                  <a:lnTo>
                    <a:pt x="3324" y="588"/>
                  </a:lnTo>
                  <a:lnTo>
                    <a:pt x="3321" y="589"/>
                  </a:lnTo>
                  <a:lnTo>
                    <a:pt x="3317" y="590"/>
                  </a:lnTo>
                  <a:lnTo>
                    <a:pt x="3315" y="589"/>
                  </a:lnTo>
                  <a:lnTo>
                    <a:pt x="3312" y="588"/>
                  </a:lnTo>
                  <a:lnTo>
                    <a:pt x="3310" y="585"/>
                  </a:lnTo>
                  <a:lnTo>
                    <a:pt x="3310" y="581"/>
                  </a:lnTo>
                  <a:lnTo>
                    <a:pt x="3310" y="579"/>
                  </a:lnTo>
                  <a:lnTo>
                    <a:pt x="3312" y="576"/>
                  </a:lnTo>
                  <a:lnTo>
                    <a:pt x="3315" y="574"/>
                  </a:lnTo>
                  <a:lnTo>
                    <a:pt x="3317" y="574"/>
                  </a:lnTo>
                  <a:close/>
                  <a:moveTo>
                    <a:pt x="3100" y="530"/>
                  </a:moveTo>
                  <a:lnTo>
                    <a:pt x="3097" y="532"/>
                  </a:lnTo>
                  <a:lnTo>
                    <a:pt x="3095" y="533"/>
                  </a:lnTo>
                  <a:lnTo>
                    <a:pt x="3072" y="561"/>
                  </a:lnTo>
                  <a:lnTo>
                    <a:pt x="3068" y="566"/>
                  </a:lnTo>
                  <a:lnTo>
                    <a:pt x="3066" y="570"/>
                  </a:lnTo>
                  <a:lnTo>
                    <a:pt x="3066" y="575"/>
                  </a:lnTo>
                  <a:lnTo>
                    <a:pt x="3066" y="581"/>
                  </a:lnTo>
                  <a:lnTo>
                    <a:pt x="3069" y="587"/>
                  </a:lnTo>
                  <a:lnTo>
                    <a:pt x="3074" y="592"/>
                  </a:lnTo>
                  <a:lnTo>
                    <a:pt x="3075" y="593"/>
                  </a:lnTo>
                  <a:lnTo>
                    <a:pt x="3078" y="592"/>
                  </a:lnTo>
                  <a:lnTo>
                    <a:pt x="3079" y="592"/>
                  </a:lnTo>
                  <a:lnTo>
                    <a:pt x="3080" y="590"/>
                  </a:lnTo>
                  <a:lnTo>
                    <a:pt x="3082" y="588"/>
                  </a:lnTo>
                  <a:lnTo>
                    <a:pt x="3082" y="587"/>
                  </a:lnTo>
                  <a:lnTo>
                    <a:pt x="3079" y="584"/>
                  </a:lnTo>
                  <a:lnTo>
                    <a:pt x="3078" y="581"/>
                  </a:lnTo>
                  <a:lnTo>
                    <a:pt x="3077" y="579"/>
                  </a:lnTo>
                  <a:lnTo>
                    <a:pt x="3075" y="575"/>
                  </a:lnTo>
                  <a:lnTo>
                    <a:pt x="3077" y="571"/>
                  </a:lnTo>
                  <a:lnTo>
                    <a:pt x="3078" y="567"/>
                  </a:lnTo>
                  <a:lnTo>
                    <a:pt x="3102" y="538"/>
                  </a:lnTo>
                  <a:lnTo>
                    <a:pt x="3103" y="537"/>
                  </a:lnTo>
                  <a:lnTo>
                    <a:pt x="3103" y="534"/>
                  </a:lnTo>
                  <a:lnTo>
                    <a:pt x="3102" y="532"/>
                  </a:lnTo>
                  <a:lnTo>
                    <a:pt x="3100" y="530"/>
                  </a:lnTo>
                  <a:close/>
                  <a:moveTo>
                    <a:pt x="3100" y="514"/>
                  </a:moveTo>
                  <a:lnTo>
                    <a:pt x="3114" y="530"/>
                  </a:lnTo>
                  <a:lnTo>
                    <a:pt x="3129" y="543"/>
                  </a:lnTo>
                  <a:lnTo>
                    <a:pt x="3147" y="553"/>
                  </a:lnTo>
                  <a:lnTo>
                    <a:pt x="3111" y="595"/>
                  </a:lnTo>
                  <a:lnTo>
                    <a:pt x="3102" y="603"/>
                  </a:lnTo>
                  <a:lnTo>
                    <a:pt x="3091" y="606"/>
                  </a:lnTo>
                  <a:lnTo>
                    <a:pt x="3079" y="604"/>
                  </a:lnTo>
                  <a:lnTo>
                    <a:pt x="3068" y="599"/>
                  </a:lnTo>
                  <a:lnTo>
                    <a:pt x="3060" y="589"/>
                  </a:lnTo>
                  <a:lnTo>
                    <a:pt x="3058" y="578"/>
                  </a:lnTo>
                  <a:lnTo>
                    <a:pt x="3059" y="566"/>
                  </a:lnTo>
                  <a:lnTo>
                    <a:pt x="3064" y="556"/>
                  </a:lnTo>
                  <a:lnTo>
                    <a:pt x="3100" y="514"/>
                  </a:lnTo>
                  <a:close/>
                  <a:moveTo>
                    <a:pt x="166" y="458"/>
                  </a:moveTo>
                  <a:lnTo>
                    <a:pt x="187" y="460"/>
                  </a:lnTo>
                  <a:lnTo>
                    <a:pt x="187" y="462"/>
                  </a:lnTo>
                  <a:lnTo>
                    <a:pt x="191" y="462"/>
                  </a:lnTo>
                  <a:lnTo>
                    <a:pt x="194" y="464"/>
                  </a:lnTo>
                  <a:lnTo>
                    <a:pt x="197" y="467"/>
                  </a:lnTo>
                  <a:lnTo>
                    <a:pt x="226" y="552"/>
                  </a:lnTo>
                  <a:lnTo>
                    <a:pt x="257" y="467"/>
                  </a:lnTo>
                  <a:lnTo>
                    <a:pt x="259" y="464"/>
                  </a:lnTo>
                  <a:lnTo>
                    <a:pt x="262" y="462"/>
                  </a:lnTo>
                  <a:lnTo>
                    <a:pt x="266" y="462"/>
                  </a:lnTo>
                  <a:lnTo>
                    <a:pt x="266" y="460"/>
                  </a:lnTo>
                  <a:lnTo>
                    <a:pt x="286" y="458"/>
                  </a:lnTo>
                  <a:lnTo>
                    <a:pt x="310" y="513"/>
                  </a:lnTo>
                  <a:lnTo>
                    <a:pt x="340" y="459"/>
                  </a:lnTo>
                  <a:lnTo>
                    <a:pt x="359" y="466"/>
                  </a:lnTo>
                  <a:lnTo>
                    <a:pt x="363" y="467"/>
                  </a:lnTo>
                  <a:lnTo>
                    <a:pt x="365" y="468"/>
                  </a:lnTo>
                  <a:lnTo>
                    <a:pt x="366" y="472"/>
                  </a:lnTo>
                  <a:lnTo>
                    <a:pt x="368" y="474"/>
                  </a:lnTo>
                  <a:lnTo>
                    <a:pt x="387" y="597"/>
                  </a:lnTo>
                  <a:lnTo>
                    <a:pt x="387" y="601"/>
                  </a:lnTo>
                  <a:lnTo>
                    <a:pt x="385" y="603"/>
                  </a:lnTo>
                  <a:lnTo>
                    <a:pt x="384" y="607"/>
                  </a:lnTo>
                  <a:lnTo>
                    <a:pt x="380" y="608"/>
                  </a:lnTo>
                  <a:lnTo>
                    <a:pt x="378" y="609"/>
                  </a:lnTo>
                  <a:lnTo>
                    <a:pt x="374" y="609"/>
                  </a:lnTo>
                  <a:lnTo>
                    <a:pt x="370" y="608"/>
                  </a:lnTo>
                  <a:lnTo>
                    <a:pt x="368" y="607"/>
                  </a:lnTo>
                  <a:lnTo>
                    <a:pt x="365" y="603"/>
                  </a:lnTo>
                  <a:lnTo>
                    <a:pt x="364" y="599"/>
                  </a:lnTo>
                  <a:lnTo>
                    <a:pt x="355" y="538"/>
                  </a:lnTo>
                  <a:lnTo>
                    <a:pt x="351" y="584"/>
                  </a:lnTo>
                  <a:lnTo>
                    <a:pt x="359" y="738"/>
                  </a:lnTo>
                  <a:lnTo>
                    <a:pt x="323" y="738"/>
                  </a:lnTo>
                  <a:lnTo>
                    <a:pt x="312" y="625"/>
                  </a:lnTo>
                  <a:lnTo>
                    <a:pt x="304" y="738"/>
                  </a:lnTo>
                  <a:lnTo>
                    <a:pt x="272" y="738"/>
                  </a:lnTo>
                  <a:lnTo>
                    <a:pt x="277" y="585"/>
                  </a:lnTo>
                  <a:lnTo>
                    <a:pt x="268" y="505"/>
                  </a:lnTo>
                  <a:lnTo>
                    <a:pt x="240" y="583"/>
                  </a:lnTo>
                  <a:lnTo>
                    <a:pt x="238" y="588"/>
                  </a:lnTo>
                  <a:lnTo>
                    <a:pt x="235" y="592"/>
                  </a:lnTo>
                  <a:lnTo>
                    <a:pt x="231" y="594"/>
                  </a:lnTo>
                  <a:lnTo>
                    <a:pt x="226" y="594"/>
                  </a:lnTo>
                  <a:lnTo>
                    <a:pt x="222" y="594"/>
                  </a:lnTo>
                  <a:lnTo>
                    <a:pt x="219" y="592"/>
                  </a:lnTo>
                  <a:lnTo>
                    <a:pt x="216" y="589"/>
                  </a:lnTo>
                  <a:lnTo>
                    <a:pt x="213" y="585"/>
                  </a:lnTo>
                  <a:lnTo>
                    <a:pt x="213" y="581"/>
                  </a:lnTo>
                  <a:lnTo>
                    <a:pt x="184" y="505"/>
                  </a:lnTo>
                  <a:lnTo>
                    <a:pt x="175" y="585"/>
                  </a:lnTo>
                  <a:lnTo>
                    <a:pt x="182" y="738"/>
                  </a:lnTo>
                  <a:lnTo>
                    <a:pt x="150" y="738"/>
                  </a:lnTo>
                  <a:lnTo>
                    <a:pt x="141" y="625"/>
                  </a:lnTo>
                  <a:lnTo>
                    <a:pt x="129" y="738"/>
                  </a:lnTo>
                  <a:lnTo>
                    <a:pt x="94" y="738"/>
                  </a:lnTo>
                  <a:lnTo>
                    <a:pt x="101" y="584"/>
                  </a:lnTo>
                  <a:lnTo>
                    <a:pt x="99" y="538"/>
                  </a:lnTo>
                  <a:lnTo>
                    <a:pt x="89" y="599"/>
                  </a:lnTo>
                  <a:lnTo>
                    <a:pt x="87" y="603"/>
                  </a:lnTo>
                  <a:lnTo>
                    <a:pt x="86" y="607"/>
                  </a:lnTo>
                  <a:lnTo>
                    <a:pt x="82" y="608"/>
                  </a:lnTo>
                  <a:lnTo>
                    <a:pt x="80" y="609"/>
                  </a:lnTo>
                  <a:lnTo>
                    <a:pt x="76" y="609"/>
                  </a:lnTo>
                  <a:lnTo>
                    <a:pt x="72" y="608"/>
                  </a:lnTo>
                  <a:lnTo>
                    <a:pt x="70" y="607"/>
                  </a:lnTo>
                  <a:lnTo>
                    <a:pt x="67" y="603"/>
                  </a:lnTo>
                  <a:lnTo>
                    <a:pt x="66" y="601"/>
                  </a:lnTo>
                  <a:lnTo>
                    <a:pt x="66" y="597"/>
                  </a:lnTo>
                  <a:lnTo>
                    <a:pt x="85" y="474"/>
                  </a:lnTo>
                  <a:lnTo>
                    <a:pt x="86" y="472"/>
                  </a:lnTo>
                  <a:lnTo>
                    <a:pt x="89" y="468"/>
                  </a:lnTo>
                  <a:lnTo>
                    <a:pt x="91" y="467"/>
                  </a:lnTo>
                  <a:lnTo>
                    <a:pt x="94" y="466"/>
                  </a:lnTo>
                  <a:lnTo>
                    <a:pt x="113" y="459"/>
                  </a:lnTo>
                  <a:lnTo>
                    <a:pt x="142" y="513"/>
                  </a:lnTo>
                  <a:lnTo>
                    <a:pt x="166" y="458"/>
                  </a:lnTo>
                  <a:close/>
                  <a:moveTo>
                    <a:pt x="3195" y="403"/>
                  </a:moveTo>
                  <a:lnTo>
                    <a:pt x="3199" y="404"/>
                  </a:lnTo>
                  <a:lnTo>
                    <a:pt x="3201" y="406"/>
                  </a:lnTo>
                  <a:lnTo>
                    <a:pt x="3204" y="410"/>
                  </a:lnTo>
                  <a:lnTo>
                    <a:pt x="3205" y="413"/>
                  </a:lnTo>
                  <a:lnTo>
                    <a:pt x="3205" y="440"/>
                  </a:lnTo>
                  <a:lnTo>
                    <a:pt x="3231" y="440"/>
                  </a:lnTo>
                  <a:lnTo>
                    <a:pt x="3235" y="440"/>
                  </a:lnTo>
                  <a:lnTo>
                    <a:pt x="3238" y="443"/>
                  </a:lnTo>
                  <a:lnTo>
                    <a:pt x="3241" y="446"/>
                  </a:lnTo>
                  <a:lnTo>
                    <a:pt x="3241" y="450"/>
                  </a:lnTo>
                  <a:lnTo>
                    <a:pt x="3241" y="454"/>
                  </a:lnTo>
                  <a:lnTo>
                    <a:pt x="3238" y="457"/>
                  </a:lnTo>
                  <a:lnTo>
                    <a:pt x="3235" y="459"/>
                  </a:lnTo>
                  <a:lnTo>
                    <a:pt x="3231" y="460"/>
                  </a:lnTo>
                  <a:lnTo>
                    <a:pt x="3205" y="460"/>
                  </a:lnTo>
                  <a:lnTo>
                    <a:pt x="3205" y="486"/>
                  </a:lnTo>
                  <a:lnTo>
                    <a:pt x="3204" y="490"/>
                  </a:lnTo>
                  <a:lnTo>
                    <a:pt x="3201" y="494"/>
                  </a:lnTo>
                  <a:lnTo>
                    <a:pt x="3199" y="496"/>
                  </a:lnTo>
                  <a:lnTo>
                    <a:pt x="3195" y="496"/>
                  </a:lnTo>
                  <a:lnTo>
                    <a:pt x="3191" y="496"/>
                  </a:lnTo>
                  <a:lnTo>
                    <a:pt x="3187" y="494"/>
                  </a:lnTo>
                  <a:lnTo>
                    <a:pt x="3185" y="490"/>
                  </a:lnTo>
                  <a:lnTo>
                    <a:pt x="3185" y="486"/>
                  </a:lnTo>
                  <a:lnTo>
                    <a:pt x="3185" y="460"/>
                  </a:lnTo>
                  <a:lnTo>
                    <a:pt x="3158" y="460"/>
                  </a:lnTo>
                  <a:lnTo>
                    <a:pt x="3154" y="459"/>
                  </a:lnTo>
                  <a:lnTo>
                    <a:pt x="3152" y="457"/>
                  </a:lnTo>
                  <a:lnTo>
                    <a:pt x="3149" y="454"/>
                  </a:lnTo>
                  <a:lnTo>
                    <a:pt x="3148" y="450"/>
                  </a:lnTo>
                  <a:lnTo>
                    <a:pt x="3149" y="446"/>
                  </a:lnTo>
                  <a:lnTo>
                    <a:pt x="3152" y="443"/>
                  </a:lnTo>
                  <a:lnTo>
                    <a:pt x="3154" y="440"/>
                  </a:lnTo>
                  <a:lnTo>
                    <a:pt x="3158" y="440"/>
                  </a:lnTo>
                  <a:lnTo>
                    <a:pt x="3185" y="440"/>
                  </a:lnTo>
                  <a:lnTo>
                    <a:pt x="3185" y="413"/>
                  </a:lnTo>
                  <a:lnTo>
                    <a:pt x="3185" y="410"/>
                  </a:lnTo>
                  <a:lnTo>
                    <a:pt x="3187" y="406"/>
                  </a:lnTo>
                  <a:lnTo>
                    <a:pt x="3191" y="404"/>
                  </a:lnTo>
                  <a:lnTo>
                    <a:pt x="3195" y="403"/>
                  </a:lnTo>
                  <a:close/>
                  <a:moveTo>
                    <a:pt x="2975" y="399"/>
                  </a:moveTo>
                  <a:lnTo>
                    <a:pt x="2989" y="402"/>
                  </a:lnTo>
                  <a:lnTo>
                    <a:pt x="3002" y="410"/>
                  </a:lnTo>
                  <a:lnTo>
                    <a:pt x="3005" y="415"/>
                  </a:lnTo>
                  <a:lnTo>
                    <a:pt x="3008" y="420"/>
                  </a:lnTo>
                  <a:lnTo>
                    <a:pt x="3002" y="426"/>
                  </a:lnTo>
                  <a:lnTo>
                    <a:pt x="2999" y="427"/>
                  </a:lnTo>
                  <a:lnTo>
                    <a:pt x="2996" y="429"/>
                  </a:lnTo>
                  <a:lnTo>
                    <a:pt x="2994" y="430"/>
                  </a:lnTo>
                  <a:lnTo>
                    <a:pt x="2990" y="429"/>
                  </a:lnTo>
                  <a:lnTo>
                    <a:pt x="2986" y="426"/>
                  </a:lnTo>
                  <a:lnTo>
                    <a:pt x="2985" y="425"/>
                  </a:lnTo>
                  <a:lnTo>
                    <a:pt x="2982" y="424"/>
                  </a:lnTo>
                  <a:lnTo>
                    <a:pt x="2981" y="422"/>
                  </a:lnTo>
                  <a:lnTo>
                    <a:pt x="2977" y="421"/>
                  </a:lnTo>
                  <a:lnTo>
                    <a:pt x="2974" y="421"/>
                  </a:lnTo>
                  <a:lnTo>
                    <a:pt x="2970" y="421"/>
                  </a:lnTo>
                  <a:lnTo>
                    <a:pt x="2966" y="422"/>
                  </a:lnTo>
                  <a:lnTo>
                    <a:pt x="2963" y="424"/>
                  </a:lnTo>
                  <a:lnTo>
                    <a:pt x="2962" y="425"/>
                  </a:lnTo>
                  <a:lnTo>
                    <a:pt x="2961" y="426"/>
                  </a:lnTo>
                  <a:lnTo>
                    <a:pt x="2934" y="453"/>
                  </a:lnTo>
                  <a:lnTo>
                    <a:pt x="2930" y="457"/>
                  </a:lnTo>
                  <a:lnTo>
                    <a:pt x="2929" y="460"/>
                  </a:lnTo>
                  <a:lnTo>
                    <a:pt x="2929" y="466"/>
                  </a:lnTo>
                  <a:lnTo>
                    <a:pt x="2929" y="471"/>
                  </a:lnTo>
                  <a:lnTo>
                    <a:pt x="2930" y="474"/>
                  </a:lnTo>
                  <a:lnTo>
                    <a:pt x="2934" y="478"/>
                  </a:lnTo>
                  <a:lnTo>
                    <a:pt x="2938" y="481"/>
                  </a:lnTo>
                  <a:lnTo>
                    <a:pt x="2942" y="483"/>
                  </a:lnTo>
                  <a:lnTo>
                    <a:pt x="2947" y="483"/>
                  </a:lnTo>
                  <a:lnTo>
                    <a:pt x="2951" y="483"/>
                  </a:lnTo>
                  <a:lnTo>
                    <a:pt x="2956" y="481"/>
                  </a:lnTo>
                  <a:lnTo>
                    <a:pt x="2959" y="478"/>
                  </a:lnTo>
                  <a:lnTo>
                    <a:pt x="2976" y="462"/>
                  </a:lnTo>
                  <a:lnTo>
                    <a:pt x="2984" y="463"/>
                  </a:lnTo>
                  <a:lnTo>
                    <a:pt x="2993" y="464"/>
                  </a:lnTo>
                  <a:lnTo>
                    <a:pt x="2998" y="464"/>
                  </a:lnTo>
                  <a:lnTo>
                    <a:pt x="3002" y="463"/>
                  </a:lnTo>
                  <a:lnTo>
                    <a:pt x="3000" y="466"/>
                  </a:lnTo>
                  <a:lnTo>
                    <a:pt x="2996" y="469"/>
                  </a:lnTo>
                  <a:lnTo>
                    <a:pt x="2990" y="476"/>
                  </a:lnTo>
                  <a:lnTo>
                    <a:pt x="2984" y="482"/>
                  </a:lnTo>
                  <a:lnTo>
                    <a:pt x="2977" y="488"/>
                  </a:lnTo>
                  <a:lnTo>
                    <a:pt x="2974" y="492"/>
                  </a:lnTo>
                  <a:lnTo>
                    <a:pt x="2971" y="494"/>
                  </a:lnTo>
                  <a:lnTo>
                    <a:pt x="2959" y="502"/>
                  </a:lnTo>
                  <a:lnTo>
                    <a:pt x="2944" y="505"/>
                  </a:lnTo>
                  <a:lnTo>
                    <a:pt x="2930" y="502"/>
                  </a:lnTo>
                  <a:lnTo>
                    <a:pt x="2917" y="494"/>
                  </a:lnTo>
                  <a:lnTo>
                    <a:pt x="2910" y="482"/>
                  </a:lnTo>
                  <a:lnTo>
                    <a:pt x="2907" y="467"/>
                  </a:lnTo>
                  <a:lnTo>
                    <a:pt x="2910" y="453"/>
                  </a:lnTo>
                  <a:lnTo>
                    <a:pt x="2917" y="440"/>
                  </a:lnTo>
                  <a:lnTo>
                    <a:pt x="2948" y="410"/>
                  </a:lnTo>
                  <a:lnTo>
                    <a:pt x="2961" y="402"/>
                  </a:lnTo>
                  <a:lnTo>
                    <a:pt x="2975" y="399"/>
                  </a:lnTo>
                  <a:close/>
                  <a:moveTo>
                    <a:pt x="314" y="382"/>
                  </a:moveTo>
                  <a:lnTo>
                    <a:pt x="327" y="384"/>
                  </a:lnTo>
                  <a:lnTo>
                    <a:pt x="338" y="393"/>
                  </a:lnTo>
                  <a:lnTo>
                    <a:pt x="346" y="406"/>
                  </a:lnTo>
                  <a:lnTo>
                    <a:pt x="349" y="421"/>
                  </a:lnTo>
                  <a:lnTo>
                    <a:pt x="346" y="436"/>
                  </a:lnTo>
                  <a:lnTo>
                    <a:pt x="338" y="448"/>
                  </a:lnTo>
                  <a:lnTo>
                    <a:pt x="327" y="457"/>
                  </a:lnTo>
                  <a:lnTo>
                    <a:pt x="314" y="459"/>
                  </a:lnTo>
                  <a:lnTo>
                    <a:pt x="300" y="457"/>
                  </a:lnTo>
                  <a:lnTo>
                    <a:pt x="290" y="448"/>
                  </a:lnTo>
                  <a:lnTo>
                    <a:pt x="282" y="436"/>
                  </a:lnTo>
                  <a:lnTo>
                    <a:pt x="280" y="421"/>
                  </a:lnTo>
                  <a:lnTo>
                    <a:pt x="282" y="406"/>
                  </a:lnTo>
                  <a:lnTo>
                    <a:pt x="290" y="393"/>
                  </a:lnTo>
                  <a:lnTo>
                    <a:pt x="300" y="384"/>
                  </a:lnTo>
                  <a:lnTo>
                    <a:pt x="314" y="382"/>
                  </a:lnTo>
                  <a:close/>
                  <a:moveTo>
                    <a:pt x="138" y="382"/>
                  </a:moveTo>
                  <a:lnTo>
                    <a:pt x="152" y="384"/>
                  </a:lnTo>
                  <a:lnTo>
                    <a:pt x="163" y="393"/>
                  </a:lnTo>
                  <a:lnTo>
                    <a:pt x="170" y="406"/>
                  </a:lnTo>
                  <a:lnTo>
                    <a:pt x="173" y="421"/>
                  </a:lnTo>
                  <a:lnTo>
                    <a:pt x="170" y="436"/>
                  </a:lnTo>
                  <a:lnTo>
                    <a:pt x="163" y="448"/>
                  </a:lnTo>
                  <a:lnTo>
                    <a:pt x="152" y="457"/>
                  </a:lnTo>
                  <a:lnTo>
                    <a:pt x="138" y="459"/>
                  </a:lnTo>
                  <a:lnTo>
                    <a:pt x="126" y="457"/>
                  </a:lnTo>
                  <a:lnTo>
                    <a:pt x="114" y="448"/>
                  </a:lnTo>
                  <a:lnTo>
                    <a:pt x="108" y="436"/>
                  </a:lnTo>
                  <a:lnTo>
                    <a:pt x="105" y="421"/>
                  </a:lnTo>
                  <a:lnTo>
                    <a:pt x="108" y="406"/>
                  </a:lnTo>
                  <a:lnTo>
                    <a:pt x="114" y="393"/>
                  </a:lnTo>
                  <a:lnTo>
                    <a:pt x="126" y="384"/>
                  </a:lnTo>
                  <a:lnTo>
                    <a:pt x="138" y="382"/>
                  </a:lnTo>
                  <a:close/>
                  <a:moveTo>
                    <a:pt x="3187" y="376"/>
                  </a:moveTo>
                  <a:lnTo>
                    <a:pt x="3167" y="382"/>
                  </a:lnTo>
                  <a:lnTo>
                    <a:pt x="3151" y="390"/>
                  </a:lnTo>
                  <a:lnTo>
                    <a:pt x="3137" y="403"/>
                  </a:lnTo>
                  <a:lnTo>
                    <a:pt x="3126" y="418"/>
                  </a:lnTo>
                  <a:lnTo>
                    <a:pt x="3120" y="438"/>
                  </a:lnTo>
                  <a:lnTo>
                    <a:pt x="3120" y="457"/>
                  </a:lnTo>
                  <a:lnTo>
                    <a:pt x="3124" y="476"/>
                  </a:lnTo>
                  <a:lnTo>
                    <a:pt x="3133" y="494"/>
                  </a:lnTo>
                  <a:lnTo>
                    <a:pt x="3145" y="508"/>
                  </a:lnTo>
                  <a:lnTo>
                    <a:pt x="3162" y="518"/>
                  </a:lnTo>
                  <a:lnTo>
                    <a:pt x="3180" y="523"/>
                  </a:lnTo>
                  <a:lnTo>
                    <a:pt x="3200" y="524"/>
                  </a:lnTo>
                  <a:lnTo>
                    <a:pt x="3219" y="520"/>
                  </a:lnTo>
                  <a:lnTo>
                    <a:pt x="3236" y="511"/>
                  </a:lnTo>
                  <a:lnTo>
                    <a:pt x="3250" y="499"/>
                  </a:lnTo>
                  <a:lnTo>
                    <a:pt x="3260" y="482"/>
                  </a:lnTo>
                  <a:lnTo>
                    <a:pt x="3266" y="464"/>
                  </a:lnTo>
                  <a:lnTo>
                    <a:pt x="3266" y="444"/>
                  </a:lnTo>
                  <a:lnTo>
                    <a:pt x="3263" y="425"/>
                  </a:lnTo>
                  <a:lnTo>
                    <a:pt x="3254" y="408"/>
                  </a:lnTo>
                  <a:lnTo>
                    <a:pt x="3241" y="394"/>
                  </a:lnTo>
                  <a:lnTo>
                    <a:pt x="3224" y="384"/>
                  </a:lnTo>
                  <a:lnTo>
                    <a:pt x="3207" y="378"/>
                  </a:lnTo>
                  <a:lnTo>
                    <a:pt x="3187" y="376"/>
                  </a:lnTo>
                  <a:close/>
                  <a:moveTo>
                    <a:pt x="3185" y="352"/>
                  </a:moveTo>
                  <a:lnTo>
                    <a:pt x="3212" y="354"/>
                  </a:lnTo>
                  <a:lnTo>
                    <a:pt x="3236" y="361"/>
                  </a:lnTo>
                  <a:lnTo>
                    <a:pt x="3258" y="375"/>
                  </a:lnTo>
                  <a:lnTo>
                    <a:pt x="3274" y="393"/>
                  </a:lnTo>
                  <a:lnTo>
                    <a:pt x="3287" y="416"/>
                  </a:lnTo>
                  <a:lnTo>
                    <a:pt x="3292" y="441"/>
                  </a:lnTo>
                  <a:lnTo>
                    <a:pt x="3291" y="468"/>
                  </a:lnTo>
                  <a:lnTo>
                    <a:pt x="3283" y="492"/>
                  </a:lnTo>
                  <a:lnTo>
                    <a:pt x="3269" y="514"/>
                  </a:lnTo>
                  <a:lnTo>
                    <a:pt x="3250" y="532"/>
                  </a:lnTo>
                  <a:lnTo>
                    <a:pt x="3227" y="543"/>
                  </a:lnTo>
                  <a:lnTo>
                    <a:pt x="3201" y="550"/>
                  </a:lnTo>
                  <a:lnTo>
                    <a:pt x="3176" y="548"/>
                  </a:lnTo>
                  <a:lnTo>
                    <a:pt x="3151" y="541"/>
                  </a:lnTo>
                  <a:lnTo>
                    <a:pt x="3130" y="527"/>
                  </a:lnTo>
                  <a:lnTo>
                    <a:pt x="3112" y="508"/>
                  </a:lnTo>
                  <a:lnTo>
                    <a:pt x="3101" y="485"/>
                  </a:lnTo>
                  <a:lnTo>
                    <a:pt x="3095" y="459"/>
                  </a:lnTo>
                  <a:lnTo>
                    <a:pt x="3096" y="434"/>
                  </a:lnTo>
                  <a:lnTo>
                    <a:pt x="3103" y="408"/>
                  </a:lnTo>
                  <a:lnTo>
                    <a:pt x="3117" y="387"/>
                  </a:lnTo>
                  <a:lnTo>
                    <a:pt x="3137" y="369"/>
                  </a:lnTo>
                  <a:lnTo>
                    <a:pt x="3159" y="357"/>
                  </a:lnTo>
                  <a:lnTo>
                    <a:pt x="3185" y="352"/>
                  </a:lnTo>
                  <a:close/>
                  <a:moveTo>
                    <a:pt x="3022" y="352"/>
                  </a:moveTo>
                  <a:lnTo>
                    <a:pt x="3037" y="355"/>
                  </a:lnTo>
                  <a:lnTo>
                    <a:pt x="3049" y="362"/>
                  </a:lnTo>
                  <a:lnTo>
                    <a:pt x="3058" y="375"/>
                  </a:lnTo>
                  <a:lnTo>
                    <a:pt x="3060" y="389"/>
                  </a:lnTo>
                  <a:lnTo>
                    <a:pt x="3058" y="403"/>
                  </a:lnTo>
                  <a:lnTo>
                    <a:pt x="3049" y="416"/>
                  </a:lnTo>
                  <a:lnTo>
                    <a:pt x="3019" y="446"/>
                  </a:lnTo>
                  <a:lnTo>
                    <a:pt x="3007" y="455"/>
                  </a:lnTo>
                  <a:lnTo>
                    <a:pt x="2993" y="458"/>
                  </a:lnTo>
                  <a:lnTo>
                    <a:pt x="2977" y="455"/>
                  </a:lnTo>
                  <a:lnTo>
                    <a:pt x="2966" y="446"/>
                  </a:lnTo>
                  <a:lnTo>
                    <a:pt x="2962" y="443"/>
                  </a:lnTo>
                  <a:lnTo>
                    <a:pt x="2958" y="438"/>
                  </a:lnTo>
                  <a:lnTo>
                    <a:pt x="2966" y="431"/>
                  </a:lnTo>
                  <a:lnTo>
                    <a:pt x="2967" y="429"/>
                  </a:lnTo>
                  <a:lnTo>
                    <a:pt x="2971" y="427"/>
                  </a:lnTo>
                  <a:lnTo>
                    <a:pt x="2974" y="427"/>
                  </a:lnTo>
                  <a:lnTo>
                    <a:pt x="2977" y="429"/>
                  </a:lnTo>
                  <a:lnTo>
                    <a:pt x="2981" y="430"/>
                  </a:lnTo>
                  <a:lnTo>
                    <a:pt x="2981" y="431"/>
                  </a:lnTo>
                  <a:lnTo>
                    <a:pt x="2982" y="432"/>
                  </a:lnTo>
                  <a:lnTo>
                    <a:pt x="2985" y="434"/>
                  </a:lnTo>
                  <a:lnTo>
                    <a:pt x="2989" y="435"/>
                  </a:lnTo>
                  <a:lnTo>
                    <a:pt x="2993" y="436"/>
                  </a:lnTo>
                  <a:lnTo>
                    <a:pt x="2998" y="435"/>
                  </a:lnTo>
                  <a:lnTo>
                    <a:pt x="3003" y="434"/>
                  </a:lnTo>
                  <a:lnTo>
                    <a:pt x="3007" y="431"/>
                  </a:lnTo>
                  <a:lnTo>
                    <a:pt x="3009" y="429"/>
                  </a:lnTo>
                  <a:lnTo>
                    <a:pt x="3014" y="424"/>
                  </a:lnTo>
                  <a:lnTo>
                    <a:pt x="3021" y="417"/>
                  </a:lnTo>
                  <a:lnTo>
                    <a:pt x="3027" y="411"/>
                  </a:lnTo>
                  <a:lnTo>
                    <a:pt x="3032" y="406"/>
                  </a:lnTo>
                  <a:lnTo>
                    <a:pt x="3033" y="404"/>
                  </a:lnTo>
                  <a:lnTo>
                    <a:pt x="3036" y="401"/>
                  </a:lnTo>
                  <a:lnTo>
                    <a:pt x="3038" y="396"/>
                  </a:lnTo>
                  <a:lnTo>
                    <a:pt x="3038" y="392"/>
                  </a:lnTo>
                  <a:lnTo>
                    <a:pt x="3038" y="387"/>
                  </a:lnTo>
                  <a:lnTo>
                    <a:pt x="3036" y="383"/>
                  </a:lnTo>
                  <a:lnTo>
                    <a:pt x="3033" y="379"/>
                  </a:lnTo>
                  <a:lnTo>
                    <a:pt x="3030" y="375"/>
                  </a:lnTo>
                  <a:lnTo>
                    <a:pt x="3026" y="374"/>
                  </a:lnTo>
                  <a:lnTo>
                    <a:pt x="3021" y="374"/>
                  </a:lnTo>
                  <a:lnTo>
                    <a:pt x="3017" y="374"/>
                  </a:lnTo>
                  <a:lnTo>
                    <a:pt x="3012" y="375"/>
                  </a:lnTo>
                  <a:lnTo>
                    <a:pt x="3008" y="379"/>
                  </a:lnTo>
                  <a:lnTo>
                    <a:pt x="2991" y="396"/>
                  </a:lnTo>
                  <a:lnTo>
                    <a:pt x="2984" y="393"/>
                  </a:lnTo>
                  <a:lnTo>
                    <a:pt x="2975" y="393"/>
                  </a:lnTo>
                  <a:lnTo>
                    <a:pt x="2970" y="393"/>
                  </a:lnTo>
                  <a:lnTo>
                    <a:pt x="2965" y="393"/>
                  </a:lnTo>
                  <a:lnTo>
                    <a:pt x="2967" y="392"/>
                  </a:lnTo>
                  <a:lnTo>
                    <a:pt x="2971" y="388"/>
                  </a:lnTo>
                  <a:lnTo>
                    <a:pt x="2977" y="382"/>
                  </a:lnTo>
                  <a:lnTo>
                    <a:pt x="2984" y="375"/>
                  </a:lnTo>
                  <a:lnTo>
                    <a:pt x="2990" y="369"/>
                  </a:lnTo>
                  <a:lnTo>
                    <a:pt x="2994" y="365"/>
                  </a:lnTo>
                  <a:lnTo>
                    <a:pt x="2995" y="362"/>
                  </a:lnTo>
                  <a:lnTo>
                    <a:pt x="3008" y="355"/>
                  </a:lnTo>
                  <a:lnTo>
                    <a:pt x="3022" y="352"/>
                  </a:lnTo>
                  <a:close/>
                  <a:moveTo>
                    <a:pt x="2819" y="324"/>
                  </a:moveTo>
                  <a:lnTo>
                    <a:pt x="2818" y="327"/>
                  </a:lnTo>
                  <a:lnTo>
                    <a:pt x="2818" y="329"/>
                  </a:lnTo>
                  <a:lnTo>
                    <a:pt x="2817" y="333"/>
                  </a:lnTo>
                  <a:lnTo>
                    <a:pt x="2817" y="336"/>
                  </a:lnTo>
                  <a:lnTo>
                    <a:pt x="2817" y="338"/>
                  </a:lnTo>
                  <a:lnTo>
                    <a:pt x="2817" y="340"/>
                  </a:lnTo>
                  <a:lnTo>
                    <a:pt x="2823" y="338"/>
                  </a:lnTo>
                  <a:lnTo>
                    <a:pt x="2823" y="337"/>
                  </a:lnTo>
                  <a:lnTo>
                    <a:pt x="2823" y="334"/>
                  </a:lnTo>
                  <a:lnTo>
                    <a:pt x="2822" y="332"/>
                  </a:lnTo>
                  <a:lnTo>
                    <a:pt x="2822" y="329"/>
                  </a:lnTo>
                  <a:lnTo>
                    <a:pt x="2821" y="327"/>
                  </a:lnTo>
                  <a:lnTo>
                    <a:pt x="2821" y="324"/>
                  </a:lnTo>
                  <a:lnTo>
                    <a:pt x="2819" y="324"/>
                  </a:lnTo>
                  <a:close/>
                  <a:moveTo>
                    <a:pt x="2805" y="317"/>
                  </a:moveTo>
                  <a:lnTo>
                    <a:pt x="2805" y="317"/>
                  </a:lnTo>
                  <a:lnTo>
                    <a:pt x="2804" y="318"/>
                  </a:lnTo>
                  <a:lnTo>
                    <a:pt x="2803" y="320"/>
                  </a:lnTo>
                  <a:lnTo>
                    <a:pt x="2802" y="322"/>
                  </a:lnTo>
                  <a:lnTo>
                    <a:pt x="2802" y="328"/>
                  </a:lnTo>
                  <a:lnTo>
                    <a:pt x="2802" y="337"/>
                  </a:lnTo>
                  <a:lnTo>
                    <a:pt x="2800" y="345"/>
                  </a:lnTo>
                  <a:lnTo>
                    <a:pt x="2800" y="347"/>
                  </a:lnTo>
                  <a:lnTo>
                    <a:pt x="2805" y="345"/>
                  </a:lnTo>
                  <a:lnTo>
                    <a:pt x="2805" y="341"/>
                  </a:lnTo>
                  <a:lnTo>
                    <a:pt x="2805" y="333"/>
                  </a:lnTo>
                  <a:lnTo>
                    <a:pt x="2805" y="324"/>
                  </a:lnTo>
                  <a:lnTo>
                    <a:pt x="2807" y="318"/>
                  </a:lnTo>
                  <a:lnTo>
                    <a:pt x="2807" y="317"/>
                  </a:lnTo>
                  <a:lnTo>
                    <a:pt x="2805" y="317"/>
                  </a:lnTo>
                  <a:close/>
                  <a:moveTo>
                    <a:pt x="129" y="248"/>
                  </a:moveTo>
                  <a:lnTo>
                    <a:pt x="146" y="248"/>
                  </a:lnTo>
                  <a:lnTo>
                    <a:pt x="161" y="252"/>
                  </a:lnTo>
                  <a:lnTo>
                    <a:pt x="177" y="257"/>
                  </a:lnTo>
                  <a:lnTo>
                    <a:pt x="189" y="264"/>
                  </a:lnTo>
                  <a:lnTo>
                    <a:pt x="198" y="275"/>
                  </a:lnTo>
                  <a:lnTo>
                    <a:pt x="202" y="286"/>
                  </a:lnTo>
                  <a:lnTo>
                    <a:pt x="205" y="300"/>
                  </a:lnTo>
                  <a:lnTo>
                    <a:pt x="206" y="313"/>
                  </a:lnTo>
                  <a:lnTo>
                    <a:pt x="206" y="326"/>
                  </a:lnTo>
                  <a:lnTo>
                    <a:pt x="206" y="334"/>
                  </a:lnTo>
                  <a:lnTo>
                    <a:pt x="206" y="337"/>
                  </a:lnTo>
                  <a:lnTo>
                    <a:pt x="103" y="337"/>
                  </a:lnTo>
                  <a:lnTo>
                    <a:pt x="103" y="337"/>
                  </a:lnTo>
                  <a:lnTo>
                    <a:pt x="103" y="337"/>
                  </a:lnTo>
                  <a:lnTo>
                    <a:pt x="1" y="338"/>
                  </a:lnTo>
                  <a:lnTo>
                    <a:pt x="0" y="334"/>
                  </a:lnTo>
                  <a:lnTo>
                    <a:pt x="0" y="326"/>
                  </a:lnTo>
                  <a:lnTo>
                    <a:pt x="0" y="314"/>
                  </a:lnTo>
                  <a:lnTo>
                    <a:pt x="1" y="300"/>
                  </a:lnTo>
                  <a:lnTo>
                    <a:pt x="3" y="287"/>
                  </a:lnTo>
                  <a:lnTo>
                    <a:pt x="7" y="276"/>
                  </a:lnTo>
                  <a:lnTo>
                    <a:pt x="17" y="266"/>
                  </a:lnTo>
                  <a:lnTo>
                    <a:pt x="29" y="257"/>
                  </a:lnTo>
                  <a:lnTo>
                    <a:pt x="44" y="252"/>
                  </a:lnTo>
                  <a:lnTo>
                    <a:pt x="59" y="248"/>
                  </a:lnTo>
                  <a:lnTo>
                    <a:pt x="76" y="248"/>
                  </a:lnTo>
                  <a:lnTo>
                    <a:pt x="103" y="300"/>
                  </a:lnTo>
                  <a:lnTo>
                    <a:pt x="129" y="248"/>
                  </a:lnTo>
                  <a:close/>
                  <a:moveTo>
                    <a:pt x="3070" y="238"/>
                  </a:moveTo>
                  <a:lnTo>
                    <a:pt x="3070" y="239"/>
                  </a:lnTo>
                  <a:lnTo>
                    <a:pt x="3072" y="240"/>
                  </a:lnTo>
                  <a:lnTo>
                    <a:pt x="3073" y="243"/>
                  </a:lnTo>
                  <a:lnTo>
                    <a:pt x="3075" y="245"/>
                  </a:lnTo>
                  <a:lnTo>
                    <a:pt x="3078" y="248"/>
                  </a:lnTo>
                  <a:lnTo>
                    <a:pt x="3079" y="250"/>
                  </a:lnTo>
                  <a:lnTo>
                    <a:pt x="3082" y="253"/>
                  </a:lnTo>
                  <a:lnTo>
                    <a:pt x="3101" y="273"/>
                  </a:lnTo>
                  <a:lnTo>
                    <a:pt x="3102" y="276"/>
                  </a:lnTo>
                  <a:lnTo>
                    <a:pt x="3105" y="277"/>
                  </a:lnTo>
                  <a:lnTo>
                    <a:pt x="3107" y="280"/>
                  </a:lnTo>
                  <a:lnTo>
                    <a:pt x="3110" y="281"/>
                  </a:lnTo>
                  <a:lnTo>
                    <a:pt x="3112" y="282"/>
                  </a:lnTo>
                  <a:lnTo>
                    <a:pt x="3115" y="282"/>
                  </a:lnTo>
                  <a:lnTo>
                    <a:pt x="3115" y="282"/>
                  </a:lnTo>
                  <a:lnTo>
                    <a:pt x="3115" y="281"/>
                  </a:lnTo>
                  <a:lnTo>
                    <a:pt x="3112" y="278"/>
                  </a:lnTo>
                  <a:lnTo>
                    <a:pt x="3111" y="276"/>
                  </a:lnTo>
                  <a:lnTo>
                    <a:pt x="3110" y="273"/>
                  </a:lnTo>
                  <a:lnTo>
                    <a:pt x="3109" y="270"/>
                  </a:lnTo>
                  <a:lnTo>
                    <a:pt x="3107" y="264"/>
                  </a:lnTo>
                  <a:lnTo>
                    <a:pt x="3107" y="255"/>
                  </a:lnTo>
                  <a:lnTo>
                    <a:pt x="3107" y="252"/>
                  </a:lnTo>
                  <a:lnTo>
                    <a:pt x="3105" y="248"/>
                  </a:lnTo>
                  <a:lnTo>
                    <a:pt x="3101" y="245"/>
                  </a:lnTo>
                  <a:lnTo>
                    <a:pt x="3097" y="244"/>
                  </a:lnTo>
                  <a:lnTo>
                    <a:pt x="3091" y="244"/>
                  </a:lnTo>
                  <a:lnTo>
                    <a:pt x="3084" y="244"/>
                  </a:lnTo>
                  <a:lnTo>
                    <a:pt x="3080" y="243"/>
                  </a:lnTo>
                  <a:lnTo>
                    <a:pt x="3077" y="241"/>
                  </a:lnTo>
                  <a:lnTo>
                    <a:pt x="3074" y="240"/>
                  </a:lnTo>
                  <a:lnTo>
                    <a:pt x="3072" y="239"/>
                  </a:lnTo>
                  <a:lnTo>
                    <a:pt x="3070" y="238"/>
                  </a:lnTo>
                  <a:close/>
                  <a:moveTo>
                    <a:pt x="2459" y="220"/>
                  </a:moveTo>
                  <a:lnTo>
                    <a:pt x="2455" y="220"/>
                  </a:lnTo>
                  <a:lnTo>
                    <a:pt x="2455" y="224"/>
                  </a:lnTo>
                  <a:lnTo>
                    <a:pt x="2455" y="230"/>
                  </a:lnTo>
                  <a:lnTo>
                    <a:pt x="2455" y="235"/>
                  </a:lnTo>
                  <a:lnTo>
                    <a:pt x="2454" y="240"/>
                  </a:lnTo>
                  <a:lnTo>
                    <a:pt x="2454" y="244"/>
                  </a:lnTo>
                  <a:lnTo>
                    <a:pt x="2453" y="248"/>
                  </a:lnTo>
                  <a:lnTo>
                    <a:pt x="2451" y="252"/>
                  </a:lnTo>
                  <a:lnTo>
                    <a:pt x="2451" y="254"/>
                  </a:lnTo>
                  <a:lnTo>
                    <a:pt x="2450" y="255"/>
                  </a:lnTo>
                  <a:lnTo>
                    <a:pt x="2450" y="257"/>
                  </a:lnTo>
                  <a:lnTo>
                    <a:pt x="2449" y="259"/>
                  </a:lnTo>
                  <a:lnTo>
                    <a:pt x="2449" y="263"/>
                  </a:lnTo>
                  <a:lnTo>
                    <a:pt x="2449" y="268"/>
                  </a:lnTo>
                  <a:lnTo>
                    <a:pt x="2449" y="273"/>
                  </a:lnTo>
                  <a:lnTo>
                    <a:pt x="2449" y="277"/>
                  </a:lnTo>
                  <a:lnTo>
                    <a:pt x="2450" y="280"/>
                  </a:lnTo>
                  <a:lnTo>
                    <a:pt x="2450" y="282"/>
                  </a:lnTo>
                  <a:lnTo>
                    <a:pt x="2451" y="284"/>
                  </a:lnTo>
                  <a:lnTo>
                    <a:pt x="2451" y="286"/>
                  </a:lnTo>
                  <a:lnTo>
                    <a:pt x="2453" y="289"/>
                  </a:lnTo>
                  <a:lnTo>
                    <a:pt x="2454" y="292"/>
                  </a:lnTo>
                  <a:lnTo>
                    <a:pt x="2454" y="294"/>
                  </a:lnTo>
                  <a:lnTo>
                    <a:pt x="2454" y="295"/>
                  </a:lnTo>
                  <a:lnTo>
                    <a:pt x="2454" y="294"/>
                  </a:lnTo>
                  <a:lnTo>
                    <a:pt x="2455" y="292"/>
                  </a:lnTo>
                  <a:lnTo>
                    <a:pt x="2456" y="291"/>
                  </a:lnTo>
                  <a:lnTo>
                    <a:pt x="2456" y="290"/>
                  </a:lnTo>
                  <a:lnTo>
                    <a:pt x="2458" y="287"/>
                  </a:lnTo>
                  <a:lnTo>
                    <a:pt x="2458" y="286"/>
                  </a:lnTo>
                  <a:lnTo>
                    <a:pt x="2459" y="282"/>
                  </a:lnTo>
                  <a:lnTo>
                    <a:pt x="2459" y="277"/>
                  </a:lnTo>
                  <a:lnTo>
                    <a:pt x="2459" y="271"/>
                  </a:lnTo>
                  <a:lnTo>
                    <a:pt x="2459" y="268"/>
                  </a:lnTo>
                  <a:lnTo>
                    <a:pt x="2459" y="264"/>
                  </a:lnTo>
                  <a:lnTo>
                    <a:pt x="2459" y="259"/>
                  </a:lnTo>
                  <a:lnTo>
                    <a:pt x="2459" y="255"/>
                  </a:lnTo>
                  <a:lnTo>
                    <a:pt x="2459" y="253"/>
                  </a:lnTo>
                  <a:lnTo>
                    <a:pt x="2459" y="245"/>
                  </a:lnTo>
                  <a:lnTo>
                    <a:pt x="2459" y="235"/>
                  </a:lnTo>
                  <a:lnTo>
                    <a:pt x="2459" y="226"/>
                  </a:lnTo>
                  <a:lnTo>
                    <a:pt x="2459" y="220"/>
                  </a:lnTo>
                  <a:close/>
                  <a:moveTo>
                    <a:pt x="3083" y="207"/>
                  </a:moveTo>
                  <a:lnTo>
                    <a:pt x="3194" y="207"/>
                  </a:lnTo>
                  <a:lnTo>
                    <a:pt x="3194" y="217"/>
                  </a:lnTo>
                  <a:lnTo>
                    <a:pt x="3083" y="217"/>
                  </a:lnTo>
                  <a:lnTo>
                    <a:pt x="3083" y="207"/>
                  </a:lnTo>
                  <a:close/>
                  <a:moveTo>
                    <a:pt x="672" y="206"/>
                  </a:moveTo>
                  <a:lnTo>
                    <a:pt x="692" y="206"/>
                  </a:lnTo>
                  <a:lnTo>
                    <a:pt x="695" y="206"/>
                  </a:lnTo>
                  <a:lnTo>
                    <a:pt x="696" y="207"/>
                  </a:lnTo>
                  <a:lnTo>
                    <a:pt x="696" y="210"/>
                  </a:lnTo>
                  <a:lnTo>
                    <a:pt x="696" y="213"/>
                  </a:lnTo>
                  <a:lnTo>
                    <a:pt x="696" y="216"/>
                  </a:lnTo>
                  <a:lnTo>
                    <a:pt x="695" y="217"/>
                  </a:lnTo>
                  <a:lnTo>
                    <a:pt x="692" y="217"/>
                  </a:lnTo>
                  <a:lnTo>
                    <a:pt x="672" y="217"/>
                  </a:lnTo>
                  <a:lnTo>
                    <a:pt x="671" y="217"/>
                  </a:lnTo>
                  <a:lnTo>
                    <a:pt x="668" y="216"/>
                  </a:lnTo>
                  <a:lnTo>
                    <a:pt x="668" y="213"/>
                  </a:lnTo>
                  <a:lnTo>
                    <a:pt x="668" y="210"/>
                  </a:lnTo>
                  <a:lnTo>
                    <a:pt x="668" y="207"/>
                  </a:lnTo>
                  <a:lnTo>
                    <a:pt x="671" y="206"/>
                  </a:lnTo>
                  <a:lnTo>
                    <a:pt x="672" y="206"/>
                  </a:lnTo>
                  <a:close/>
                  <a:moveTo>
                    <a:pt x="669" y="203"/>
                  </a:moveTo>
                  <a:lnTo>
                    <a:pt x="667" y="205"/>
                  </a:lnTo>
                  <a:lnTo>
                    <a:pt x="666" y="206"/>
                  </a:lnTo>
                  <a:lnTo>
                    <a:pt x="664" y="208"/>
                  </a:lnTo>
                  <a:lnTo>
                    <a:pt x="664" y="216"/>
                  </a:lnTo>
                  <a:lnTo>
                    <a:pt x="666" y="219"/>
                  </a:lnTo>
                  <a:lnTo>
                    <a:pt x="667" y="220"/>
                  </a:lnTo>
                  <a:lnTo>
                    <a:pt x="669" y="221"/>
                  </a:lnTo>
                  <a:lnTo>
                    <a:pt x="695" y="221"/>
                  </a:lnTo>
                  <a:lnTo>
                    <a:pt x="697" y="220"/>
                  </a:lnTo>
                  <a:lnTo>
                    <a:pt x="700" y="219"/>
                  </a:lnTo>
                  <a:lnTo>
                    <a:pt x="700" y="216"/>
                  </a:lnTo>
                  <a:lnTo>
                    <a:pt x="700" y="208"/>
                  </a:lnTo>
                  <a:lnTo>
                    <a:pt x="700" y="206"/>
                  </a:lnTo>
                  <a:lnTo>
                    <a:pt x="697" y="205"/>
                  </a:lnTo>
                  <a:lnTo>
                    <a:pt x="695" y="203"/>
                  </a:lnTo>
                  <a:lnTo>
                    <a:pt x="669" y="203"/>
                  </a:lnTo>
                  <a:close/>
                  <a:moveTo>
                    <a:pt x="968" y="202"/>
                  </a:moveTo>
                  <a:lnTo>
                    <a:pt x="971" y="203"/>
                  </a:lnTo>
                  <a:lnTo>
                    <a:pt x="982" y="207"/>
                  </a:lnTo>
                  <a:lnTo>
                    <a:pt x="997" y="212"/>
                  </a:lnTo>
                  <a:lnTo>
                    <a:pt x="1006" y="215"/>
                  </a:lnTo>
                  <a:lnTo>
                    <a:pt x="1012" y="217"/>
                  </a:lnTo>
                  <a:lnTo>
                    <a:pt x="1018" y="217"/>
                  </a:lnTo>
                  <a:lnTo>
                    <a:pt x="1027" y="219"/>
                  </a:lnTo>
                  <a:lnTo>
                    <a:pt x="1039" y="219"/>
                  </a:lnTo>
                  <a:lnTo>
                    <a:pt x="1057" y="219"/>
                  </a:lnTo>
                  <a:lnTo>
                    <a:pt x="1076" y="217"/>
                  </a:lnTo>
                  <a:lnTo>
                    <a:pt x="1091" y="215"/>
                  </a:lnTo>
                  <a:lnTo>
                    <a:pt x="1101" y="211"/>
                  </a:lnTo>
                  <a:lnTo>
                    <a:pt x="1109" y="207"/>
                  </a:lnTo>
                  <a:lnTo>
                    <a:pt x="1111" y="206"/>
                  </a:lnTo>
                  <a:lnTo>
                    <a:pt x="1114" y="215"/>
                  </a:lnTo>
                  <a:lnTo>
                    <a:pt x="1118" y="227"/>
                  </a:lnTo>
                  <a:lnTo>
                    <a:pt x="1122" y="238"/>
                  </a:lnTo>
                  <a:lnTo>
                    <a:pt x="1124" y="248"/>
                  </a:lnTo>
                  <a:lnTo>
                    <a:pt x="1127" y="261"/>
                  </a:lnTo>
                  <a:lnTo>
                    <a:pt x="1128" y="276"/>
                  </a:lnTo>
                  <a:lnTo>
                    <a:pt x="1131" y="296"/>
                  </a:lnTo>
                  <a:lnTo>
                    <a:pt x="1132" y="322"/>
                  </a:lnTo>
                  <a:lnTo>
                    <a:pt x="1132" y="348"/>
                  </a:lnTo>
                  <a:lnTo>
                    <a:pt x="1132" y="370"/>
                  </a:lnTo>
                  <a:lnTo>
                    <a:pt x="1133" y="387"/>
                  </a:lnTo>
                  <a:lnTo>
                    <a:pt x="1133" y="401"/>
                  </a:lnTo>
                  <a:lnTo>
                    <a:pt x="1134" y="412"/>
                  </a:lnTo>
                  <a:lnTo>
                    <a:pt x="1137" y="425"/>
                  </a:lnTo>
                  <a:lnTo>
                    <a:pt x="1139" y="440"/>
                  </a:lnTo>
                  <a:lnTo>
                    <a:pt x="1146" y="467"/>
                  </a:lnTo>
                  <a:lnTo>
                    <a:pt x="1151" y="491"/>
                  </a:lnTo>
                  <a:lnTo>
                    <a:pt x="1156" y="516"/>
                  </a:lnTo>
                  <a:lnTo>
                    <a:pt x="1159" y="544"/>
                  </a:lnTo>
                  <a:lnTo>
                    <a:pt x="1159" y="565"/>
                  </a:lnTo>
                  <a:lnTo>
                    <a:pt x="1160" y="581"/>
                  </a:lnTo>
                  <a:lnTo>
                    <a:pt x="1162" y="593"/>
                  </a:lnTo>
                  <a:lnTo>
                    <a:pt x="1164" y="601"/>
                  </a:lnTo>
                  <a:lnTo>
                    <a:pt x="1165" y="606"/>
                  </a:lnTo>
                  <a:lnTo>
                    <a:pt x="1165" y="607"/>
                  </a:lnTo>
                  <a:lnTo>
                    <a:pt x="1164" y="609"/>
                  </a:lnTo>
                  <a:lnTo>
                    <a:pt x="1162" y="609"/>
                  </a:lnTo>
                  <a:lnTo>
                    <a:pt x="1160" y="611"/>
                  </a:lnTo>
                  <a:lnTo>
                    <a:pt x="1159" y="611"/>
                  </a:lnTo>
                  <a:lnTo>
                    <a:pt x="1157" y="611"/>
                  </a:lnTo>
                  <a:lnTo>
                    <a:pt x="1156" y="611"/>
                  </a:lnTo>
                  <a:lnTo>
                    <a:pt x="1156" y="612"/>
                  </a:lnTo>
                  <a:lnTo>
                    <a:pt x="1156" y="615"/>
                  </a:lnTo>
                  <a:lnTo>
                    <a:pt x="1156" y="618"/>
                  </a:lnTo>
                  <a:lnTo>
                    <a:pt x="1157" y="623"/>
                  </a:lnTo>
                  <a:lnTo>
                    <a:pt x="1160" y="629"/>
                  </a:lnTo>
                  <a:lnTo>
                    <a:pt x="1162" y="635"/>
                  </a:lnTo>
                  <a:lnTo>
                    <a:pt x="1164" y="641"/>
                  </a:lnTo>
                  <a:lnTo>
                    <a:pt x="1164" y="648"/>
                  </a:lnTo>
                  <a:lnTo>
                    <a:pt x="1164" y="648"/>
                  </a:lnTo>
                  <a:lnTo>
                    <a:pt x="1164" y="651"/>
                  </a:lnTo>
                  <a:lnTo>
                    <a:pt x="1161" y="654"/>
                  </a:lnTo>
                  <a:lnTo>
                    <a:pt x="1159" y="655"/>
                  </a:lnTo>
                  <a:lnTo>
                    <a:pt x="1153" y="657"/>
                  </a:lnTo>
                  <a:lnTo>
                    <a:pt x="1150" y="657"/>
                  </a:lnTo>
                  <a:lnTo>
                    <a:pt x="1145" y="655"/>
                  </a:lnTo>
                  <a:lnTo>
                    <a:pt x="1139" y="654"/>
                  </a:lnTo>
                  <a:lnTo>
                    <a:pt x="1136" y="651"/>
                  </a:lnTo>
                  <a:lnTo>
                    <a:pt x="1132" y="649"/>
                  </a:lnTo>
                  <a:lnTo>
                    <a:pt x="1128" y="645"/>
                  </a:lnTo>
                  <a:lnTo>
                    <a:pt x="1125" y="643"/>
                  </a:lnTo>
                  <a:lnTo>
                    <a:pt x="1124" y="640"/>
                  </a:lnTo>
                  <a:lnTo>
                    <a:pt x="1124" y="636"/>
                  </a:lnTo>
                  <a:lnTo>
                    <a:pt x="1124" y="625"/>
                  </a:lnTo>
                  <a:lnTo>
                    <a:pt x="1124" y="617"/>
                  </a:lnTo>
                  <a:lnTo>
                    <a:pt x="1123" y="615"/>
                  </a:lnTo>
                  <a:lnTo>
                    <a:pt x="1118" y="615"/>
                  </a:lnTo>
                  <a:lnTo>
                    <a:pt x="1110" y="615"/>
                  </a:lnTo>
                  <a:lnTo>
                    <a:pt x="1104" y="613"/>
                  </a:lnTo>
                  <a:lnTo>
                    <a:pt x="1100" y="612"/>
                  </a:lnTo>
                  <a:lnTo>
                    <a:pt x="1100" y="606"/>
                  </a:lnTo>
                  <a:lnTo>
                    <a:pt x="1099" y="594"/>
                  </a:lnTo>
                  <a:lnTo>
                    <a:pt x="1096" y="579"/>
                  </a:lnTo>
                  <a:lnTo>
                    <a:pt x="1095" y="562"/>
                  </a:lnTo>
                  <a:lnTo>
                    <a:pt x="1092" y="546"/>
                  </a:lnTo>
                  <a:lnTo>
                    <a:pt x="1091" y="533"/>
                  </a:lnTo>
                  <a:lnTo>
                    <a:pt x="1090" y="519"/>
                  </a:lnTo>
                  <a:lnTo>
                    <a:pt x="1088" y="501"/>
                  </a:lnTo>
                  <a:lnTo>
                    <a:pt x="1087" y="481"/>
                  </a:lnTo>
                  <a:lnTo>
                    <a:pt x="1086" y="462"/>
                  </a:lnTo>
                  <a:lnTo>
                    <a:pt x="1083" y="444"/>
                  </a:lnTo>
                  <a:lnTo>
                    <a:pt x="1082" y="431"/>
                  </a:lnTo>
                  <a:lnTo>
                    <a:pt x="1078" y="415"/>
                  </a:lnTo>
                  <a:lnTo>
                    <a:pt x="1077" y="397"/>
                  </a:lnTo>
                  <a:lnTo>
                    <a:pt x="1073" y="375"/>
                  </a:lnTo>
                  <a:lnTo>
                    <a:pt x="1068" y="350"/>
                  </a:lnTo>
                  <a:lnTo>
                    <a:pt x="1063" y="327"/>
                  </a:lnTo>
                  <a:lnTo>
                    <a:pt x="1057" y="308"/>
                  </a:lnTo>
                  <a:lnTo>
                    <a:pt x="1050" y="290"/>
                  </a:lnTo>
                  <a:lnTo>
                    <a:pt x="1046" y="278"/>
                  </a:lnTo>
                  <a:lnTo>
                    <a:pt x="1043" y="272"/>
                  </a:lnTo>
                  <a:lnTo>
                    <a:pt x="1040" y="271"/>
                  </a:lnTo>
                  <a:lnTo>
                    <a:pt x="1036" y="276"/>
                  </a:lnTo>
                  <a:lnTo>
                    <a:pt x="1034" y="284"/>
                  </a:lnTo>
                  <a:lnTo>
                    <a:pt x="1032" y="294"/>
                  </a:lnTo>
                  <a:lnTo>
                    <a:pt x="1029" y="306"/>
                  </a:lnTo>
                  <a:lnTo>
                    <a:pt x="1025" y="324"/>
                  </a:lnTo>
                  <a:lnTo>
                    <a:pt x="1020" y="345"/>
                  </a:lnTo>
                  <a:lnTo>
                    <a:pt x="1016" y="368"/>
                  </a:lnTo>
                  <a:lnTo>
                    <a:pt x="1012" y="388"/>
                  </a:lnTo>
                  <a:lnTo>
                    <a:pt x="1010" y="411"/>
                  </a:lnTo>
                  <a:lnTo>
                    <a:pt x="1007" y="431"/>
                  </a:lnTo>
                  <a:lnTo>
                    <a:pt x="1004" y="448"/>
                  </a:lnTo>
                  <a:lnTo>
                    <a:pt x="1002" y="458"/>
                  </a:lnTo>
                  <a:lnTo>
                    <a:pt x="1001" y="462"/>
                  </a:lnTo>
                  <a:lnTo>
                    <a:pt x="999" y="471"/>
                  </a:lnTo>
                  <a:lnTo>
                    <a:pt x="998" y="483"/>
                  </a:lnTo>
                  <a:lnTo>
                    <a:pt x="996" y="500"/>
                  </a:lnTo>
                  <a:lnTo>
                    <a:pt x="994" y="516"/>
                  </a:lnTo>
                  <a:lnTo>
                    <a:pt x="993" y="533"/>
                  </a:lnTo>
                  <a:lnTo>
                    <a:pt x="993" y="553"/>
                  </a:lnTo>
                  <a:lnTo>
                    <a:pt x="992" y="573"/>
                  </a:lnTo>
                  <a:lnTo>
                    <a:pt x="990" y="589"/>
                  </a:lnTo>
                  <a:lnTo>
                    <a:pt x="989" y="603"/>
                  </a:lnTo>
                  <a:lnTo>
                    <a:pt x="989" y="611"/>
                  </a:lnTo>
                  <a:lnTo>
                    <a:pt x="989" y="613"/>
                  </a:lnTo>
                  <a:lnTo>
                    <a:pt x="988" y="615"/>
                  </a:lnTo>
                  <a:lnTo>
                    <a:pt x="987" y="616"/>
                  </a:lnTo>
                  <a:lnTo>
                    <a:pt x="985" y="616"/>
                  </a:lnTo>
                  <a:lnTo>
                    <a:pt x="984" y="616"/>
                  </a:lnTo>
                  <a:lnTo>
                    <a:pt x="980" y="615"/>
                  </a:lnTo>
                  <a:lnTo>
                    <a:pt x="978" y="615"/>
                  </a:lnTo>
                  <a:lnTo>
                    <a:pt x="975" y="615"/>
                  </a:lnTo>
                  <a:lnTo>
                    <a:pt x="974" y="615"/>
                  </a:lnTo>
                  <a:lnTo>
                    <a:pt x="974" y="617"/>
                  </a:lnTo>
                  <a:lnTo>
                    <a:pt x="974" y="623"/>
                  </a:lnTo>
                  <a:lnTo>
                    <a:pt x="974" y="631"/>
                  </a:lnTo>
                  <a:lnTo>
                    <a:pt x="973" y="637"/>
                  </a:lnTo>
                  <a:lnTo>
                    <a:pt x="971" y="637"/>
                  </a:lnTo>
                  <a:lnTo>
                    <a:pt x="966" y="645"/>
                  </a:lnTo>
                  <a:lnTo>
                    <a:pt x="957" y="650"/>
                  </a:lnTo>
                  <a:lnTo>
                    <a:pt x="946" y="654"/>
                  </a:lnTo>
                  <a:lnTo>
                    <a:pt x="941" y="654"/>
                  </a:lnTo>
                  <a:lnTo>
                    <a:pt x="936" y="654"/>
                  </a:lnTo>
                  <a:lnTo>
                    <a:pt x="933" y="653"/>
                  </a:lnTo>
                  <a:lnTo>
                    <a:pt x="932" y="650"/>
                  </a:lnTo>
                  <a:lnTo>
                    <a:pt x="932" y="649"/>
                  </a:lnTo>
                  <a:lnTo>
                    <a:pt x="932" y="648"/>
                  </a:lnTo>
                  <a:lnTo>
                    <a:pt x="933" y="637"/>
                  </a:lnTo>
                  <a:lnTo>
                    <a:pt x="938" y="626"/>
                  </a:lnTo>
                  <a:lnTo>
                    <a:pt x="941" y="621"/>
                  </a:lnTo>
                  <a:lnTo>
                    <a:pt x="941" y="617"/>
                  </a:lnTo>
                  <a:lnTo>
                    <a:pt x="941" y="613"/>
                  </a:lnTo>
                  <a:lnTo>
                    <a:pt x="939" y="611"/>
                  </a:lnTo>
                  <a:lnTo>
                    <a:pt x="938" y="611"/>
                  </a:lnTo>
                  <a:lnTo>
                    <a:pt x="937" y="611"/>
                  </a:lnTo>
                  <a:lnTo>
                    <a:pt x="934" y="609"/>
                  </a:lnTo>
                  <a:lnTo>
                    <a:pt x="932" y="609"/>
                  </a:lnTo>
                  <a:lnTo>
                    <a:pt x="932" y="609"/>
                  </a:lnTo>
                  <a:lnTo>
                    <a:pt x="932" y="606"/>
                  </a:lnTo>
                  <a:lnTo>
                    <a:pt x="932" y="595"/>
                  </a:lnTo>
                  <a:lnTo>
                    <a:pt x="932" y="581"/>
                  </a:lnTo>
                  <a:lnTo>
                    <a:pt x="932" y="565"/>
                  </a:lnTo>
                  <a:lnTo>
                    <a:pt x="934" y="546"/>
                  </a:lnTo>
                  <a:lnTo>
                    <a:pt x="936" y="530"/>
                  </a:lnTo>
                  <a:lnTo>
                    <a:pt x="938" y="511"/>
                  </a:lnTo>
                  <a:lnTo>
                    <a:pt x="939" y="491"/>
                  </a:lnTo>
                  <a:lnTo>
                    <a:pt x="942" y="471"/>
                  </a:lnTo>
                  <a:lnTo>
                    <a:pt x="945" y="452"/>
                  </a:lnTo>
                  <a:lnTo>
                    <a:pt x="946" y="435"/>
                  </a:lnTo>
                  <a:lnTo>
                    <a:pt x="947" y="425"/>
                  </a:lnTo>
                  <a:lnTo>
                    <a:pt x="948" y="417"/>
                  </a:lnTo>
                  <a:lnTo>
                    <a:pt x="951" y="410"/>
                  </a:lnTo>
                  <a:lnTo>
                    <a:pt x="952" y="399"/>
                  </a:lnTo>
                  <a:lnTo>
                    <a:pt x="953" y="385"/>
                  </a:lnTo>
                  <a:lnTo>
                    <a:pt x="955" y="368"/>
                  </a:lnTo>
                  <a:lnTo>
                    <a:pt x="956" y="343"/>
                  </a:lnTo>
                  <a:lnTo>
                    <a:pt x="955" y="319"/>
                  </a:lnTo>
                  <a:lnTo>
                    <a:pt x="955" y="300"/>
                  </a:lnTo>
                  <a:lnTo>
                    <a:pt x="953" y="286"/>
                  </a:lnTo>
                  <a:lnTo>
                    <a:pt x="953" y="273"/>
                  </a:lnTo>
                  <a:lnTo>
                    <a:pt x="955" y="262"/>
                  </a:lnTo>
                  <a:lnTo>
                    <a:pt x="956" y="249"/>
                  </a:lnTo>
                  <a:lnTo>
                    <a:pt x="960" y="230"/>
                  </a:lnTo>
                  <a:lnTo>
                    <a:pt x="964" y="215"/>
                  </a:lnTo>
                  <a:lnTo>
                    <a:pt x="968" y="202"/>
                  </a:lnTo>
                  <a:close/>
                  <a:moveTo>
                    <a:pt x="1362" y="191"/>
                  </a:moveTo>
                  <a:lnTo>
                    <a:pt x="1361" y="192"/>
                  </a:lnTo>
                  <a:lnTo>
                    <a:pt x="1355" y="198"/>
                  </a:lnTo>
                  <a:lnTo>
                    <a:pt x="1350" y="207"/>
                  </a:lnTo>
                  <a:lnTo>
                    <a:pt x="1346" y="215"/>
                  </a:lnTo>
                  <a:lnTo>
                    <a:pt x="1343" y="221"/>
                  </a:lnTo>
                  <a:lnTo>
                    <a:pt x="1343" y="224"/>
                  </a:lnTo>
                  <a:lnTo>
                    <a:pt x="1353" y="222"/>
                  </a:lnTo>
                  <a:lnTo>
                    <a:pt x="1355" y="215"/>
                  </a:lnTo>
                  <a:lnTo>
                    <a:pt x="1357" y="206"/>
                  </a:lnTo>
                  <a:lnTo>
                    <a:pt x="1361" y="199"/>
                  </a:lnTo>
                  <a:lnTo>
                    <a:pt x="1365" y="193"/>
                  </a:lnTo>
                  <a:lnTo>
                    <a:pt x="1366" y="192"/>
                  </a:lnTo>
                  <a:lnTo>
                    <a:pt x="1366" y="192"/>
                  </a:lnTo>
                  <a:lnTo>
                    <a:pt x="1365" y="191"/>
                  </a:lnTo>
                  <a:lnTo>
                    <a:pt x="1362" y="191"/>
                  </a:lnTo>
                  <a:close/>
                  <a:moveTo>
                    <a:pt x="3083" y="182"/>
                  </a:moveTo>
                  <a:lnTo>
                    <a:pt x="3194" y="182"/>
                  </a:lnTo>
                  <a:lnTo>
                    <a:pt x="3194" y="192"/>
                  </a:lnTo>
                  <a:lnTo>
                    <a:pt x="3083" y="192"/>
                  </a:lnTo>
                  <a:lnTo>
                    <a:pt x="3083" y="182"/>
                  </a:lnTo>
                  <a:close/>
                  <a:moveTo>
                    <a:pt x="238" y="174"/>
                  </a:moveTo>
                  <a:lnTo>
                    <a:pt x="238" y="174"/>
                  </a:lnTo>
                  <a:lnTo>
                    <a:pt x="242" y="174"/>
                  </a:lnTo>
                  <a:lnTo>
                    <a:pt x="244" y="177"/>
                  </a:lnTo>
                  <a:lnTo>
                    <a:pt x="245" y="179"/>
                  </a:lnTo>
                  <a:lnTo>
                    <a:pt x="247" y="182"/>
                  </a:lnTo>
                  <a:lnTo>
                    <a:pt x="245" y="185"/>
                  </a:lnTo>
                  <a:lnTo>
                    <a:pt x="244" y="188"/>
                  </a:lnTo>
                  <a:lnTo>
                    <a:pt x="242" y="189"/>
                  </a:lnTo>
                  <a:lnTo>
                    <a:pt x="238" y="191"/>
                  </a:lnTo>
                  <a:lnTo>
                    <a:pt x="235" y="189"/>
                  </a:lnTo>
                  <a:lnTo>
                    <a:pt x="233" y="188"/>
                  </a:lnTo>
                  <a:lnTo>
                    <a:pt x="230" y="185"/>
                  </a:lnTo>
                  <a:lnTo>
                    <a:pt x="230" y="183"/>
                  </a:lnTo>
                  <a:lnTo>
                    <a:pt x="230" y="179"/>
                  </a:lnTo>
                  <a:lnTo>
                    <a:pt x="233" y="177"/>
                  </a:lnTo>
                  <a:lnTo>
                    <a:pt x="235" y="174"/>
                  </a:lnTo>
                  <a:lnTo>
                    <a:pt x="238" y="174"/>
                  </a:lnTo>
                  <a:close/>
                  <a:moveTo>
                    <a:pt x="3083" y="156"/>
                  </a:moveTo>
                  <a:lnTo>
                    <a:pt x="3194" y="156"/>
                  </a:lnTo>
                  <a:lnTo>
                    <a:pt x="3194" y="166"/>
                  </a:lnTo>
                  <a:lnTo>
                    <a:pt x="3083" y="166"/>
                  </a:lnTo>
                  <a:lnTo>
                    <a:pt x="3083" y="156"/>
                  </a:lnTo>
                  <a:close/>
                  <a:moveTo>
                    <a:pt x="596" y="155"/>
                  </a:moveTo>
                  <a:lnTo>
                    <a:pt x="596" y="156"/>
                  </a:lnTo>
                  <a:lnTo>
                    <a:pt x="596" y="160"/>
                  </a:lnTo>
                  <a:lnTo>
                    <a:pt x="594" y="164"/>
                  </a:lnTo>
                  <a:lnTo>
                    <a:pt x="594" y="169"/>
                  </a:lnTo>
                  <a:lnTo>
                    <a:pt x="594" y="174"/>
                  </a:lnTo>
                  <a:lnTo>
                    <a:pt x="594" y="179"/>
                  </a:lnTo>
                  <a:lnTo>
                    <a:pt x="594" y="183"/>
                  </a:lnTo>
                  <a:lnTo>
                    <a:pt x="594" y="187"/>
                  </a:lnTo>
                  <a:lnTo>
                    <a:pt x="594" y="188"/>
                  </a:lnTo>
                  <a:lnTo>
                    <a:pt x="594" y="188"/>
                  </a:lnTo>
                  <a:lnTo>
                    <a:pt x="594" y="189"/>
                  </a:lnTo>
                  <a:lnTo>
                    <a:pt x="596" y="192"/>
                  </a:lnTo>
                  <a:lnTo>
                    <a:pt x="596" y="194"/>
                  </a:lnTo>
                  <a:lnTo>
                    <a:pt x="596" y="197"/>
                  </a:lnTo>
                  <a:lnTo>
                    <a:pt x="597" y="198"/>
                  </a:lnTo>
                  <a:lnTo>
                    <a:pt x="597" y="198"/>
                  </a:lnTo>
                  <a:lnTo>
                    <a:pt x="597" y="197"/>
                  </a:lnTo>
                  <a:lnTo>
                    <a:pt x="598" y="191"/>
                  </a:lnTo>
                  <a:lnTo>
                    <a:pt x="598" y="183"/>
                  </a:lnTo>
                  <a:lnTo>
                    <a:pt x="598" y="177"/>
                  </a:lnTo>
                  <a:lnTo>
                    <a:pt x="598" y="169"/>
                  </a:lnTo>
                  <a:lnTo>
                    <a:pt x="597" y="161"/>
                  </a:lnTo>
                  <a:lnTo>
                    <a:pt x="597" y="159"/>
                  </a:lnTo>
                  <a:lnTo>
                    <a:pt x="597" y="159"/>
                  </a:lnTo>
                  <a:lnTo>
                    <a:pt x="597" y="157"/>
                  </a:lnTo>
                  <a:lnTo>
                    <a:pt x="597" y="156"/>
                  </a:lnTo>
                  <a:lnTo>
                    <a:pt x="596" y="155"/>
                  </a:lnTo>
                  <a:lnTo>
                    <a:pt x="596" y="155"/>
                  </a:lnTo>
                  <a:close/>
                  <a:moveTo>
                    <a:pt x="771" y="152"/>
                  </a:moveTo>
                  <a:lnTo>
                    <a:pt x="770" y="157"/>
                  </a:lnTo>
                  <a:lnTo>
                    <a:pt x="770" y="168"/>
                  </a:lnTo>
                  <a:lnTo>
                    <a:pt x="770" y="182"/>
                  </a:lnTo>
                  <a:lnTo>
                    <a:pt x="770" y="193"/>
                  </a:lnTo>
                  <a:lnTo>
                    <a:pt x="770" y="201"/>
                  </a:lnTo>
                  <a:lnTo>
                    <a:pt x="770" y="203"/>
                  </a:lnTo>
                  <a:lnTo>
                    <a:pt x="770" y="206"/>
                  </a:lnTo>
                  <a:lnTo>
                    <a:pt x="770" y="207"/>
                  </a:lnTo>
                  <a:lnTo>
                    <a:pt x="771" y="207"/>
                  </a:lnTo>
                  <a:lnTo>
                    <a:pt x="773" y="205"/>
                  </a:lnTo>
                  <a:lnTo>
                    <a:pt x="774" y="202"/>
                  </a:lnTo>
                  <a:lnTo>
                    <a:pt x="776" y="192"/>
                  </a:lnTo>
                  <a:lnTo>
                    <a:pt x="776" y="182"/>
                  </a:lnTo>
                  <a:lnTo>
                    <a:pt x="776" y="174"/>
                  </a:lnTo>
                  <a:lnTo>
                    <a:pt x="776" y="171"/>
                  </a:lnTo>
                  <a:lnTo>
                    <a:pt x="776" y="169"/>
                  </a:lnTo>
                  <a:lnTo>
                    <a:pt x="776" y="166"/>
                  </a:lnTo>
                  <a:lnTo>
                    <a:pt x="776" y="164"/>
                  </a:lnTo>
                  <a:lnTo>
                    <a:pt x="775" y="161"/>
                  </a:lnTo>
                  <a:lnTo>
                    <a:pt x="774" y="157"/>
                  </a:lnTo>
                  <a:lnTo>
                    <a:pt x="773" y="155"/>
                  </a:lnTo>
                  <a:lnTo>
                    <a:pt x="771" y="154"/>
                  </a:lnTo>
                  <a:lnTo>
                    <a:pt x="771" y="152"/>
                  </a:lnTo>
                  <a:close/>
                  <a:moveTo>
                    <a:pt x="105" y="135"/>
                  </a:moveTo>
                  <a:lnTo>
                    <a:pt x="119" y="138"/>
                  </a:lnTo>
                  <a:lnTo>
                    <a:pt x="132" y="146"/>
                  </a:lnTo>
                  <a:lnTo>
                    <a:pt x="142" y="159"/>
                  </a:lnTo>
                  <a:lnTo>
                    <a:pt x="149" y="174"/>
                  </a:lnTo>
                  <a:lnTo>
                    <a:pt x="151" y="192"/>
                  </a:lnTo>
                  <a:lnTo>
                    <a:pt x="149" y="210"/>
                  </a:lnTo>
                  <a:lnTo>
                    <a:pt x="142" y="226"/>
                  </a:lnTo>
                  <a:lnTo>
                    <a:pt x="132" y="238"/>
                  </a:lnTo>
                  <a:lnTo>
                    <a:pt x="119" y="247"/>
                  </a:lnTo>
                  <a:lnTo>
                    <a:pt x="105" y="249"/>
                  </a:lnTo>
                  <a:lnTo>
                    <a:pt x="90" y="247"/>
                  </a:lnTo>
                  <a:lnTo>
                    <a:pt x="77" y="238"/>
                  </a:lnTo>
                  <a:lnTo>
                    <a:pt x="67" y="226"/>
                  </a:lnTo>
                  <a:lnTo>
                    <a:pt x="61" y="210"/>
                  </a:lnTo>
                  <a:lnTo>
                    <a:pt x="58" y="192"/>
                  </a:lnTo>
                  <a:lnTo>
                    <a:pt x="61" y="174"/>
                  </a:lnTo>
                  <a:lnTo>
                    <a:pt x="67" y="159"/>
                  </a:lnTo>
                  <a:lnTo>
                    <a:pt x="77" y="146"/>
                  </a:lnTo>
                  <a:lnTo>
                    <a:pt x="90" y="138"/>
                  </a:lnTo>
                  <a:lnTo>
                    <a:pt x="105" y="135"/>
                  </a:lnTo>
                  <a:close/>
                  <a:moveTo>
                    <a:pt x="2326" y="122"/>
                  </a:moveTo>
                  <a:lnTo>
                    <a:pt x="2325" y="122"/>
                  </a:lnTo>
                  <a:lnTo>
                    <a:pt x="2324" y="123"/>
                  </a:lnTo>
                  <a:lnTo>
                    <a:pt x="2321" y="126"/>
                  </a:lnTo>
                  <a:lnTo>
                    <a:pt x="2319" y="128"/>
                  </a:lnTo>
                  <a:lnTo>
                    <a:pt x="2316" y="132"/>
                  </a:lnTo>
                  <a:lnTo>
                    <a:pt x="2314" y="135"/>
                  </a:lnTo>
                  <a:lnTo>
                    <a:pt x="2312" y="136"/>
                  </a:lnTo>
                  <a:lnTo>
                    <a:pt x="2311" y="137"/>
                  </a:lnTo>
                  <a:lnTo>
                    <a:pt x="2311" y="137"/>
                  </a:lnTo>
                  <a:lnTo>
                    <a:pt x="2292" y="157"/>
                  </a:lnTo>
                  <a:lnTo>
                    <a:pt x="2291" y="159"/>
                  </a:lnTo>
                  <a:lnTo>
                    <a:pt x="2291" y="160"/>
                  </a:lnTo>
                  <a:lnTo>
                    <a:pt x="2290" y="161"/>
                  </a:lnTo>
                  <a:lnTo>
                    <a:pt x="2288" y="164"/>
                  </a:lnTo>
                  <a:lnTo>
                    <a:pt x="2288" y="166"/>
                  </a:lnTo>
                  <a:lnTo>
                    <a:pt x="2288" y="169"/>
                  </a:lnTo>
                  <a:lnTo>
                    <a:pt x="2288" y="171"/>
                  </a:lnTo>
                  <a:lnTo>
                    <a:pt x="2288" y="175"/>
                  </a:lnTo>
                  <a:lnTo>
                    <a:pt x="2290" y="179"/>
                  </a:lnTo>
                  <a:lnTo>
                    <a:pt x="2290" y="180"/>
                  </a:lnTo>
                  <a:lnTo>
                    <a:pt x="2290" y="182"/>
                  </a:lnTo>
                  <a:lnTo>
                    <a:pt x="2291" y="185"/>
                  </a:lnTo>
                  <a:lnTo>
                    <a:pt x="2292" y="193"/>
                  </a:lnTo>
                  <a:lnTo>
                    <a:pt x="2293" y="205"/>
                  </a:lnTo>
                  <a:lnTo>
                    <a:pt x="2296" y="215"/>
                  </a:lnTo>
                  <a:lnTo>
                    <a:pt x="2300" y="222"/>
                  </a:lnTo>
                  <a:lnTo>
                    <a:pt x="2302" y="227"/>
                  </a:lnTo>
                  <a:lnTo>
                    <a:pt x="2304" y="230"/>
                  </a:lnTo>
                  <a:lnTo>
                    <a:pt x="2305" y="233"/>
                  </a:lnTo>
                  <a:lnTo>
                    <a:pt x="2306" y="234"/>
                  </a:lnTo>
                  <a:lnTo>
                    <a:pt x="2307" y="234"/>
                  </a:lnTo>
                  <a:lnTo>
                    <a:pt x="2310" y="234"/>
                  </a:lnTo>
                  <a:lnTo>
                    <a:pt x="2312" y="231"/>
                  </a:lnTo>
                  <a:lnTo>
                    <a:pt x="2315" y="229"/>
                  </a:lnTo>
                  <a:lnTo>
                    <a:pt x="2318" y="225"/>
                  </a:lnTo>
                  <a:lnTo>
                    <a:pt x="2319" y="221"/>
                  </a:lnTo>
                  <a:lnTo>
                    <a:pt x="2319" y="220"/>
                  </a:lnTo>
                  <a:lnTo>
                    <a:pt x="2321" y="215"/>
                  </a:lnTo>
                  <a:lnTo>
                    <a:pt x="2324" y="207"/>
                  </a:lnTo>
                  <a:lnTo>
                    <a:pt x="2325" y="201"/>
                  </a:lnTo>
                  <a:lnTo>
                    <a:pt x="2328" y="196"/>
                  </a:lnTo>
                  <a:lnTo>
                    <a:pt x="2329" y="192"/>
                  </a:lnTo>
                  <a:lnTo>
                    <a:pt x="2332" y="183"/>
                  </a:lnTo>
                  <a:lnTo>
                    <a:pt x="2334" y="175"/>
                  </a:lnTo>
                  <a:lnTo>
                    <a:pt x="2335" y="169"/>
                  </a:lnTo>
                  <a:lnTo>
                    <a:pt x="2337" y="166"/>
                  </a:lnTo>
                  <a:lnTo>
                    <a:pt x="2338" y="164"/>
                  </a:lnTo>
                  <a:lnTo>
                    <a:pt x="2339" y="161"/>
                  </a:lnTo>
                  <a:lnTo>
                    <a:pt x="2339" y="157"/>
                  </a:lnTo>
                  <a:lnTo>
                    <a:pt x="2338" y="155"/>
                  </a:lnTo>
                  <a:lnTo>
                    <a:pt x="2337" y="150"/>
                  </a:lnTo>
                  <a:lnTo>
                    <a:pt x="2334" y="145"/>
                  </a:lnTo>
                  <a:lnTo>
                    <a:pt x="2333" y="141"/>
                  </a:lnTo>
                  <a:lnTo>
                    <a:pt x="2332" y="137"/>
                  </a:lnTo>
                  <a:lnTo>
                    <a:pt x="2332" y="133"/>
                  </a:lnTo>
                  <a:lnTo>
                    <a:pt x="2330" y="131"/>
                  </a:lnTo>
                  <a:lnTo>
                    <a:pt x="2329" y="127"/>
                  </a:lnTo>
                  <a:lnTo>
                    <a:pt x="2328" y="126"/>
                  </a:lnTo>
                  <a:lnTo>
                    <a:pt x="2328" y="124"/>
                  </a:lnTo>
                  <a:lnTo>
                    <a:pt x="2326" y="123"/>
                  </a:lnTo>
                  <a:lnTo>
                    <a:pt x="2326" y="122"/>
                  </a:lnTo>
                  <a:close/>
                  <a:moveTo>
                    <a:pt x="3072" y="110"/>
                  </a:moveTo>
                  <a:lnTo>
                    <a:pt x="3088" y="110"/>
                  </a:lnTo>
                  <a:lnTo>
                    <a:pt x="3088" y="119"/>
                  </a:lnTo>
                  <a:lnTo>
                    <a:pt x="3082" y="119"/>
                  </a:lnTo>
                  <a:lnTo>
                    <a:pt x="3078" y="121"/>
                  </a:lnTo>
                  <a:lnTo>
                    <a:pt x="3073" y="122"/>
                  </a:lnTo>
                  <a:lnTo>
                    <a:pt x="3070" y="126"/>
                  </a:lnTo>
                  <a:lnTo>
                    <a:pt x="3068" y="129"/>
                  </a:lnTo>
                  <a:lnTo>
                    <a:pt x="3068" y="133"/>
                  </a:lnTo>
                  <a:lnTo>
                    <a:pt x="3068" y="226"/>
                  </a:lnTo>
                  <a:lnTo>
                    <a:pt x="3068" y="230"/>
                  </a:lnTo>
                  <a:lnTo>
                    <a:pt x="3070" y="234"/>
                  </a:lnTo>
                  <a:lnTo>
                    <a:pt x="3073" y="238"/>
                  </a:lnTo>
                  <a:lnTo>
                    <a:pt x="3078" y="239"/>
                  </a:lnTo>
                  <a:lnTo>
                    <a:pt x="3082" y="240"/>
                  </a:lnTo>
                  <a:lnTo>
                    <a:pt x="3105" y="239"/>
                  </a:lnTo>
                  <a:lnTo>
                    <a:pt x="3109" y="240"/>
                  </a:lnTo>
                  <a:lnTo>
                    <a:pt x="3111" y="241"/>
                  </a:lnTo>
                  <a:lnTo>
                    <a:pt x="3112" y="244"/>
                  </a:lnTo>
                  <a:lnTo>
                    <a:pt x="3112" y="247"/>
                  </a:lnTo>
                  <a:lnTo>
                    <a:pt x="3114" y="272"/>
                  </a:lnTo>
                  <a:lnTo>
                    <a:pt x="3115" y="277"/>
                  </a:lnTo>
                  <a:lnTo>
                    <a:pt x="3116" y="281"/>
                  </a:lnTo>
                  <a:lnTo>
                    <a:pt x="3120" y="284"/>
                  </a:lnTo>
                  <a:lnTo>
                    <a:pt x="3124" y="286"/>
                  </a:lnTo>
                  <a:lnTo>
                    <a:pt x="3128" y="286"/>
                  </a:lnTo>
                  <a:lnTo>
                    <a:pt x="3193" y="286"/>
                  </a:lnTo>
                  <a:lnTo>
                    <a:pt x="3198" y="286"/>
                  </a:lnTo>
                  <a:lnTo>
                    <a:pt x="3201" y="284"/>
                  </a:lnTo>
                  <a:lnTo>
                    <a:pt x="3204" y="281"/>
                  </a:lnTo>
                  <a:lnTo>
                    <a:pt x="3207" y="276"/>
                  </a:lnTo>
                  <a:lnTo>
                    <a:pt x="3207" y="272"/>
                  </a:lnTo>
                  <a:lnTo>
                    <a:pt x="3207" y="133"/>
                  </a:lnTo>
                  <a:lnTo>
                    <a:pt x="3207" y="129"/>
                  </a:lnTo>
                  <a:lnTo>
                    <a:pt x="3204" y="126"/>
                  </a:lnTo>
                  <a:lnTo>
                    <a:pt x="3201" y="122"/>
                  </a:lnTo>
                  <a:lnTo>
                    <a:pt x="3198" y="121"/>
                  </a:lnTo>
                  <a:lnTo>
                    <a:pt x="3193" y="119"/>
                  </a:lnTo>
                  <a:lnTo>
                    <a:pt x="3184" y="119"/>
                  </a:lnTo>
                  <a:lnTo>
                    <a:pt x="3184" y="115"/>
                  </a:lnTo>
                  <a:lnTo>
                    <a:pt x="3184" y="110"/>
                  </a:lnTo>
                  <a:lnTo>
                    <a:pt x="3203" y="110"/>
                  </a:lnTo>
                  <a:lnTo>
                    <a:pt x="3209" y="110"/>
                  </a:lnTo>
                  <a:lnTo>
                    <a:pt x="3214" y="113"/>
                  </a:lnTo>
                  <a:lnTo>
                    <a:pt x="3218" y="118"/>
                  </a:lnTo>
                  <a:lnTo>
                    <a:pt x="3222" y="123"/>
                  </a:lnTo>
                  <a:lnTo>
                    <a:pt x="3222" y="128"/>
                  </a:lnTo>
                  <a:lnTo>
                    <a:pt x="3222" y="286"/>
                  </a:lnTo>
                  <a:lnTo>
                    <a:pt x="3222" y="291"/>
                  </a:lnTo>
                  <a:lnTo>
                    <a:pt x="3218" y="296"/>
                  </a:lnTo>
                  <a:lnTo>
                    <a:pt x="3214" y="300"/>
                  </a:lnTo>
                  <a:lnTo>
                    <a:pt x="3209" y="303"/>
                  </a:lnTo>
                  <a:lnTo>
                    <a:pt x="3203" y="304"/>
                  </a:lnTo>
                  <a:lnTo>
                    <a:pt x="3072" y="304"/>
                  </a:lnTo>
                  <a:lnTo>
                    <a:pt x="3066" y="303"/>
                  </a:lnTo>
                  <a:lnTo>
                    <a:pt x="3060" y="300"/>
                  </a:lnTo>
                  <a:lnTo>
                    <a:pt x="3056" y="296"/>
                  </a:lnTo>
                  <a:lnTo>
                    <a:pt x="3054" y="291"/>
                  </a:lnTo>
                  <a:lnTo>
                    <a:pt x="3052" y="286"/>
                  </a:lnTo>
                  <a:lnTo>
                    <a:pt x="3052" y="128"/>
                  </a:lnTo>
                  <a:lnTo>
                    <a:pt x="3054" y="123"/>
                  </a:lnTo>
                  <a:lnTo>
                    <a:pt x="3056" y="118"/>
                  </a:lnTo>
                  <a:lnTo>
                    <a:pt x="3060" y="113"/>
                  </a:lnTo>
                  <a:lnTo>
                    <a:pt x="3066" y="110"/>
                  </a:lnTo>
                  <a:lnTo>
                    <a:pt x="3072" y="110"/>
                  </a:lnTo>
                  <a:close/>
                  <a:moveTo>
                    <a:pt x="1003" y="105"/>
                  </a:moveTo>
                  <a:lnTo>
                    <a:pt x="1001" y="108"/>
                  </a:lnTo>
                  <a:lnTo>
                    <a:pt x="999" y="114"/>
                  </a:lnTo>
                  <a:lnTo>
                    <a:pt x="997" y="122"/>
                  </a:lnTo>
                  <a:lnTo>
                    <a:pt x="996" y="127"/>
                  </a:lnTo>
                  <a:lnTo>
                    <a:pt x="994" y="129"/>
                  </a:lnTo>
                  <a:lnTo>
                    <a:pt x="993" y="133"/>
                  </a:lnTo>
                  <a:lnTo>
                    <a:pt x="993" y="137"/>
                  </a:lnTo>
                  <a:lnTo>
                    <a:pt x="993" y="140"/>
                  </a:lnTo>
                  <a:lnTo>
                    <a:pt x="993" y="143"/>
                  </a:lnTo>
                  <a:lnTo>
                    <a:pt x="993" y="145"/>
                  </a:lnTo>
                  <a:lnTo>
                    <a:pt x="994" y="146"/>
                  </a:lnTo>
                  <a:lnTo>
                    <a:pt x="996" y="146"/>
                  </a:lnTo>
                  <a:lnTo>
                    <a:pt x="999" y="146"/>
                  </a:lnTo>
                  <a:lnTo>
                    <a:pt x="1002" y="145"/>
                  </a:lnTo>
                  <a:lnTo>
                    <a:pt x="1006" y="145"/>
                  </a:lnTo>
                  <a:lnTo>
                    <a:pt x="1008" y="145"/>
                  </a:lnTo>
                  <a:lnTo>
                    <a:pt x="1011" y="145"/>
                  </a:lnTo>
                  <a:lnTo>
                    <a:pt x="1015" y="147"/>
                  </a:lnTo>
                  <a:lnTo>
                    <a:pt x="1018" y="147"/>
                  </a:lnTo>
                  <a:lnTo>
                    <a:pt x="1021" y="147"/>
                  </a:lnTo>
                  <a:lnTo>
                    <a:pt x="1022" y="147"/>
                  </a:lnTo>
                  <a:lnTo>
                    <a:pt x="1024" y="146"/>
                  </a:lnTo>
                  <a:lnTo>
                    <a:pt x="1025" y="143"/>
                  </a:lnTo>
                  <a:lnTo>
                    <a:pt x="1026" y="141"/>
                  </a:lnTo>
                  <a:lnTo>
                    <a:pt x="1027" y="138"/>
                  </a:lnTo>
                  <a:lnTo>
                    <a:pt x="1027" y="136"/>
                  </a:lnTo>
                  <a:lnTo>
                    <a:pt x="1027" y="131"/>
                  </a:lnTo>
                  <a:lnTo>
                    <a:pt x="1026" y="127"/>
                  </a:lnTo>
                  <a:lnTo>
                    <a:pt x="1026" y="122"/>
                  </a:lnTo>
                  <a:lnTo>
                    <a:pt x="1026" y="119"/>
                  </a:lnTo>
                  <a:lnTo>
                    <a:pt x="1025" y="117"/>
                  </a:lnTo>
                  <a:lnTo>
                    <a:pt x="1025" y="114"/>
                  </a:lnTo>
                  <a:lnTo>
                    <a:pt x="1024" y="113"/>
                  </a:lnTo>
                  <a:lnTo>
                    <a:pt x="1022" y="113"/>
                  </a:lnTo>
                  <a:lnTo>
                    <a:pt x="1020" y="113"/>
                  </a:lnTo>
                  <a:lnTo>
                    <a:pt x="1016" y="112"/>
                  </a:lnTo>
                  <a:lnTo>
                    <a:pt x="1013" y="110"/>
                  </a:lnTo>
                  <a:lnTo>
                    <a:pt x="1010" y="108"/>
                  </a:lnTo>
                  <a:lnTo>
                    <a:pt x="1006" y="107"/>
                  </a:lnTo>
                  <a:lnTo>
                    <a:pt x="1003" y="105"/>
                  </a:lnTo>
                  <a:close/>
                  <a:moveTo>
                    <a:pt x="2124" y="105"/>
                  </a:moveTo>
                  <a:lnTo>
                    <a:pt x="2124" y="108"/>
                  </a:lnTo>
                  <a:lnTo>
                    <a:pt x="2124" y="115"/>
                  </a:lnTo>
                  <a:lnTo>
                    <a:pt x="2123" y="124"/>
                  </a:lnTo>
                  <a:lnTo>
                    <a:pt x="2123" y="133"/>
                  </a:lnTo>
                  <a:lnTo>
                    <a:pt x="2121" y="140"/>
                  </a:lnTo>
                  <a:lnTo>
                    <a:pt x="2121" y="145"/>
                  </a:lnTo>
                  <a:lnTo>
                    <a:pt x="2121" y="154"/>
                  </a:lnTo>
                  <a:lnTo>
                    <a:pt x="2120" y="165"/>
                  </a:lnTo>
                  <a:lnTo>
                    <a:pt x="2119" y="175"/>
                  </a:lnTo>
                  <a:lnTo>
                    <a:pt x="2119" y="184"/>
                  </a:lnTo>
                  <a:lnTo>
                    <a:pt x="2119" y="187"/>
                  </a:lnTo>
                  <a:lnTo>
                    <a:pt x="2129" y="168"/>
                  </a:lnTo>
                  <a:lnTo>
                    <a:pt x="2129" y="166"/>
                  </a:lnTo>
                  <a:lnTo>
                    <a:pt x="2130" y="165"/>
                  </a:lnTo>
                  <a:lnTo>
                    <a:pt x="2132" y="164"/>
                  </a:lnTo>
                  <a:lnTo>
                    <a:pt x="2134" y="160"/>
                  </a:lnTo>
                  <a:lnTo>
                    <a:pt x="2135" y="156"/>
                  </a:lnTo>
                  <a:lnTo>
                    <a:pt x="2135" y="150"/>
                  </a:lnTo>
                  <a:lnTo>
                    <a:pt x="2135" y="135"/>
                  </a:lnTo>
                  <a:lnTo>
                    <a:pt x="2134" y="123"/>
                  </a:lnTo>
                  <a:lnTo>
                    <a:pt x="2133" y="121"/>
                  </a:lnTo>
                  <a:lnTo>
                    <a:pt x="2132" y="117"/>
                  </a:lnTo>
                  <a:lnTo>
                    <a:pt x="2129" y="114"/>
                  </a:lnTo>
                  <a:lnTo>
                    <a:pt x="2128" y="110"/>
                  </a:lnTo>
                  <a:lnTo>
                    <a:pt x="2125" y="108"/>
                  </a:lnTo>
                  <a:lnTo>
                    <a:pt x="2125" y="107"/>
                  </a:lnTo>
                  <a:lnTo>
                    <a:pt x="2124" y="105"/>
                  </a:lnTo>
                  <a:close/>
                  <a:moveTo>
                    <a:pt x="2628" y="105"/>
                  </a:moveTo>
                  <a:lnTo>
                    <a:pt x="2627" y="105"/>
                  </a:lnTo>
                  <a:lnTo>
                    <a:pt x="2626" y="108"/>
                  </a:lnTo>
                  <a:lnTo>
                    <a:pt x="2625" y="110"/>
                  </a:lnTo>
                  <a:lnTo>
                    <a:pt x="2623" y="114"/>
                  </a:lnTo>
                  <a:lnTo>
                    <a:pt x="2622" y="119"/>
                  </a:lnTo>
                  <a:lnTo>
                    <a:pt x="2621" y="128"/>
                  </a:lnTo>
                  <a:lnTo>
                    <a:pt x="2622" y="138"/>
                  </a:lnTo>
                  <a:lnTo>
                    <a:pt x="2623" y="149"/>
                  </a:lnTo>
                  <a:lnTo>
                    <a:pt x="2625" y="156"/>
                  </a:lnTo>
                  <a:lnTo>
                    <a:pt x="2625" y="159"/>
                  </a:lnTo>
                  <a:lnTo>
                    <a:pt x="2625" y="163"/>
                  </a:lnTo>
                  <a:lnTo>
                    <a:pt x="2626" y="164"/>
                  </a:lnTo>
                  <a:lnTo>
                    <a:pt x="2626" y="165"/>
                  </a:lnTo>
                  <a:lnTo>
                    <a:pt x="2626" y="164"/>
                  </a:lnTo>
                  <a:lnTo>
                    <a:pt x="2626" y="163"/>
                  </a:lnTo>
                  <a:lnTo>
                    <a:pt x="2627" y="159"/>
                  </a:lnTo>
                  <a:lnTo>
                    <a:pt x="2628" y="151"/>
                  </a:lnTo>
                  <a:lnTo>
                    <a:pt x="2630" y="140"/>
                  </a:lnTo>
                  <a:lnTo>
                    <a:pt x="2631" y="127"/>
                  </a:lnTo>
                  <a:lnTo>
                    <a:pt x="2631" y="114"/>
                  </a:lnTo>
                  <a:lnTo>
                    <a:pt x="2631" y="107"/>
                  </a:lnTo>
                  <a:lnTo>
                    <a:pt x="2630" y="105"/>
                  </a:lnTo>
                  <a:lnTo>
                    <a:pt x="2628" y="105"/>
                  </a:lnTo>
                  <a:close/>
                  <a:moveTo>
                    <a:pt x="3135" y="95"/>
                  </a:moveTo>
                  <a:lnTo>
                    <a:pt x="3133" y="96"/>
                  </a:lnTo>
                  <a:lnTo>
                    <a:pt x="3130" y="98"/>
                  </a:lnTo>
                  <a:lnTo>
                    <a:pt x="3129" y="101"/>
                  </a:lnTo>
                  <a:lnTo>
                    <a:pt x="3130" y="105"/>
                  </a:lnTo>
                  <a:lnTo>
                    <a:pt x="3133" y="108"/>
                  </a:lnTo>
                  <a:lnTo>
                    <a:pt x="3135" y="108"/>
                  </a:lnTo>
                  <a:lnTo>
                    <a:pt x="3139" y="108"/>
                  </a:lnTo>
                  <a:lnTo>
                    <a:pt x="3142" y="105"/>
                  </a:lnTo>
                  <a:lnTo>
                    <a:pt x="3143" y="101"/>
                  </a:lnTo>
                  <a:lnTo>
                    <a:pt x="3142" y="98"/>
                  </a:lnTo>
                  <a:lnTo>
                    <a:pt x="3139" y="96"/>
                  </a:lnTo>
                  <a:lnTo>
                    <a:pt x="3135" y="95"/>
                  </a:lnTo>
                  <a:close/>
                  <a:moveTo>
                    <a:pt x="243" y="90"/>
                  </a:moveTo>
                  <a:lnTo>
                    <a:pt x="256" y="91"/>
                  </a:lnTo>
                  <a:lnTo>
                    <a:pt x="264" y="98"/>
                  </a:lnTo>
                  <a:lnTo>
                    <a:pt x="270" y="105"/>
                  </a:lnTo>
                  <a:lnTo>
                    <a:pt x="271" y="114"/>
                  </a:lnTo>
                  <a:lnTo>
                    <a:pt x="271" y="114"/>
                  </a:lnTo>
                  <a:lnTo>
                    <a:pt x="268" y="124"/>
                  </a:lnTo>
                  <a:lnTo>
                    <a:pt x="262" y="135"/>
                  </a:lnTo>
                  <a:lnTo>
                    <a:pt x="252" y="142"/>
                  </a:lnTo>
                  <a:lnTo>
                    <a:pt x="239" y="149"/>
                  </a:lnTo>
                  <a:lnTo>
                    <a:pt x="238" y="150"/>
                  </a:lnTo>
                  <a:lnTo>
                    <a:pt x="238" y="151"/>
                  </a:lnTo>
                  <a:lnTo>
                    <a:pt x="238" y="155"/>
                  </a:lnTo>
                  <a:lnTo>
                    <a:pt x="238" y="160"/>
                  </a:lnTo>
                  <a:lnTo>
                    <a:pt x="239" y="164"/>
                  </a:lnTo>
                  <a:lnTo>
                    <a:pt x="238" y="165"/>
                  </a:lnTo>
                  <a:lnTo>
                    <a:pt x="238" y="166"/>
                  </a:lnTo>
                  <a:lnTo>
                    <a:pt x="236" y="166"/>
                  </a:lnTo>
                  <a:lnTo>
                    <a:pt x="236" y="166"/>
                  </a:lnTo>
                  <a:lnTo>
                    <a:pt x="235" y="164"/>
                  </a:lnTo>
                  <a:lnTo>
                    <a:pt x="234" y="160"/>
                  </a:lnTo>
                  <a:lnTo>
                    <a:pt x="231" y="157"/>
                  </a:lnTo>
                  <a:lnTo>
                    <a:pt x="230" y="154"/>
                  </a:lnTo>
                  <a:lnTo>
                    <a:pt x="230" y="151"/>
                  </a:lnTo>
                  <a:lnTo>
                    <a:pt x="230" y="150"/>
                  </a:lnTo>
                  <a:lnTo>
                    <a:pt x="230" y="147"/>
                  </a:lnTo>
                  <a:lnTo>
                    <a:pt x="231" y="146"/>
                  </a:lnTo>
                  <a:lnTo>
                    <a:pt x="242" y="137"/>
                  </a:lnTo>
                  <a:lnTo>
                    <a:pt x="247" y="127"/>
                  </a:lnTo>
                  <a:lnTo>
                    <a:pt x="249" y="115"/>
                  </a:lnTo>
                  <a:lnTo>
                    <a:pt x="249" y="112"/>
                  </a:lnTo>
                  <a:lnTo>
                    <a:pt x="247" y="107"/>
                  </a:lnTo>
                  <a:lnTo>
                    <a:pt x="244" y="104"/>
                  </a:lnTo>
                  <a:lnTo>
                    <a:pt x="242" y="100"/>
                  </a:lnTo>
                  <a:lnTo>
                    <a:pt x="238" y="99"/>
                  </a:lnTo>
                  <a:lnTo>
                    <a:pt x="233" y="98"/>
                  </a:lnTo>
                  <a:lnTo>
                    <a:pt x="228" y="99"/>
                  </a:lnTo>
                  <a:lnTo>
                    <a:pt x="222" y="100"/>
                  </a:lnTo>
                  <a:lnTo>
                    <a:pt x="219" y="104"/>
                  </a:lnTo>
                  <a:lnTo>
                    <a:pt x="215" y="108"/>
                  </a:lnTo>
                  <a:lnTo>
                    <a:pt x="215" y="108"/>
                  </a:lnTo>
                  <a:lnTo>
                    <a:pt x="213" y="108"/>
                  </a:lnTo>
                  <a:lnTo>
                    <a:pt x="213" y="107"/>
                  </a:lnTo>
                  <a:lnTo>
                    <a:pt x="213" y="105"/>
                  </a:lnTo>
                  <a:lnTo>
                    <a:pt x="219" y="98"/>
                  </a:lnTo>
                  <a:lnTo>
                    <a:pt x="229" y="93"/>
                  </a:lnTo>
                  <a:lnTo>
                    <a:pt x="243" y="90"/>
                  </a:lnTo>
                  <a:close/>
                  <a:moveTo>
                    <a:pt x="1057" y="89"/>
                  </a:moveTo>
                  <a:lnTo>
                    <a:pt x="1054" y="90"/>
                  </a:lnTo>
                  <a:lnTo>
                    <a:pt x="1053" y="91"/>
                  </a:lnTo>
                  <a:lnTo>
                    <a:pt x="1052" y="94"/>
                  </a:lnTo>
                  <a:lnTo>
                    <a:pt x="1053" y="99"/>
                  </a:lnTo>
                  <a:lnTo>
                    <a:pt x="1054" y="103"/>
                  </a:lnTo>
                  <a:lnTo>
                    <a:pt x="1055" y="107"/>
                  </a:lnTo>
                  <a:lnTo>
                    <a:pt x="1055" y="110"/>
                  </a:lnTo>
                  <a:lnTo>
                    <a:pt x="1055" y="113"/>
                  </a:lnTo>
                  <a:lnTo>
                    <a:pt x="1055" y="115"/>
                  </a:lnTo>
                  <a:lnTo>
                    <a:pt x="1054" y="115"/>
                  </a:lnTo>
                  <a:lnTo>
                    <a:pt x="1054" y="115"/>
                  </a:lnTo>
                  <a:lnTo>
                    <a:pt x="1054" y="117"/>
                  </a:lnTo>
                  <a:lnTo>
                    <a:pt x="1053" y="118"/>
                  </a:lnTo>
                  <a:lnTo>
                    <a:pt x="1053" y="121"/>
                  </a:lnTo>
                  <a:lnTo>
                    <a:pt x="1052" y="124"/>
                  </a:lnTo>
                  <a:lnTo>
                    <a:pt x="1052" y="127"/>
                  </a:lnTo>
                  <a:lnTo>
                    <a:pt x="1055" y="131"/>
                  </a:lnTo>
                  <a:lnTo>
                    <a:pt x="1063" y="132"/>
                  </a:lnTo>
                  <a:lnTo>
                    <a:pt x="1072" y="132"/>
                  </a:lnTo>
                  <a:lnTo>
                    <a:pt x="1078" y="132"/>
                  </a:lnTo>
                  <a:lnTo>
                    <a:pt x="1080" y="132"/>
                  </a:lnTo>
                  <a:lnTo>
                    <a:pt x="1081" y="131"/>
                  </a:lnTo>
                  <a:lnTo>
                    <a:pt x="1082" y="129"/>
                  </a:lnTo>
                  <a:lnTo>
                    <a:pt x="1085" y="128"/>
                  </a:lnTo>
                  <a:lnTo>
                    <a:pt x="1085" y="126"/>
                  </a:lnTo>
                  <a:lnTo>
                    <a:pt x="1083" y="122"/>
                  </a:lnTo>
                  <a:lnTo>
                    <a:pt x="1080" y="113"/>
                  </a:lnTo>
                  <a:lnTo>
                    <a:pt x="1078" y="101"/>
                  </a:lnTo>
                  <a:lnTo>
                    <a:pt x="1077" y="96"/>
                  </a:lnTo>
                  <a:lnTo>
                    <a:pt x="1077" y="94"/>
                  </a:lnTo>
                  <a:lnTo>
                    <a:pt x="1074" y="93"/>
                  </a:lnTo>
                  <a:lnTo>
                    <a:pt x="1072" y="91"/>
                  </a:lnTo>
                  <a:lnTo>
                    <a:pt x="1068" y="90"/>
                  </a:lnTo>
                  <a:lnTo>
                    <a:pt x="1066" y="90"/>
                  </a:lnTo>
                  <a:lnTo>
                    <a:pt x="1062" y="90"/>
                  </a:lnTo>
                  <a:lnTo>
                    <a:pt x="1059" y="90"/>
                  </a:lnTo>
                  <a:lnTo>
                    <a:pt x="1057" y="89"/>
                  </a:lnTo>
                  <a:close/>
                  <a:moveTo>
                    <a:pt x="3137" y="89"/>
                  </a:moveTo>
                  <a:lnTo>
                    <a:pt x="3140" y="89"/>
                  </a:lnTo>
                  <a:lnTo>
                    <a:pt x="3144" y="91"/>
                  </a:lnTo>
                  <a:lnTo>
                    <a:pt x="3148" y="94"/>
                  </a:lnTo>
                  <a:lnTo>
                    <a:pt x="3151" y="96"/>
                  </a:lnTo>
                  <a:lnTo>
                    <a:pt x="3153" y="100"/>
                  </a:lnTo>
                  <a:lnTo>
                    <a:pt x="3168" y="100"/>
                  </a:lnTo>
                  <a:lnTo>
                    <a:pt x="3172" y="100"/>
                  </a:lnTo>
                  <a:lnTo>
                    <a:pt x="3175" y="103"/>
                  </a:lnTo>
                  <a:lnTo>
                    <a:pt x="3176" y="105"/>
                  </a:lnTo>
                  <a:lnTo>
                    <a:pt x="3177" y="109"/>
                  </a:lnTo>
                  <a:lnTo>
                    <a:pt x="3177" y="128"/>
                  </a:lnTo>
                  <a:lnTo>
                    <a:pt x="3095" y="128"/>
                  </a:lnTo>
                  <a:lnTo>
                    <a:pt x="3095" y="109"/>
                  </a:lnTo>
                  <a:lnTo>
                    <a:pt x="3096" y="105"/>
                  </a:lnTo>
                  <a:lnTo>
                    <a:pt x="3097" y="103"/>
                  </a:lnTo>
                  <a:lnTo>
                    <a:pt x="3101" y="100"/>
                  </a:lnTo>
                  <a:lnTo>
                    <a:pt x="3103" y="100"/>
                  </a:lnTo>
                  <a:lnTo>
                    <a:pt x="3120" y="100"/>
                  </a:lnTo>
                  <a:lnTo>
                    <a:pt x="3121" y="96"/>
                  </a:lnTo>
                  <a:lnTo>
                    <a:pt x="3124" y="94"/>
                  </a:lnTo>
                  <a:lnTo>
                    <a:pt x="3128" y="91"/>
                  </a:lnTo>
                  <a:lnTo>
                    <a:pt x="3131" y="89"/>
                  </a:lnTo>
                  <a:lnTo>
                    <a:pt x="3137" y="89"/>
                  </a:lnTo>
                  <a:close/>
                  <a:moveTo>
                    <a:pt x="240" y="72"/>
                  </a:moveTo>
                  <a:lnTo>
                    <a:pt x="216" y="76"/>
                  </a:lnTo>
                  <a:lnTo>
                    <a:pt x="196" y="85"/>
                  </a:lnTo>
                  <a:lnTo>
                    <a:pt x="179" y="99"/>
                  </a:lnTo>
                  <a:lnTo>
                    <a:pt x="168" y="115"/>
                  </a:lnTo>
                  <a:lnTo>
                    <a:pt x="164" y="136"/>
                  </a:lnTo>
                  <a:lnTo>
                    <a:pt x="168" y="152"/>
                  </a:lnTo>
                  <a:lnTo>
                    <a:pt x="177" y="169"/>
                  </a:lnTo>
                  <a:lnTo>
                    <a:pt x="189" y="183"/>
                  </a:lnTo>
                  <a:lnTo>
                    <a:pt x="192" y="184"/>
                  </a:lnTo>
                  <a:lnTo>
                    <a:pt x="193" y="188"/>
                  </a:lnTo>
                  <a:lnTo>
                    <a:pt x="194" y="191"/>
                  </a:lnTo>
                  <a:lnTo>
                    <a:pt x="194" y="194"/>
                  </a:lnTo>
                  <a:lnTo>
                    <a:pt x="194" y="198"/>
                  </a:lnTo>
                  <a:lnTo>
                    <a:pt x="193" y="202"/>
                  </a:lnTo>
                  <a:lnTo>
                    <a:pt x="193" y="202"/>
                  </a:lnTo>
                  <a:lnTo>
                    <a:pt x="192" y="203"/>
                  </a:lnTo>
                  <a:lnTo>
                    <a:pt x="191" y="206"/>
                  </a:lnTo>
                  <a:lnTo>
                    <a:pt x="189" y="208"/>
                  </a:lnTo>
                  <a:lnTo>
                    <a:pt x="188" y="211"/>
                  </a:lnTo>
                  <a:lnTo>
                    <a:pt x="188" y="212"/>
                  </a:lnTo>
                  <a:lnTo>
                    <a:pt x="196" y="207"/>
                  </a:lnTo>
                  <a:lnTo>
                    <a:pt x="203" y="202"/>
                  </a:lnTo>
                  <a:lnTo>
                    <a:pt x="208" y="198"/>
                  </a:lnTo>
                  <a:lnTo>
                    <a:pt x="211" y="197"/>
                  </a:lnTo>
                  <a:lnTo>
                    <a:pt x="213" y="196"/>
                  </a:lnTo>
                  <a:lnTo>
                    <a:pt x="216" y="196"/>
                  </a:lnTo>
                  <a:lnTo>
                    <a:pt x="240" y="199"/>
                  </a:lnTo>
                  <a:lnTo>
                    <a:pt x="261" y="197"/>
                  </a:lnTo>
                  <a:lnTo>
                    <a:pt x="280" y="189"/>
                  </a:lnTo>
                  <a:lnTo>
                    <a:pt x="295" y="178"/>
                  </a:lnTo>
                  <a:lnTo>
                    <a:pt x="306" y="165"/>
                  </a:lnTo>
                  <a:lnTo>
                    <a:pt x="314" y="151"/>
                  </a:lnTo>
                  <a:lnTo>
                    <a:pt x="317" y="136"/>
                  </a:lnTo>
                  <a:lnTo>
                    <a:pt x="312" y="115"/>
                  </a:lnTo>
                  <a:lnTo>
                    <a:pt x="301" y="99"/>
                  </a:lnTo>
                  <a:lnTo>
                    <a:pt x="285" y="85"/>
                  </a:lnTo>
                  <a:lnTo>
                    <a:pt x="264" y="76"/>
                  </a:lnTo>
                  <a:lnTo>
                    <a:pt x="240" y="72"/>
                  </a:lnTo>
                  <a:close/>
                  <a:moveTo>
                    <a:pt x="2687" y="71"/>
                  </a:moveTo>
                  <a:lnTo>
                    <a:pt x="2686" y="90"/>
                  </a:lnTo>
                  <a:lnTo>
                    <a:pt x="2684" y="113"/>
                  </a:lnTo>
                  <a:lnTo>
                    <a:pt x="2686" y="90"/>
                  </a:lnTo>
                  <a:lnTo>
                    <a:pt x="2687" y="71"/>
                  </a:lnTo>
                  <a:close/>
                  <a:moveTo>
                    <a:pt x="240" y="61"/>
                  </a:moveTo>
                  <a:lnTo>
                    <a:pt x="263" y="63"/>
                  </a:lnTo>
                  <a:lnTo>
                    <a:pt x="284" y="71"/>
                  </a:lnTo>
                  <a:lnTo>
                    <a:pt x="301" y="82"/>
                  </a:lnTo>
                  <a:lnTo>
                    <a:pt x="315" y="98"/>
                  </a:lnTo>
                  <a:lnTo>
                    <a:pt x="323" y="115"/>
                  </a:lnTo>
                  <a:lnTo>
                    <a:pt x="327" y="137"/>
                  </a:lnTo>
                  <a:lnTo>
                    <a:pt x="323" y="157"/>
                  </a:lnTo>
                  <a:lnTo>
                    <a:pt x="314" y="177"/>
                  </a:lnTo>
                  <a:lnTo>
                    <a:pt x="300" y="192"/>
                  </a:lnTo>
                  <a:lnTo>
                    <a:pt x="282" y="203"/>
                  </a:lnTo>
                  <a:lnTo>
                    <a:pt x="262" y="211"/>
                  </a:lnTo>
                  <a:lnTo>
                    <a:pt x="240" y="212"/>
                  </a:lnTo>
                  <a:lnTo>
                    <a:pt x="217" y="210"/>
                  </a:lnTo>
                  <a:lnTo>
                    <a:pt x="212" y="212"/>
                  </a:lnTo>
                  <a:lnTo>
                    <a:pt x="203" y="217"/>
                  </a:lnTo>
                  <a:lnTo>
                    <a:pt x="192" y="222"/>
                  </a:lnTo>
                  <a:lnTo>
                    <a:pt x="180" y="227"/>
                  </a:lnTo>
                  <a:lnTo>
                    <a:pt x="170" y="233"/>
                  </a:lnTo>
                  <a:lnTo>
                    <a:pt x="161" y="236"/>
                  </a:lnTo>
                  <a:lnTo>
                    <a:pt x="159" y="239"/>
                  </a:lnTo>
                  <a:lnTo>
                    <a:pt x="160" y="235"/>
                  </a:lnTo>
                  <a:lnTo>
                    <a:pt x="163" y="229"/>
                  </a:lnTo>
                  <a:lnTo>
                    <a:pt x="166" y="220"/>
                  </a:lnTo>
                  <a:lnTo>
                    <a:pt x="170" y="208"/>
                  </a:lnTo>
                  <a:lnTo>
                    <a:pt x="174" y="198"/>
                  </a:lnTo>
                  <a:lnTo>
                    <a:pt x="178" y="189"/>
                  </a:lnTo>
                  <a:lnTo>
                    <a:pt x="164" y="174"/>
                  </a:lnTo>
                  <a:lnTo>
                    <a:pt x="156" y="156"/>
                  </a:lnTo>
                  <a:lnTo>
                    <a:pt x="154" y="137"/>
                  </a:lnTo>
                  <a:lnTo>
                    <a:pt x="156" y="115"/>
                  </a:lnTo>
                  <a:lnTo>
                    <a:pt x="165" y="98"/>
                  </a:lnTo>
                  <a:lnTo>
                    <a:pt x="178" y="82"/>
                  </a:lnTo>
                  <a:lnTo>
                    <a:pt x="196" y="71"/>
                  </a:lnTo>
                  <a:lnTo>
                    <a:pt x="216" y="63"/>
                  </a:lnTo>
                  <a:lnTo>
                    <a:pt x="240" y="61"/>
                  </a:lnTo>
                  <a:close/>
                  <a:moveTo>
                    <a:pt x="2430" y="52"/>
                  </a:moveTo>
                  <a:lnTo>
                    <a:pt x="2430" y="54"/>
                  </a:lnTo>
                  <a:lnTo>
                    <a:pt x="2427" y="58"/>
                  </a:lnTo>
                  <a:lnTo>
                    <a:pt x="2423" y="63"/>
                  </a:lnTo>
                  <a:lnTo>
                    <a:pt x="2416" y="67"/>
                  </a:lnTo>
                  <a:lnTo>
                    <a:pt x="2404" y="70"/>
                  </a:lnTo>
                  <a:lnTo>
                    <a:pt x="2394" y="68"/>
                  </a:lnTo>
                  <a:lnTo>
                    <a:pt x="2388" y="65"/>
                  </a:lnTo>
                  <a:lnTo>
                    <a:pt x="2383" y="61"/>
                  </a:lnTo>
                  <a:lnTo>
                    <a:pt x="2380" y="57"/>
                  </a:lnTo>
                  <a:lnTo>
                    <a:pt x="2380" y="54"/>
                  </a:lnTo>
                  <a:lnTo>
                    <a:pt x="2360" y="94"/>
                  </a:lnTo>
                  <a:lnTo>
                    <a:pt x="2361" y="93"/>
                  </a:lnTo>
                  <a:lnTo>
                    <a:pt x="2362" y="91"/>
                  </a:lnTo>
                  <a:lnTo>
                    <a:pt x="2363" y="89"/>
                  </a:lnTo>
                  <a:lnTo>
                    <a:pt x="2366" y="87"/>
                  </a:lnTo>
                  <a:lnTo>
                    <a:pt x="2369" y="85"/>
                  </a:lnTo>
                  <a:lnTo>
                    <a:pt x="2371" y="85"/>
                  </a:lnTo>
                  <a:lnTo>
                    <a:pt x="2375" y="85"/>
                  </a:lnTo>
                  <a:lnTo>
                    <a:pt x="2379" y="86"/>
                  </a:lnTo>
                  <a:lnTo>
                    <a:pt x="2384" y="91"/>
                  </a:lnTo>
                  <a:lnTo>
                    <a:pt x="2389" y="101"/>
                  </a:lnTo>
                  <a:lnTo>
                    <a:pt x="2394" y="115"/>
                  </a:lnTo>
                  <a:lnTo>
                    <a:pt x="2400" y="132"/>
                  </a:lnTo>
                  <a:lnTo>
                    <a:pt x="2404" y="147"/>
                  </a:lnTo>
                  <a:lnTo>
                    <a:pt x="2409" y="160"/>
                  </a:lnTo>
                  <a:lnTo>
                    <a:pt x="2412" y="169"/>
                  </a:lnTo>
                  <a:lnTo>
                    <a:pt x="2412" y="173"/>
                  </a:lnTo>
                  <a:lnTo>
                    <a:pt x="2413" y="169"/>
                  </a:lnTo>
                  <a:lnTo>
                    <a:pt x="2414" y="159"/>
                  </a:lnTo>
                  <a:lnTo>
                    <a:pt x="2417" y="145"/>
                  </a:lnTo>
                  <a:lnTo>
                    <a:pt x="2419" y="128"/>
                  </a:lnTo>
                  <a:lnTo>
                    <a:pt x="2422" y="112"/>
                  </a:lnTo>
                  <a:lnTo>
                    <a:pt x="2426" y="99"/>
                  </a:lnTo>
                  <a:lnTo>
                    <a:pt x="2428" y="90"/>
                  </a:lnTo>
                  <a:lnTo>
                    <a:pt x="2432" y="87"/>
                  </a:lnTo>
                  <a:lnTo>
                    <a:pt x="2436" y="90"/>
                  </a:lnTo>
                  <a:lnTo>
                    <a:pt x="2440" y="93"/>
                  </a:lnTo>
                  <a:lnTo>
                    <a:pt x="2444" y="95"/>
                  </a:lnTo>
                  <a:lnTo>
                    <a:pt x="2447" y="96"/>
                  </a:lnTo>
                  <a:lnTo>
                    <a:pt x="2450" y="98"/>
                  </a:lnTo>
                  <a:lnTo>
                    <a:pt x="2451" y="99"/>
                  </a:lnTo>
                  <a:lnTo>
                    <a:pt x="2453" y="99"/>
                  </a:lnTo>
                  <a:lnTo>
                    <a:pt x="2430" y="52"/>
                  </a:lnTo>
                  <a:close/>
                  <a:moveTo>
                    <a:pt x="1715" y="25"/>
                  </a:moveTo>
                  <a:lnTo>
                    <a:pt x="1715" y="26"/>
                  </a:lnTo>
                  <a:lnTo>
                    <a:pt x="1713" y="31"/>
                  </a:lnTo>
                  <a:lnTo>
                    <a:pt x="1709" y="37"/>
                  </a:lnTo>
                  <a:lnTo>
                    <a:pt x="1701" y="40"/>
                  </a:lnTo>
                  <a:lnTo>
                    <a:pt x="1688" y="43"/>
                  </a:lnTo>
                  <a:lnTo>
                    <a:pt x="1678" y="42"/>
                  </a:lnTo>
                  <a:lnTo>
                    <a:pt x="1671" y="38"/>
                  </a:lnTo>
                  <a:lnTo>
                    <a:pt x="1665" y="34"/>
                  </a:lnTo>
                  <a:lnTo>
                    <a:pt x="1663" y="29"/>
                  </a:lnTo>
                  <a:lnTo>
                    <a:pt x="1663" y="28"/>
                  </a:lnTo>
                  <a:lnTo>
                    <a:pt x="1641" y="68"/>
                  </a:lnTo>
                  <a:lnTo>
                    <a:pt x="1643" y="67"/>
                  </a:lnTo>
                  <a:lnTo>
                    <a:pt x="1644" y="66"/>
                  </a:lnTo>
                  <a:lnTo>
                    <a:pt x="1645" y="63"/>
                  </a:lnTo>
                  <a:lnTo>
                    <a:pt x="1648" y="61"/>
                  </a:lnTo>
                  <a:lnTo>
                    <a:pt x="1650" y="59"/>
                  </a:lnTo>
                  <a:lnTo>
                    <a:pt x="1653" y="58"/>
                  </a:lnTo>
                  <a:lnTo>
                    <a:pt x="1657" y="58"/>
                  </a:lnTo>
                  <a:lnTo>
                    <a:pt x="1662" y="59"/>
                  </a:lnTo>
                  <a:lnTo>
                    <a:pt x="1667" y="66"/>
                  </a:lnTo>
                  <a:lnTo>
                    <a:pt x="1672" y="76"/>
                  </a:lnTo>
                  <a:lnTo>
                    <a:pt x="1678" y="91"/>
                  </a:lnTo>
                  <a:lnTo>
                    <a:pt x="1683" y="107"/>
                  </a:lnTo>
                  <a:lnTo>
                    <a:pt x="1688" y="123"/>
                  </a:lnTo>
                  <a:lnTo>
                    <a:pt x="1693" y="137"/>
                  </a:lnTo>
                  <a:lnTo>
                    <a:pt x="1696" y="146"/>
                  </a:lnTo>
                  <a:lnTo>
                    <a:pt x="1697" y="150"/>
                  </a:lnTo>
                  <a:lnTo>
                    <a:pt x="1697" y="146"/>
                  </a:lnTo>
                  <a:lnTo>
                    <a:pt x="1699" y="136"/>
                  </a:lnTo>
                  <a:lnTo>
                    <a:pt x="1701" y="121"/>
                  </a:lnTo>
                  <a:lnTo>
                    <a:pt x="1705" y="104"/>
                  </a:lnTo>
                  <a:lnTo>
                    <a:pt x="1707" y="86"/>
                  </a:lnTo>
                  <a:lnTo>
                    <a:pt x="1711" y="72"/>
                  </a:lnTo>
                  <a:lnTo>
                    <a:pt x="1715" y="63"/>
                  </a:lnTo>
                  <a:lnTo>
                    <a:pt x="1718" y="62"/>
                  </a:lnTo>
                  <a:lnTo>
                    <a:pt x="1725" y="66"/>
                  </a:lnTo>
                  <a:lnTo>
                    <a:pt x="1732" y="70"/>
                  </a:lnTo>
                  <a:lnTo>
                    <a:pt x="1737" y="72"/>
                  </a:lnTo>
                  <a:lnTo>
                    <a:pt x="1739" y="73"/>
                  </a:lnTo>
                  <a:lnTo>
                    <a:pt x="1715" y="25"/>
                  </a:lnTo>
                  <a:close/>
                  <a:moveTo>
                    <a:pt x="1392" y="10"/>
                  </a:moveTo>
                  <a:lnTo>
                    <a:pt x="1392" y="11"/>
                  </a:lnTo>
                  <a:lnTo>
                    <a:pt x="1392" y="11"/>
                  </a:lnTo>
                  <a:lnTo>
                    <a:pt x="1389" y="11"/>
                  </a:lnTo>
                  <a:lnTo>
                    <a:pt x="1387" y="12"/>
                  </a:lnTo>
                  <a:lnTo>
                    <a:pt x="1383" y="15"/>
                  </a:lnTo>
                  <a:lnTo>
                    <a:pt x="1380" y="17"/>
                  </a:lnTo>
                  <a:lnTo>
                    <a:pt x="1378" y="20"/>
                  </a:lnTo>
                  <a:lnTo>
                    <a:pt x="1375" y="23"/>
                  </a:lnTo>
                  <a:lnTo>
                    <a:pt x="1374" y="25"/>
                  </a:lnTo>
                  <a:lnTo>
                    <a:pt x="1374" y="26"/>
                  </a:lnTo>
                  <a:lnTo>
                    <a:pt x="1366" y="11"/>
                  </a:lnTo>
                  <a:lnTo>
                    <a:pt x="1366" y="12"/>
                  </a:lnTo>
                  <a:lnTo>
                    <a:pt x="1367" y="20"/>
                  </a:lnTo>
                  <a:lnTo>
                    <a:pt x="1370" y="31"/>
                  </a:lnTo>
                  <a:lnTo>
                    <a:pt x="1374" y="45"/>
                  </a:lnTo>
                  <a:lnTo>
                    <a:pt x="1376" y="58"/>
                  </a:lnTo>
                  <a:lnTo>
                    <a:pt x="1379" y="70"/>
                  </a:lnTo>
                  <a:lnTo>
                    <a:pt x="1383" y="84"/>
                  </a:lnTo>
                  <a:lnTo>
                    <a:pt x="1385" y="104"/>
                  </a:lnTo>
                  <a:lnTo>
                    <a:pt x="1389" y="126"/>
                  </a:lnTo>
                  <a:lnTo>
                    <a:pt x="1392" y="151"/>
                  </a:lnTo>
                  <a:lnTo>
                    <a:pt x="1393" y="169"/>
                  </a:lnTo>
                  <a:lnTo>
                    <a:pt x="1392" y="182"/>
                  </a:lnTo>
                  <a:lnTo>
                    <a:pt x="1390" y="192"/>
                  </a:lnTo>
                  <a:lnTo>
                    <a:pt x="1388" y="198"/>
                  </a:lnTo>
                  <a:lnTo>
                    <a:pt x="1388" y="199"/>
                  </a:lnTo>
                  <a:lnTo>
                    <a:pt x="1388" y="199"/>
                  </a:lnTo>
                  <a:lnTo>
                    <a:pt x="1389" y="201"/>
                  </a:lnTo>
                  <a:lnTo>
                    <a:pt x="1392" y="201"/>
                  </a:lnTo>
                  <a:lnTo>
                    <a:pt x="1395" y="201"/>
                  </a:lnTo>
                  <a:lnTo>
                    <a:pt x="1399" y="201"/>
                  </a:lnTo>
                  <a:lnTo>
                    <a:pt x="1404" y="202"/>
                  </a:lnTo>
                  <a:lnTo>
                    <a:pt x="1408" y="205"/>
                  </a:lnTo>
                  <a:lnTo>
                    <a:pt x="1409" y="206"/>
                  </a:lnTo>
                  <a:lnTo>
                    <a:pt x="1413" y="206"/>
                  </a:lnTo>
                  <a:lnTo>
                    <a:pt x="1417" y="207"/>
                  </a:lnTo>
                  <a:lnTo>
                    <a:pt x="1420" y="207"/>
                  </a:lnTo>
                  <a:lnTo>
                    <a:pt x="1422" y="207"/>
                  </a:lnTo>
                  <a:lnTo>
                    <a:pt x="1422" y="207"/>
                  </a:lnTo>
                  <a:lnTo>
                    <a:pt x="1422" y="205"/>
                  </a:lnTo>
                  <a:lnTo>
                    <a:pt x="1422" y="197"/>
                  </a:lnTo>
                  <a:lnTo>
                    <a:pt x="1421" y="188"/>
                  </a:lnTo>
                  <a:lnTo>
                    <a:pt x="1421" y="178"/>
                  </a:lnTo>
                  <a:lnTo>
                    <a:pt x="1420" y="169"/>
                  </a:lnTo>
                  <a:lnTo>
                    <a:pt x="1420" y="161"/>
                  </a:lnTo>
                  <a:lnTo>
                    <a:pt x="1421" y="147"/>
                  </a:lnTo>
                  <a:lnTo>
                    <a:pt x="1421" y="129"/>
                  </a:lnTo>
                  <a:lnTo>
                    <a:pt x="1422" y="110"/>
                  </a:lnTo>
                  <a:lnTo>
                    <a:pt x="1423" y="91"/>
                  </a:lnTo>
                  <a:lnTo>
                    <a:pt x="1425" y="75"/>
                  </a:lnTo>
                  <a:lnTo>
                    <a:pt x="1425" y="62"/>
                  </a:lnTo>
                  <a:lnTo>
                    <a:pt x="1426" y="56"/>
                  </a:lnTo>
                  <a:lnTo>
                    <a:pt x="1426" y="49"/>
                  </a:lnTo>
                  <a:lnTo>
                    <a:pt x="1425" y="40"/>
                  </a:lnTo>
                  <a:lnTo>
                    <a:pt x="1425" y="29"/>
                  </a:lnTo>
                  <a:lnTo>
                    <a:pt x="1423" y="17"/>
                  </a:lnTo>
                  <a:lnTo>
                    <a:pt x="1417" y="31"/>
                  </a:lnTo>
                  <a:lnTo>
                    <a:pt x="1417" y="31"/>
                  </a:lnTo>
                  <a:lnTo>
                    <a:pt x="1417" y="31"/>
                  </a:lnTo>
                  <a:lnTo>
                    <a:pt x="1416" y="33"/>
                  </a:lnTo>
                  <a:lnTo>
                    <a:pt x="1416" y="31"/>
                  </a:lnTo>
                  <a:lnTo>
                    <a:pt x="1415" y="29"/>
                  </a:lnTo>
                  <a:lnTo>
                    <a:pt x="1413" y="25"/>
                  </a:lnTo>
                  <a:lnTo>
                    <a:pt x="1412" y="23"/>
                  </a:lnTo>
                  <a:lnTo>
                    <a:pt x="1411" y="19"/>
                  </a:lnTo>
                  <a:lnTo>
                    <a:pt x="1409" y="16"/>
                  </a:lnTo>
                  <a:lnTo>
                    <a:pt x="1408" y="14"/>
                  </a:lnTo>
                  <a:lnTo>
                    <a:pt x="1407" y="12"/>
                  </a:lnTo>
                  <a:lnTo>
                    <a:pt x="1407" y="12"/>
                  </a:lnTo>
                  <a:lnTo>
                    <a:pt x="1406" y="12"/>
                  </a:lnTo>
                  <a:lnTo>
                    <a:pt x="1406" y="12"/>
                  </a:lnTo>
                  <a:lnTo>
                    <a:pt x="1403" y="15"/>
                  </a:lnTo>
                  <a:lnTo>
                    <a:pt x="1401" y="15"/>
                  </a:lnTo>
                  <a:lnTo>
                    <a:pt x="1397" y="14"/>
                  </a:lnTo>
                  <a:lnTo>
                    <a:pt x="1395" y="14"/>
                  </a:lnTo>
                  <a:lnTo>
                    <a:pt x="1394" y="12"/>
                  </a:lnTo>
                  <a:lnTo>
                    <a:pt x="1392" y="10"/>
                  </a:lnTo>
                  <a:close/>
                  <a:moveTo>
                    <a:pt x="2040" y="7"/>
                  </a:moveTo>
                  <a:lnTo>
                    <a:pt x="2035" y="9"/>
                  </a:lnTo>
                  <a:lnTo>
                    <a:pt x="2031" y="11"/>
                  </a:lnTo>
                  <a:lnTo>
                    <a:pt x="2028" y="15"/>
                  </a:lnTo>
                  <a:lnTo>
                    <a:pt x="2026" y="19"/>
                  </a:lnTo>
                  <a:lnTo>
                    <a:pt x="2025" y="24"/>
                  </a:lnTo>
                  <a:lnTo>
                    <a:pt x="2025" y="24"/>
                  </a:lnTo>
                  <a:lnTo>
                    <a:pt x="2025" y="24"/>
                  </a:lnTo>
                  <a:lnTo>
                    <a:pt x="2017" y="9"/>
                  </a:lnTo>
                  <a:lnTo>
                    <a:pt x="2017" y="23"/>
                  </a:lnTo>
                  <a:lnTo>
                    <a:pt x="2017" y="40"/>
                  </a:lnTo>
                  <a:lnTo>
                    <a:pt x="2017" y="62"/>
                  </a:lnTo>
                  <a:lnTo>
                    <a:pt x="2017" y="84"/>
                  </a:lnTo>
                  <a:lnTo>
                    <a:pt x="2017" y="104"/>
                  </a:lnTo>
                  <a:lnTo>
                    <a:pt x="2017" y="121"/>
                  </a:lnTo>
                  <a:lnTo>
                    <a:pt x="2016" y="132"/>
                  </a:lnTo>
                  <a:lnTo>
                    <a:pt x="2016" y="137"/>
                  </a:lnTo>
                  <a:lnTo>
                    <a:pt x="2018" y="133"/>
                  </a:lnTo>
                  <a:lnTo>
                    <a:pt x="2022" y="124"/>
                  </a:lnTo>
                  <a:lnTo>
                    <a:pt x="2027" y="113"/>
                  </a:lnTo>
                  <a:lnTo>
                    <a:pt x="2034" y="98"/>
                  </a:lnTo>
                  <a:lnTo>
                    <a:pt x="2041" y="82"/>
                  </a:lnTo>
                  <a:lnTo>
                    <a:pt x="2049" y="67"/>
                  </a:lnTo>
                  <a:lnTo>
                    <a:pt x="2055" y="53"/>
                  </a:lnTo>
                  <a:lnTo>
                    <a:pt x="2060" y="44"/>
                  </a:lnTo>
                  <a:lnTo>
                    <a:pt x="2068" y="28"/>
                  </a:lnTo>
                  <a:lnTo>
                    <a:pt x="2077" y="10"/>
                  </a:lnTo>
                  <a:lnTo>
                    <a:pt x="2056" y="29"/>
                  </a:lnTo>
                  <a:lnTo>
                    <a:pt x="2056" y="29"/>
                  </a:lnTo>
                  <a:lnTo>
                    <a:pt x="2056" y="29"/>
                  </a:lnTo>
                  <a:lnTo>
                    <a:pt x="2054" y="19"/>
                  </a:lnTo>
                  <a:lnTo>
                    <a:pt x="2050" y="12"/>
                  </a:lnTo>
                  <a:lnTo>
                    <a:pt x="2045" y="7"/>
                  </a:lnTo>
                  <a:lnTo>
                    <a:pt x="2046" y="10"/>
                  </a:lnTo>
                  <a:lnTo>
                    <a:pt x="2049" y="11"/>
                  </a:lnTo>
                  <a:lnTo>
                    <a:pt x="2049" y="14"/>
                  </a:lnTo>
                  <a:lnTo>
                    <a:pt x="2050" y="15"/>
                  </a:lnTo>
                  <a:lnTo>
                    <a:pt x="2050" y="16"/>
                  </a:lnTo>
                  <a:lnTo>
                    <a:pt x="2050" y="19"/>
                  </a:lnTo>
                  <a:lnTo>
                    <a:pt x="2049" y="21"/>
                  </a:lnTo>
                  <a:lnTo>
                    <a:pt x="2048" y="25"/>
                  </a:lnTo>
                  <a:lnTo>
                    <a:pt x="2046" y="26"/>
                  </a:lnTo>
                  <a:lnTo>
                    <a:pt x="2046" y="31"/>
                  </a:lnTo>
                  <a:lnTo>
                    <a:pt x="2046" y="42"/>
                  </a:lnTo>
                  <a:lnTo>
                    <a:pt x="2046" y="54"/>
                  </a:lnTo>
                  <a:lnTo>
                    <a:pt x="2046" y="65"/>
                  </a:lnTo>
                  <a:lnTo>
                    <a:pt x="2046" y="70"/>
                  </a:lnTo>
                  <a:lnTo>
                    <a:pt x="2017" y="133"/>
                  </a:lnTo>
                  <a:lnTo>
                    <a:pt x="2017" y="128"/>
                  </a:lnTo>
                  <a:lnTo>
                    <a:pt x="2017" y="118"/>
                  </a:lnTo>
                  <a:lnTo>
                    <a:pt x="2017" y="103"/>
                  </a:lnTo>
                  <a:lnTo>
                    <a:pt x="2017" y="87"/>
                  </a:lnTo>
                  <a:lnTo>
                    <a:pt x="2017" y="75"/>
                  </a:lnTo>
                  <a:lnTo>
                    <a:pt x="2017" y="67"/>
                  </a:lnTo>
                  <a:lnTo>
                    <a:pt x="2018" y="62"/>
                  </a:lnTo>
                  <a:lnTo>
                    <a:pt x="2022" y="54"/>
                  </a:lnTo>
                  <a:lnTo>
                    <a:pt x="2027" y="44"/>
                  </a:lnTo>
                  <a:lnTo>
                    <a:pt x="2031" y="35"/>
                  </a:lnTo>
                  <a:lnTo>
                    <a:pt x="2035" y="28"/>
                  </a:lnTo>
                  <a:lnTo>
                    <a:pt x="2037" y="25"/>
                  </a:lnTo>
                  <a:lnTo>
                    <a:pt x="2037" y="23"/>
                  </a:lnTo>
                  <a:lnTo>
                    <a:pt x="2036" y="21"/>
                  </a:lnTo>
                  <a:lnTo>
                    <a:pt x="2036" y="20"/>
                  </a:lnTo>
                  <a:lnTo>
                    <a:pt x="2035" y="17"/>
                  </a:lnTo>
                  <a:lnTo>
                    <a:pt x="2034" y="16"/>
                  </a:lnTo>
                  <a:lnTo>
                    <a:pt x="2034" y="14"/>
                  </a:lnTo>
                  <a:lnTo>
                    <a:pt x="2035" y="11"/>
                  </a:lnTo>
                  <a:lnTo>
                    <a:pt x="2037" y="10"/>
                  </a:lnTo>
                  <a:lnTo>
                    <a:pt x="2040" y="7"/>
                  </a:lnTo>
                  <a:close/>
                  <a:moveTo>
                    <a:pt x="683" y="2"/>
                  </a:moveTo>
                  <a:lnTo>
                    <a:pt x="686" y="3"/>
                  </a:lnTo>
                  <a:lnTo>
                    <a:pt x="689" y="5"/>
                  </a:lnTo>
                  <a:lnTo>
                    <a:pt x="691" y="9"/>
                  </a:lnTo>
                  <a:lnTo>
                    <a:pt x="691" y="10"/>
                  </a:lnTo>
                  <a:lnTo>
                    <a:pt x="691" y="14"/>
                  </a:lnTo>
                  <a:lnTo>
                    <a:pt x="690" y="16"/>
                  </a:lnTo>
                  <a:lnTo>
                    <a:pt x="689" y="19"/>
                  </a:lnTo>
                  <a:lnTo>
                    <a:pt x="689" y="21"/>
                  </a:lnTo>
                  <a:lnTo>
                    <a:pt x="690" y="26"/>
                  </a:lnTo>
                  <a:lnTo>
                    <a:pt x="691" y="37"/>
                  </a:lnTo>
                  <a:lnTo>
                    <a:pt x="695" y="52"/>
                  </a:lnTo>
                  <a:lnTo>
                    <a:pt x="697" y="68"/>
                  </a:lnTo>
                  <a:lnTo>
                    <a:pt x="701" y="89"/>
                  </a:lnTo>
                  <a:lnTo>
                    <a:pt x="704" y="108"/>
                  </a:lnTo>
                  <a:lnTo>
                    <a:pt x="704" y="113"/>
                  </a:lnTo>
                  <a:lnTo>
                    <a:pt x="705" y="122"/>
                  </a:lnTo>
                  <a:lnTo>
                    <a:pt x="705" y="135"/>
                  </a:lnTo>
                  <a:lnTo>
                    <a:pt x="706" y="149"/>
                  </a:lnTo>
                  <a:lnTo>
                    <a:pt x="708" y="159"/>
                  </a:lnTo>
                  <a:lnTo>
                    <a:pt x="706" y="164"/>
                  </a:lnTo>
                  <a:lnTo>
                    <a:pt x="704" y="168"/>
                  </a:lnTo>
                  <a:lnTo>
                    <a:pt x="700" y="174"/>
                  </a:lnTo>
                  <a:lnTo>
                    <a:pt x="695" y="179"/>
                  </a:lnTo>
                  <a:lnTo>
                    <a:pt x="691" y="183"/>
                  </a:lnTo>
                  <a:lnTo>
                    <a:pt x="687" y="184"/>
                  </a:lnTo>
                  <a:lnTo>
                    <a:pt x="685" y="183"/>
                  </a:lnTo>
                  <a:lnTo>
                    <a:pt x="680" y="178"/>
                  </a:lnTo>
                  <a:lnTo>
                    <a:pt x="673" y="173"/>
                  </a:lnTo>
                  <a:lnTo>
                    <a:pt x="668" y="168"/>
                  </a:lnTo>
                  <a:lnTo>
                    <a:pt x="666" y="164"/>
                  </a:lnTo>
                  <a:lnTo>
                    <a:pt x="666" y="157"/>
                  </a:lnTo>
                  <a:lnTo>
                    <a:pt x="666" y="145"/>
                  </a:lnTo>
                  <a:lnTo>
                    <a:pt x="667" y="127"/>
                  </a:lnTo>
                  <a:lnTo>
                    <a:pt x="667" y="109"/>
                  </a:lnTo>
                  <a:lnTo>
                    <a:pt x="667" y="91"/>
                  </a:lnTo>
                  <a:lnTo>
                    <a:pt x="667" y="79"/>
                  </a:lnTo>
                  <a:lnTo>
                    <a:pt x="667" y="71"/>
                  </a:lnTo>
                  <a:lnTo>
                    <a:pt x="668" y="62"/>
                  </a:lnTo>
                  <a:lnTo>
                    <a:pt x="669" y="51"/>
                  </a:lnTo>
                  <a:lnTo>
                    <a:pt x="672" y="38"/>
                  </a:lnTo>
                  <a:lnTo>
                    <a:pt x="675" y="28"/>
                  </a:lnTo>
                  <a:lnTo>
                    <a:pt x="676" y="23"/>
                  </a:lnTo>
                  <a:lnTo>
                    <a:pt x="676" y="21"/>
                  </a:lnTo>
                  <a:lnTo>
                    <a:pt x="675" y="20"/>
                  </a:lnTo>
                  <a:lnTo>
                    <a:pt x="675" y="17"/>
                  </a:lnTo>
                  <a:lnTo>
                    <a:pt x="673" y="15"/>
                  </a:lnTo>
                  <a:lnTo>
                    <a:pt x="672" y="12"/>
                  </a:lnTo>
                  <a:lnTo>
                    <a:pt x="672" y="10"/>
                  </a:lnTo>
                  <a:lnTo>
                    <a:pt x="673" y="9"/>
                  </a:lnTo>
                  <a:lnTo>
                    <a:pt x="675" y="7"/>
                  </a:lnTo>
                  <a:lnTo>
                    <a:pt x="677" y="5"/>
                  </a:lnTo>
                  <a:lnTo>
                    <a:pt x="678" y="3"/>
                  </a:lnTo>
                  <a:lnTo>
                    <a:pt x="680" y="3"/>
                  </a:lnTo>
                  <a:lnTo>
                    <a:pt x="682" y="2"/>
                  </a:lnTo>
                  <a:lnTo>
                    <a:pt x="683" y="2"/>
                  </a:lnTo>
                  <a:close/>
                  <a:moveTo>
                    <a:pt x="1008" y="0"/>
                  </a:moveTo>
                  <a:lnTo>
                    <a:pt x="1007" y="2"/>
                  </a:lnTo>
                  <a:lnTo>
                    <a:pt x="1004" y="9"/>
                  </a:lnTo>
                  <a:lnTo>
                    <a:pt x="1002" y="17"/>
                  </a:lnTo>
                  <a:lnTo>
                    <a:pt x="1002" y="28"/>
                  </a:lnTo>
                  <a:lnTo>
                    <a:pt x="1006" y="35"/>
                  </a:lnTo>
                  <a:lnTo>
                    <a:pt x="1016" y="49"/>
                  </a:lnTo>
                  <a:lnTo>
                    <a:pt x="1025" y="65"/>
                  </a:lnTo>
                  <a:lnTo>
                    <a:pt x="1032" y="79"/>
                  </a:lnTo>
                  <a:lnTo>
                    <a:pt x="1038" y="93"/>
                  </a:lnTo>
                  <a:lnTo>
                    <a:pt x="1041" y="103"/>
                  </a:lnTo>
                  <a:lnTo>
                    <a:pt x="1043" y="109"/>
                  </a:lnTo>
                  <a:lnTo>
                    <a:pt x="1044" y="105"/>
                  </a:lnTo>
                  <a:lnTo>
                    <a:pt x="1046" y="98"/>
                  </a:lnTo>
                  <a:lnTo>
                    <a:pt x="1050" y="85"/>
                  </a:lnTo>
                  <a:lnTo>
                    <a:pt x="1057" y="71"/>
                  </a:lnTo>
                  <a:lnTo>
                    <a:pt x="1063" y="57"/>
                  </a:lnTo>
                  <a:lnTo>
                    <a:pt x="1072" y="45"/>
                  </a:lnTo>
                  <a:lnTo>
                    <a:pt x="1081" y="33"/>
                  </a:lnTo>
                  <a:lnTo>
                    <a:pt x="1085" y="24"/>
                  </a:lnTo>
                  <a:lnTo>
                    <a:pt x="1087" y="16"/>
                  </a:lnTo>
                  <a:lnTo>
                    <a:pt x="1087" y="10"/>
                  </a:lnTo>
                  <a:lnTo>
                    <a:pt x="1087" y="6"/>
                  </a:lnTo>
                  <a:lnTo>
                    <a:pt x="1085" y="5"/>
                  </a:lnTo>
                  <a:lnTo>
                    <a:pt x="1078" y="6"/>
                  </a:lnTo>
                  <a:lnTo>
                    <a:pt x="1068" y="7"/>
                  </a:lnTo>
                  <a:lnTo>
                    <a:pt x="1055" y="10"/>
                  </a:lnTo>
                  <a:lnTo>
                    <a:pt x="1040" y="10"/>
                  </a:lnTo>
                  <a:lnTo>
                    <a:pt x="1025" y="6"/>
                  </a:lnTo>
                  <a:lnTo>
                    <a:pt x="1008"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8" name="Freeform 12"/>
            <p:cNvSpPr>
              <a:spLocks noEditPoints="1"/>
            </p:cNvSpPr>
            <p:nvPr/>
          </p:nvSpPr>
          <p:spPr bwMode="auto">
            <a:xfrm>
              <a:off x="2019300" y="2551113"/>
              <a:ext cx="2516188" cy="652463"/>
            </a:xfrm>
            <a:custGeom>
              <a:avLst/>
              <a:gdLst>
                <a:gd name="T0" fmla="*/ 2080 w 3170"/>
                <a:gd name="T1" fmla="*/ 380 h 823"/>
                <a:gd name="T2" fmla="*/ 2089 w 3170"/>
                <a:gd name="T3" fmla="*/ 822 h 823"/>
                <a:gd name="T4" fmla="*/ 1975 w 3170"/>
                <a:gd name="T5" fmla="*/ 503 h 823"/>
                <a:gd name="T6" fmla="*/ 1852 w 3170"/>
                <a:gd name="T7" fmla="*/ 755 h 823"/>
                <a:gd name="T8" fmla="*/ 1917 w 3170"/>
                <a:gd name="T9" fmla="*/ 305 h 823"/>
                <a:gd name="T10" fmla="*/ 2029 w 3170"/>
                <a:gd name="T11" fmla="*/ 141 h 823"/>
                <a:gd name="T12" fmla="*/ 777 w 3170"/>
                <a:gd name="T13" fmla="*/ 315 h 823"/>
                <a:gd name="T14" fmla="*/ 739 w 3170"/>
                <a:gd name="T15" fmla="*/ 402 h 823"/>
                <a:gd name="T16" fmla="*/ 707 w 3170"/>
                <a:gd name="T17" fmla="*/ 708 h 823"/>
                <a:gd name="T18" fmla="*/ 652 w 3170"/>
                <a:gd name="T19" fmla="*/ 757 h 823"/>
                <a:gd name="T20" fmla="*/ 637 w 3170"/>
                <a:gd name="T21" fmla="*/ 447 h 823"/>
                <a:gd name="T22" fmla="*/ 574 w 3170"/>
                <a:gd name="T23" fmla="*/ 735 h 823"/>
                <a:gd name="T24" fmla="*/ 517 w 3170"/>
                <a:gd name="T25" fmla="*/ 781 h 823"/>
                <a:gd name="T26" fmla="*/ 537 w 3170"/>
                <a:gd name="T27" fmla="*/ 454 h 823"/>
                <a:gd name="T28" fmla="*/ 522 w 3170"/>
                <a:gd name="T29" fmla="*/ 382 h 823"/>
                <a:gd name="T30" fmla="*/ 498 w 3170"/>
                <a:gd name="T31" fmla="*/ 312 h 823"/>
                <a:gd name="T32" fmla="*/ 530 w 3170"/>
                <a:gd name="T33" fmla="*/ 148 h 823"/>
                <a:gd name="T34" fmla="*/ 609 w 3170"/>
                <a:gd name="T35" fmla="*/ 334 h 823"/>
                <a:gd name="T36" fmla="*/ 670 w 3170"/>
                <a:gd name="T37" fmla="*/ 137 h 823"/>
                <a:gd name="T38" fmla="*/ 2439 w 3170"/>
                <a:gd name="T39" fmla="*/ 258 h 823"/>
                <a:gd name="T40" fmla="*/ 2439 w 3170"/>
                <a:gd name="T41" fmla="*/ 580 h 823"/>
                <a:gd name="T42" fmla="*/ 2459 w 3170"/>
                <a:gd name="T43" fmla="*/ 789 h 823"/>
                <a:gd name="T44" fmla="*/ 2425 w 3170"/>
                <a:gd name="T45" fmla="*/ 745 h 823"/>
                <a:gd name="T46" fmla="*/ 2303 w 3170"/>
                <a:gd name="T47" fmla="*/ 564 h 823"/>
                <a:gd name="T48" fmla="*/ 2293 w 3170"/>
                <a:gd name="T49" fmla="*/ 811 h 823"/>
                <a:gd name="T50" fmla="*/ 2258 w 3170"/>
                <a:gd name="T51" fmla="*/ 778 h 823"/>
                <a:gd name="T52" fmla="*/ 2258 w 3170"/>
                <a:gd name="T53" fmla="*/ 489 h 823"/>
                <a:gd name="T54" fmla="*/ 2220 w 3170"/>
                <a:gd name="T55" fmla="*/ 331 h 823"/>
                <a:gd name="T56" fmla="*/ 2323 w 3170"/>
                <a:gd name="T57" fmla="*/ 46 h 823"/>
                <a:gd name="T58" fmla="*/ 387 w 3170"/>
                <a:gd name="T59" fmla="*/ 60 h 823"/>
                <a:gd name="T60" fmla="*/ 1974 w 3170"/>
                <a:gd name="T61" fmla="*/ 124 h 823"/>
                <a:gd name="T62" fmla="*/ 1391 w 3170"/>
                <a:gd name="T63" fmla="*/ 69 h 823"/>
                <a:gd name="T64" fmla="*/ 1375 w 3170"/>
                <a:gd name="T65" fmla="*/ 148 h 823"/>
                <a:gd name="T66" fmla="*/ 1434 w 3170"/>
                <a:gd name="T67" fmla="*/ 399 h 823"/>
                <a:gd name="T68" fmla="*/ 1370 w 3170"/>
                <a:gd name="T69" fmla="*/ 710 h 823"/>
                <a:gd name="T70" fmla="*/ 1342 w 3170"/>
                <a:gd name="T71" fmla="*/ 787 h 823"/>
                <a:gd name="T72" fmla="*/ 1323 w 3170"/>
                <a:gd name="T73" fmla="*/ 618 h 823"/>
                <a:gd name="T74" fmla="*/ 1289 w 3170"/>
                <a:gd name="T75" fmla="*/ 629 h 823"/>
                <a:gd name="T76" fmla="*/ 1230 w 3170"/>
                <a:gd name="T77" fmla="*/ 813 h 823"/>
                <a:gd name="T78" fmla="*/ 1237 w 3170"/>
                <a:gd name="T79" fmla="*/ 594 h 823"/>
                <a:gd name="T80" fmla="*/ 1244 w 3170"/>
                <a:gd name="T81" fmla="*/ 352 h 823"/>
                <a:gd name="T82" fmla="*/ 1233 w 3170"/>
                <a:gd name="T83" fmla="*/ 152 h 823"/>
                <a:gd name="T84" fmla="*/ 1333 w 3170"/>
                <a:gd name="T85" fmla="*/ 132 h 823"/>
                <a:gd name="T86" fmla="*/ 1317 w 3170"/>
                <a:gd name="T87" fmla="*/ 62 h 823"/>
                <a:gd name="T88" fmla="*/ 8 w 3170"/>
                <a:gd name="T89" fmla="*/ 37 h 823"/>
                <a:gd name="T90" fmla="*/ 2673 w 3170"/>
                <a:gd name="T91" fmla="*/ 128 h 823"/>
                <a:gd name="T92" fmla="*/ 2636 w 3170"/>
                <a:gd name="T93" fmla="*/ 236 h 823"/>
                <a:gd name="T94" fmla="*/ 2701 w 3170"/>
                <a:gd name="T95" fmla="*/ 279 h 823"/>
                <a:gd name="T96" fmla="*/ 2685 w 3170"/>
                <a:gd name="T97" fmla="*/ 156 h 823"/>
                <a:gd name="T98" fmla="*/ 2652 w 3170"/>
                <a:gd name="T99" fmla="*/ 292 h 823"/>
                <a:gd name="T100" fmla="*/ 2659 w 3170"/>
                <a:gd name="T101" fmla="*/ 134 h 823"/>
                <a:gd name="T102" fmla="*/ 2751 w 3170"/>
                <a:gd name="T103" fmla="*/ 144 h 823"/>
                <a:gd name="T104" fmla="*/ 2783 w 3170"/>
                <a:gd name="T105" fmla="*/ 447 h 823"/>
                <a:gd name="T106" fmla="*/ 2719 w 3170"/>
                <a:gd name="T107" fmla="*/ 738 h 823"/>
                <a:gd name="T108" fmla="*/ 2694 w 3170"/>
                <a:gd name="T109" fmla="*/ 778 h 823"/>
                <a:gd name="T110" fmla="*/ 2663 w 3170"/>
                <a:gd name="T111" fmla="*/ 484 h 823"/>
                <a:gd name="T112" fmla="*/ 2605 w 3170"/>
                <a:gd name="T113" fmla="*/ 822 h 823"/>
                <a:gd name="T114" fmla="*/ 2583 w 3170"/>
                <a:gd name="T115" fmla="*/ 432 h 823"/>
                <a:gd name="T116" fmla="*/ 2529 w 3170"/>
                <a:gd name="T117" fmla="*/ 292 h 823"/>
                <a:gd name="T118" fmla="*/ 2643 w 3170"/>
                <a:gd name="T119" fmla="*/ 107 h 823"/>
                <a:gd name="T120" fmla="*/ 1060 w 3170"/>
                <a:gd name="T121" fmla="*/ 132 h 823"/>
                <a:gd name="T122" fmla="*/ 967 w 3170"/>
                <a:gd name="T123" fmla="*/ 320 h 823"/>
                <a:gd name="T124" fmla="*/ 951 w 3170"/>
                <a:gd name="T125" fmla="*/ 125 h 8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70" h="823">
                  <a:moveTo>
                    <a:pt x="2928" y="127"/>
                  </a:moveTo>
                  <a:lnTo>
                    <a:pt x="3151" y="127"/>
                  </a:lnTo>
                  <a:lnTo>
                    <a:pt x="3151" y="143"/>
                  </a:lnTo>
                  <a:lnTo>
                    <a:pt x="3170" y="143"/>
                  </a:lnTo>
                  <a:lnTo>
                    <a:pt x="3170" y="158"/>
                  </a:lnTo>
                  <a:lnTo>
                    <a:pt x="2909" y="158"/>
                  </a:lnTo>
                  <a:lnTo>
                    <a:pt x="2909" y="143"/>
                  </a:lnTo>
                  <a:lnTo>
                    <a:pt x="2928" y="143"/>
                  </a:lnTo>
                  <a:lnTo>
                    <a:pt x="2928" y="127"/>
                  </a:lnTo>
                  <a:close/>
                  <a:moveTo>
                    <a:pt x="2039" y="118"/>
                  </a:moveTo>
                  <a:lnTo>
                    <a:pt x="2047" y="121"/>
                  </a:lnTo>
                  <a:lnTo>
                    <a:pt x="2059" y="128"/>
                  </a:lnTo>
                  <a:lnTo>
                    <a:pt x="2072" y="135"/>
                  </a:lnTo>
                  <a:lnTo>
                    <a:pt x="2087" y="143"/>
                  </a:lnTo>
                  <a:lnTo>
                    <a:pt x="2101" y="151"/>
                  </a:lnTo>
                  <a:lnTo>
                    <a:pt x="2113" y="160"/>
                  </a:lnTo>
                  <a:lnTo>
                    <a:pt x="2121" y="166"/>
                  </a:lnTo>
                  <a:lnTo>
                    <a:pt x="2124" y="172"/>
                  </a:lnTo>
                  <a:lnTo>
                    <a:pt x="2124" y="176"/>
                  </a:lnTo>
                  <a:lnTo>
                    <a:pt x="2126" y="188"/>
                  </a:lnTo>
                  <a:lnTo>
                    <a:pt x="2128" y="203"/>
                  </a:lnTo>
                  <a:lnTo>
                    <a:pt x="2131" y="223"/>
                  </a:lnTo>
                  <a:lnTo>
                    <a:pt x="2133" y="244"/>
                  </a:lnTo>
                  <a:lnTo>
                    <a:pt x="2136" y="264"/>
                  </a:lnTo>
                  <a:lnTo>
                    <a:pt x="2136" y="283"/>
                  </a:lnTo>
                  <a:lnTo>
                    <a:pt x="2136" y="298"/>
                  </a:lnTo>
                  <a:lnTo>
                    <a:pt x="2133" y="309"/>
                  </a:lnTo>
                  <a:lnTo>
                    <a:pt x="2126" y="323"/>
                  </a:lnTo>
                  <a:lnTo>
                    <a:pt x="2115" y="338"/>
                  </a:lnTo>
                  <a:lnTo>
                    <a:pt x="2103" y="354"/>
                  </a:lnTo>
                  <a:lnTo>
                    <a:pt x="2090" y="368"/>
                  </a:lnTo>
                  <a:lnTo>
                    <a:pt x="2080" y="380"/>
                  </a:lnTo>
                  <a:lnTo>
                    <a:pt x="2080" y="389"/>
                  </a:lnTo>
                  <a:lnTo>
                    <a:pt x="2080" y="404"/>
                  </a:lnTo>
                  <a:lnTo>
                    <a:pt x="2080" y="423"/>
                  </a:lnTo>
                  <a:lnTo>
                    <a:pt x="2079" y="446"/>
                  </a:lnTo>
                  <a:lnTo>
                    <a:pt x="2080" y="470"/>
                  </a:lnTo>
                  <a:lnTo>
                    <a:pt x="2080" y="492"/>
                  </a:lnTo>
                  <a:lnTo>
                    <a:pt x="2081" y="512"/>
                  </a:lnTo>
                  <a:lnTo>
                    <a:pt x="2084" y="528"/>
                  </a:lnTo>
                  <a:lnTo>
                    <a:pt x="2087" y="544"/>
                  </a:lnTo>
                  <a:lnTo>
                    <a:pt x="2091" y="563"/>
                  </a:lnTo>
                  <a:lnTo>
                    <a:pt x="2095" y="582"/>
                  </a:lnTo>
                  <a:lnTo>
                    <a:pt x="2100" y="603"/>
                  </a:lnTo>
                  <a:lnTo>
                    <a:pt x="2103" y="620"/>
                  </a:lnTo>
                  <a:lnTo>
                    <a:pt x="2104" y="636"/>
                  </a:lnTo>
                  <a:lnTo>
                    <a:pt x="2105" y="647"/>
                  </a:lnTo>
                  <a:lnTo>
                    <a:pt x="2103" y="664"/>
                  </a:lnTo>
                  <a:lnTo>
                    <a:pt x="2101" y="682"/>
                  </a:lnTo>
                  <a:lnTo>
                    <a:pt x="2103" y="699"/>
                  </a:lnTo>
                  <a:lnTo>
                    <a:pt x="2105" y="715"/>
                  </a:lnTo>
                  <a:lnTo>
                    <a:pt x="2110" y="729"/>
                  </a:lnTo>
                  <a:lnTo>
                    <a:pt x="2114" y="743"/>
                  </a:lnTo>
                  <a:lnTo>
                    <a:pt x="2115" y="755"/>
                  </a:lnTo>
                  <a:lnTo>
                    <a:pt x="2114" y="766"/>
                  </a:lnTo>
                  <a:lnTo>
                    <a:pt x="2110" y="780"/>
                  </a:lnTo>
                  <a:lnTo>
                    <a:pt x="2110" y="794"/>
                  </a:lnTo>
                  <a:lnTo>
                    <a:pt x="2110" y="796"/>
                  </a:lnTo>
                  <a:lnTo>
                    <a:pt x="2110" y="803"/>
                  </a:lnTo>
                  <a:lnTo>
                    <a:pt x="2110" y="810"/>
                  </a:lnTo>
                  <a:lnTo>
                    <a:pt x="2108" y="817"/>
                  </a:lnTo>
                  <a:lnTo>
                    <a:pt x="2105" y="820"/>
                  </a:lnTo>
                  <a:lnTo>
                    <a:pt x="2100" y="823"/>
                  </a:lnTo>
                  <a:lnTo>
                    <a:pt x="2089" y="822"/>
                  </a:lnTo>
                  <a:lnTo>
                    <a:pt x="2080" y="817"/>
                  </a:lnTo>
                  <a:lnTo>
                    <a:pt x="2073" y="809"/>
                  </a:lnTo>
                  <a:lnTo>
                    <a:pt x="2072" y="808"/>
                  </a:lnTo>
                  <a:lnTo>
                    <a:pt x="2071" y="800"/>
                  </a:lnTo>
                  <a:lnTo>
                    <a:pt x="2072" y="794"/>
                  </a:lnTo>
                  <a:lnTo>
                    <a:pt x="2073" y="787"/>
                  </a:lnTo>
                  <a:lnTo>
                    <a:pt x="2068" y="781"/>
                  </a:lnTo>
                  <a:lnTo>
                    <a:pt x="2061" y="771"/>
                  </a:lnTo>
                  <a:lnTo>
                    <a:pt x="2052" y="755"/>
                  </a:lnTo>
                  <a:lnTo>
                    <a:pt x="2043" y="738"/>
                  </a:lnTo>
                  <a:lnTo>
                    <a:pt x="2036" y="721"/>
                  </a:lnTo>
                  <a:lnTo>
                    <a:pt x="2030" y="699"/>
                  </a:lnTo>
                  <a:lnTo>
                    <a:pt x="2026" y="676"/>
                  </a:lnTo>
                  <a:lnTo>
                    <a:pt x="2024" y="656"/>
                  </a:lnTo>
                  <a:lnTo>
                    <a:pt x="2022" y="642"/>
                  </a:lnTo>
                  <a:lnTo>
                    <a:pt x="2021" y="628"/>
                  </a:lnTo>
                  <a:lnTo>
                    <a:pt x="2020" y="617"/>
                  </a:lnTo>
                  <a:lnTo>
                    <a:pt x="2019" y="610"/>
                  </a:lnTo>
                  <a:lnTo>
                    <a:pt x="2017" y="605"/>
                  </a:lnTo>
                  <a:lnTo>
                    <a:pt x="2014" y="595"/>
                  </a:lnTo>
                  <a:lnTo>
                    <a:pt x="2010" y="584"/>
                  </a:lnTo>
                  <a:lnTo>
                    <a:pt x="2007" y="571"/>
                  </a:lnTo>
                  <a:lnTo>
                    <a:pt x="2003" y="559"/>
                  </a:lnTo>
                  <a:lnTo>
                    <a:pt x="2003" y="550"/>
                  </a:lnTo>
                  <a:lnTo>
                    <a:pt x="2001" y="538"/>
                  </a:lnTo>
                  <a:lnTo>
                    <a:pt x="1998" y="522"/>
                  </a:lnTo>
                  <a:lnTo>
                    <a:pt x="1992" y="507"/>
                  </a:lnTo>
                  <a:lnTo>
                    <a:pt x="1987" y="493"/>
                  </a:lnTo>
                  <a:lnTo>
                    <a:pt x="1982" y="483"/>
                  </a:lnTo>
                  <a:lnTo>
                    <a:pt x="1980" y="486"/>
                  </a:lnTo>
                  <a:lnTo>
                    <a:pt x="1978" y="492"/>
                  </a:lnTo>
                  <a:lnTo>
                    <a:pt x="1975" y="503"/>
                  </a:lnTo>
                  <a:lnTo>
                    <a:pt x="1972" y="519"/>
                  </a:lnTo>
                  <a:lnTo>
                    <a:pt x="1969" y="538"/>
                  </a:lnTo>
                  <a:lnTo>
                    <a:pt x="1966" y="561"/>
                  </a:lnTo>
                  <a:lnTo>
                    <a:pt x="1966" y="592"/>
                  </a:lnTo>
                  <a:lnTo>
                    <a:pt x="1968" y="620"/>
                  </a:lnTo>
                  <a:lnTo>
                    <a:pt x="1966" y="645"/>
                  </a:lnTo>
                  <a:lnTo>
                    <a:pt x="1963" y="665"/>
                  </a:lnTo>
                  <a:lnTo>
                    <a:pt x="1955" y="683"/>
                  </a:lnTo>
                  <a:lnTo>
                    <a:pt x="1947" y="697"/>
                  </a:lnTo>
                  <a:lnTo>
                    <a:pt x="1941" y="710"/>
                  </a:lnTo>
                  <a:lnTo>
                    <a:pt x="1938" y="721"/>
                  </a:lnTo>
                  <a:lnTo>
                    <a:pt x="1938" y="730"/>
                  </a:lnTo>
                  <a:lnTo>
                    <a:pt x="1938" y="740"/>
                  </a:lnTo>
                  <a:lnTo>
                    <a:pt x="1937" y="748"/>
                  </a:lnTo>
                  <a:lnTo>
                    <a:pt x="1933" y="754"/>
                  </a:lnTo>
                  <a:lnTo>
                    <a:pt x="1932" y="755"/>
                  </a:lnTo>
                  <a:lnTo>
                    <a:pt x="1930" y="757"/>
                  </a:lnTo>
                  <a:lnTo>
                    <a:pt x="1921" y="758"/>
                  </a:lnTo>
                  <a:lnTo>
                    <a:pt x="1910" y="759"/>
                  </a:lnTo>
                  <a:lnTo>
                    <a:pt x="1900" y="763"/>
                  </a:lnTo>
                  <a:lnTo>
                    <a:pt x="1893" y="769"/>
                  </a:lnTo>
                  <a:lnTo>
                    <a:pt x="1885" y="775"/>
                  </a:lnTo>
                  <a:lnTo>
                    <a:pt x="1876" y="777"/>
                  </a:lnTo>
                  <a:lnTo>
                    <a:pt x="1865" y="777"/>
                  </a:lnTo>
                  <a:lnTo>
                    <a:pt x="1853" y="775"/>
                  </a:lnTo>
                  <a:lnTo>
                    <a:pt x="1849" y="773"/>
                  </a:lnTo>
                  <a:lnTo>
                    <a:pt x="1845" y="771"/>
                  </a:lnTo>
                  <a:lnTo>
                    <a:pt x="1844" y="768"/>
                  </a:lnTo>
                  <a:lnTo>
                    <a:pt x="1844" y="766"/>
                  </a:lnTo>
                  <a:lnTo>
                    <a:pt x="1845" y="762"/>
                  </a:lnTo>
                  <a:lnTo>
                    <a:pt x="1848" y="759"/>
                  </a:lnTo>
                  <a:lnTo>
                    <a:pt x="1852" y="755"/>
                  </a:lnTo>
                  <a:lnTo>
                    <a:pt x="1857" y="753"/>
                  </a:lnTo>
                  <a:lnTo>
                    <a:pt x="1867" y="744"/>
                  </a:lnTo>
                  <a:lnTo>
                    <a:pt x="1876" y="733"/>
                  </a:lnTo>
                  <a:lnTo>
                    <a:pt x="1885" y="720"/>
                  </a:lnTo>
                  <a:lnTo>
                    <a:pt x="1889" y="710"/>
                  </a:lnTo>
                  <a:lnTo>
                    <a:pt x="1893" y="696"/>
                  </a:lnTo>
                  <a:lnTo>
                    <a:pt x="1896" y="682"/>
                  </a:lnTo>
                  <a:lnTo>
                    <a:pt x="1899" y="668"/>
                  </a:lnTo>
                  <a:lnTo>
                    <a:pt x="1900" y="660"/>
                  </a:lnTo>
                  <a:lnTo>
                    <a:pt x="1901" y="645"/>
                  </a:lnTo>
                  <a:lnTo>
                    <a:pt x="1904" y="626"/>
                  </a:lnTo>
                  <a:lnTo>
                    <a:pt x="1905" y="605"/>
                  </a:lnTo>
                  <a:lnTo>
                    <a:pt x="1908" y="585"/>
                  </a:lnTo>
                  <a:lnTo>
                    <a:pt x="1909" y="568"/>
                  </a:lnTo>
                  <a:lnTo>
                    <a:pt x="1909" y="558"/>
                  </a:lnTo>
                  <a:lnTo>
                    <a:pt x="1909" y="548"/>
                  </a:lnTo>
                  <a:lnTo>
                    <a:pt x="1907" y="533"/>
                  </a:lnTo>
                  <a:lnTo>
                    <a:pt x="1904" y="514"/>
                  </a:lnTo>
                  <a:lnTo>
                    <a:pt x="1903" y="493"/>
                  </a:lnTo>
                  <a:lnTo>
                    <a:pt x="1900" y="473"/>
                  </a:lnTo>
                  <a:lnTo>
                    <a:pt x="1899" y="454"/>
                  </a:lnTo>
                  <a:lnTo>
                    <a:pt x="1899" y="438"/>
                  </a:lnTo>
                  <a:lnTo>
                    <a:pt x="1901" y="421"/>
                  </a:lnTo>
                  <a:lnTo>
                    <a:pt x="1901" y="400"/>
                  </a:lnTo>
                  <a:lnTo>
                    <a:pt x="1903" y="381"/>
                  </a:lnTo>
                  <a:lnTo>
                    <a:pt x="1904" y="365"/>
                  </a:lnTo>
                  <a:lnTo>
                    <a:pt x="1908" y="351"/>
                  </a:lnTo>
                  <a:lnTo>
                    <a:pt x="1913" y="335"/>
                  </a:lnTo>
                  <a:lnTo>
                    <a:pt x="1918" y="324"/>
                  </a:lnTo>
                  <a:lnTo>
                    <a:pt x="1921" y="316"/>
                  </a:lnTo>
                  <a:lnTo>
                    <a:pt x="1919" y="311"/>
                  </a:lnTo>
                  <a:lnTo>
                    <a:pt x="1917" y="305"/>
                  </a:lnTo>
                  <a:lnTo>
                    <a:pt x="1913" y="296"/>
                  </a:lnTo>
                  <a:lnTo>
                    <a:pt x="1909" y="283"/>
                  </a:lnTo>
                  <a:lnTo>
                    <a:pt x="1907" y="267"/>
                  </a:lnTo>
                  <a:lnTo>
                    <a:pt x="1907" y="245"/>
                  </a:lnTo>
                  <a:lnTo>
                    <a:pt x="1907" y="233"/>
                  </a:lnTo>
                  <a:lnTo>
                    <a:pt x="1907" y="218"/>
                  </a:lnTo>
                  <a:lnTo>
                    <a:pt x="1905" y="202"/>
                  </a:lnTo>
                  <a:lnTo>
                    <a:pt x="1905" y="184"/>
                  </a:lnTo>
                  <a:lnTo>
                    <a:pt x="1905" y="169"/>
                  </a:lnTo>
                  <a:lnTo>
                    <a:pt x="1908" y="156"/>
                  </a:lnTo>
                  <a:lnTo>
                    <a:pt x="1913" y="148"/>
                  </a:lnTo>
                  <a:lnTo>
                    <a:pt x="1923" y="143"/>
                  </a:lnTo>
                  <a:lnTo>
                    <a:pt x="1937" y="138"/>
                  </a:lnTo>
                  <a:lnTo>
                    <a:pt x="1951" y="132"/>
                  </a:lnTo>
                  <a:lnTo>
                    <a:pt x="1964" y="128"/>
                  </a:lnTo>
                  <a:lnTo>
                    <a:pt x="1972" y="124"/>
                  </a:lnTo>
                  <a:lnTo>
                    <a:pt x="1970" y="128"/>
                  </a:lnTo>
                  <a:lnTo>
                    <a:pt x="1970" y="133"/>
                  </a:lnTo>
                  <a:lnTo>
                    <a:pt x="1970" y="135"/>
                  </a:lnTo>
                  <a:lnTo>
                    <a:pt x="1969" y="139"/>
                  </a:lnTo>
                  <a:lnTo>
                    <a:pt x="1970" y="139"/>
                  </a:lnTo>
                  <a:lnTo>
                    <a:pt x="1977" y="155"/>
                  </a:lnTo>
                  <a:lnTo>
                    <a:pt x="1978" y="149"/>
                  </a:lnTo>
                  <a:lnTo>
                    <a:pt x="1980" y="144"/>
                  </a:lnTo>
                  <a:lnTo>
                    <a:pt x="1984" y="142"/>
                  </a:lnTo>
                  <a:lnTo>
                    <a:pt x="1989" y="139"/>
                  </a:lnTo>
                  <a:lnTo>
                    <a:pt x="1994" y="138"/>
                  </a:lnTo>
                  <a:lnTo>
                    <a:pt x="2002" y="142"/>
                  </a:lnTo>
                  <a:lnTo>
                    <a:pt x="2007" y="149"/>
                  </a:lnTo>
                  <a:lnTo>
                    <a:pt x="2008" y="160"/>
                  </a:lnTo>
                  <a:lnTo>
                    <a:pt x="2029" y="141"/>
                  </a:lnTo>
                  <a:lnTo>
                    <a:pt x="2029" y="141"/>
                  </a:lnTo>
                  <a:lnTo>
                    <a:pt x="2035" y="129"/>
                  </a:lnTo>
                  <a:lnTo>
                    <a:pt x="2038" y="121"/>
                  </a:lnTo>
                  <a:lnTo>
                    <a:pt x="2040" y="118"/>
                  </a:lnTo>
                  <a:lnTo>
                    <a:pt x="2039" y="118"/>
                  </a:lnTo>
                  <a:close/>
                  <a:moveTo>
                    <a:pt x="669" y="115"/>
                  </a:moveTo>
                  <a:lnTo>
                    <a:pt x="676" y="120"/>
                  </a:lnTo>
                  <a:lnTo>
                    <a:pt x="686" y="128"/>
                  </a:lnTo>
                  <a:lnTo>
                    <a:pt x="698" y="133"/>
                  </a:lnTo>
                  <a:lnTo>
                    <a:pt x="707" y="137"/>
                  </a:lnTo>
                  <a:lnTo>
                    <a:pt x="714" y="139"/>
                  </a:lnTo>
                  <a:lnTo>
                    <a:pt x="725" y="142"/>
                  </a:lnTo>
                  <a:lnTo>
                    <a:pt x="735" y="143"/>
                  </a:lnTo>
                  <a:lnTo>
                    <a:pt x="745" y="147"/>
                  </a:lnTo>
                  <a:lnTo>
                    <a:pt x="751" y="151"/>
                  </a:lnTo>
                  <a:lnTo>
                    <a:pt x="755" y="157"/>
                  </a:lnTo>
                  <a:lnTo>
                    <a:pt x="755" y="162"/>
                  </a:lnTo>
                  <a:lnTo>
                    <a:pt x="756" y="172"/>
                  </a:lnTo>
                  <a:lnTo>
                    <a:pt x="758" y="188"/>
                  </a:lnTo>
                  <a:lnTo>
                    <a:pt x="760" y="205"/>
                  </a:lnTo>
                  <a:lnTo>
                    <a:pt x="762" y="223"/>
                  </a:lnTo>
                  <a:lnTo>
                    <a:pt x="764" y="239"/>
                  </a:lnTo>
                  <a:lnTo>
                    <a:pt x="768" y="254"/>
                  </a:lnTo>
                  <a:lnTo>
                    <a:pt x="772" y="269"/>
                  </a:lnTo>
                  <a:lnTo>
                    <a:pt x="776" y="282"/>
                  </a:lnTo>
                  <a:lnTo>
                    <a:pt x="778" y="291"/>
                  </a:lnTo>
                  <a:lnTo>
                    <a:pt x="779" y="296"/>
                  </a:lnTo>
                  <a:lnTo>
                    <a:pt x="778" y="298"/>
                  </a:lnTo>
                  <a:lnTo>
                    <a:pt x="778" y="302"/>
                  </a:lnTo>
                  <a:lnTo>
                    <a:pt x="777" y="306"/>
                  </a:lnTo>
                  <a:lnTo>
                    <a:pt x="777" y="310"/>
                  </a:lnTo>
                  <a:lnTo>
                    <a:pt x="777" y="312"/>
                  </a:lnTo>
                  <a:lnTo>
                    <a:pt x="777" y="315"/>
                  </a:lnTo>
                  <a:lnTo>
                    <a:pt x="777" y="317"/>
                  </a:lnTo>
                  <a:lnTo>
                    <a:pt x="776" y="320"/>
                  </a:lnTo>
                  <a:lnTo>
                    <a:pt x="774" y="325"/>
                  </a:lnTo>
                  <a:lnTo>
                    <a:pt x="773" y="333"/>
                  </a:lnTo>
                  <a:lnTo>
                    <a:pt x="769" y="343"/>
                  </a:lnTo>
                  <a:lnTo>
                    <a:pt x="764" y="356"/>
                  </a:lnTo>
                  <a:lnTo>
                    <a:pt x="759" y="368"/>
                  </a:lnTo>
                  <a:lnTo>
                    <a:pt x="755" y="377"/>
                  </a:lnTo>
                  <a:lnTo>
                    <a:pt x="753" y="384"/>
                  </a:lnTo>
                  <a:lnTo>
                    <a:pt x="753" y="384"/>
                  </a:lnTo>
                  <a:lnTo>
                    <a:pt x="742" y="373"/>
                  </a:lnTo>
                  <a:lnTo>
                    <a:pt x="734" y="367"/>
                  </a:lnTo>
                  <a:lnTo>
                    <a:pt x="726" y="365"/>
                  </a:lnTo>
                  <a:lnTo>
                    <a:pt x="721" y="365"/>
                  </a:lnTo>
                  <a:lnTo>
                    <a:pt x="720" y="365"/>
                  </a:lnTo>
                  <a:lnTo>
                    <a:pt x="720" y="367"/>
                  </a:lnTo>
                  <a:lnTo>
                    <a:pt x="725" y="367"/>
                  </a:lnTo>
                  <a:lnTo>
                    <a:pt x="734" y="372"/>
                  </a:lnTo>
                  <a:lnTo>
                    <a:pt x="741" y="379"/>
                  </a:lnTo>
                  <a:lnTo>
                    <a:pt x="745" y="385"/>
                  </a:lnTo>
                  <a:lnTo>
                    <a:pt x="748" y="390"/>
                  </a:lnTo>
                  <a:lnTo>
                    <a:pt x="749" y="391"/>
                  </a:lnTo>
                  <a:lnTo>
                    <a:pt x="753" y="384"/>
                  </a:lnTo>
                  <a:lnTo>
                    <a:pt x="753" y="384"/>
                  </a:lnTo>
                  <a:lnTo>
                    <a:pt x="751" y="387"/>
                  </a:lnTo>
                  <a:lnTo>
                    <a:pt x="749" y="391"/>
                  </a:lnTo>
                  <a:lnTo>
                    <a:pt x="746" y="395"/>
                  </a:lnTo>
                  <a:lnTo>
                    <a:pt x="744" y="398"/>
                  </a:lnTo>
                  <a:lnTo>
                    <a:pt x="741" y="399"/>
                  </a:lnTo>
                  <a:lnTo>
                    <a:pt x="739" y="399"/>
                  </a:lnTo>
                  <a:lnTo>
                    <a:pt x="739" y="400"/>
                  </a:lnTo>
                  <a:lnTo>
                    <a:pt x="739" y="402"/>
                  </a:lnTo>
                  <a:lnTo>
                    <a:pt x="739" y="404"/>
                  </a:lnTo>
                  <a:lnTo>
                    <a:pt x="740" y="408"/>
                  </a:lnTo>
                  <a:lnTo>
                    <a:pt x="741" y="414"/>
                  </a:lnTo>
                  <a:lnTo>
                    <a:pt x="744" y="424"/>
                  </a:lnTo>
                  <a:lnTo>
                    <a:pt x="746" y="435"/>
                  </a:lnTo>
                  <a:lnTo>
                    <a:pt x="748" y="445"/>
                  </a:lnTo>
                  <a:lnTo>
                    <a:pt x="749" y="452"/>
                  </a:lnTo>
                  <a:lnTo>
                    <a:pt x="749" y="455"/>
                  </a:lnTo>
                  <a:lnTo>
                    <a:pt x="745" y="456"/>
                  </a:lnTo>
                  <a:lnTo>
                    <a:pt x="736" y="456"/>
                  </a:lnTo>
                  <a:lnTo>
                    <a:pt x="730" y="456"/>
                  </a:lnTo>
                  <a:lnTo>
                    <a:pt x="726" y="456"/>
                  </a:lnTo>
                  <a:lnTo>
                    <a:pt x="726" y="461"/>
                  </a:lnTo>
                  <a:lnTo>
                    <a:pt x="725" y="473"/>
                  </a:lnTo>
                  <a:lnTo>
                    <a:pt x="725" y="488"/>
                  </a:lnTo>
                  <a:lnTo>
                    <a:pt x="723" y="506"/>
                  </a:lnTo>
                  <a:lnTo>
                    <a:pt x="722" y="524"/>
                  </a:lnTo>
                  <a:lnTo>
                    <a:pt x="722" y="538"/>
                  </a:lnTo>
                  <a:lnTo>
                    <a:pt x="722" y="547"/>
                  </a:lnTo>
                  <a:lnTo>
                    <a:pt x="722" y="550"/>
                  </a:lnTo>
                  <a:lnTo>
                    <a:pt x="721" y="561"/>
                  </a:lnTo>
                  <a:lnTo>
                    <a:pt x="721" y="575"/>
                  </a:lnTo>
                  <a:lnTo>
                    <a:pt x="720" y="591"/>
                  </a:lnTo>
                  <a:lnTo>
                    <a:pt x="720" y="608"/>
                  </a:lnTo>
                  <a:lnTo>
                    <a:pt x="718" y="622"/>
                  </a:lnTo>
                  <a:lnTo>
                    <a:pt x="717" y="636"/>
                  </a:lnTo>
                  <a:lnTo>
                    <a:pt x="714" y="652"/>
                  </a:lnTo>
                  <a:lnTo>
                    <a:pt x="712" y="666"/>
                  </a:lnTo>
                  <a:lnTo>
                    <a:pt x="711" y="679"/>
                  </a:lnTo>
                  <a:lnTo>
                    <a:pt x="709" y="688"/>
                  </a:lnTo>
                  <a:lnTo>
                    <a:pt x="708" y="696"/>
                  </a:lnTo>
                  <a:lnTo>
                    <a:pt x="707" y="708"/>
                  </a:lnTo>
                  <a:lnTo>
                    <a:pt x="704" y="721"/>
                  </a:lnTo>
                  <a:lnTo>
                    <a:pt x="703" y="734"/>
                  </a:lnTo>
                  <a:lnTo>
                    <a:pt x="702" y="744"/>
                  </a:lnTo>
                  <a:lnTo>
                    <a:pt x="699" y="755"/>
                  </a:lnTo>
                  <a:lnTo>
                    <a:pt x="697" y="763"/>
                  </a:lnTo>
                  <a:lnTo>
                    <a:pt x="697" y="769"/>
                  </a:lnTo>
                  <a:lnTo>
                    <a:pt x="699" y="773"/>
                  </a:lnTo>
                  <a:lnTo>
                    <a:pt x="702" y="780"/>
                  </a:lnTo>
                  <a:lnTo>
                    <a:pt x="706" y="786"/>
                  </a:lnTo>
                  <a:lnTo>
                    <a:pt x="706" y="795"/>
                  </a:lnTo>
                  <a:lnTo>
                    <a:pt x="704" y="797"/>
                  </a:lnTo>
                  <a:lnTo>
                    <a:pt x="702" y="800"/>
                  </a:lnTo>
                  <a:lnTo>
                    <a:pt x="699" y="804"/>
                  </a:lnTo>
                  <a:lnTo>
                    <a:pt x="697" y="804"/>
                  </a:lnTo>
                  <a:lnTo>
                    <a:pt x="692" y="805"/>
                  </a:lnTo>
                  <a:lnTo>
                    <a:pt x="683" y="804"/>
                  </a:lnTo>
                  <a:lnTo>
                    <a:pt x="671" y="800"/>
                  </a:lnTo>
                  <a:lnTo>
                    <a:pt x="658" y="790"/>
                  </a:lnTo>
                  <a:lnTo>
                    <a:pt x="657" y="790"/>
                  </a:lnTo>
                  <a:lnTo>
                    <a:pt x="657" y="790"/>
                  </a:lnTo>
                  <a:lnTo>
                    <a:pt x="656" y="789"/>
                  </a:lnTo>
                  <a:lnTo>
                    <a:pt x="655" y="787"/>
                  </a:lnTo>
                  <a:lnTo>
                    <a:pt x="655" y="785"/>
                  </a:lnTo>
                  <a:lnTo>
                    <a:pt x="655" y="783"/>
                  </a:lnTo>
                  <a:lnTo>
                    <a:pt x="655" y="781"/>
                  </a:lnTo>
                  <a:lnTo>
                    <a:pt x="653" y="778"/>
                  </a:lnTo>
                  <a:lnTo>
                    <a:pt x="653" y="776"/>
                  </a:lnTo>
                  <a:lnTo>
                    <a:pt x="653" y="773"/>
                  </a:lnTo>
                  <a:lnTo>
                    <a:pt x="655" y="769"/>
                  </a:lnTo>
                  <a:lnTo>
                    <a:pt x="655" y="764"/>
                  </a:lnTo>
                  <a:lnTo>
                    <a:pt x="653" y="761"/>
                  </a:lnTo>
                  <a:lnTo>
                    <a:pt x="652" y="757"/>
                  </a:lnTo>
                  <a:lnTo>
                    <a:pt x="651" y="753"/>
                  </a:lnTo>
                  <a:lnTo>
                    <a:pt x="649" y="748"/>
                  </a:lnTo>
                  <a:lnTo>
                    <a:pt x="649" y="738"/>
                  </a:lnTo>
                  <a:lnTo>
                    <a:pt x="648" y="725"/>
                  </a:lnTo>
                  <a:lnTo>
                    <a:pt x="649" y="712"/>
                  </a:lnTo>
                  <a:lnTo>
                    <a:pt x="651" y="702"/>
                  </a:lnTo>
                  <a:lnTo>
                    <a:pt x="653" y="689"/>
                  </a:lnTo>
                  <a:lnTo>
                    <a:pt x="656" y="674"/>
                  </a:lnTo>
                  <a:lnTo>
                    <a:pt x="657" y="659"/>
                  </a:lnTo>
                  <a:lnTo>
                    <a:pt x="658" y="647"/>
                  </a:lnTo>
                  <a:lnTo>
                    <a:pt x="658" y="637"/>
                  </a:lnTo>
                  <a:lnTo>
                    <a:pt x="658" y="623"/>
                  </a:lnTo>
                  <a:lnTo>
                    <a:pt x="658" y="608"/>
                  </a:lnTo>
                  <a:lnTo>
                    <a:pt x="658" y="591"/>
                  </a:lnTo>
                  <a:lnTo>
                    <a:pt x="658" y="578"/>
                  </a:lnTo>
                  <a:lnTo>
                    <a:pt x="657" y="567"/>
                  </a:lnTo>
                  <a:lnTo>
                    <a:pt x="657" y="553"/>
                  </a:lnTo>
                  <a:lnTo>
                    <a:pt x="657" y="538"/>
                  </a:lnTo>
                  <a:lnTo>
                    <a:pt x="656" y="522"/>
                  </a:lnTo>
                  <a:lnTo>
                    <a:pt x="655" y="511"/>
                  </a:lnTo>
                  <a:lnTo>
                    <a:pt x="653" y="503"/>
                  </a:lnTo>
                  <a:lnTo>
                    <a:pt x="651" y="496"/>
                  </a:lnTo>
                  <a:lnTo>
                    <a:pt x="647" y="486"/>
                  </a:lnTo>
                  <a:lnTo>
                    <a:pt x="643" y="477"/>
                  </a:lnTo>
                  <a:lnTo>
                    <a:pt x="641" y="468"/>
                  </a:lnTo>
                  <a:lnTo>
                    <a:pt x="639" y="463"/>
                  </a:lnTo>
                  <a:lnTo>
                    <a:pt x="639" y="459"/>
                  </a:lnTo>
                  <a:lnTo>
                    <a:pt x="639" y="456"/>
                  </a:lnTo>
                  <a:lnTo>
                    <a:pt x="638" y="452"/>
                  </a:lnTo>
                  <a:lnTo>
                    <a:pt x="638" y="450"/>
                  </a:lnTo>
                  <a:lnTo>
                    <a:pt x="637" y="447"/>
                  </a:lnTo>
                  <a:lnTo>
                    <a:pt x="637" y="447"/>
                  </a:lnTo>
                  <a:lnTo>
                    <a:pt x="637" y="447"/>
                  </a:lnTo>
                  <a:lnTo>
                    <a:pt x="637" y="450"/>
                  </a:lnTo>
                  <a:lnTo>
                    <a:pt x="637" y="452"/>
                  </a:lnTo>
                  <a:lnTo>
                    <a:pt x="637" y="456"/>
                  </a:lnTo>
                  <a:lnTo>
                    <a:pt x="635" y="460"/>
                  </a:lnTo>
                  <a:lnTo>
                    <a:pt x="635" y="464"/>
                  </a:lnTo>
                  <a:lnTo>
                    <a:pt x="634" y="466"/>
                  </a:lnTo>
                  <a:lnTo>
                    <a:pt x="632" y="473"/>
                  </a:lnTo>
                  <a:lnTo>
                    <a:pt x="629" y="482"/>
                  </a:lnTo>
                  <a:lnTo>
                    <a:pt x="625" y="494"/>
                  </a:lnTo>
                  <a:lnTo>
                    <a:pt x="621" y="507"/>
                  </a:lnTo>
                  <a:lnTo>
                    <a:pt x="618" y="519"/>
                  </a:lnTo>
                  <a:lnTo>
                    <a:pt x="615" y="528"/>
                  </a:lnTo>
                  <a:lnTo>
                    <a:pt x="613" y="544"/>
                  </a:lnTo>
                  <a:lnTo>
                    <a:pt x="610" y="564"/>
                  </a:lnTo>
                  <a:lnTo>
                    <a:pt x="606" y="587"/>
                  </a:lnTo>
                  <a:lnTo>
                    <a:pt x="601" y="609"/>
                  </a:lnTo>
                  <a:lnTo>
                    <a:pt x="597" y="626"/>
                  </a:lnTo>
                  <a:lnTo>
                    <a:pt x="595" y="638"/>
                  </a:lnTo>
                  <a:lnTo>
                    <a:pt x="592" y="648"/>
                  </a:lnTo>
                  <a:lnTo>
                    <a:pt x="588" y="662"/>
                  </a:lnTo>
                  <a:lnTo>
                    <a:pt x="585" y="675"/>
                  </a:lnTo>
                  <a:lnTo>
                    <a:pt x="582" y="687"/>
                  </a:lnTo>
                  <a:lnTo>
                    <a:pt x="578" y="702"/>
                  </a:lnTo>
                  <a:lnTo>
                    <a:pt x="574" y="715"/>
                  </a:lnTo>
                  <a:lnTo>
                    <a:pt x="573" y="719"/>
                  </a:lnTo>
                  <a:lnTo>
                    <a:pt x="572" y="721"/>
                  </a:lnTo>
                  <a:lnTo>
                    <a:pt x="571" y="724"/>
                  </a:lnTo>
                  <a:lnTo>
                    <a:pt x="571" y="726"/>
                  </a:lnTo>
                  <a:lnTo>
                    <a:pt x="571" y="729"/>
                  </a:lnTo>
                  <a:lnTo>
                    <a:pt x="573" y="731"/>
                  </a:lnTo>
                  <a:lnTo>
                    <a:pt x="574" y="735"/>
                  </a:lnTo>
                  <a:lnTo>
                    <a:pt x="574" y="739"/>
                  </a:lnTo>
                  <a:lnTo>
                    <a:pt x="574" y="744"/>
                  </a:lnTo>
                  <a:lnTo>
                    <a:pt x="573" y="748"/>
                  </a:lnTo>
                  <a:lnTo>
                    <a:pt x="569" y="755"/>
                  </a:lnTo>
                  <a:lnTo>
                    <a:pt x="564" y="763"/>
                  </a:lnTo>
                  <a:lnTo>
                    <a:pt x="562" y="769"/>
                  </a:lnTo>
                  <a:lnTo>
                    <a:pt x="563" y="772"/>
                  </a:lnTo>
                  <a:lnTo>
                    <a:pt x="563" y="776"/>
                  </a:lnTo>
                  <a:lnTo>
                    <a:pt x="563" y="781"/>
                  </a:lnTo>
                  <a:lnTo>
                    <a:pt x="563" y="785"/>
                  </a:lnTo>
                  <a:lnTo>
                    <a:pt x="563" y="787"/>
                  </a:lnTo>
                  <a:lnTo>
                    <a:pt x="562" y="790"/>
                  </a:lnTo>
                  <a:lnTo>
                    <a:pt x="560" y="790"/>
                  </a:lnTo>
                  <a:lnTo>
                    <a:pt x="557" y="792"/>
                  </a:lnTo>
                  <a:lnTo>
                    <a:pt x="551" y="794"/>
                  </a:lnTo>
                  <a:lnTo>
                    <a:pt x="546" y="795"/>
                  </a:lnTo>
                  <a:lnTo>
                    <a:pt x="542" y="797"/>
                  </a:lnTo>
                  <a:lnTo>
                    <a:pt x="537" y="800"/>
                  </a:lnTo>
                  <a:lnTo>
                    <a:pt x="527" y="803"/>
                  </a:lnTo>
                  <a:lnTo>
                    <a:pt x="520" y="804"/>
                  </a:lnTo>
                  <a:lnTo>
                    <a:pt x="514" y="803"/>
                  </a:lnTo>
                  <a:lnTo>
                    <a:pt x="511" y="801"/>
                  </a:lnTo>
                  <a:lnTo>
                    <a:pt x="507" y="797"/>
                  </a:lnTo>
                  <a:lnTo>
                    <a:pt x="506" y="795"/>
                  </a:lnTo>
                  <a:lnTo>
                    <a:pt x="506" y="792"/>
                  </a:lnTo>
                  <a:lnTo>
                    <a:pt x="506" y="791"/>
                  </a:lnTo>
                  <a:lnTo>
                    <a:pt x="507" y="791"/>
                  </a:lnTo>
                  <a:lnTo>
                    <a:pt x="508" y="790"/>
                  </a:lnTo>
                  <a:lnTo>
                    <a:pt x="509" y="787"/>
                  </a:lnTo>
                  <a:lnTo>
                    <a:pt x="512" y="785"/>
                  </a:lnTo>
                  <a:lnTo>
                    <a:pt x="514" y="782"/>
                  </a:lnTo>
                  <a:lnTo>
                    <a:pt x="517" y="781"/>
                  </a:lnTo>
                  <a:lnTo>
                    <a:pt x="520" y="778"/>
                  </a:lnTo>
                  <a:lnTo>
                    <a:pt x="522" y="777"/>
                  </a:lnTo>
                  <a:lnTo>
                    <a:pt x="522" y="775"/>
                  </a:lnTo>
                  <a:lnTo>
                    <a:pt x="522" y="772"/>
                  </a:lnTo>
                  <a:lnTo>
                    <a:pt x="522" y="769"/>
                  </a:lnTo>
                  <a:lnTo>
                    <a:pt x="522" y="767"/>
                  </a:lnTo>
                  <a:lnTo>
                    <a:pt x="522" y="762"/>
                  </a:lnTo>
                  <a:lnTo>
                    <a:pt x="521" y="753"/>
                  </a:lnTo>
                  <a:lnTo>
                    <a:pt x="517" y="743"/>
                  </a:lnTo>
                  <a:lnTo>
                    <a:pt x="514" y="731"/>
                  </a:lnTo>
                  <a:lnTo>
                    <a:pt x="514" y="720"/>
                  </a:lnTo>
                  <a:lnTo>
                    <a:pt x="514" y="713"/>
                  </a:lnTo>
                  <a:lnTo>
                    <a:pt x="517" y="699"/>
                  </a:lnTo>
                  <a:lnTo>
                    <a:pt x="518" y="683"/>
                  </a:lnTo>
                  <a:lnTo>
                    <a:pt x="520" y="664"/>
                  </a:lnTo>
                  <a:lnTo>
                    <a:pt x="522" y="646"/>
                  </a:lnTo>
                  <a:lnTo>
                    <a:pt x="523" y="632"/>
                  </a:lnTo>
                  <a:lnTo>
                    <a:pt x="525" y="622"/>
                  </a:lnTo>
                  <a:lnTo>
                    <a:pt x="525" y="613"/>
                  </a:lnTo>
                  <a:lnTo>
                    <a:pt x="527" y="599"/>
                  </a:lnTo>
                  <a:lnTo>
                    <a:pt x="528" y="582"/>
                  </a:lnTo>
                  <a:lnTo>
                    <a:pt x="530" y="564"/>
                  </a:lnTo>
                  <a:lnTo>
                    <a:pt x="532" y="549"/>
                  </a:lnTo>
                  <a:lnTo>
                    <a:pt x="532" y="538"/>
                  </a:lnTo>
                  <a:lnTo>
                    <a:pt x="534" y="528"/>
                  </a:lnTo>
                  <a:lnTo>
                    <a:pt x="535" y="514"/>
                  </a:lnTo>
                  <a:lnTo>
                    <a:pt x="536" y="498"/>
                  </a:lnTo>
                  <a:lnTo>
                    <a:pt x="537" y="482"/>
                  </a:lnTo>
                  <a:lnTo>
                    <a:pt x="539" y="468"/>
                  </a:lnTo>
                  <a:lnTo>
                    <a:pt x="539" y="459"/>
                  </a:lnTo>
                  <a:lnTo>
                    <a:pt x="539" y="455"/>
                  </a:lnTo>
                  <a:lnTo>
                    <a:pt x="537" y="454"/>
                  </a:lnTo>
                  <a:lnTo>
                    <a:pt x="537" y="454"/>
                  </a:lnTo>
                  <a:lnTo>
                    <a:pt x="537" y="454"/>
                  </a:lnTo>
                  <a:lnTo>
                    <a:pt x="536" y="454"/>
                  </a:lnTo>
                  <a:lnTo>
                    <a:pt x="535" y="454"/>
                  </a:lnTo>
                  <a:lnTo>
                    <a:pt x="534" y="454"/>
                  </a:lnTo>
                  <a:lnTo>
                    <a:pt x="530" y="454"/>
                  </a:lnTo>
                  <a:lnTo>
                    <a:pt x="527" y="451"/>
                  </a:lnTo>
                  <a:lnTo>
                    <a:pt x="522" y="449"/>
                  </a:lnTo>
                  <a:lnTo>
                    <a:pt x="518" y="444"/>
                  </a:lnTo>
                  <a:lnTo>
                    <a:pt x="514" y="438"/>
                  </a:lnTo>
                  <a:lnTo>
                    <a:pt x="511" y="436"/>
                  </a:lnTo>
                  <a:lnTo>
                    <a:pt x="508" y="433"/>
                  </a:lnTo>
                  <a:lnTo>
                    <a:pt x="507" y="431"/>
                  </a:lnTo>
                  <a:lnTo>
                    <a:pt x="506" y="430"/>
                  </a:lnTo>
                  <a:lnTo>
                    <a:pt x="506" y="428"/>
                  </a:lnTo>
                  <a:lnTo>
                    <a:pt x="508" y="426"/>
                  </a:lnTo>
                  <a:lnTo>
                    <a:pt x="512" y="422"/>
                  </a:lnTo>
                  <a:lnTo>
                    <a:pt x="517" y="416"/>
                  </a:lnTo>
                  <a:lnTo>
                    <a:pt x="522" y="409"/>
                  </a:lnTo>
                  <a:lnTo>
                    <a:pt x="527" y="402"/>
                  </a:lnTo>
                  <a:lnTo>
                    <a:pt x="531" y="398"/>
                  </a:lnTo>
                  <a:lnTo>
                    <a:pt x="532" y="395"/>
                  </a:lnTo>
                  <a:lnTo>
                    <a:pt x="528" y="386"/>
                  </a:lnTo>
                  <a:lnTo>
                    <a:pt x="527" y="386"/>
                  </a:lnTo>
                  <a:lnTo>
                    <a:pt x="526" y="386"/>
                  </a:lnTo>
                  <a:lnTo>
                    <a:pt x="525" y="387"/>
                  </a:lnTo>
                  <a:lnTo>
                    <a:pt x="522" y="387"/>
                  </a:lnTo>
                  <a:lnTo>
                    <a:pt x="526" y="386"/>
                  </a:lnTo>
                  <a:lnTo>
                    <a:pt x="526" y="386"/>
                  </a:lnTo>
                  <a:lnTo>
                    <a:pt x="525" y="385"/>
                  </a:lnTo>
                  <a:lnTo>
                    <a:pt x="523" y="384"/>
                  </a:lnTo>
                  <a:lnTo>
                    <a:pt x="522" y="382"/>
                  </a:lnTo>
                  <a:lnTo>
                    <a:pt x="521" y="380"/>
                  </a:lnTo>
                  <a:lnTo>
                    <a:pt x="521" y="377"/>
                  </a:lnTo>
                  <a:lnTo>
                    <a:pt x="521" y="375"/>
                  </a:lnTo>
                  <a:lnTo>
                    <a:pt x="522" y="371"/>
                  </a:lnTo>
                  <a:lnTo>
                    <a:pt x="526" y="367"/>
                  </a:lnTo>
                  <a:lnTo>
                    <a:pt x="534" y="363"/>
                  </a:lnTo>
                  <a:lnTo>
                    <a:pt x="541" y="362"/>
                  </a:lnTo>
                  <a:lnTo>
                    <a:pt x="544" y="362"/>
                  </a:lnTo>
                  <a:lnTo>
                    <a:pt x="544" y="362"/>
                  </a:lnTo>
                  <a:lnTo>
                    <a:pt x="544" y="361"/>
                  </a:lnTo>
                  <a:lnTo>
                    <a:pt x="542" y="361"/>
                  </a:lnTo>
                  <a:lnTo>
                    <a:pt x="542" y="361"/>
                  </a:lnTo>
                  <a:lnTo>
                    <a:pt x="542" y="361"/>
                  </a:lnTo>
                  <a:lnTo>
                    <a:pt x="541" y="361"/>
                  </a:lnTo>
                  <a:lnTo>
                    <a:pt x="540" y="361"/>
                  </a:lnTo>
                  <a:lnTo>
                    <a:pt x="537" y="361"/>
                  </a:lnTo>
                  <a:lnTo>
                    <a:pt x="534" y="361"/>
                  </a:lnTo>
                  <a:lnTo>
                    <a:pt x="528" y="361"/>
                  </a:lnTo>
                  <a:lnTo>
                    <a:pt x="521" y="363"/>
                  </a:lnTo>
                  <a:lnTo>
                    <a:pt x="517" y="367"/>
                  </a:lnTo>
                  <a:lnTo>
                    <a:pt x="514" y="373"/>
                  </a:lnTo>
                  <a:lnTo>
                    <a:pt x="513" y="380"/>
                  </a:lnTo>
                  <a:lnTo>
                    <a:pt x="513" y="384"/>
                  </a:lnTo>
                  <a:lnTo>
                    <a:pt x="513" y="376"/>
                  </a:lnTo>
                  <a:lnTo>
                    <a:pt x="513" y="367"/>
                  </a:lnTo>
                  <a:lnTo>
                    <a:pt x="512" y="361"/>
                  </a:lnTo>
                  <a:lnTo>
                    <a:pt x="509" y="352"/>
                  </a:lnTo>
                  <a:lnTo>
                    <a:pt x="507" y="342"/>
                  </a:lnTo>
                  <a:lnTo>
                    <a:pt x="504" y="334"/>
                  </a:lnTo>
                  <a:lnTo>
                    <a:pt x="500" y="329"/>
                  </a:lnTo>
                  <a:lnTo>
                    <a:pt x="498" y="321"/>
                  </a:lnTo>
                  <a:lnTo>
                    <a:pt x="498" y="312"/>
                  </a:lnTo>
                  <a:lnTo>
                    <a:pt x="498" y="310"/>
                  </a:lnTo>
                  <a:lnTo>
                    <a:pt x="499" y="307"/>
                  </a:lnTo>
                  <a:lnTo>
                    <a:pt x="500" y="305"/>
                  </a:lnTo>
                  <a:lnTo>
                    <a:pt x="500" y="305"/>
                  </a:lnTo>
                  <a:lnTo>
                    <a:pt x="500" y="303"/>
                  </a:lnTo>
                  <a:lnTo>
                    <a:pt x="500" y="303"/>
                  </a:lnTo>
                  <a:lnTo>
                    <a:pt x="499" y="302"/>
                  </a:lnTo>
                  <a:lnTo>
                    <a:pt x="499" y="300"/>
                  </a:lnTo>
                  <a:lnTo>
                    <a:pt x="498" y="298"/>
                  </a:lnTo>
                  <a:lnTo>
                    <a:pt x="497" y="297"/>
                  </a:lnTo>
                  <a:lnTo>
                    <a:pt x="497" y="295"/>
                  </a:lnTo>
                  <a:lnTo>
                    <a:pt x="498" y="293"/>
                  </a:lnTo>
                  <a:lnTo>
                    <a:pt x="499" y="291"/>
                  </a:lnTo>
                  <a:lnTo>
                    <a:pt x="499" y="289"/>
                  </a:lnTo>
                  <a:lnTo>
                    <a:pt x="500" y="287"/>
                  </a:lnTo>
                  <a:lnTo>
                    <a:pt x="500" y="283"/>
                  </a:lnTo>
                  <a:lnTo>
                    <a:pt x="502" y="282"/>
                  </a:lnTo>
                  <a:lnTo>
                    <a:pt x="502" y="281"/>
                  </a:lnTo>
                  <a:lnTo>
                    <a:pt x="503" y="278"/>
                  </a:lnTo>
                  <a:lnTo>
                    <a:pt x="504" y="274"/>
                  </a:lnTo>
                  <a:lnTo>
                    <a:pt x="504" y="268"/>
                  </a:lnTo>
                  <a:lnTo>
                    <a:pt x="506" y="258"/>
                  </a:lnTo>
                  <a:lnTo>
                    <a:pt x="507" y="246"/>
                  </a:lnTo>
                  <a:lnTo>
                    <a:pt x="509" y="233"/>
                  </a:lnTo>
                  <a:lnTo>
                    <a:pt x="513" y="219"/>
                  </a:lnTo>
                  <a:lnTo>
                    <a:pt x="517" y="204"/>
                  </a:lnTo>
                  <a:lnTo>
                    <a:pt x="521" y="189"/>
                  </a:lnTo>
                  <a:lnTo>
                    <a:pt x="522" y="176"/>
                  </a:lnTo>
                  <a:lnTo>
                    <a:pt x="522" y="167"/>
                  </a:lnTo>
                  <a:lnTo>
                    <a:pt x="523" y="160"/>
                  </a:lnTo>
                  <a:lnTo>
                    <a:pt x="525" y="153"/>
                  </a:lnTo>
                  <a:lnTo>
                    <a:pt x="530" y="148"/>
                  </a:lnTo>
                  <a:lnTo>
                    <a:pt x="537" y="144"/>
                  </a:lnTo>
                  <a:lnTo>
                    <a:pt x="549" y="141"/>
                  </a:lnTo>
                  <a:lnTo>
                    <a:pt x="562" y="135"/>
                  </a:lnTo>
                  <a:lnTo>
                    <a:pt x="573" y="132"/>
                  </a:lnTo>
                  <a:lnTo>
                    <a:pt x="581" y="129"/>
                  </a:lnTo>
                  <a:lnTo>
                    <a:pt x="591" y="127"/>
                  </a:lnTo>
                  <a:lnTo>
                    <a:pt x="599" y="123"/>
                  </a:lnTo>
                  <a:lnTo>
                    <a:pt x="605" y="120"/>
                  </a:lnTo>
                  <a:lnTo>
                    <a:pt x="606" y="118"/>
                  </a:lnTo>
                  <a:lnTo>
                    <a:pt x="606" y="121"/>
                  </a:lnTo>
                  <a:lnTo>
                    <a:pt x="605" y="125"/>
                  </a:lnTo>
                  <a:lnTo>
                    <a:pt x="605" y="132"/>
                  </a:lnTo>
                  <a:lnTo>
                    <a:pt x="605" y="142"/>
                  </a:lnTo>
                  <a:lnTo>
                    <a:pt x="605" y="153"/>
                  </a:lnTo>
                  <a:lnTo>
                    <a:pt x="604" y="162"/>
                  </a:lnTo>
                  <a:lnTo>
                    <a:pt x="604" y="167"/>
                  </a:lnTo>
                  <a:lnTo>
                    <a:pt x="604" y="172"/>
                  </a:lnTo>
                  <a:lnTo>
                    <a:pt x="604" y="189"/>
                  </a:lnTo>
                  <a:lnTo>
                    <a:pt x="605" y="205"/>
                  </a:lnTo>
                  <a:lnTo>
                    <a:pt x="605" y="221"/>
                  </a:lnTo>
                  <a:lnTo>
                    <a:pt x="604" y="240"/>
                  </a:lnTo>
                  <a:lnTo>
                    <a:pt x="602" y="263"/>
                  </a:lnTo>
                  <a:lnTo>
                    <a:pt x="601" y="274"/>
                  </a:lnTo>
                  <a:lnTo>
                    <a:pt x="597" y="287"/>
                  </a:lnTo>
                  <a:lnTo>
                    <a:pt x="593" y="300"/>
                  </a:lnTo>
                  <a:lnTo>
                    <a:pt x="588" y="311"/>
                  </a:lnTo>
                  <a:lnTo>
                    <a:pt x="583" y="320"/>
                  </a:lnTo>
                  <a:lnTo>
                    <a:pt x="579" y="326"/>
                  </a:lnTo>
                  <a:lnTo>
                    <a:pt x="578" y="329"/>
                  </a:lnTo>
                  <a:lnTo>
                    <a:pt x="578" y="329"/>
                  </a:lnTo>
                  <a:lnTo>
                    <a:pt x="578" y="329"/>
                  </a:lnTo>
                  <a:lnTo>
                    <a:pt x="609" y="334"/>
                  </a:lnTo>
                  <a:lnTo>
                    <a:pt x="639" y="335"/>
                  </a:lnTo>
                  <a:lnTo>
                    <a:pt x="653" y="335"/>
                  </a:lnTo>
                  <a:lnTo>
                    <a:pt x="670" y="335"/>
                  </a:lnTo>
                  <a:lnTo>
                    <a:pt x="683" y="334"/>
                  </a:lnTo>
                  <a:lnTo>
                    <a:pt x="690" y="333"/>
                  </a:lnTo>
                  <a:lnTo>
                    <a:pt x="694" y="333"/>
                  </a:lnTo>
                  <a:lnTo>
                    <a:pt x="694" y="333"/>
                  </a:lnTo>
                  <a:lnTo>
                    <a:pt x="694" y="333"/>
                  </a:lnTo>
                  <a:lnTo>
                    <a:pt x="684" y="314"/>
                  </a:lnTo>
                  <a:lnTo>
                    <a:pt x="679" y="300"/>
                  </a:lnTo>
                  <a:lnTo>
                    <a:pt x="675" y="289"/>
                  </a:lnTo>
                  <a:lnTo>
                    <a:pt x="672" y="284"/>
                  </a:lnTo>
                  <a:lnTo>
                    <a:pt x="672" y="281"/>
                  </a:lnTo>
                  <a:lnTo>
                    <a:pt x="672" y="281"/>
                  </a:lnTo>
                  <a:lnTo>
                    <a:pt x="669" y="265"/>
                  </a:lnTo>
                  <a:lnTo>
                    <a:pt x="667" y="249"/>
                  </a:lnTo>
                  <a:lnTo>
                    <a:pt x="667" y="236"/>
                  </a:lnTo>
                  <a:lnTo>
                    <a:pt x="667" y="233"/>
                  </a:lnTo>
                  <a:lnTo>
                    <a:pt x="667" y="232"/>
                  </a:lnTo>
                  <a:lnTo>
                    <a:pt x="667" y="231"/>
                  </a:lnTo>
                  <a:lnTo>
                    <a:pt x="667" y="231"/>
                  </a:lnTo>
                  <a:lnTo>
                    <a:pt x="667" y="230"/>
                  </a:lnTo>
                  <a:lnTo>
                    <a:pt x="667" y="230"/>
                  </a:lnTo>
                  <a:lnTo>
                    <a:pt x="667" y="221"/>
                  </a:lnTo>
                  <a:lnTo>
                    <a:pt x="667" y="204"/>
                  </a:lnTo>
                  <a:lnTo>
                    <a:pt x="669" y="189"/>
                  </a:lnTo>
                  <a:lnTo>
                    <a:pt x="671" y="177"/>
                  </a:lnTo>
                  <a:lnTo>
                    <a:pt x="671" y="169"/>
                  </a:lnTo>
                  <a:lnTo>
                    <a:pt x="671" y="165"/>
                  </a:lnTo>
                  <a:lnTo>
                    <a:pt x="671" y="151"/>
                  </a:lnTo>
                  <a:lnTo>
                    <a:pt x="670" y="137"/>
                  </a:lnTo>
                  <a:lnTo>
                    <a:pt x="670" y="137"/>
                  </a:lnTo>
                  <a:lnTo>
                    <a:pt x="670" y="137"/>
                  </a:lnTo>
                  <a:lnTo>
                    <a:pt x="669" y="115"/>
                  </a:lnTo>
                  <a:close/>
                  <a:moveTo>
                    <a:pt x="2368" y="36"/>
                  </a:moveTo>
                  <a:lnTo>
                    <a:pt x="2375" y="39"/>
                  </a:lnTo>
                  <a:lnTo>
                    <a:pt x="2383" y="44"/>
                  </a:lnTo>
                  <a:lnTo>
                    <a:pt x="2389" y="50"/>
                  </a:lnTo>
                  <a:lnTo>
                    <a:pt x="2394" y="60"/>
                  </a:lnTo>
                  <a:lnTo>
                    <a:pt x="2398" y="73"/>
                  </a:lnTo>
                  <a:lnTo>
                    <a:pt x="2401" y="87"/>
                  </a:lnTo>
                  <a:lnTo>
                    <a:pt x="2402" y="98"/>
                  </a:lnTo>
                  <a:lnTo>
                    <a:pt x="2402" y="107"/>
                  </a:lnTo>
                  <a:lnTo>
                    <a:pt x="2399" y="118"/>
                  </a:lnTo>
                  <a:lnTo>
                    <a:pt x="2398" y="128"/>
                  </a:lnTo>
                  <a:lnTo>
                    <a:pt x="2397" y="135"/>
                  </a:lnTo>
                  <a:lnTo>
                    <a:pt x="2396" y="141"/>
                  </a:lnTo>
                  <a:lnTo>
                    <a:pt x="2397" y="144"/>
                  </a:lnTo>
                  <a:lnTo>
                    <a:pt x="2401" y="152"/>
                  </a:lnTo>
                  <a:lnTo>
                    <a:pt x="2405" y="161"/>
                  </a:lnTo>
                  <a:lnTo>
                    <a:pt x="2408" y="170"/>
                  </a:lnTo>
                  <a:lnTo>
                    <a:pt x="2412" y="176"/>
                  </a:lnTo>
                  <a:lnTo>
                    <a:pt x="2413" y="179"/>
                  </a:lnTo>
                  <a:lnTo>
                    <a:pt x="2417" y="180"/>
                  </a:lnTo>
                  <a:lnTo>
                    <a:pt x="2425" y="181"/>
                  </a:lnTo>
                  <a:lnTo>
                    <a:pt x="2433" y="183"/>
                  </a:lnTo>
                  <a:lnTo>
                    <a:pt x="2438" y="185"/>
                  </a:lnTo>
                  <a:lnTo>
                    <a:pt x="2444" y="193"/>
                  </a:lnTo>
                  <a:lnTo>
                    <a:pt x="2447" y="207"/>
                  </a:lnTo>
                  <a:lnTo>
                    <a:pt x="2447" y="216"/>
                  </a:lnTo>
                  <a:lnTo>
                    <a:pt x="2445" y="227"/>
                  </a:lnTo>
                  <a:lnTo>
                    <a:pt x="2443" y="240"/>
                  </a:lnTo>
                  <a:lnTo>
                    <a:pt x="2440" y="250"/>
                  </a:lnTo>
                  <a:lnTo>
                    <a:pt x="2439" y="258"/>
                  </a:lnTo>
                  <a:lnTo>
                    <a:pt x="2439" y="265"/>
                  </a:lnTo>
                  <a:lnTo>
                    <a:pt x="2439" y="277"/>
                  </a:lnTo>
                  <a:lnTo>
                    <a:pt x="2439" y="289"/>
                  </a:lnTo>
                  <a:lnTo>
                    <a:pt x="2439" y="301"/>
                  </a:lnTo>
                  <a:lnTo>
                    <a:pt x="2439" y="307"/>
                  </a:lnTo>
                  <a:lnTo>
                    <a:pt x="2440" y="317"/>
                  </a:lnTo>
                  <a:lnTo>
                    <a:pt x="2440" y="331"/>
                  </a:lnTo>
                  <a:lnTo>
                    <a:pt x="2440" y="345"/>
                  </a:lnTo>
                  <a:lnTo>
                    <a:pt x="2440" y="354"/>
                  </a:lnTo>
                  <a:lnTo>
                    <a:pt x="2439" y="368"/>
                  </a:lnTo>
                  <a:lnTo>
                    <a:pt x="2436" y="382"/>
                  </a:lnTo>
                  <a:lnTo>
                    <a:pt x="2435" y="396"/>
                  </a:lnTo>
                  <a:lnTo>
                    <a:pt x="2434" y="408"/>
                  </a:lnTo>
                  <a:lnTo>
                    <a:pt x="2433" y="414"/>
                  </a:lnTo>
                  <a:lnTo>
                    <a:pt x="2433" y="419"/>
                  </a:lnTo>
                  <a:lnTo>
                    <a:pt x="2431" y="427"/>
                  </a:lnTo>
                  <a:lnTo>
                    <a:pt x="2429" y="435"/>
                  </a:lnTo>
                  <a:lnTo>
                    <a:pt x="2426" y="440"/>
                  </a:lnTo>
                  <a:lnTo>
                    <a:pt x="2424" y="450"/>
                  </a:lnTo>
                  <a:lnTo>
                    <a:pt x="2422" y="461"/>
                  </a:lnTo>
                  <a:lnTo>
                    <a:pt x="2422" y="472"/>
                  </a:lnTo>
                  <a:lnTo>
                    <a:pt x="2421" y="480"/>
                  </a:lnTo>
                  <a:lnTo>
                    <a:pt x="2421" y="484"/>
                  </a:lnTo>
                  <a:lnTo>
                    <a:pt x="2422" y="489"/>
                  </a:lnTo>
                  <a:lnTo>
                    <a:pt x="2425" y="498"/>
                  </a:lnTo>
                  <a:lnTo>
                    <a:pt x="2426" y="508"/>
                  </a:lnTo>
                  <a:lnTo>
                    <a:pt x="2428" y="517"/>
                  </a:lnTo>
                  <a:lnTo>
                    <a:pt x="2429" y="525"/>
                  </a:lnTo>
                  <a:lnTo>
                    <a:pt x="2431" y="536"/>
                  </a:lnTo>
                  <a:lnTo>
                    <a:pt x="2434" y="552"/>
                  </a:lnTo>
                  <a:lnTo>
                    <a:pt x="2436" y="567"/>
                  </a:lnTo>
                  <a:lnTo>
                    <a:pt x="2439" y="580"/>
                  </a:lnTo>
                  <a:lnTo>
                    <a:pt x="2440" y="587"/>
                  </a:lnTo>
                  <a:lnTo>
                    <a:pt x="2442" y="596"/>
                  </a:lnTo>
                  <a:lnTo>
                    <a:pt x="2444" y="612"/>
                  </a:lnTo>
                  <a:lnTo>
                    <a:pt x="2447" y="628"/>
                  </a:lnTo>
                  <a:lnTo>
                    <a:pt x="2448" y="646"/>
                  </a:lnTo>
                  <a:lnTo>
                    <a:pt x="2449" y="660"/>
                  </a:lnTo>
                  <a:lnTo>
                    <a:pt x="2450" y="670"/>
                  </a:lnTo>
                  <a:lnTo>
                    <a:pt x="2452" y="679"/>
                  </a:lnTo>
                  <a:lnTo>
                    <a:pt x="2453" y="690"/>
                  </a:lnTo>
                  <a:lnTo>
                    <a:pt x="2456" y="703"/>
                  </a:lnTo>
                  <a:lnTo>
                    <a:pt x="2458" y="715"/>
                  </a:lnTo>
                  <a:lnTo>
                    <a:pt x="2461" y="724"/>
                  </a:lnTo>
                  <a:lnTo>
                    <a:pt x="2462" y="729"/>
                  </a:lnTo>
                  <a:lnTo>
                    <a:pt x="2463" y="733"/>
                  </a:lnTo>
                  <a:lnTo>
                    <a:pt x="2466" y="740"/>
                  </a:lnTo>
                  <a:lnTo>
                    <a:pt x="2471" y="749"/>
                  </a:lnTo>
                  <a:lnTo>
                    <a:pt x="2476" y="758"/>
                  </a:lnTo>
                  <a:lnTo>
                    <a:pt x="2478" y="763"/>
                  </a:lnTo>
                  <a:lnTo>
                    <a:pt x="2484" y="767"/>
                  </a:lnTo>
                  <a:lnTo>
                    <a:pt x="2489" y="772"/>
                  </a:lnTo>
                  <a:lnTo>
                    <a:pt x="2492" y="778"/>
                  </a:lnTo>
                  <a:lnTo>
                    <a:pt x="2495" y="783"/>
                  </a:lnTo>
                  <a:lnTo>
                    <a:pt x="2495" y="786"/>
                  </a:lnTo>
                  <a:lnTo>
                    <a:pt x="2495" y="787"/>
                  </a:lnTo>
                  <a:lnTo>
                    <a:pt x="2492" y="790"/>
                  </a:lnTo>
                  <a:lnTo>
                    <a:pt x="2489" y="791"/>
                  </a:lnTo>
                  <a:lnTo>
                    <a:pt x="2485" y="791"/>
                  </a:lnTo>
                  <a:lnTo>
                    <a:pt x="2482" y="792"/>
                  </a:lnTo>
                  <a:lnTo>
                    <a:pt x="2476" y="791"/>
                  </a:lnTo>
                  <a:lnTo>
                    <a:pt x="2468" y="791"/>
                  </a:lnTo>
                  <a:lnTo>
                    <a:pt x="2462" y="790"/>
                  </a:lnTo>
                  <a:lnTo>
                    <a:pt x="2459" y="789"/>
                  </a:lnTo>
                  <a:lnTo>
                    <a:pt x="2457" y="785"/>
                  </a:lnTo>
                  <a:lnTo>
                    <a:pt x="2454" y="782"/>
                  </a:lnTo>
                  <a:lnTo>
                    <a:pt x="2453" y="778"/>
                  </a:lnTo>
                  <a:lnTo>
                    <a:pt x="2450" y="776"/>
                  </a:lnTo>
                  <a:lnTo>
                    <a:pt x="2449" y="773"/>
                  </a:lnTo>
                  <a:lnTo>
                    <a:pt x="2448" y="771"/>
                  </a:lnTo>
                  <a:lnTo>
                    <a:pt x="2447" y="767"/>
                  </a:lnTo>
                  <a:lnTo>
                    <a:pt x="2444" y="764"/>
                  </a:lnTo>
                  <a:lnTo>
                    <a:pt x="2443" y="761"/>
                  </a:lnTo>
                  <a:lnTo>
                    <a:pt x="2440" y="758"/>
                  </a:lnTo>
                  <a:lnTo>
                    <a:pt x="2438" y="757"/>
                  </a:lnTo>
                  <a:lnTo>
                    <a:pt x="2435" y="757"/>
                  </a:lnTo>
                  <a:lnTo>
                    <a:pt x="2434" y="758"/>
                  </a:lnTo>
                  <a:lnTo>
                    <a:pt x="2434" y="759"/>
                  </a:lnTo>
                  <a:lnTo>
                    <a:pt x="2433" y="761"/>
                  </a:lnTo>
                  <a:lnTo>
                    <a:pt x="2433" y="762"/>
                  </a:lnTo>
                  <a:lnTo>
                    <a:pt x="2433" y="781"/>
                  </a:lnTo>
                  <a:lnTo>
                    <a:pt x="2429" y="781"/>
                  </a:lnTo>
                  <a:lnTo>
                    <a:pt x="2429" y="780"/>
                  </a:lnTo>
                  <a:lnTo>
                    <a:pt x="2429" y="777"/>
                  </a:lnTo>
                  <a:lnTo>
                    <a:pt x="2429" y="775"/>
                  </a:lnTo>
                  <a:lnTo>
                    <a:pt x="2429" y="771"/>
                  </a:lnTo>
                  <a:lnTo>
                    <a:pt x="2429" y="767"/>
                  </a:lnTo>
                  <a:lnTo>
                    <a:pt x="2429" y="764"/>
                  </a:lnTo>
                  <a:lnTo>
                    <a:pt x="2429" y="762"/>
                  </a:lnTo>
                  <a:lnTo>
                    <a:pt x="2429" y="759"/>
                  </a:lnTo>
                  <a:lnTo>
                    <a:pt x="2429" y="757"/>
                  </a:lnTo>
                  <a:lnTo>
                    <a:pt x="2429" y="753"/>
                  </a:lnTo>
                  <a:lnTo>
                    <a:pt x="2428" y="750"/>
                  </a:lnTo>
                  <a:lnTo>
                    <a:pt x="2428" y="748"/>
                  </a:lnTo>
                  <a:lnTo>
                    <a:pt x="2426" y="747"/>
                  </a:lnTo>
                  <a:lnTo>
                    <a:pt x="2425" y="745"/>
                  </a:lnTo>
                  <a:lnTo>
                    <a:pt x="2424" y="743"/>
                  </a:lnTo>
                  <a:lnTo>
                    <a:pt x="2421" y="740"/>
                  </a:lnTo>
                  <a:lnTo>
                    <a:pt x="2420" y="736"/>
                  </a:lnTo>
                  <a:lnTo>
                    <a:pt x="2420" y="730"/>
                  </a:lnTo>
                  <a:lnTo>
                    <a:pt x="2422" y="722"/>
                  </a:lnTo>
                  <a:lnTo>
                    <a:pt x="2424" y="715"/>
                  </a:lnTo>
                  <a:lnTo>
                    <a:pt x="2425" y="707"/>
                  </a:lnTo>
                  <a:lnTo>
                    <a:pt x="2424" y="702"/>
                  </a:lnTo>
                  <a:lnTo>
                    <a:pt x="2421" y="694"/>
                  </a:lnTo>
                  <a:lnTo>
                    <a:pt x="2420" y="685"/>
                  </a:lnTo>
                  <a:lnTo>
                    <a:pt x="2417" y="680"/>
                  </a:lnTo>
                  <a:lnTo>
                    <a:pt x="2416" y="675"/>
                  </a:lnTo>
                  <a:lnTo>
                    <a:pt x="2413" y="666"/>
                  </a:lnTo>
                  <a:lnTo>
                    <a:pt x="2411" y="656"/>
                  </a:lnTo>
                  <a:lnTo>
                    <a:pt x="2407" y="646"/>
                  </a:lnTo>
                  <a:lnTo>
                    <a:pt x="2406" y="637"/>
                  </a:lnTo>
                  <a:lnTo>
                    <a:pt x="2405" y="634"/>
                  </a:lnTo>
                  <a:lnTo>
                    <a:pt x="2405" y="632"/>
                  </a:lnTo>
                  <a:lnTo>
                    <a:pt x="2402" y="626"/>
                  </a:lnTo>
                  <a:lnTo>
                    <a:pt x="2401" y="618"/>
                  </a:lnTo>
                  <a:lnTo>
                    <a:pt x="2399" y="613"/>
                  </a:lnTo>
                  <a:lnTo>
                    <a:pt x="2398" y="604"/>
                  </a:lnTo>
                  <a:lnTo>
                    <a:pt x="2397" y="595"/>
                  </a:lnTo>
                  <a:lnTo>
                    <a:pt x="2394" y="587"/>
                  </a:lnTo>
                  <a:lnTo>
                    <a:pt x="2392" y="582"/>
                  </a:lnTo>
                  <a:lnTo>
                    <a:pt x="2388" y="575"/>
                  </a:lnTo>
                  <a:lnTo>
                    <a:pt x="2384" y="564"/>
                  </a:lnTo>
                  <a:lnTo>
                    <a:pt x="2380" y="556"/>
                  </a:lnTo>
                  <a:lnTo>
                    <a:pt x="2378" y="548"/>
                  </a:lnTo>
                  <a:lnTo>
                    <a:pt x="2308" y="547"/>
                  </a:lnTo>
                  <a:lnTo>
                    <a:pt x="2305" y="554"/>
                  </a:lnTo>
                  <a:lnTo>
                    <a:pt x="2303" y="564"/>
                  </a:lnTo>
                  <a:lnTo>
                    <a:pt x="2300" y="575"/>
                  </a:lnTo>
                  <a:lnTo>
                    <a:pt x="2298" y="581"/>
                  </a:lnTo>
                  <a:lnTo>
                    <a:pt x="2296" y="587"/>
                  </a:lnTo>
                  <a:lnTo>
                    <a:pt x="2295" y="599"/>
                  </a:lnTo>
                  <a:lnTo>
                    <a:pt x="2294" y="610"/>
                  </a:lnTo>
                  <a:lnTo>
                    <a:pt x="2293" y="619"/>
                  </a:lnTo>
                  <a:lnTo>
                    <a:pt x="2291" y="628"/>
                  </a:lnTo>
                  <a:lnTo>
                    <a:pt x="2291" y="642"/>
                  </a:lnTo>
                  <a:lnTo>
                    <a:pt x="2291" y="659"/>
                  </a:lnTo>
                  <a:lnTo>
                    <a:pt x="2290" y="675"/>
                  </a:lnTo>
                  <a:lnTo>
                    <a:pt x="2290" y="689"/>
                  </a:lnTo>
                  <a:lnTo>
                    <a:pt x="2290" y="696"/>
                  </a:lnTo>
                  <a:lnTo>
                    <a:pt x="2291" y="705"/>
                  </a:lnTo>
                  <a:lnTo>
                    <a:pt x="2293" y="717"/>
                  </a:lnTo>
                  <a:lnTo>
                    <a:pt x="2295" y="727"/>
                  </a:lnTo>
                  <a:lnTo>
                    <a:pt x="2296" y="736"/>
                  </a:lnTo>
                  <a:lnTo>
                    <a:pt x="2298" y="747"/>
                  </a:lnTo>
                  <a:lnTo>
                    <a:pt x="2298" y="757"/>
                  </a:lnTo>
                  <a:lnTo>
                    <a:pt x="2299" y="763"/>
                  </a:lnTo>
                  <a:lnTo>
                    <a:pt x="2300" y="776"/>
                  </a:lnTo>
                  <a:lnTo>
                    <a:pt x="2305" y="787"/>
                  </a:lnTo>
                  <a:lnTo>
                    <a:pt x="2308" y="791"/>
                  </a:lnTo>
                  <a:lnTo>
                    <a:pt x="2309" y="795"/>
                  </a:lnTo>
                  <a:lnTo>
                    <a:pt x="2309" y="799"/>
                  </a:lnTo>
                  <a:lnTo>
                    <a:pt x="2309" y="801"/>
                  </a:lnTo>
                  <a:lnTo>
                    <a:pt x="2309" y="805"/>
                  </a:lnTo>
                  <a:lnTo>
                    <a:pt x="2308" y="806"/>
                  </a:lnTo>
                  <a:lnTo>
                    <a:pt x="2305" y="809"/>
                  </a:lnTo>
                  <a:lnTo>
                    <a:pt x="2303" y="810"/>
                  </a:lnTo>
                  <a:lnTo>
                    <a:pt x="2299" y="810"/>
                  </a:lnTo>
                  <a:lnTo>
                    <a:pt x="2296" y="810"/>
                  </a:lnTo>
                  <a:lnTo>
                    <a:pt x="2293" y="811"/>
                  </a:lnTo>
                  <a:lnTo>
                    <a:pt x="2290" y="810"/>
                  </a:lnTo>
                  <a:lnTo>
                    <a:pt x="2286" y="810"/>
                  </a:lnTo>
                  <a:lnTo>
                    <a:pt x="2282" y="809"/>
                  </a:lnTo>
                  <a:lnTo>
                    <a:pt x="2277" y="808"/>
                  </a:lnTo>
                  <a:lnTo>
                    <a:pt x="2273" y="805"/>
                  </a:lnTo>
                  <a:lnTo>
                    <a:pt x="2271" y="804"/>
                  </a:lnTo>
                  <a:lnTo>
                    <a:pt x="2270" y="803"/>
                  </a:lnTo>
                  <a:lnTo>
                    <a:pt x="2268" y="800"/>
                  </a:lnTo>
                  <a:lnTo>
                    <a:pt x="2267" y="796"/>
                  </a:lnTo>
                  <a:lnTo>
                    <a:pt x="2266" y="791"/>
                  </a:lnTo>
                  <a:lnTo>
                    <a:pt x="2264" y="787"/>
                  </a:lnTo>
                  <a:lnTo>
                    <a:pt x="2264" y="783"/>
                  </a:lnTo>
                  <a:lnTo>
                    <a:pt x="2263" y="780"/>
                  </a:lnTo>
                  <a:lnTo>
                    <a:pt x="2263" y="777"/>
                  </a:lnTo>
                  <a:lnTo>
                    <a:pt x="2263" y="775"/>
                  </a:lnTo>
                  <a:lnTo>
                    <a:pt x="2262" y="775"/>
                  </a:lnTo>
                  <a:lnTo>
                    <a:pt x="2262" y="775"/>
                  </a:lnTo>
                  <a:lnTo>
                    <a:pt x="2262" y="777"/>
                  </a:lnTo>
                  <a:lnTo>
                    <a:pt x="2262" y="780"/>
                  </a:lnTo>
                  <a:lnTo>
                    <a:pt x="2262" y="782"/>
                  </a:lnTo>
                  <a:lnTo>
                    <a:pt x="2261" y="786"/>
                  </a:lnTo>
                  <a:lnTo>
                    <a:pt x="2261" y="789"/>
                  </a:lnTo>
                  <a:lnTo>
                    <a:pt x="2261" y="791"/>
                  </a:lnTo>
                  <a:lnTo>
                    <a:pt x="2261" y="791"/>
                  </a:lnTo>
                  <a:lnTo>
                    <a:pt x="2261" y="791"/>
                  </a:lnTo>
                  <a:lnTo>
                    <a:pt x="2259" y="791"/>
                  </a:lnTo>
                  <a:lnTo>
                    <a:pt x="2258" y="791"/>
                  </a:lnTo>
                  <a:lnTo>
                    <a:pt x="2258" y="791"/>
                  </a:lnTo>
                  <a:lnTo>
                    <a:pt x="2258" y="789"/>
                  </a:lnTo>
                  <a:lnTo>
                    <a:pt x="2258" y="786"/>
                  </a:lnTo>
                  <a:lnTo>
                    <a:pt x="2258" y="782"/>
                  </a:lnTo>
                  <a:lnTo>
                    <a:pt x="2258" y="778"/>
                  </a:lnTo>
                  <a:lnTo>
                    <a:pt x="2258" y="775"/>
                  </a:lnTo>
                  <a:lnTo>
                    <a:pt x="2258" y="772"/>
                  </a:lnTo>
                  <a:lnTo>
                    <a:pt x="2258" y="768"/>
                  </a:lnTo>
                  <a:lnTo>
                    <a:pt x="2257" y="763"/>
                  </a:lnTo>
                  <a:lnTo>
                    <a:pt x="2256" y="755"/>
                  </a:lnTo>
                  <a:lnTo>
                    <a:pt x="2257" y="748"/>
                  </a:lnTo>
                  <a:lnTo>
                    <a:pt x="2261" y="743"/>
                  </a:lnTo>
                  <a:lnTo>
                    <a:pt x="2262" y="738"/>
                  </a:lnTo>
                  <a:lnTo>
                    <a:pt x="2263" y="730"/>
                  </a:lnTo>
                  <a:lnTo>
                    <a:pt x="2263" y="721"/>
                  </a:lnTo>
                  <a:lnTo>
                    <a:pt x="2263" y="715"/>
                  </a:lnTo>
                  <a:lnTo>
                    <a:pt x="2262" y="710"/>
                  </a:lnTo>
                  <a:lnTo>
                    <a:pt x="2261" y="701"/>
                  </a:lnTo>
                  <a:lnTo>
                    <a:pt x="2258" y="690"/>
                  </a:lnTo>
                  <a:lnTo>
                    <a:pt x="2257" y="682"/>
                  </a:lnTo>
                  <a:lnTo>
                    <a:pt x="2254" y="675"/>
                  </a:lnTo>
                  <a:lnTo>
                    <a:pt x="2254" y="669"/>
                  </a:lnTo>
                  <a:lnTo>
                    <a:pt x="2253" y="659"/>
                  </a:lnTo>
                  <a:lnTo>
                    <a:pt x="2250" y="645"/>
                  </a:lnTo>
                  <a:lnTo>
                    <a:pt x="2249" y="632"/>
                  </a:lnTo>
                  <a:lnTo>
                    <a:pt x="2248" y="620"/>
                  </a:lnTo>
                  <a:lnTo>
                    <a:pt x="2248" y="613"/>
                  </a:lnTo>
                  <a:lnTo>
                    <a:pt x="2247" y="604"/>
                  </a:lnTo>
                  <a:lnTo>
                    <a:pt x="2249" y="590"/>
                  </a:lnTo>
                  <a:lnTo>
                    <a:pt x="2250" y="575"/>
                  </a:lnTo>
                  <a:lnTo>
                    <a:pt x="2253" y="561"/>
                  </a:lnTo>
                  <a:lnTo>
                    <a:pt x="2256" y="550"/>
                  </a:lnTo>
                  <a:lnTo>
                    <a:pt x="2257" y="540"/>
                  </a:lnTo>
                  <a:lnTo>
                    <a:pt x="2257" y="528"/>
                  </a:lnTo>
                  <a:lnTo>
                    <a:pt x="2258" y="514"/>
                  </a:lnTo>
                  <a:lnTo>
                    <a:pt x="2258" y="500"/>
                  </a:lnTo>
                  <a:lnTo>
                    <a:pt x="2258" y="489"/>
                  </a:lnTo>
                  <a:lnTo>
                    <a:pt x="2258" y="483"/>
                  </a:lnTo>
                  <a:lnTo>
                    <a:pt x="2257" y="477"/>
                  </a:lnTo>
                  <a:lnTo>
                    <a:pt x="2256" y="465"/>
                  </a:lnTo>
                  <a:lnTo>
                    <a:pt x="2256" y="451"/>
                  </a:lnTo>
                  <a:lnTo>
                    <a:pt x="2254" y="438"/>
                  </a:lnTo>
                  <a:lnTo>
                    <a:pt x="2253" y="430"/>
                  </a:lnTo>
                  <a:lnTo>
                    <a:pt x="2253" y="426"/>
                  </a:lnTo>
                  <a:lnTo>
                    <a:pt x="2253" y="423"/>
                  </a:lnTo>
                  <a:lnTo>
                    <a:pt x="2252" y="422"/>
                  </a:lnTo>
                  <a:lnTo>
                    <a:pt x="2250" y="421"/>
                  </a:lnTo>
                  <a:lnTo>
                    <a:pt x="2249" y="419"/>
                  </a:lnTo>
                  <a:lnTo>
                    <a:pt x="2247" y="419"/>
                  </a:lnTo>
                  <a:lnTo>
                    <a:pt x="2247" y="418"/>
                  </a:lnTo>
                  <a:lnTo>
                    <a:pt x="2244" y="417"/>
                  </a:lnTo>
                  <a:lnTo>
                    <a:pt x="2242" y="416"/>
                  </a:lnTo>
                  <a:lnTo>
                    <a:pt x="2239" y="413"/>
                  </a:lnTo>
                  <a:lnTo>
                    <a:pt x="2239" y="412"/>
                  </a:lnTo>
                  <a:lnTo>
                    <a:pt x="2239" y="410"/>
                  </a:lnTo>
                  <a:lnTo>
                    <a:pt x="2240" y="409"/>
                  </a:lnTo>
                  <a:lnTo>
                    <a:pt x="2243" y="407"/>
                  </a:lnTo>
                  <a:lnTo>
                    <a:pt x="2244" y="404"/>
                  </a:lnTo>
                  <a:lnTo>
                    <a:pt x="2245" y="400"/>
                  </a:lnTo>
                  <a:lnTo>
                    <a:pt x="2245" y="393"/>
                  </a:lnTo>
                  <a:lnTo>
                    <a:pt x="2244" y="385"/>
                  </a:lnTo>
                  <a:lnTo>
                    <a:pt x="2243" y="380"/>
                  </a:lnTo>
                  <a:lnTo>
                    <a:pt x="2240" y="375"/>
                  </a:lnTo>
                  <a:lnTo>
                    <a:pt x="2236" y="368"/>
                  </a:lnTo>
                  <a:lnTo>
                    <a:pt x="2233" y="362"/>
                  </a:lnTo>
                  <a:lnTo>
                    <a:pt x="2230" y="357"/>
                  </a:lnTo>
                  <a:lnTo>
                    <a:pt x="2228" y="351"/>
                  </a:lnTo>
                  <a:lnTo>
                    <a:pt x="2224" y="342"/>
                  </a:lnTo>
                  <a:lnTo>
                    <a:pt x="2220" y="331"/>
                  </a:lnTo>
                  <a:lnTo>
                    <a:pt x="2215" y="320"/>
                  </a:lnTo>
                  <a:lnTo>
                    <a:pt x="2211" y="306"/>
                  </a:lnTo>
                  <a:lnTo>
                    <a:pt x="2212" y="292"/>
                  </a:lnTo>
                  <a:lnTo>
                    <a:pt x="2215" y="286"/>
                  </a:lnTo>
                  <a:lnTo>
                    <a:pt x="2217" y="281"/>
                  </a:lnTo>
                  <a:lnTo>
                    <a:pt x="2221" y="273"/>
                  </a:lnTo>
                  <a:lnTo>
                    <a:pt x="2226" y="263"/>
                  </a:lnTo>
                  <a:lnTo>
                    <a:pt x="2233" y="253"/>
                  </a:lnTo>
                  <a:lnTo>
                    <a:pt x="2236" y="244"/>
                  </a:lnTo>
                  <a:lnTo>
                    <a:pt x="2240" y="237"/>
                  </a:lnTo>
                  <a:lnTo>
                    <a:pt x="2243" y="230"/>
                  </a:lnTo>
                  <a:lnTo>
                    <a:pt x="2248" y="217"/>
                  </a:lnTo>
                  <a:lnTo>
                    <a:pt x="2253" y="205"/>
                  </a:lnTo>
                  <a:lnTo>
                    <a:pt x="2258" y="197"/>
                  </a:lnTo>
                  <a:lnTo>
                    <a:pt x="2264" y="188"/>
                  </a:lnTo>
                  <a:lnTo>
                    <a:pt x="2272" y="180"/>
                  </a:lnTo>
                  <a:lnTo>
                    <a:pt x="2280" y="176"/>
                  </a:lnTo>
                  <a:lnTo>
                    <a:pt x="2287" y="175"/>
                  </a:lnTo>
                  <a:lnTo>
                    <a:pt x="2296" y="172"/>
                  </a:lnTo>
                  <a:lnTo>
                    <a:pt x="2301" y="167"/>
                  </a:lnTo>
                  <a:lnTo>
                    <a:pt x="2304" y="162"/>
                  </a:lnTo>
                  <a:lnTo>
                    <a:pt x="2307" y="153"/>
                  </a:lnTo>
                  <a:lnTo>
                    <a:pt x="2309" y="142"/>
                  </a:lnTo>
                  <a:lnTo>
                    <a:pt x="2308" y="132"/>
                  </a:lnTo>
                  <a:lnTo>
                    <a:pt x="2307" y="121"/>
                  </a:lnTo>
                  <a:lnTo>
                    <a:pt x="2303" y="110"/>
                  </a:lnTo>
                  <a:lnTo>
                    <a:pt x="2301" y="95"/>
                  </a:lnTo>
                  <a:lnTo>
                    <a:pt x="2303" y="83"/>
                  </a:lnTo>
                  <a:lnTo>
                    <a:pt x="2305" y="74"/>
                  </a:lnTo>
                  <a:lnTo>
                    <a:pt x="2310" y="65"/>
                  </a:lnTo>
                  <a:lnTo>
                    <a:pt x="2315" y="55"/>
                  </a:lnTo>
                  <a:lnTo>
                    <a:pt x="2323" y="46"/>
                  </a:lnTo>
                  <a:lnTo>
                    <a:pt x="2333" y="41"/>
                  </a:lnTo>
                  <a:lnTo>
                    <a:pt x="2343" y="37"/>
                  </a:lnTo>
                  <a:lnTo>
                    <a:pt x="2351" y="36"/>
                  </a:lnTo>
                  <a:lnTo>
                    <a:pt x="2356" y="37"/>
                  </a:lnTo>
                  <a:lnTo>
                    <a:pt x="2357" y="37"/>
                  </a:lnTo>
                  <a:lnTo>
                    <a:pt x="2359" y="39"/>
                  </a:lnTo>
                  <a:lnTo>
                    <a:pt x="2359" y="39"/>
                  </a:lnTo>
                  <a:lnTo>
                    <a:pt x="2360" y="40"/>
                  </a:lnTo>
                  <a:lnTo>
                    <a:pt x="2360" y="40"/>
                  </a:lnTo>
                  <a:lnTo>
                    <a:pt x="2361" y="39"/>
                  </a:lnTo>
                  <a:lnTo>
                    <a:pt x="2363" y="37"/>
                  </a:lnTo>
                  <a:lnTo>
                    <a:pt x="2368" y="36"/>
                  </a:lnTo>
                  <a:close/>
                  <a:moveTo>
                    <a:pt x="411" y="16"/>
                  </a:moveTo>
                  <a:lnTo>
                    <a:pt x="409" y="16"/>
                  </a:lnTo>
                  <a:lnTo>
                    <a:pt x="406" y="18"/>
                  </a:lnTo>
                  <a:lnTo>
                    <a:pt x="382" y="46"/>
                  </a:lnTo>
                  <a:lnTo>
                    <a:pt x="379" y="51"/>
                  </a:lnTo>
                  <a:lnTo>
                    <a:pt x="378" y="55"/>
                  </a:lnTo>
                  <a:lnTo>
                    <a:pt x="377" y="60"/>
                  </a:lnTo>
                  <a:lnTo>
                    <a:pt x="378" y="67"/>
                  </a:lnTo>
                  <a:lnTo>
                    <a:pt x="381" y="72"/>
                  </a:lnTo>
                  <a:lnTo>
                    <a:pt x="385" y="77"/>
                  </a:lnTo>
                  <a:lnTo>
                    <a:pt x="387" y="77"/>
                  </a:lnTo>
                  <a:lnTo>
                    <a:pt x="388" y="77"/>
                  </a:lnTo>
                  <a:lnTo>
                    <a:pt x="391" y="77"/>
                  </a:lnTo>
                  <a:lnTo>
                    <a:pt x="392" y="76"/>
                  </a:lnTo>
                  <a:lnTo>
                    <a:pt x="392" y="73"/>
                  </a:lnTo>
                  <a:lnTo>
                    <a:pt x="392" y="70"/>
                  </a:lnTo>
                  <a:lnTo>
                    <a:pt x="391" y="69"/>
                  </a:lnTo>
                  <a:lnTo>
                    <a:pt x="388" y="67"/>
                  </a:lnTo>
                  <a:lnTo>
                    <a:pt x="387" y="63"/>
                  </a:lnTo>
                  <a:lnTo>
                    <a:pt x="387" y="60"/>
                  </a:lnTo>
                  <a:lnTo>
                    <a:pt x="387" y="56"/>
                  </a:lnTo>
                  <a:lnTo>
                    <a:pt x="390" y="53"/>
                  </a:lnTo>
                  <a:lnTo>
                    <a:pt x="414" y="23"/>
                  </a:lnTo>
                  <a:lnTo>
                    <a:pt x="415" y="22"/>
                  </a:lnTo>
                  <a:lnTo>
                    <a:pt x="414" y="20"/>
                  </a:lnTo>
                  <a:lnTo>
                    <a:pt x="413" y="17"/>
                  </a:lnTo>
                  <a:lnTo>
                    <a:pt x="411" y="16"/>
                  </a:lnTo>
                  <a:close/>
                  <a:moveTo>
                    <a:pt x="1994" y="16"/>
                  </a:moveTo>
                  <a:lnTo>
                    <a:pt x="2008" y="17"/>
                  </a:lnTo>
                  <a:lnTo>
                    <a:pt x="2020" y="21"/>
                  </a:lnTo>
                  <a:lnTo>
                    <a:pt x="2028" y="28"/>
                  </a:lnTo>
                  <a:lnTo>
                    <a:pt x="2033" y="40"/>
                  </a:lnTo>
                  <a:lnTo>
                    <a:pt x="2035" y="56"/>
                  </a:lnTo>
                  <a:lnTo>
                    <a:pt x="2035" y="68"/>
                  </a:lnTo>
                  <a:lnTo>
                    <a:pt x="2035" y="77"/>
                  </a:lnTo>
                  <a:lnTo>
                    <a:pt x="2034" y="83"/>
                  </a:lnTo>
                  <a:lnTo>
                    <a:pt x="2033" y="90"/>
                  </a:lnTo>
                  <a:lnTo>
                    <a:pt x="2031" y="96"/>
                  </a:lnTo>
                  <a:lnTo>
                    <a:pt x="2031" y="101"/>
                  </a:lnTo>
                  <a:lnTo>
                    <a:pt x="2031" y="105"/>
                  </a:lnTo>
                  <a:lnTo>
                    <a:pt x="2033" y="110"/>
                  </a:lnTo>
                  <a:lnTo>
                    <a:pt x="2033" y="110"/>
                  </a:lnTo>
                  <a:lnTo>
                    <a:pt x="2030" y="111"/>
                  </a:lnTo>
                  <a:lnTo>
                    <a:pt x="2025" y="116"/>
                  </a:lnTo>
                  <a:lnTo>
                    <a:pt x="2017" y="124"/>
                  </a:lnTo>
                  <a:lnTo>
                    <a:pt x="2010" y="130"/>
                  </a:lnTo>
                  <a:lnTo>
                    <a:pt x="2003" y="135"/>
                  </a:lnTo>
                  <a:lnTo>
                    <a:pt x="1997" y="138"/>
                  </a:lnTo>
                  <a:lnTo>
                    <a:pt x="1991" y="137"/>
                  </a:lnTo>
                  <a:lnTo>
                    <a:pt x="1984" y="132"/>
                  </a:lnTo>
                  <a:lnTo>
                    <a:pt x="1978" y="127"/>
                  </a:lnTo>
                  <a:lnTo>
                    <a:pt x="1974" y="124"/>
                  </a:lnTo>
                  <a:lnTo>
                    <a:pt x="1973" y="121"/>
                  </a:lnTo>
                  <a:lnTo>
                    <a:pt x="1969" y="115"/>
                  </a:lnTo>
                  <a:lnTo>
                    <a:pt x="1965" y="107"/>
                  </a:lnTo>
                  <a:lnTo>
                    <a:pt x="1960" y="96"/>
                  </a:lnTo>
                  <a:lnTo>
                    <a:pt x="1958" y="88"/>
                  </a:lnTo>
                  <a:lnTo>
                    <a:pt x="1954" y="78"/>
                  </a:lnTo>
                  <a:lnTo>
                    <a:pt x="1950" y="65"/>
                  </a:lnTo>
                  <a:lnTo>
                    <a:pt x="1947" y="53"/>
                  </a:lnTo>
                  <a:lnTo>
                    <a:pt x="1947" y="41"/>
                  </a:lnTo>
                  <a:lnTo>
                    <a:pt x="1950" y="31"/>
                  </a:lnTo>
                  <a:lnTo>
                    <a:pt x="1958" y="25"/>
                  </a:lnTo>
                  <a:lnTo>
                    <a:pt x="1969" y="20"/>
                  </a:lnTo>
                  <a:lnTo>
                    <a:pt x="1982" y="17"/>
                  </a:lnTo>
                  <a:lnTo>
                    <a:pt x="1994" y="16"/>
                  </a:lnTo>
                  <a:close/>
                  <a:moveTo>
                    <a:pt x="1349" y="11"/>
                  </a:moveTo>
                  <a:lnTo>
                    <a:pt x="1360" y="12"/>
                  </a:lnTo>
                  <a:lnTo>
                    <a:pt x="1369" y="14"/>
                  </a:lnTo>
                  <a:lnTo>
                    <a:pt x="1377" y="20"/>
                  </a:lnTo>
                  <a:lnTo>
                    <a:pt x="1381" y="22"/>
                  </a:lnTo>
                  <a:lnTo>
                    <a:pt x="1387" y="35"/>
                  </a:lnTo>
                  <a:lnTo>
                    <a:pt x="1388" y="48"/>
                  </a:lnTo>
                  <a:lnTo>
                    <a:pt x="1388" y="58"/>
                  </a:lnTo>
                  <a:lnTo>
                    <a:pt x="1386" y="64"/>
                  </a:lnTo>
                  <a:lnTo>
                    <a:pt x="1386" y="67"/>
                  </a:lnTo>
                  <a:lnTo>
                    <a:pt x="1384" y="67"/>
                  </a:lnTo>
                  <a:lnTo>
                    <a:pt x="1384" y="68"/>
                  </a:lnTo>
                  <a:lnTo>
                    <a:pt x="1384" y="68"/>
                  </a:lnTo>
                  <a:lnTo>
                    <a:pt x="1386" y="68"/>
                  </a:lnTo>
                  <a:lnTo>
                    <a:pt x="1387" y="68"/>
                  </a:lnTo>
                  <a:lnTo>
                    <a:pt x="1389" y="67"/>
                  </a:lnTo>
                  <a:lnTo>
                    <a:pt x="1391" y="68"/>
                  </a:lnTo>
                  <a:lnTo>
                    <a:pt x="1391" y="69"/>
                  </a:lnTo>
                  <a:lnTo>
                    <a:pt x="1391" y="72"/>
                  </a:lnTo>
                  <a:lnTo>
                    <a:pt x="1389" y="74"/>
                  </a:lnTo>
                  <a:lnTo>
                    <a:pt x="1388" y="79"/>
                  </a:lnTo>
                  <a:lnTo>
                    <a:pt x="1387" y="86"/>
                  </a:lnTo>
                  <a:lnTo>
                    <a:pt x="1384" y="92"/>
                  </a:lnTo>
                  <a:lnTo>
                    <a:pt x="1383" y="96"/>
                  </a:lnTo>
                  <a:lnTo>
                    <a:pt x="1382" y="97"/>
                  </a:lnTo>
                  <a:lnTo>
                    <a:pt x="1379" y="97"/>
                  </a:lnTo>
                  <a:lnTo>
                    <a:pt x="1378" y="97"/>
                  </a:lnTo>
                  <a:lnTo>
                    <a:pt x="1377" y="97"/>
                  </a:lnTo>
                  <a:lnTo>
                    <a:pt x="1377" y="97"/>
                  </a:lnTo>
                  <a:lnTo>
                    <a:pt x="1374" y="102"/>
                  </a:lnTo>
                  <a:lnTo>
                    <a:pt x="1373" y="110"/>
                  </a:lnTo>
                  <a:lnTo>
                    <a:pt x="1370" y="119"/>
                  </a:lnTo>
                  <a:lnTo>
                    <a:pt x="1370" y="123"/>
                  </a:lnTo>
                  <a:lnTo>
                    <a:pt x="1370" y="127"/>
                  </a:lnTo>
                  <a:lnTo>
                    <a:pt x="1370" y="129"/>
                  </a:lnTo>
                  <a:lnTo>
                    <a:pt x="1369" y="130"/>
                  </a:lnTo>
                  <a:lnTo>
                    <a:pt x="1368" y="132"/>
                  </a:lnTo>
                  <a:lnTo>
                    <a:pt x="1365" y="135"/>
                  </a:lnTo>
                  <a:lnTo>
                    <a:pt x="1363" y="138"/>
                  </a:lnTo>
                  <a:lnTo>
                    <a:pt x="1360" y="141"/>
                  </a:lnTo>
                  <a:lnTo>
                    <a:pt x="1359" y="143"/>
                  </a:lnTo>
                  <a:lnTo>
                    <a:pt x="1360" y="144"/>
                  </a:lnTo>
                  <a:lnTo>
                    <a:pt x="1361" y="147"/>
                  </a:lnTo>
                  <a:lnTo>
                    <a:pt x="1364" y="149"/>
                  </a:lnTo>
                  <a:lnTo>
                    <a:pt x="1365" y="153"/>
                  </a:lnTo>
                  <a:lnTo>
                    <a:pt x="1367" y="157"/>
                  </a:lnTo>
                  <a:lnTo>
                    <a:pt x="1368" y="160"/>
                  </a:lnTo>
                  <a:lnTo>
                    <a:pt x="1369" y="162"/>
                  </a:lnTo>
                  <a:lnTo>
                    <a:pt x="1375" y="148"/>
                  </a:lnTo>
                  <a:lnTo>
                    <a:pt x="1375" y="148"/>
                  </a:lnTo>
                  <a:lnTo>
                    <a:pt x="1375" y="142"/>
                  </a:lnTo>
                  <a:lnTo>
                    <a:pt x="1374" y="138"/>
                  </a:lnTo>
                  <a:lnTo>
                    <a:pt x="1374" y="134"/>
                  </a:lnTo>
                  <a:lnTo>
                    <a:pt x="1373" y="133"/>
                  </a:lnTo>
                  <a:lnTo>
                    <a:pt x="1373" y="133"/>
                  </a:lnTo>
                  <a:lnTo>
                    <a:pt x="1381" y="137"/>
                  </a:lnTo>
                  <a:lnTo>
                    <a:pt x="1389" y="143"/>
                  </a:lnTo>
                  <a:lnTo>
                    <a:pt x="1401" y="148"/>
                  </a:lnTo>
                  <a:lnTo>
                    <a:pt x="1412" y="153"/>
                  </a:lnTo>
                  <a:lnTo>
                    <a:pt x="1421" y="158"/>
                  </a:lnTo>
                  <a:lnTo>
                    <a:pt x="1428" y="161"/>
                  </a:lnTo>
                  <a:lnTo>
                    <a:pt x="1432" y="167"/>
                  </a:lnTo>
                  <a:lnTo>
                    <a:pt x="1433" y="176"/>
                  </a:lnTo>
                  <a:lnTo>
                    <a:pt x="1434" y="190"/>
                  </a:lnTo>
                  <a:lnTo>
                    <a:pt x="1434" y="209"/>
                  </a:lnTo>
                  <a:lnTo>
                    <a:pt x="1435" y="228"/>
                  </a:lnTo>
                  <a:lnTo>
                    <a:pt x="1438" y="245"/>
                  </a:lnTo>
                  <a:lnTo>
                    <a:pt x="1442" y="260"/>
                  </a:lnTo>
                  <a:lnTo>
                    <a:pt x="1443" y="277"/>
                  </a:lnTo>
                  <a:lnTo>
                    <a:pt x="1447" y="291"/>
                  </a:lnTo>
                  <a:lnTo>
                    <a:pt x="1448" y="303"/>
                  </a:lnTo>
                  <a:lnTo>
                    <a:pt x="1448" y="312"/>
                  </a:lnTo>
                  <a:lnTo>
                    <a:pt x="1447" y="323"/>
                  </a:lnTo>
                  <a:lnTo>
                    <a:pt x="1444" y="338"/>
                  </a:lnTo>
                  <a:lnTo>
                    <a:pt x="1443" y="352"/>
                  </a:lnTo>
                  <a:lnTo>
                    <a:pt x="1442" y="367"/>
                  </a:lnTo>
                  <a:lnTo>
                    <a:pt x="1437" y="385"/>
                  </a:lnTo>
                  <a:lnTo>
                    <a:pt x="1435" y="389"/>
                  </a:lnTo>
                  <a:lnTo>
                    <a:pt x="1434" y="393"/>
                  </a:lnTo>
                  <a:lnTo>
                    <a:pt x="1434" y="395"/>
                  </a:lnTo>
                  <a:lnTo>
                    <a:pt x="1434" y="396"/>
                  </a:lnTo>
                  <a:lnTo>
                    <a:pt x="1434" y="399"/>
                  </a:lnTo>
                  <a:lnTo>
                    <a:pt x="1434" y="400"/>
                  </a:lnTo>
                  <a:lnTo>
                    <a:pt x="1435" y="402"/>
                  </a:lnTo>
                  <a:lnTo>
                    <a:pt x="1435" y="404"/>
                  </a:lnTo>
                  <a:lnTo>
                    <a:pt x="1434" y="410"/>
                  </a:lnTo>
                  <a:lnTo>
                    <a:pt x="1433" y="421"/>
                  </a:lnTo>
                  <a:lnTo>
                    <a:pt x="1432" y="431"/>
                  </a:lnTo>
                  <a:lnTo>
                    <a:pt x="1429" y="441"/>
                  </a:lnTo>
                  <a:lnTo>
                    <a:pt x="1428" y="446"/>
                  </a:lnTo>
                  <a:lnTo>
                    <a:pt x="1426" y="447"/>
                  </a:lnTo>
                  <a:lnTo>
                    <a:pt x="1424" y="447"/>
                  </a:lnTo>
                  <a:lnTo>
                    <a:pt x="1421" y="446"/>
                  </a:lnTo>
                  <a:lnTo>
                    <a:pt x="1420" y="445"/>
                  </a:lnTo>
                  <a:lnTo>
                    <a:pt x="1417" y="444"/>
                  </a:lnTo>
                  <a:lnTo>
                    <a:pt x="1415" y="441"/>
                  </a:lnTo>
                  <a:lnTo>
                    <a:pt x="1412" y="440"/>
                  </a:lnTo>
                  <a:lnTo>
                    <a:pt x="1411" y="438"/>
                  </a:lnTo>
                  <a:lnTo>
                    <a:pt x="1411" y="438"/>
                  </a:lnTo>
                  <a:lnTo>
                    <a:pt x="1410" y="442"/>
                  </a:lnTo>
                  <a:lnTo>
                    <a:pt x="1409" y="451"/>
                  </a:lnTo>
                  <a:lnTo>
                    <a:pt x="1405" y="464"/>
                  </a:lnTo>
                  <a:lnTo>
                    <a:pt x="1401" y="478"/>
                  </a:lnTo>
                  <a:lnTo>
                    <a:pt x="1397" y="501"/>
                  </a:lnTo>
                  <a:lnTo>
                    <a:pt x="1393" y="530"/>
                  </a:lnTo>
                  <a:lnTo>
                    <a:pt x="1391" y="567"/>
                  </a:lnTo>
                  <a:lnTo>
                    <a:pt x="1389" y="586"/>
                  </a:lnTo>
                  <a:lnTo>
                    <a:pt x="1386" y="609"/>
                  </a:lnTo>
                  <a:lnTo>
                    <a:pt x="1383" y="632"/>
                  </a:lnTo>
                  <a:lnTo>
                    <a:pt x="1379" y="655"/>
                  </a:lnTo>
                  <a:lnTo>
                    <a:pt x="1375" y="675"/>
                  </a:lnTo>
                  <a:lnTo>
                    <a:pt x="1373" y="692"/>
                  </a:lnTo>
                  <a:lnTo>
                    <a:pt x="1370" y="701"/>
                  </a:lnTo>
                  <a:lnTo>
                    <a:pt x="1370" y="710"/>
                  </a:lnTo>
                  <a:lnTo>
                    <a:pt x="1373" y="717"/>
                  </a:lnTo>
                  <a:lnTo>
                    <a:pt x="1377" y="724"/>
                  </a:lnTo>
                  <a:lnTo>
                    <a:pt x="1381" y="730"/>
                  </a:lnTo>
                  <a:lnTo>
                    <a:pt x="1382" y="736"/>
                  </a:lnTo>
                  <a:lnTo>
                    <a:pt x="1381" y="745"/>
                  </a:lnTo>
                  <a:lnTo>
                    <a:pt x="1378" y="753"/>
                  </a:lnTo>
                  <a:lnTo>
                    <a:pt x="1375" y="759"/>
                  </a:lnTo>
                  <a:lnTo>
                    <a:pt x="1377" y="764"/>
                  </a:lnTo>
                  <a:lnTo>
                    <a:pt x="1382" y="771"/>
                  </a:lnTo>
                  <a:lnTo>
                    <a:pt x="1388" y="777"/>
                  </a:lnTo>
                  <a:lnTo>
                    <a:pt x="1393" y="782"/>
                  </a:lnTo>
                  <a:lnTo>
                    <a:pt x="1396" y="783"/>
                  </a:lnTo>
                  <a:lnTo>
                    <a:pt x="1398" y="785"/>
                  </a:lnTo>
                  <a:lnTo>
                    <a:pt x="1401" y="786"/>
                  </a:lnTo>
                  <a:lnTo>
                    <a:pt x="1403" y="789"/>
                  </a:lnTo>
                  <a:lnTo>
                    <a:pt x="1403" y="790"/>
                  </a:lnTo>
                  <a:lnTo>
                    <a:pt x="1403" y="792"/>
                  </a:lnTo>
                  <a:lnTo>
                    <a:pt x="1402" y="795"/>
                  </a:lnTo>
                  <a:lnTo>
                    <a:pt x="1400" y="797"/>
                  </a:lnTo>
                  <a:lnTo>
                    <a:pt x="1397" y="799"/>
                  </a:lnTo>
                  <a:lnTo>
                    <a:pt x="1388" y="801"/>
                  </a:lnTo>
                  <a:lnTo>
                    <a:pt x="1378" y="801"/>
                  </a:lnTo>
                  <a:lnTo>
                    <a:pt x="1368" y="800"/>
                  </a:lnTo>
                  <a:lnTo>
                    <a:pt x="1363" y="799"/>
                  </a:lnTo>
                  <a:lnTo>
                    <a:pt x="1359" y="796"/>
                  </a:lnTo>
                  <a:lnTo>
                    <a:pt x="1355" y="794"/>
                  </a:lnTo>
                  <a:lnTo>
                    <a:pt x="1353" y="791"/>
                  </a:lnTo>
                  <a:lnTo>
                    <a:pt x="1350" y="789"/>
                  </a:lnTo>
                  <a:lnTo>
                    <a:pt x="1349" y="787"/>
                  </a:lnTo>
                  <a:lnTo>
                    <a:pt x="1346" y="786"/>
                  </a:lnTo>
                  <a:lnTo>
                    <a:pt x="1345" y="786"/>
                  </a:lnTo>
                  <a:lnTo>
                    <a:pt x="1342" y="787"/>
                  </a:lnTo>
                  <a:lnTo>
                    <a:pt x="1340" y="787"/>
                  </a:lnTo>
                  <a:lnTo>
                    <a:pt x="1337" y="787"/>
                  </a:lnTo>
                  <a:lnTo>
                    <a:pt x="1335" y="786"/>
                  </a:lnTo>
                  <a:lnTo>
                    <a:pt x="1331" y="786"/>
                  </a:lnTo>
                  <a:lnTo>
                    <a:pt x="1328" y="785"/>
                  </a:lnTo>
                  <a:lnTo>
                    <a:pt x="1326" y="783"/>
                  </a:lnTo>
                  <a:lnTo>
                    <a:pt x="1325" y="783"/>
                  </a:lnTo>
                  <a:lnTo>
                    <a:pt x="1323" y="782"/>
                  </a:lnTo>
                  <a:lnTo>
                    <a:pt x="1323" y="777"/>
                  </a:lnTo>
                  <a:lnTo>
                    <a:pt x="1323" y="768"/>
                  </a:lnTo>
                  <a:lnTo>
                    <a:pt x="1323" y="761"/>
                  </a:lnTo>
                  <a:lnTo>
                    <a:pt x="1325" y="755"/>
                  </a:lnTo>
                  <a:lnTo>
                    <a:pt x="1325" y="752"/>
                  </a:lnTo>
                  <a:lnTo>
                    <a:pt x="1323" y="748"/>
                  </a:lnTo>
                  <a:lnTo>
                    <a:pt x="1323" y="743"/>
                  </a:lnTo>
                  <a:lnTo>
                    <a:pt x="1322" y="739"/>
                  </a:lnTo>
                  <a:lnTo>
                    <a:pt x="1323" y="734"/>
                  </a:lnTo>
                  <a:lnTo>
                    <a:pt x="1325" y="730"/>
                  </a:lnTo>
                  <a:lnTo>
                    <a:pt x="1327" y="726"/>
                  </a:lnTo>
                  <a:lnTo>
                    <a:pt x="1330" y="721"/>
                  </a:lnTo>
                  <a:lnTo>
                    <a:pt x="1330" y="712"/>
                  </a:lnTo>
                  <a:lnTo>
                    <a:pt x="1328" y="703"/>
                  </a:lnTo>
                  <a:lnTo>
                    <a:pt x="1326" y="696"/>
                  </a:lnTo>
                  <a:lnTo>
                    <a:pt x="1325" y="692"/>
                  </a:lnTo>
                  <a:lnTo>
                    <a:pt x="1325" y="688"/>
                  </a:lnTo>
                  <a:lnTo>
                    <a:pt x="1325" y="683"/>
                  </a:lnTo>
                  <a:lnTo>
                    <a:pt x="1325" y="678"/>
                  </a:lnTo>
                  <a:lnTo>
                    <a:pt x="1325" y="670"/>
                  </a:lnTo>
                  <a:lnTo>
                    <a:pt x="1325" y="659"/>
                  </a:lnTo>
                  <a:lnTo>
                    <a:pt x="1323" y="645"/>
                  </a:lnTo>
                  <a:lnTo>
                    <a:pt x="1323" y="629"/>
                  </a:lnTo>
                  <a:lnTo>
                    <a:pt x="1323" y="618"/>
                  </a:lnTo>
                  <a:lnTo>
                    <a:pt x="1322" y="609"/>
                  </a:lnTo>
                  <a:lnTo>
                    <a:pt x="1322" y="599"/>
                  </a:lnTo>
                  <a:lnTo>
                    <a:pt x="1322" y="584"/>
                  </a:lnTo>
                  <a:lnTo>
                    <a:pt x="1322" y="566"/>
                  </a:lnTo>
                  <a:lnTo>
                    <a:pt x="1322" y="549"/>
                  </a:lnTo>
                  <a:lnTo>
                    <a:pt x="1322" y="538"/>
                  </a:lnTo>
                  <a:lnTo>
                    <a:pt x="1322" y="529"/>
                  </a:lnTo>
                  <a:lnTo>
                    <a:pt x="1321" y="516"/>
                  </a:lnTo>
                  <a:lnTo>
                    <a:pt x="1321" y="502"/>
                  </a:lnTo>
                  <a:lnTo>
                    <a:pt x="1321" y="488"/>
                  </a:lnTo>
                  <a:lnTo>
                    <a:pt x="1321" y="478"/>
                  </a:lnTo>
                  <a:lnTo>
                    <a:pt x="1321" y="474"/>
                  </a:lnTo>
                  <a:lnTo>
                    <a:pt x="1321" y="473"/>
                  </a:lnTo>
                  <a:lnTo>
                    <a:pt x="1321" y="470"/>
                  </a:lnTo>
                  <a:lnTo>
                    <a:pt x="1321" y="468"/>
                  </a:lnTo>
                  <a:lnTo>
                    <a:pt x="1319" y="465"/>
                  </a:lnTo>
                  <a:lnTo>
                    <a:pt x="1319" y="463"/>
                  </a:lnTo>
                  <a:lnTo>
                    <a:pt x="1319" y="461"/>
                  </a:lnTo>
                  <a:lnTo>
                    <a:pt x="1318" y="460"/>
                  </a:lnTo>
                  <a:lnTo>
                    <a:pt x="1318" y="460"/>
                  </a:lnTo>
                  <a:lnTo>
                    <a:pt x="1317" y="466"/>
                  </a:lnTo>
                  <a:lnTo>
                    <a:pt x="1316" y="478"/>
                  </a:lnTo>
                  <a:lnTo>
                    <a:pt x="1313" y="491"/>
                  </a:lnTo>
                  <a:lnTo>
                    <a:pt x="1311" y="505"/>
                  </a:lnTo>
                  <a:lnTo>
                    <a:pt x="1308" y="521"/>
                  </a:lnTo>
                  <a:lnTo>
                    <a:pt x="1304" y="539"/>
                  </a:lnTo>
                  <a:lnTo>
                    <a:pt x="1302" y="554"/>
                  </a:lnTo>
                  <a:lnTo>
                    <a:pt x="1299" y="566"/>
                  </a:lnTo>
                  <a:lnTo>
                    <a:pt x="1297" y="582"/>
                  </a:lnTo>
                  <a:lnTo>
                    <a:pt x="1293" y="600"/>
                  </a:lnTo>
                  <a:lnTo>
                    <a:pt x="1290" y="617"/>
                  </a:lnTo>
                  <a:lnTo>
                    <a:pt x="1289" y="629"/>
                  </a:lnTo>
                  <a:lnTo>
                    <a:pt x="1288" y="642"/>
                  </a:lnTo>
                  <a:lnTo>
                    <a:pt x="1286" y="659"/>
                  </a:lnTo>
                  <a:lnTo>
                    <a:pt x="1286" y="674"/>
                  </a:lnTo>
                  <a:lnTo>
                    <a:pt x="1286" y="688"/>
                  </a:lnTo>
                  <a:lnTo>
                    <a:pt x="1286" y="698"/>
                  </a:lnTo>
                  <a:lnTo>
                    <a:pt x="1285" y="713"/>
                  </a:lnTo>
                  <a:lnTo>
                    <a:pt x="1284" y="729"/>
                  </a:lnTo>
                  <a:lnTo>
                    <a:pt x="1282" y="743"/>
                  </a:lnTo>
                  <a:lnTo>
                    <a:pt x="1281" y="752"/>
                  </a:lnTo>
                  <a:lnTo>
                    <a:pt x="1276" y="763"/>
                  </a:lnTo>
                  <a:lnTo>
                    <a:pt x="1271" y="772"/>
                  </a:lnTo>
                  <a:lnTo>
                    <a:pt x="1266" y="777"/>
                  </a:lnTo>
                  <a:lnTo>
                    <a:pt x="1265" y="780"/>
                  </a:lnTo>
                  <a:lnTo>
                    <a:pt x="1265" y="781"/>
                  </a:lnTo>
                  <a:lnTo>
                    <a:pt x="1265" y="782"/>
                  </a:lnTo>
                  <a:lnTo>
                    <a:pt x="1263" y="785"/>
                  </a:lnTo>
                  <a:lnTo>
                    <a:pt x="1265" y="789"/>
                  </a:lnTo>
                  <a:lnTo>
                    <a:pt x="1265" y="792"/>
                  </a:lnTo>
                  <a:lnTo>
                    <a:pt x="1266" y="796"/>
                  </a:lnTo>
                  <a:lnTo>
                    <a:pt x="1267" y="800"/>
                  </a:lnTo>
                  <a:lnTo>
                    <a:pt x="1267" y="804"/>
                  </a:lnTo>
                  <a:lnTo>
                    <a:pt x="1267" y="806"/>
                  </a:lnTo>
                  <a:lnTo>
                    <a:pt x="1265" y="808"/>
                  </a:lnTo>
                  <a:lnTo>
                    <a:pt x="1262" y="810"/>
                  </a:lnTo>
                  <a:lnTo>
                    <a:pt x="1257" y="811"/>
                  </a:lnTo>
                  <a:lnTo>
                    <a:pt x="1253" y="813"/>
                  </a:lnTo>
                  <a:lnTo>
                    <a:pt x="1249" y="814"/>
                  </a:lnTo>
                  <a:lnTo>
                    <a:pt x="1246" y="814"/>
                  </a:lnTo>
                  <a:lnTo>
                    <a:pt x="1240" y="814"/>
                  </a:lnTo>
                  <a:lnTo>
                    <a:pt x="1238" y="814"/>
                  </a:lnTo>
                  <a:lnTo>
                    <a:pt x="1234" y="814"/>
                  </a:lnTo>
                  <a:lnTo>
                    <a:pt x="1230" y="813"/>
                  </a:lnTo>
                  <a:lnTo>
                    <a:pt x="1226" y="810"/>
                  </a:lnTo>
                  <a:lnTo>
                    <a:pt x="1221" y="808"/>
                  </a:lnTo>
                  <a:lnTo>
                    <a:pt x="1219" y="805"/>
                  </a:lnTo>
                  <a:lnTo>
                    <a:pt x="1218" y="804"/>
                  </a:lnTo>
                  <a:lnTo>
                    <a:pt x="1216" y="801"/>
                  </a:lnTo>
                  <a:lnTo>
                    <a:pt x="1216" y="799"/>
                  </a:lnTo>
                  <a:lnTo>
                    <a:pt x="1218" y="795"/>
                  </a:lnTo>
                  <a:lnTo>
                    <a:pt x="1220" y="792"/>
                  </a:lnTo>
                  <a:lnTo>
                    <a:pt x="1223" y="789"/>
                  </a:lnTo>
                  <a:lnTo>
                    <a:pt x="1224" y="787"/>
                  </a:lnTo>
                  <a:lnTo>
                    <a:pt x="1225" y="785"/>
                  </a:lnTo>
                  <a:lnTo>
                    <a:pt x="1226" y="782"/>
                  </a:lnTo>
                  <a:lnTo>
                    <a:pt x="1226" y="780"/>
                  </a:lnTo>
                  <a:lnTo>
                    <a:pt x="1226" y="775"/>
                  </a:lnTo>
                  <a:lnTo>
                    <a:pt x="1226" y="772"/>
                  </a:lnTo>
                  <a:lnTo>
                    <a:pt x="1224" y="764"/>
                  </a:lnTo>
                  <a:lnTo>
                    <a:pt x="1221" y="757"/>
                  </a:lnTo>
                  <a:lnTo>
                    <a:pt x="1219" y="748"/>
                  </a:lnTo>
                  <a:lnTo>
                    <a:pt x="1219" y="741"/>
                  </a:lnTo>
                  <a:lnTo>
                    <a:pt x="1219" y="731"/>
                  </a:lnTo>
                  <a:lnTo>
                    <a:pt x="1221" y="721"/>
                  </a:lnTo>
                  <a:lnTo>
                    <a:pt x="1223" y="715"/>
                  </a:lnTo>
                  <a:lnTo>
                    <a:pt x="1224" y="707"/>
                  </a:lnTo>
                  <a:lnTo>
                    <a:pt x="1225" y="694"/>
                  </a:lnTo>
                  <a:lnTo>
                    <a:pt x="1226" y="678"/>
                  </a:lnTo>
                  <a:lnTo>
                    <a:pt x="1228" y="661"/>
                  </a:lnTo>
                  <a:lnTo>
                    <a:pt x="1229" y="647"/>
                  </a:lnTo>
                  <a:lnTo>
                    <a:pt x="1229" y="638"/>
                  </a:lnTo>
                  <a:lnTo>
                    <a:pt x="1230" y="632"/>
                  </a:lnTo>
                  <a:lnTo>
                    <a:pt x="1233" y="620"/>
                  </a:lnTo>
                  <a:lnTo>
                    <a:pt x="1234" y="608"/>
                  </a:lnTo>
                  <a:lnTo>
                    <a:pt x="1237" y="594"/>
                  </a:lnTo>
                  <a:lnTo>
                    <a:pt x="1239" y="584"/>
                  </a:lnTo>
                  <a:lnTo>
                    <a:pt x="1240" y="578"/>
                  </a:lnTo>
                  <a:lnTo>
                    <a:pt x="1242" y="573"/>
                  </a:lnTo>
                  <a:lnTo>
                    <a:pt x="1243" y="563"/>
                  </a:lnTo>
                  <a:lnTo>
                    <a:pt x="1244" y="552"/>
                  </a:lnTo>
                  <a:lnTo>
                    <a:pt x="1246" y="540"/>
                  </a:lnTo>
                  <a:lnTo>
                    <a:pt x="1247" y="529"/>
                  </a:lnTo>
                  <a:lnTo>
                    <a:pt x="1247" y="514"/>
                  </a:lnTo>
                  <a:lnTo>
                    <a:pt x="1247" y="497"/>
                  </a:lnTo>
                  <a:lnTo>
                    <a:pt x="1246" y="482"/>
                  </a:lnTo>
                  <a:lnTo>
                    <a:pt x="1246" y="469"/>
                  </a:lnTo>
                  <a:lnTo>
                    <a:pt x="1246" y="463"/>
                  </a:lnTo>
                  <a:lnTo>
                    <a:pt x="1244" y="459"/>
                  </a:lnTo>
                  <a:lnTo>
                    <a:pt x="1244" y="455"/>
                  </a:lnTo>
                  <a:lnTo>
                    <a:pt x="1243" y="452"/>
                  </a:lnTo>
                  <a:lnTo>
                    <a:pt x="1243" y="451"/>
                  </a:lnTo>
                  <a:lnTo>
                    <a:pt x="1243" y="450"/>
                  </a:lnTo>
                  <a:lnTo>
                    <a:pt x="1240" y="449"/>
                  </a:lnTo>
                  <a:lnTo>
                    <a:pt x="1238" y="446"/>
                  </a:lnTo>
                  <a:lnTo>
                    <a:pt x="1235" y="444"/>
                  </a:lnTo>
                  <a:lnTo>
                    <a:pt x="1234" y="440"/>
                  </a:lnTo>
                  <a:lnTo>
                    <a:pt x="1234" y="432"/>
                  </a:lnTo>
                  <a:lnTo>
                    <a:pt x="1235" y="424"/>
                  </a:lnTo>
                  <a:lnTo>
                    <a:pt x="1237" y="419"/>
                  </a:lnTo>
                  <a:lnTo>
                    <a:pt x="1238" y="413"/>
                  </a:lnTo>
                  <a:lnTo>
                    <a:pt x="1238" y="403"/>
                  </a:lnTo>
                  <a:lnTo>
                    <a:pt x="1240" y="389"/>
                  </a:lnTo>
                  <a:lnTo>
                    <a:pt x="1242" y="376"/>
                  </a:lnTo>
                  <a:lnTo>
                    <a:pt x="1242" y="366"/>
                  </a:lnTo>
                  <a:lnTo>
                    <a:pt x="1243" y="359"/>
                  </a:lnTo>
                  <a:lnTo>
                    <a:pt x="1243" y="356"/>
                  </a:lnTo>
                  <a:lnTo>
                    <a:pt x="1244" y="352"/>
                  </a:lnTo>
                  <a:lnTo>
                    <a:pt x="1246" y="348"/>
                  </a:lnTo>
                  <a:lnTo>
                    <a:pt x="1246" y="344"/>
                  </a:lnTo>
                  <a:lnTo>
                    <a:pt x="1247" y="342"/>
                  </a:lnTo>
                  <a:lnTo>
                    <a:pt x="1248" y="338"/>
                  </a:lnTo>
                  <a:lnTo>
                    <a:pt x="1248" y="335"/>
                  </a:lnTo>
                  <a:lnTo>
                    <a:pt x="1248" y="333"/>
                  </a:lnTo>
                  <a:lnTo>
                    <a:pt x="1246" y="330"/>
                  </a:lnTo>
                  <a:lnTo>
                    <a:pt x="1240" y="326"/>
                  </a:lnTo>
                  <a:lnTo>
                    <a:pt x="1234" y="321"/>
                  </a:lnTo>
                  <a:lnTo>
                    <a:pt x="1226" y="316"/>
                  </a:lnTo>
                  <a:lnTo>
                    <a:pt x="1220" y="311"/>
                  </a:lnTo>
                  <a:lnTo>
                    <a:pt x="1218" y="309"/>
                  </a:lnTo>
                  <a:lnTo>
                    <a:pt x="1214" y="306"/>
                  </a:lnTo>
                  <a:lnTo>
                    <a:pt x="1210" y="302"/>
                  </a:lnTo>
                  <a:lnTo>
                    <a:pt x="1207" y="298"/>
                  </a:lnTo>
                  <a:lnTo>
                    <a:pt x="1205" y="293"/>
                  </a:lnTo>
                  <a:lnTo>
                    <a:pt x="1204" y="287"/>
                  </a:lnTo>
                  <a:lnTo>
                    <a:pt x="1205" y="277"/>
                  </a:lnTo>
                  <a:lnTo>
                    <a:pt x="1206" y="265"/>
                  </a:lnTo>
                  <a:lnTo>
                    <a:pt x="1207" y="255"/>
                  </a:lnTo>
                  <a:lnTo>
                    <a:pt x="1209" y="247"/>
                  </a:lnTo>
                  <a:lnTo>
                    <a:pt x="1210" y="239"/>
                  </a:lnTo>
                  <a:lnTo>
                    <a:pt x="1214" y="226"/>
                  </a:lnTo>
                  <a:lnTo>
                    <a:pt x="1216" y="214"/>
                  </a:lnTo>
                  <a:lnTo>
                    <a:pt x="1219" y="204"/>
                  </a:lnTo>
                  <a:lnTo>
                    <a:pt x="1223" y="191"/>
                  </a:lnTo>
                  <a:lnTo>
                    <a:pt x="1226" y="180"/>
                  </a:lnTo>
                  <a:lnTo>
                    <a:pt x="1229" y="171"/>
                  </a:lnTo>
                  <a:lnTo>
                    <a:pt x="1229" y="167"/>
                  </a:lnTo>
                  <a:lnTo>
                    <a:pt x="1230" y="162"/>
                  </a:lnTo>
                  <a:lnTo>
                    <a:pt x="1232" y="157"/>
                  </a:lnTo>
                  <a:lnTo>
                    <a:pt x="1233" y="152"/>
                  </a:lnTo>
                  <a:lnTo>
                    <a:pt x="1234" y="149"/>
                  </a:lnTo>
                  <a:lnTo>
                    <a:pt x="1237" y="146"/>
                  </a:lnTo>
                  <a:lnTo>
                    <a:pt x="1239" y="143"/>
                  </a:lnTo>
                  <a:lnTo>
                    <a:pt x="1243" y="142"/>
                  </a:lnTo>
                  <a:lnTo>
                    <a:pt x="1244" y="141"/>
                  </a:lnTo>
                  <a:lnTo>
                    <a:pt x="1249" y="139"/>
                  </a:lnTo>
                  <a:lnTo>
                    <a:pt x="1258" y="137"/>
                  </a:lnTo>
                  <a:lnTo>
                    <a:pt x="1270" y="134"/>
                  </a:lnTo>
                  <a:lnTo>
                    <a:pt x="1282" y="132"/>
                  </a:lnTo>
                  <a:lnTo>
                    <a:pt x="1293" y="128"/>
                  </a:lnTo>
                  <a:lnTo>
                    <a:pt x="1300" y="125"/>
                  </a:lnTo>
                  <a:lnTo>
                    <a:pt x="1302" y="124"/>
                  </a:lnTo>
                  <a:lnTo>
                    <a:pt x="1305" y="121"/>
                  </a:lnTo>
                  <a:lnTo>
                    <a:pt x="1308" y="119"/>
                  </a:lnTo>
                  <a:lnTo>
                    <a:pt x="1312" y="116"/>
                  </a:lnTo>
                  <a:lnTo>
                    <a:pt x="1314" y="114"/>
                  </a:lnTo>
                  <a:lnTo>
                    <a:pt x="1314" y="116"/>
                  </a:lnTo>
                  <a:lnTo>
                    <a:pt x="1316" y="124"/>
                  </a:lnTo>
                  <a:lnTo>
                    <a:pt x="1317" y="133"/>
                  </a:lnTo>
                  <a:lnTo>
                    <a:pt x="1318" y="142"/>
                  </a:lnTo>
                  <a:lnTo>
                    <a:pt x="1318" y="141"/>
                  </a:lnTo>
                  <a:lnTo>
                    <a:pt x="1326" y="156"/>
                  </a:lnTo>
                  <a:lnTo>
                    <a:pt x="1327" y="152"/>
                  </a:lnTo>
                  <a:lnTo>
                    <a:pt x="1331" y="149"/>
                  </a:lnTo>
                  <a:lnTo>
                    <a:pt x="1333" y="147"/>
                  </a:lnTo>
                  <a:lnTo>
                    <a:pt x="1337" y="144"/>
                  </a:lnTo>
                  <a:lnTo>
                    <a:pt x="1341" y="142"/>
                  </a:lnTo>
                  <a:lnTo>
                    <a:pt x="1344" y="142"/>
                  </a:lnTo>
                  <a:lnTo>
                    <a:pt x="1344" y="142"/>
                  </a:lnTo>
                  <a:lnTo>
                    <a:pt x="1341" y="139"/>
                  </a:lnTo>
                  <a:lnTo>
                    <a:pt x="1337" y="135"/>
                  </a:lnTo>
                  <a:lnTo>
                    <a:pt x="1333" y="132"/>
                  </a:lnTo>
                  <a:lnTo>
                    <a:pt x="1330" y="129"/>
                  </a:lnTo>
                  <a:lnTo>
                    <a:pt x="1327" y="125"/>
                  </a:lnTo>
                  <a:lnTo>
                    <a:pt x="1325" y="124"/>
                  </a:lnTo>
                  <a:lnTo>
                    <a:pt x="1322" y="120"/>
                  </a:lnTo>
                  <a:lnTo>
                    <a:pt x="1319" y="118"/>
                  </a:lnTo>
                  <a:lnTo>
                    <a:pt x="1318" y="115"/>
                  </a:lnTo>
                  <a:lnTo>
                    <a:pt x="1317" y="113"/>
                  </a:lnTo>
                  <a:lnTo>
                    <a:pt x="1317" y="111"/>
                  </a:lnTo>
                  <a:lnTo>
                    <a:pt x="1318" y="110"/>
                  </a:lnTo>
                  <a:lnTo>
                    <a:pt x="1319" y="110"/>
                  </a:lnTo>
                  <a:lnTo>
                    <a:pt x="1319" y="109"/>
                  </a:lnTo>
                  <a:lnTo>
                    <a:pt x="1319" y="106"/>
                  </a:lnTo>
                  <a:lnTo>
                    <a:pt x="1319" y="102"/>
                  </a:lnTo>
                  <a:lnTo>
                    <a:pt x="1319" y="98"/>
                  </a:lnTo>
                  <a:lnTo>
                    <a:pt x="1319" y="96"/>
                  </a:lnTo>
                  <a:lnTo>
                    <a:pt x="1319" y="93"/>
                  </a:lnTo>
                  <a:lnTo>
                    <a:pt x="1319" y="92"/>
                  </a:lnTo>
                  <a:lnTo>
                    <a:pt x="1317" y="92"/>
                  </a:lnTo>
                  <a:lnTo>
                    <a:pt x="1316" y="92"/>
                  </a:lnTo>
                  <a:lnTo>
                    <a:pt x="1316" y="91"/>
                  </a:lnTo>
                  <a:lnTo>
                    <a:pt x="1314" y="91"/>
                  </a:lnTo>
                  <a:lnTo>
                    <a:pt x="1309" y="79"/>
                  </a:lnTo>
                  <a:lnTo>
                    <a:pt x="1309" y="67"/>
                  </a:lnTo>
                  <a:lnTo>
                    <a:pt x="1309" y="64"/>
                  </a:lnTo>
                  <a:lnTo>
                    <a:pt x="1311" y="63"/>
                  </a:lnTo>
                  <a:lnTo>
                    <a:pt x="1312" y="62"/>
                  </a:lnTo>
                  <a:lnTo>
                    <a:pt x="1313" y="62"/>
                  </a:lnTo>
                  <a:lnTo>
                    <a:pt x="1316" y="63"/>
                  </a:lnTo>
                  <a:lnTo>
                    <a:pt x="1317" y="63"/>
                  </a:lnTo>
                  <a:lnTo>
                    <a:pt x="1317" y="64"/>
                  </a:lnTo>
                  <a:lnTo>
                    <a:pt x="1317" y="63"/>
                  </a:lnTo>
                  <a:lnTo>
                    <a:pt x="1317" y="62"/>
                  </a:lnTo>
                  <a:lnTo>
                    <a:pt x="1317" y="59"/>
                  </a:lnTo>
                  <a:lnTo>
                    <a:pt x="1317" y="55"/>
                  </a:lnTo>
                  <a:lnTo>
                    <a:pt x="1317" y="53"/>
                  </a:lnTo>
                  <a:lnTo>
                    <a:pt x="1317" y="49"/>
                  </a:lnTo>
                  <a:lnTo>
                    <a:pt x="1317" y="46"/>
                  </a:lnTo>
                  <a:lnTo>
                    <a:pt x="1317" y="45"/>
                  </a:lnTo>
                  <a:lnTo>
                    <a:pt x="1317" y="40"/>
                  </a:lnTo>
                  <a:lnTo>
                    <a:pt x="1318" y="35"/>
                  </a:lnTo>
                  <a:lnTo>
                    <a:pt x="1319" y="31"/>
                  </a:lnTo>
                  <a:lnTo>
                    <a:pt x="1321" y="28"/>
                  </a:lnTo>
                  <a:lnTo>
                    <a:pt x="1322" y="27"/>
                  </a:lnTo>
                  <a:lnTo>
                    <a:pt x="1322" y="26"/>
                  </a:lnTo>
                  <a:lnTo>
                    <a:pt x="1323" y="26"/>
                  </a:lnTo>
                  <a:lnTo>
                    <a:pt x="1336" y="14"/>
                  </a:lnTo>
                  <a:lnTo>
                    <a:pt x="1349" y="11"/>
                  </a:lnTo>
                  <a:close/>
                  <a:moveTo>
                    <a:pt x="140" y="8"/>
                  </a:moveTo>
                  <a:lnTo>
                    <a:pt x="148" y="9"/>
                  </a:lnTo>
                  <a:lnTo>
                    <a:pt x="144" y="22"/>
                  </a:lnTo>
                  <a:lnTo>
                    <a:pt x="141" y="37"/>
                  </a:lnTo>
                  <a:lnTo>
                    <a:pt x="144" y="56"/>
                  </a:lnTo>
                  <a:lnTo>
                    <a:pt x="149" y="72"/>
                  </a:lnTo>
                  <a:lnTo>
                    <a:pt x="113" y="100"/>
                  </a:lnTo>
                  <a:lnTo>
                    <a:pt x="106" y="100"/>
                  </a:lnTo>
                  <a:lnTo>
                    <a:pt x="106" y="100"/>
                  </a:lnTo>
                  <a:lnTo>
                    <a:pt x="104" y="100"/>
                  </a:lnTo>
                  <a:lnTo>
                    <a:pt x="0" y="101"/>
                  </a:lnTo>
                  <a:lnTo>
                    <a:pt x="0" y="97"/>
                  </a:lnTo>
                  <a:lnTo>
                    <a:pt x="0" y="88"/>
                  </a:lnTo>
                  <a:lnTo>
                    <a:pt x="0" y="77"/>
                  </a:lnTo>
                  <a:lnTo>
                    <a:pt x="0" y="63"/>
                  </a:lnTo>
                  <a:lnTo>
                    <a:pt x="2" y="49"/>
                  </a:lnTo>
                  <a:lnTo>
                    <a:pt x="8" y="37"/>
                  </a:lnTo>
                  <a:lnTo>
                    <a:pt x="16" y="26"/>
                  </a:lnTo>
                  <a:lnTo>
                    <a:pt x="29" y="18"/>
                  </a:lnTo>
                  <a:lnTo>
                    <a:pt x="45" y="12"/>
                  </a:lnTo>
                  <a:lnTo>
                    <a:pt x="61" y="9"/>
                  </a:lnTo>
                  <a:lnTo>
                    <a:pt x="76" y="9"/>
                  </a:lnTo>
                  <a:lnTo>
                    <a:pt x="104" y="63"/>
                  </a:lnTo>
                  <a:lnTo>
                    <a:pt x="132" y="9"/>
                  </a:lnTo>
                  <a:lnTo>
                    <a:pt x="140" y="8"/>
                  </a:lnTo>
                  <a:close/>
                  <a:moveTo>
                    <a:pt x="2667" y="6"/>
                  </a:moveTo>
                  <a:lnTo>
                    <a:pt x="2681" y="8"/>
                  </a:lnTo>
                  <a:lnTo>
                    <a:pt x="2694" y="14"/>
                  </a:lnTo>
                  <a:lnTo>
                    <a:pt x="2703" y="25"/>
                  </a:lnTo>
                  <a:lnTo>
                    <a:pt x="2709" y="36"/>
                  </a:lnTo>
                  <a:lnTo>
                    <a:pt x="2710" y="49"/>
                  </a:lnTo>
                  <a:lnTo>
                    <a:pt x="2709" y="60"/>
                  </a:lnTo>
                  <a:lnTo>
                    <a:pt x="2705" y="73"/>
                  </a:lnTo>
                  <a:lnTo>
                    <a:pt x="2701" y="84"/>
                  </a:lnTo>
                  <a:lnTo>
                    <a:pt x="2698" y="93"/>
                  </a:lnTo>
                  <a:lnTo>
                    <a:pt x="2696" y="95"/>
                  </a:lnTo>
                  <a:lnTo>
                    <a:pt x="2696" y="96"/>
                  </a:lnTo>
                  <a:lnTo>
                    <a:pt x="2698" y="97"/>
                  </a:lnTo>
                  <a:lnTo>
                    <a:pt x="2698" y="98"/>
                  </a:lnTo>
                  <a:lnTo>
                    <a:pt x="2699" y="101"/>
                  </a:lnTo>
                  <a:lnTo>
                    <a:pt x="2699" y="104"/>
                  </a:lnTo>
                  <a:lnTo>
                    <a:pt x="2699" y="107"/>
                  </a:lnTo>
                  <a:lnTo>
                    <a:pt x="2698" y="109"/>
                  </a:lnTo>
                  <a:lnTo>
                    <a:pt x="2695" y="111"/>
                  </a:lnTo>
                  <a:lnTo>
                    <a:pt x="2692" y="114"/>
                  </a:lnTo>
                  <a:lnTo>
                    <a:pt x="2689" y="118"/>
                  </a:lnTo>
                  <a:lnTo>
                    <a:pt x="2684" y="121"/>
                  </a:lnTo>
                  <a:lnTo>
                    <a:pt x="2676" y="127"/>
                  </a:lnTo>
                  <a:lnTo>
                    <a:pt x="2673" y="128"/>
                  </a:lnTo>
                  <a:lnTo>
                    <a:pt x="2671" y="129"/>
                  </a:lnTo>
                  <a:lnTo>
                    <a:pt x="2668" y="129"/>
                  </a:lnTo>
                  <a:lnTo>
                    <a:pt x="2664" y="128"/>
                  </a:lnTo>
                  <a:lnTo>
                    <a:pt x="2661" y="127"/>
                  </a:lnTo>
                  <a:lnTo>
                    <a:pt x="2657" y="124"/>
                  </a:lnTo>
                  <a:lnTo>
                    <a:pt x="2654" y="120"/>
                  </a:lnTo>
                  <a:lnTo>
                    <a:pt x="2650" y="118"/>
                  </a:lnTo>
                  <a:lnTo>
                    <a:pt x="2648" y="114"/>
                  </a:lnTo>
                  <a:lnTo>
                    <a:pt x="2647" y="111"/>
                  </a:lnTo>
                  <a:lnTo>
                    <a:pt x="2645" y="109"/>
                  </a:lnTo>
                  <a:lnTo>
                    <a:pt x="2644" y="109"/>
                  </a:lnTo>
                  <a:lnTo>
                    <a:pt x="2641" y="111"/>
                  </a:lnTo>
                  <a:lnTo>
                    <a:pt x="2641" y="121"/>
                  </a:lnTo>
                  <a:lnTo>
                    <a:pt x="2640" y="125"/>
                  </a:lnTo>
                  <a:lnTo>
                    <a:pt x="2640" y="128"/>
                  </a:lnTo>
                  <a:lnTo>
                    <a:pt x="2640" y="130"/>
                  </a:lnTo>
                  <a:lnTo>
                    <a:pt x="2640" y="130"/>
                  </a:lnTo>
                  <a:lnTo>
                    <a:pt x="2640" y="141"/>
                  </a:lnTo>
                  <a:lnTo>
                    <a:pt x="2640" y="152"/>
                  </a:lnTo>
                  <a:lnTo>
                    <a:pt x="2639" y="162"/>
                  </a:lnTo>
                  <a:lnTo>
                    <a:pt x="2639" y="165"/>
                  </a:lnTo>
                  <a:lnTo>
                    <a:pt x="2639" y="170"/>
                  </a:lnTo>
                  <a:lnTo>
                    <a:pt x="2639" y="166"/>
                  </a:lnTo>
                  <a:lnTo>
                    <a:pt x="2639" y="170"/>
                  </a:lnTo>
                  <a:lnTo>
                    <a:pt x="2639" y="170"/>
                  </a:lnTo>
                  <a:lnTo>
                    <a:pt x="2639" y="184"/>
                  </a:lnTo>
                  <a:lnTo>
                    <a:pt x="2639" y="198"/>
                  </a:lnTo>
                  <a:lnTo>
                    <a:pt x="2639" y="198"/>
                  </a:lnTo>
                  <a:lnTo>
                    <a:pt x="2639" y="198"/>
                  </a:lnTo>
                  <a:lnTo>
                    <a:pt x="2639" y="202"/>
                  </a:lnTo>
                  <a:lnTo>
                    <a:pt x="2638" y="216"/>
                  </a:lnTo>
                  <a:lnTo>
                    <a:pt x="2636" y="236"/>
                  </a:lnTo>
                  <a:lnTo>
                    <a:pt x="2635" y="258"/>
                  </a:lnTo>
                  <a:lnTo>
                    <a:pt x="2634" y="270"/>
                  </a:lnTo>
                  <a:lnTo>
                    <a:pt x="2630" y="284"/>
                  </a:lnTo>
                  <a:lnTo>
                    <a:pt x="2624" y="297"/>
                  </a:lnTo>
                  <a:lnTo>
                    <a:pt x="2619" y="309"/>
                  </a:lnTo>
                  <a:lnTo>
                    <a:pt x="2615" y="317"/>
                  </a:lnTo>
                  <a:lnTo>
                    <a:pt x="2612" y="321"/>
                  </a:lnTo>
                  <a:lnTo>
                    <a:pt x="2612" y="321"/>
                  </a:lnTo>
                  <a:lnTo>
                    <a:pt x="2634" y="325"/>
                  </a:lnTo>
                  <a:lnTo>
                    <a:pt x="2655" y="328"/>
                  </a:lnTo>
                  <a:lnTo>
                    <a:pt x="2663" y="328"/>
                  </a:lnTo>
                  <a:lnTo>
                    <a:pt x="2664" y="329"/>
                  </a:lnTo>
                  <a:lnTo>
                    <a:pt x="2664" y="329"/>
                  </a:lnTo>
                  <a:lnTo>
                    <a:pt x="2668" y="329"/>
                  </a:lnTo>
                  <a:lnTo>
                    <a:pt x="2664" y="329"/>
                  </a:lnTo>
                  <a:lnTo>
                    <a:pt x="2675" y="329"/>
                  </a:lnTo>
                  <a:lnTo>
                    <a:pt x="2675" y="329"/>
                  </a:lnTo>
                  <a:lnTo>
                    <a:pt x="2675" y="329"/>
                  </a:lnTo>
                  <a:lnTo>
                    <a:pt x="2675" y="329"/>
                  </a:lnTo>
                  <a:lnTo>
                    <a:pt x="2675" y="329"/>
                  </a:lnTo>
                  <a:lnTo>
                    <a:pt x="2675" y="329"/>
                  </a:lnTo>
                  <a:lnTo>
                    <a:pt x="2684" y="329"/>
                  </a:lnTo>
                  <a:lnTo>
                    <a:pt x="2692" y="329"/>
                  </a:lnTo>
                  <a:lnTo>
                    <a:pt x="2692" y="329"/>
                  </a:lnTo>
                  <a:lnTo>
                    <a:pt x="2708" y="328"/>
                  </a:lnTo>
                  <a:lnTo>
                    <a:pt x="2718" y="328"/>
                  </a:lnTo>
                  <a:lnTo>
                    <a:pt x="2722" y="328"/>
                  </a:lnTo>
                  <a:lnTo>
                    <a:pt x="2722" y="328"/>
                  </a:lnTo>
                  <a:lnTo>
                    <a:pt x="2713" y="309"/>
                  </a:lnTo>
                  <a:lnTo>
                    <a:pt x="2706" y="295"/>
                  </a:lnTo>
                  <a:lnTo>
                    <a:pt x="2704" y="286"/>
                  </a:lnTo>
                  <a:lnTo>
                    <a:pt x="2701" y="279"/>
                  </a:lnTo>
                  <a:lnTo>
                    <a:pt x="2701" y="277"/>
                  </a:lnTo>
                  <a:lnTo>
                    <a:pt x="2701" y="275"/>
                  </a:lnTo>
                  <a:lnTo>
                    <a:pt x="2699" y="263"/>
                  </a:lnTo>
                  <a:lnTo>
                    <a:pt x="2698" y="249"/>
                  </a:lnTo>
                  <a:lnTo>
                    <a:pt x="2698" y="236"/>
                  </a:lnTo>
                  <a:lnTo>
                    <a:pt x="2698" y="236"/>
                  </a:lnTo>
                  <a:lnTo>
                    <a:pt x="2698" y="232"/>
                  </a:lnTo>
                  <a:lnTo>
                    <a:pt x="2698" y="230"/>
                  </a:lnTo>
                  <a:lnTo>
                    <a:pt x="2698" y="227"/>
                  </a:lnTo>
                  <a:lnTo>
                    <a:pt x="2698" y="227"/>
                  </a:lnTo>
                  <a:lnTo>
                    <a:pt x="2698" y="226"/>
                  </a:lnTo>
                  <a:lnTo>
                    <a:pt x="2698" y="226"/>
                  </a:lnTo>
                  <a:lnTo>
                    <a:pt x="2698" y="226"/>
                  </a:lnTo>
                  <a:lnTo>
                    <a:pt x="2698" y="221"/>
                  </a:lnTo>
                  <a:lnTo>
                    <a:pt x="2698" y="217"/>
                  </a:lnTo>
                  <a:lnTo>
                    <a:pt x="2699" y="202"/>
                  </a:lnTo>
                  <a:lnTo>
                    <a:pt x="2700" y="186"/>
                  </a:lnTo>
                  <a:lnTo>
                    <a:pt x="2701" y="174"/>
                  </a:lnTo>
                  <a:lnTo>
                    <a:pt x="2703" y="165"/>
                  </a:lnTo>
                  <a:lnTo>
                    <a:pt x="2703" y="162"/>
                  </a:lnTo>
                  <a:lnTo>
                    <a:pt x="2703" y="158"/>
                  </a:lnTo>
                  <a:lnTo>
                    <a:pt x="2703" y="161"/>
                  </a:lnTo>
                  <a:lnTo>
                    <a:pt x="2703" y="158"/>
                  </a:lnTo>
                  <a:lnTo>
                    <a:pt x="2703" y="148"/>
                  </a:lnTo>
                  <a:lnTo>
                    <a:pt x="2701" y="138"/>
                  </a:lnTo>
                  <a:lnTo>
                    <a:pt x="2699" y="142"/>
                  </a:lnTo>
                  <a:lnTo>
                    <a:pt x="2694" y="148"/>
                  </a:lnTo>
                  <a:lnTo>
                    <a:pt x="2690" y="156"/>
                  </a:lnTo>
                  <a:lnTo>
                    <a:pt x="2687" y="160"/>
                  </a:lnTo>
                  <a:lnTo>
                    <a:pt x="2686" y="160"/>
                  </a:lnTo>
                  <a:lnTo>
                    <a:pt x="2686" y="158"/>
                  </a:lnTo>
                  <a:lnTo>
                    <a:pt x="2685" y="156"/>
                  </a:lnTo>
                  <a:lnTo>
                    <a:pt x="2684" y="152"/>
                  </a:lnTo>
                  <a:lnTo>
                    <a:pt x="2681" y="148"/>
                  </a:lnTo>
                  <a:lnTo>
                    <a:pt x="2678" y="144"/>
                  </a:lnTo>
                  <a:lnTo>
                    <a:pt x="2677" y="141"/>
                  </a:lnTo>
                  <a:lnTo>
                    <a:pt x="2676" y="142"/>
                  </a:lnTo>
                  <a:lnTo>
                    <a:pt x="2676" y="146"/>
                  </a:lnTo>
                  <a:lnTo>
                    <a:pt x="2675" y="148"/>
                  </a:lnTo>
                  <a:lnTo>
                    <a:pt x="2673" y="151"/>
                  </a:lnTo>
                  <a:lnTo>
                    <a:pt x="2676" y="161"/>
                  </a:lnTo>
                  <a:lnTo>
                    <a:pt x="2678" y="175"/>
                  </a:lnTo>
                  <a:lnTo>
                    <a:pt x="2681" y="193"/>
                  </a:lnTo>
                  <a:lnTo>
                    <a:pt x="2685" y="213"/>
                  </a:lnTo>
                  <a:lnTo>
                    <a:pt x="2686" y="235"/>
                  </a:lnTo>
                  <a:lnTo>
                    <a:pt x="2686" y="239"/>
                  </a:lnTo>
                  <a:lnTo>
                    <a:pt x="2687" y="249"/>
                  </a:lnTo>
                  <a:lnTo>
                    <a:pt x="2689" y="261"/>
                  </a:lnTo>
                  <a:lnTo>
                    <a:pt x="2689" y="274"/>
                  </a:lnTo>
                  <a:lnTo>
                    <a:pt x="2689" y="284"/>
                  </a:lnTo>
                  <a:lnTo>
                    <a:pt x="2689" y="291"/>
                  </a:lnTo>
                  <a:lnTo>
                    <a:pt x="2687" y="292"/>
                  </a:lnTo>
                  <a:lnTo>
                    <a:pt x="2686" y="295"/>
                  </a:lnTo>
                  <a:lnTo>
                    <a:pt x="2684" y="297"/>
                  </a:lnTo>
                  <a:lnTo>
                    <a:pt x="2681" y="301"/>
                  </a:lnTo>
                  <a:lnTo>
                    <a:pt x="2678" y="303"/>
                  </a:lnTo>
                  <a:lnTo>
                    <a:pt x="2676" y="306"/>
                  </a:lnTo>
                  <a:lnTo>
                    <a:pt x="2673" y="309"/>
                  </a:lnTo>
                  <a:lnTo>
                    <a:pt x="2672" y="310"/>
                  </a:lnTo>
                  <a:lnTo>
                    <a:pt x="2671" y="310"/>
                  </a:lnTo>
                  <a:lnTo>
                    <a:pt x="2667" y="309"/>
                  </a:lnTo>
                  <a:lnTo>
                    <a:pt x="2662" y="303"/>
                  </a:lnTo>
                  <a:lnTo>
                    <a:pt x="2657" y="298"/>
                  </a:lnTo>
                  <a:lnTo>
                    <a:pt x="2652" y="292"/>
                  </a:lnTo>
                  <a:lnTo>
                    <a:pt x="2650" y="288"/>
                  </a:lnTo>
                  <a:lnTo>
                    <a:pt x="2650" y="283"/>
                  </a:lnTo>
                  <a:lnTo>
                    <a:pt x="2650" y="270"/>
                  </a:lnTo>
                  <a:lnTo>
                    <a:pt x="2650" y="253"/>
                  </a:lnTo>
                  <a:lnTo>
                    <a:pt x="2652" y="235"/>
                  </a:lnTo>
                  <a:lnTo>
                    <a:pt x="2652" y="218"/>
                  </a:lnTo>
                  <a:lnTo>
                    <a:pt x="2652" y="204"/>
                  </a:lnTo>
                  <a:lnTo>
                    <a:pt x="2653" y="197"/>
                  </a:lnTo>
                  <a:lnTo>
                    <a:pt x="2653" y="188"/>
                  </a:lnTo>
                  <a:lnTo>
                    <a:pt x="2655" y="175"/>
                  </a:lnTo>
                  <a:lnTo>
                    <a:pt x="2658" y="161"/>
                  </a:lnTo>
                  <a:lnTo>
                    <a:pt x="2661" y="151"/>
                  </a:lnTo>
                  <a:lnTo>
                    <a:pt x="2659" y="149"/>
                  </a:lnTo>
                  <a:lnTo>
                    <a:pt x="2659" y="147"/>
                  </a:lnTo>
                  <a:lnTo>
                    <a:pt x="2658" y="144"/>
                  </a:lnTo>
                  <a:lnTo>
                    <a:pt x="2658" y="142"/>
                  </a:lnTo>
                  <a:lnTo>
                    <a:pt x="2659" y="141"/>
                  </a:lnTo>
                  <a:lnTo>
                    <a:pt x="2659" y="141"/>
                  </a:lnTo>
                  <a:lnTo>
                    <a:pt x="2659" y="141"/>
                  </a:lnTo>
                  <a:lnTo>
                    <a:pt x="2655" y="144"/>
                  </a:lnTo>
                  <a:lnTo>
                    <a:pt x="2652" y="148"/>
                  </a:lnTo>
                  <a:lnTo>
                    <a:pt x="2649" y="152"/>
                  </a:lnTo>
                  <a:lnTo>
                    <a:pt x="2648" y="156"/>
                  </a:lnTo>
                  <a:lnTo>
                    <a:pt x="2647" y="158"/>
                  </a:lnTo>
                  <a:lnTo>
                    <a:pt x="2640" y="135"/>
                  </a:lnTo>
                  <a:lnTo>
                    <a:pt x="2640" y="132"/>
                  </a:lnTo>
                  <a:lnTo>
                    <a:pt x="2647" y="153"/>
                  </a:lnTo>
                  <a:lnTo>
                    <a:pt x="2648" y="151"/>
                  </a:lnTo>
                  <a:lnTo>
                    <a:pt x="2649" y="147"/>
                  </a:lnTo>
                  <a:lnTo>
                    <a:pt x="2653" y="143"/>
                  </a:lnTo>
                  <a:lnTo>
                    <a:pt x="2655" y="138"/>
                  </a:lnTo>
                  <a:lnTo>
                    <a:pt x="2659" y="134"/>
                  </a:lnTo>
                  <a:lnTo>
                    <a:pt x="2659" y="134"/>
                  </a:lnTo>
                  <a:lnTo>
                    <a:pt x="2661" y="134"/>
                  </a:lnTo>
                  <a:lnTo>
                    <a:pt x="2663" y="132"/>
                  </a:lnTo>
                  <a:lnTo>
                    <a:pt x="2664" y="130"/>
                  </a:lnTo>
                  <a:lnTo>
                    <a:pt x="2666" y="130"/>
                  </a:lnTo>
                  <a:lnTo>
                    <a:pt x="2668" y="129"/>
                  </a:lnTo>
                  <a:lnTo>
                    <a:pt x="2670" y="129"/>
                  </a:lnTo>
                  <a:lnTo>
                    <a:pt x="2672" y="130"/>
                  </a:lnTo>
                  <a:lnTo>
                    <a:pt x="2675" y="132"/>
                  </a:lnTo>
                  <a:lnTo>
                    <a:pt x="2677" y="135"/>
                  </a:lnTo>
                  <a:lnTo>
                    <a:pt x="2678" y="139"/>
                  </a:lnTo>
                  <a:lnTo>
                    <a:pt x="2681" y="143"/>
                  </a:lnTo>
                  <a:lnTo>
                    <a:pt x="2684" y="147"/>
                  </a:lnTo>
                  <a:lnTo>
                    <a:pt x="2685" y="151"/>
                  </a:lnTo>
                  <a:lnTo>
                    <a:pt x="2686" y="153"/>
                  </a:lnTo>
                  <a:lnTo>
                    <a:pt x="2686" y="155"/>
                  </a:lnTo>
                  <a:lnTo>
                    <a:pt x="2687" y="155"/>
                  </a:lnTo>
                  <a:lnTo>
                    <a:pt x="2689" y="152"/>
                  </a:lnTo>
                  <a:lnTo>
                    <a:pt x="2692" y="147"/>
                  </a:lnTo>
                  <a:lnTo>
                    <a:pt x="2696" y="141"/>
                  </a:lnTo>
                  <a:lnTo>
                    <a:pt x="2700" y="135"/>
                  </a:lnTo>
                  <a:lnTo>
                    <a:pt x="2701" y="133"/>
                  </a:lnTo>
                  <a:lnTo>
                    <a:pt x="2701" y="132"/>
                  </a:lnTo>
                  <a:lnTo>
                    <a:pt x="2701" y="132"/>
                  </a:lnTo>
                  <a:lnTo>
                    <a:pt x="2701" y="119"/>
                  </a:lnTo>
                  <a:lnTo>
                    <a:pt x="2704" y="120"/>
                  </a:lnTo>
                  <a:lnTo>
                    <a:pt x="2708" y="123"/>
                  </a:lnTo>
                  <a:lnTo>
                    <a:pt x="2712" y="124"/>
                  </a:lnTo>
                  <a:lnTo>
                    <a:pt x="2717" y="128"/>
                  </a:lnTo>
                  <a:lnTo>
                    <a:pt x="2727" y="133"/>
                  </a:lnTo>
                  <a:lnTo>
                    <a:pt x="2738" y="138"/>
                  </a:lnTo>
                  <a:lnTo>
                    <a:pt x="2751" y="144"/>
                  </a:lnTo>
                  <a:lnTo>
                    <a:pt x="2761" y="149"/>
                  </a:lnTo>
                  <a:lnTo>
                    <a:pt x="2768" y="153"/>
                  </a:lnTo>
                  <a:lnTo>
                    <a:pt x="2771" y="160"/>
                  </a:lnTo>
                  <a:lnTo>
                    <a:pt x="2773" y="171"/>
                  </a:lnTo>
                  <a:lnTo>
                    <a:pt x="2774" y="184"/>
                  </a:lnTo>
                  <a:lnTo>
                    <a:pt x="2774" y="199"/>
                  </a:lnTo>
                  <a:lnTo>
                    <a:pt x="2774" y="213"/>
                  </a:lnTo>
                  <a:lnTo>
                    <a:pt x="2776" y="240"/>
                  </a:lnTo>
                  <a:lnTo>
                    <a:pt x="2779" y="269"/>
                  </a:lnTo>
                  <a:lnTo>
                    <a:pt x="2782" y="303"/>
                  </a:lnTo>
                  <a:lnTo>
                    <a:pt x="2783" y="324"/>
                  </a:lnTo>
                  <a:lnTo>
                    <a:pt x="2784" y="347"/>
                  </a:lnTo>
                  <a:lnTo>
                    <a:pt x="2785" y="370"/>
                  </a:lnTo>
                  <a:lnTo>
                    <a:pt x="2787" y="389"/>
                  </a:lnTo>
                  <a:lnTo>
                    <a:pt x="2788" y="405"/>
                  </a:lnTo>
                  <a:lnTo>
                    <a:pt x="2788" y="413"/>
                  </a:lnTo>
                  <a:lnTo>
                    <a:pt x="2788" y="417"/>
                  </a:lnTo>
                  <a:lnTo>
                    <a:pt x="2787" y="419"/>
                  </a:lnTo>
                  <a:lnTo>
                    <a:pt x="2785" y="421"/>
                  </a:lnTo>
                  <a:lnTo>
                    <a:pt x="2784" y="421"/>
                  </a:lnTo>
                  <a:lnTo>
                    <a:pt x="2782" y="422"/>
                  </a:lnTo>
                  <a:lnTo>
                    <a:pt x="2782" y="422"/>
                  </a:lnTo>
                  <a:lnTo>
                    <a:pt x="2780" y="422"/>
                  </a:lnTo>
                  <a:lnTo>
                    <a:pt x="2780" y="422"/>
                  </a:lnTo>
                  <a:lnTo>
                    <a:pt x="2782" y="423"/>
                  </a:lnTo>
                  <a:lnTo>
                    <a:pt x="2783" y="427"/>
                  </a:lnTo>
                  <a:lnTo>
                    <a:pt x="2784" y="430"/>
                  </a:lnTo>
                  <a:lnTo>
                    <a:pt x="2785" y="435"/>
                  </a:lnTo>
                  <a:lnTo>
                    <a:pt x="2785" y="438"/>
                  </a:lnTo>
                  <a:lnTo>
                    <a:pt x="2785" y="442"/>
                  </a:lnTo>
                  <a:lnTo>
                    <a:pt x="2784" y="446"/>
                  </a:lnTo>
                  <a:lnTo>
                    <a:pt x="2783" y="447"/>
                  </a:lnTo>
                  <a:lnTo>
                    <a:pt x="2780" y="450"/>
                  </a:lnTo>
                  <a:lnTo>
                    <a:pt x="2779" y="451"/>
                  </a:lnTo>
                  <a:lnTo>
                    <a:pt x="2778" y="451"/>
                  </a:lnTo>
                  <a:lnTo>
                    <a:pt x="2778" y="451"/>
                  </a:lnTo>
                  <a:lnTo>
                    <a:pt x="2778" y="458"/>
                  </a:lnTo>
                  <a:lnTo>
                    <a:pt x="2779" y="470"/>
                  </a:lnTo>
                  <a:lnTo>
                    <a:pt x="2790" y="468"/>
                  </a:lnTo>
                  <a:lnTo>
                    <a:pt x="2792" y="470"/>
                  </a:lnTo>
                  <a:lnTo>
                    <a:pt x="2794" y="478"/>
                  </a:lnTo>
                  <a:lnTo>
                    <a:pt x="2798" y="491"/>
                  </a:lnTo>
                  <a:lnTo>
                    <a:pt x="2803" y="507"/>
                  </a:lnTo>
                  <a:lnTo>
                    <a:pt x="2807" y="525"/>
                  </a:lnTo>
                  <a:lnTo>
                    <a:pt x="2810" y="542"/>
                  </a:lnTo>
                  <a:lnTo>
                    <a:pt x="2811" y="558"/>
                  </a:lnTo>
                  <a:lnTo>
                    <a:pt x="2812" y="570"/>
                  </a:lnTo>
                  <a:lnTo>
                    <a:pt x="2812" y="573"/>
                  </a:lnTo>
                  <a:lnTo>
                    <a:pt x="2779" y="600"/>
                  </a:lnTo>
                  <a:lnTo>
                    <a:pt x="2771" y="605"/>
                  </a:lnTo>
                  <a:lnTo>
                    <a:pt x="2742" y="608"/>
                  </a:lnTo>
                  <a:lnTo>
                    <a:pt x="2742" y="612"/>
                  </a:lnTo>
                  <a:lnTo>
                    <a:pt x="2742" y="623"/>
                  </a:lnTo>
                  <a:lnTo>
                    <a:pt x="2741" y="638"/>
                  </a:lnTo>
                  <a:lnTo>
                    <a:pt x="2741" y="659"/>
                  </a:lnTo>
                  <a:lnTo>
                    <a:pt x="2740" y="679"/>
                  </a:lnTo>
                  <a:lnTo>
                    <a:pt x="2740" y="694"/>
                  </a:lnTo>
                  <a:lnTo>
                    <a:pt x="2737" y="705"/>
                  </a:lnTo>
                  <a:lnTo>
                    <a:pt x="2734" y="712"/>
                  </a:lnTo>
                  <a:lnTo>
                    <a:pt x="2731" y="716"/>
                  </a:lnTo>
                  <a:lnTo>
                    <a:pt x="2727" y="720"/>
                  </a:lnTo>
                  <a:lnTo>
                    <a:pt x="2724" y="724"/>
                  </a:lnTo>
                  <a:lnTo>
                    <a:pt x="2720" y="731"/>
                  </a:lnTo>
                  <a:lnTo>
                    <a:pt x="2719" y="738"/>
                  </a:lnTo>
                  <a:lnTo>
                    <a:pt x="2719" y="747"/>
                  </a:lnTo>
                  <a:lnTo>
                    <a:pt x="2722" y="753"/>
                  </a:lnTo>
                  <a:lnTo>
                    <a:pt x="2726" y="758"/>
                  </a:lnTo>
                  <a:lnTo>
                    <a:pt x="2731" y="763"/>
                  </a:lnTo>
                  <a:lnTo>
                    <a:pt x="2738" y="768"/>
                  </a:lnTo>
                  <a:lnTo>
                    <a:pt x="2741" y="772"/>
                  </a:lnTo>
                  <a:lnTo>
                    <a:pt x="2743" y="775"/>
                  </a:lnTo>
                  <a:lnTo>
                    <a:pt x="2746" y="777"/>
                  </a:lnTo>
                  <a:lnTo>
                    <a:pt x="2747" y="780"/>
                  </a:lnTo>
                  <a:lnTo>
                    <a:pt x="2748" y="782"/>
                  </a:lnTo>
                  <a:lnTo>
                    <a:pt x="2750" y="785"/>
                  </a:lnTo>
                  <a:lnTo>
                    <a:pt x="2751" y="789"/>
                  </a:lnTo>
                  <a:lnTo>
                    <a:pt x="2752" y="791"/>
                  </a:lnTo>
                  <a:lnTo>
                    <a:pt x="2754" y="792"/>
                  </a:lnTo>
                  <a:lnTo>
                    <a:pt x="2752" y="794"/>
                  </a:lnTo>
                  <a:lnTo>
                    <a:pt x="2752" y="796"/>
                  </a:lnTo>
                  <a:lnTo>
                    <a:pt x="2750" y="796"/>
                  </a:lnTo>
                  <a:lnTo>
                    <a:pt x="2747" y="797"/>
                  </a:lnTo>
                  <a:lnTo>
                    <a:pt x="2745" y="799"/>
                  </a:lnTo>
                  <a:lnTo>
                    <a:pt x="2736" y="799"/>
                  </a:lnTo>
                  <a:lnTo>
                    <a:pt x="2726" y="799"/>
                  </a:lnTo>
                  <a:lnTo>
                    <a:pt x="2713" y="796"/>
                  </a:lnTo>
                  <a:lnTo>
                    <a:pt x="2708" y="795"/>
                  </a:lnTo>
                  <a:lnTo>
                    <a:pt x="2704" y="792"/>
                  </a:lnTo>
                  <a:lnTo>
                    <a:pt x="2701" y="791"/>
                  </a:lnTo>
                  <a:lnTo>
                    <a:pt x="2700" y="789"/>
                  </a:lnTo>
                  <a:lnTo>
                    <a:pt x="2699" y="786"/>
                  </a:lnTo>
                  <a:lnTo>
                    <a:pt x="2699" y="783"/>
                  </a:lnTo>
                  <a:lnTo>
                    <a:pt x="2698" y="781"/>
                  </a:lnTo>
                  <a:lnTo>
                    <a:pt x="2698" y="780"/>
                  </a:lnTo>
                  <a:lnTo>
                    <a:pt x="2695" y="778"/>
                  </a:lnTo>
                  <a:lnTo>
                    <a:pt x="2694" y="778"/>
                  </a:lnTo>
                  <a:lnTo>
                    <a:pt x="2691" y="778"/>
                  </a:lnTo>
                  <a:lnTo>
                    <a:pt x="2690" y="780"/>
                  </a:lnTo>
                  <a:lnTo>
                    <a:pt x="2689" y="780"/>
                  </a:lnTo>
                  <a:lnTo>
                    <a:pt x="2687" y="781"/>
                  </a:lnTo>
                  <a:lnTo>
                    <a:pt x="2672" y="775"/>
                  </a:lnTo>
                  <a:lnTo>
                    <a:pt x="2672" y="771"/>
                  </a:lnTo>
                  <a:lnTo>
                    <a:pt x="2673" y="762"/>
                  </a:lnTo>
                  <a:lnTo>
                    <a:pt x="2673" y="753"/>
                  </a:lnTo>
                  <a:lnTo>
                    <a:pt x="2672" y="749"/>
                  </a:lnTo>
                  <a:lnTo>
                    <a:pt x="2672" y="748"/>
                  </a:lnTo>
                  <a:lnTo>
                    <a:pt x="2671" y="744"/>
                  </a:lnTo>
                  <a:lnTo>
                    <a:pt x="2671" y="740"/>
                  </a:lnTo>
                  <a:lnTo>
                    <a:pt x="2671" y="734"/>
                  </a:lnTo>
                  <a:lnTo>
                    <a:pt x="2672" y="725"/>
                  </a:lnTo>
                  <a:lnTo>
                    <a:pt x="2673" y="713"/>
                  </a:lnTo>
                  <a:lnTo>
                    <a:pt x="2675" y="701"/>
                  </a:lnTo>
                  <a:lnTo>
                    <a:pt x="2677" y="690"/>
                  </a:lnTo>
                  <a:lnTo>
                    <a:pt x="2680" y="675"/>
                  </a:lnTo>
                  <a:lnTo>
                    <a:pt x="2681" y="652"/>
                  </a:lnTo>
                  <a:lnTo>
                    <a:pt x="2680" y="627"/>
                  </a:lnTo>
                  <a:lnTo>
                    <a:pt x="2678" y="608"/>
                  </a:lnTo>
                  <a:lnTo>
                    <a:pt x="2678" y="584"/>
                  </a:lnTo>
                  <a:lnTo>
                    <a:pt x="2677" y="559"/>
                  </a:lnTo>
                  <a:lnTo>
                    <a:pt x="2677" y="536"/>
                  </a:lnTo>
                  <a:lnTo>
                    <a:pt x="2677" y="520"/>
                  </a:lnTo>
                  <a:lnTo>
                    <a:pt x="2676" y="508"/>
                  </a:lnTo>
                  <a:lnTo>
                    <a:pt x="2676" y="496"/>
                  </a:lnTo>
                  <a:lnTo>
                    <a:pt x="2673" y="483"/>
                  </a:lnTo>
                  <a:lnTo>
                    <a:pt x="2672" y="474"/>
                  </a:lnTo>
                  <a:lnTo>
                    <a:pt x="2671" y="468"/>
                  </a:lnTo>
                  <a:lnTo>
                    <a:pt x="2668" y="469"/>
                  </a:lnTo>
                  <a:lnTo>
                    <a:pt x="2663" y="484"/>
                  </a:lnTo>
                  <a:lnTo>
                    <a:pt x="2658" y="503"/>
                  </a:lnTo>
                  <a:lnTo>
                    <a:pt x="2653" y="521"/>
                  </a:lnTo>
                  <a:lnTo>
                    <a:pt x="2649" y="538"/>
                  </a:lnTo>
                  <a:lnTo>
                    <a:pt x="2648" y="553"/>
                  </a:lnTo>
                  <a:lnTo>
                    <a:pt x="2647" y="563"/>
                  </a:lnTo>
                  <a:lnTo>
                    <a:pt x="2645" y="580"/>
                  </a:lnTo>
                  <a:lnTo>
                    <a:pt x="2644" y="598"/>
                  </a:lnTo>
                  <a:lnTo>
                    <a:pt x="2643" y="614"/>
                  </a:lnTo>
                  <a:lnTo>
                    <a:pt x="2641" y="622"/>
                  </a:lnTo>
                  <a:lnTo>
                    <a:pt x="2640" y="637"/>
                  </a:lnTo>
                  <a:lnTo>
                    <a:pt x="2640" y="655"/>
                  </a:lnTo>
                  <a:lnTo>
                    <a:pt x="2639" y="675"/>
                  </a:lnTo>
                  <a:lnTo>
                    <a:pt x="2638" y="694"/>
                  </a:lnTo>
                  <a:lnTo>
                    <a:pt x="2636" y="712"/>
                  </a:lnTo>
                  <a:lnTo>
                    <a:pt x="2635" y="726"/>
                  </a:lnTo>
                  <a:lnTo>
                    <a:pt x="2635" y="735"/>
                  </a:lnTo>
                  <a:lnTo>
                    <a:pt x="2634" y="741"/>
                  </a:lnTo>
                  <a:lnTo>
                    <a:pt x="2630" y="752"/>
                  </a:lnTo>
                  <a:lnTo>
                    <a:pt x="2625" y="761"/>
                  </a:lnTo>
                  <a:lnTo>
                    <a:pt x="2619" y="769"/>
                  </a:lnTo>
                  <a:lnTo>
                    <a:pt x="2615" y="777"/>
                  </a:lnTo>
                  <a:lnTo>
                    <a:pt x="2611" y="781"/>
                  </a:lnTo>
                  <a:lnTo>
                    <a:pt x="2610" y="786"/>
                  </a:lnTo>
                  <a:lnTo>
                    <a:pt x="2612" y="796"/>
                  </a:lnTo>
                  <a:lnTo>
                    <a:pt x="2616" y="808"/>
                  </a:lnTo>
                  <a:lnTo>
                    <a:pt x="2617" y="811"/>
                  </a:lnTo>
                  <a:lnTo>
                    <a:pt x="2617" y="814"/>
                  </a:lnTo>
                  <a:lnTo>
                    <a:pt x="2616" y="815"/>
                  </a:lnTo>
                  <a:lnTo>
                    <a:pt x="2615" y="818"/>
                  </a:lnTo>
                  <a:lnTo>
                    <a:pt x="2612" y="820"/>
                  </a:lnTo>
                  <a:lnTo>
                    <a:pt x="2608" y="822"/>
                  </a:lnTo>
                  <a:lnTo>
                    <a:pt x="2605" y="822"/>
                  </a:lnTo>
                  <a:lnTo>
                    <a:pt x="2599" y="823"/>
                  </a:lnTo>
                  <a:lnTo>
                    <a:pt x="2596" y="823"/>
                  </a:lnTo>
                  <a:lnTo>
                    <a:pt x="2585" y="823"/>
                  </a:lnTo>
                  <a:lnTo>
                    <a:pt x="2575" y="820"/>
                  </a:lnTo>
                  <a:lnTo>
                    <a:pt x="2566" y="815"/>
                  </a:lnTo>
                  <a:lnTo>
                    <a:pt x="2566" y="815"/>
                  </a:lnTo>
                  <a:lnTo>
                    <a:pt x="2564" y="810"/>
                  </a:lnTo>
                  <a:lnTo>
                    <a:pt x="2565" y="803"/>
                  </a:lnTo>
                  <a:lnTo>
                    <a:pt x="2569" y="794"/>
                  </a:lnTo>
                  <a:lnTo>
                    <a:pt x="2573" y="786"/>
                  </a:lnTo>
                  <a:lnTo>
                    <a:pt x="2574" y="780"/>
                  </a:lnTo>
                  <a:lnTo>
                    <a:pt x="2575" y="775"/>
                  </a:lnTo>
                  <a:lnTo>
                    <a:pt x="2574" y="768"/>
                  </a:lnTo>
                  <a:lnTo>
                    <a:pt x="2570" y="759"/>
                  </a:lnTo>
                  <a:lnTo>
                    <a:pt x="2566" y="744"/>
                  </a:lnTo>
                  <a:lnTo>
                    <a:pt x="2563" y="724"/>
                  </a:lnTo>
                  <a:lnTo>
                    <a:pt x="2563" y="703"/>
                  </a:lnTo>
                  <a:lnTo>
                    <a:pt x="2563" y="684"/>
                  </a:lnTo>
                  <a:lnTo>
                    <a:pt x="2563" y="669"/>
                  </a:lnTo>
                  <a:lnTo>
                    <a:pt x="2564" y="651"/>
                  </a:lnTo>
                  <a:lnTo>
                    <a:pt x="2566" y="629"/>
                  </a:lnTo>
                  <a:lnTo>
                    <a:pt x="2570" y="604"/>
                  </a:lnTo>
                  <a:lnTo>
                    <a:pt x="2575" y="578"/>
                  </a:lnTo>
                  <a:lnTo>
                    <a:pt x="2578" y="554"/>
                  </a:lnTo>
                  <a:lnTo>
                    <a:pt x="2579" y="530"/>
                  </a:lnTo>
                  <a:lnTo>
                    <a:pt x="2580" y="517"/>
                  </a:lnTo>
                  <a:lnTo>
                    <a:pt x="2580" y="501"/>
                  </a:lnTo>
                  <a:lnTo>
                    <a:pt x="2582" y="482"/>
                  </a:lnTo>
                  <a:lnTo>
                    <a:pt x="2583" y="464"/>
                  </a:lnTo>
                  <a:lnTo>
                    <a:pt x="2583" y="447"/>
                  </a:lnTo>
                  <a:lnTo>
                    <a:pt x="2583" y="437"/>
                  </a:lnTo>
                  <a:lnTo>
                    <a:pt x="2583" y="432"/>
                  </a:lnTo>
                  <a:lnTo>
                    <a:pt x="2582" y="432"/>
                  </a:lnTo>
                  <a:lnTo>
                    <a:pt x="2579" y="430"/>
                  </a:lnTo>
                  <a:lnTo>
                    <a:pt x="2575" y="426"/>
                  </a:lnTo>
                  <a:lnTo>
                    <a:pt x="2573" y="421"/>
                  </a:lnTo>
                  <a:lnTo>
                    <a:pt x="2569" y="413"/>
                  </a:lnTo>
                  <a:lnTo>
                    <a:pt x="2566" y="403"/>
                  </a:lnTo>
                  <a:lnTo>
                    <a:pt x="2564" y="394"/>
                  </a:lnTo>
                  <a:lnTo>
                    <a:pt x="2564" y="387"/>
                  </a:lnTo>
                  <a:lnTo>
                    <a:pt x="2564" y="385"/>
                  </a:lnTo>
                  <a:lnTo>
                    <a:pt x="2563" y="385"/>
                  </a:lnTo>
                  <a:lnTo>
                    <a:pt x="2561" y="384"/>
                  </a:lnTo>
                  <a:lnTo>
                    <a:pt x="2560" y="382"/>
                  </a:lnTo>
                  <a:lnTo>
                    <a:pt x="2559" y="382"/>
                  </a:lnTo>
                  <a:lnTo>
                    <a:pt x="2557" y="381"/>
                  </a:lnTo>
                  <a:lnTo>
                    <a:pt x="2556" y="379"/>
                  </a:lnTo>
                  <a:lnTo>
                    <a:pt x="2555" y="376"/>
                  </a:lnTo>
                  <a:lnTo>
                    <a:pt x="2554" y="372"/>
                  </a:lnTo>
                  <a:lnTo>
                    <a:pt x="2552" y="370"/>
                  </a:lnTo>
                  <a:lnTo>
                    <a:pt x="2551" y="367"/>
                  </a:lnTo>
                  <a:lnTo>
                    <a:pt x="2550" y="363"/>
                  </a:lnTo>
                  <a:lnTo>
                    <a:pt x="2550" y="361"/>
                  </a:lnTo>
                  <a:lnTo>
                    <a:pt x="2549" y="357"/>
                  </a:lnTo>
                  <a:lnTo>
                    <a:pt x="2549" y="353"/>
                  </a:lnTo>
                  <a:lnTo>
                    <a:pt x="2547" y="345"/>
                  </a:lnTo>
                  <a:lnTo>
                    <a:pt x="2542" y="337"/>
                  </a:lnTo>
                  <a:lnTo>
                    <a:pt x="2538" y="329"/>
                  </a:lnTo>
                  <a:lnTo>
                    <a:pt x="2536" y="325"/>
                  </a:lnTo>
                  <a:lnTo>
                    <a:pt x="2534" y="320"/>
                  </a:lnTo>
                  <a:lnTo>
                    <a:pt x="2534" y="316"/>
                  </a:lnTo>
                  <a:lnTo>
                    <a:pt x="2534" y="311"/>
                  </a:lnTo>
                  <a:lnTo>
                    <a:pt x="2533" y="302"/>
                  </a:lnTo>
                  <a:lnTo>
                    <a:pt x="2529" y="292"/>
                  </a:lnTo>
                  <a:lnTo>
                    <a:pt x="2527" y="283"/>
                  </a:lnTo>
                  <a:lnTo>
                    <a:pt x="2527" y="274"/>
                  </a:lnTo>
                  <a:lnTo>
                    <a:pt x="2528" y="263"/>
                  </a:lnTo>
                  <a:lnTo>
                    <a:pt x="2531" y="255"/>
                  </a:lnTo>
                  <a:lnTo>
                    <a:pt x="2533" y="246"/>
                  </a:lnTo>
                  <a:lnTo>
                    <a:pt x="2536" y="236"/>
                  </a:lnTo>
                  <a:lnTo>
                    <a:pt x="2540" y="225"/>
                  </a:lnTo>
                  <a:lnTo>
                    <a:pt x="2542" y="218"/>
                  </a:lnTo>
                  <a:lnTo>
                    <a:pt x="2543" y="212"/>
                  </a:lnTo>
                  <a:lnTo>
                    <a:pt x="2546" y="203"/>
                  </a:lnTo>
                  <a:lnTo>
                    <a:pt x="2550" y="195"/>
                  </a:lnTo>
                  <a:lnTo>
                    <a:pt x="2552" y="193"/>
                  </a:lnTo>
                  <a:lnTo>
                    <a:pt x="2552" y="190"/>
                  </a:lnTo>
                  <a:lnTo>
                    <a:pt x="2552" y="188"/>
                  </a:lnTo>
                  <a:lnTo>
                    <a:pt x="2552" y="185"/>
                  </a:lnTo>
                  <a:lnTo>
                    <a:pt x="2551" y="183"/>
                  </a:lnTo>
                  <a:lnTo>
                    <a:pt x="2551" y="180"/>
                  </a:lnTo>
                  <a:lnTo>
                    <a:pt x="2552" y="170"/>
                  </a:lnTo>
                  <a:lnTo>
                    <a:pt x="2556" y="157"/>
                  </a:lnTo>
                  <a:lnTo>
                    <a:pt x="2561" y="143"/>
                  </a:lnTo>
                  <a:lnTo>
                    <a:pt x="2565" y="135"/>
                  </a:lnTo>
                  <a:lnTo>
                    <a:pt x="2570" y="130"/>
                  </a:lnTo>
                  <a:lnTo>
                    <a:pt x="2578" y="128"/>
                  </a:lnTo>
                  <a:lnTo>
                    <a:pt x="2591" y="124"/>
                  </a:lnTo>
                  <a:lnTo>
                    <a:pt x="2608" y="120"/>
                  </a:lnTo>
                  <a:lnTo>
                    <a:pt x="2624" y="116"/>
                  </a:lnTo>
                  <a:lnTo>
                    <a:pt x="2633" y="111"/>
                  </a:lnTo>
                  <a:lnTo>
                    <a:pt x="2636" y="110"/>
                  </a:lnTo>
                  <a:lnTo>
                    <a:pt x="2638" y="110"/>
                  </a:lnTo>
                  <a:lnTo>
                    <a:pt x="2640" y="109"/>
                  </a:lnTo>
                  <a:lnTo>
                    <a:pt x="2641" y="109"/>
                  </a:lnTo>
                  <a:lnTo>
                    <a:pt x="2643" y="107"/>
                  </a:lnTo>
                  <a:lnTo>
                    <a:pt x="2644" y="106"/>
                  </a:lnTo>
                  <a:lnTo>
                    <a:pt x="2647" y="104"/>
                  </a:lnTo>
                  <a:lnTo>
                    <a:pt x="2647" y="96"/>
                  </a:lnTo>
                  <a:lnTo>
                    <a:pt x="2644" y="90"/>
                  </a:lnTo>
                  <a:lnTo>
                    <a:pt x="2641" y="83"/>
                  </a:lnTo>
                  <a:lnTo>
                    <a:pt x="2639" y="74"/>
                  </a:lnTo>
                  <a:lnTo>
                    <a:pt x="2635" y="65"/>
                  </a:lnTo>
                  <a:lnTo>
                    <a:pt x="2633" y="58"/>
                  </a:lnTo>
                  <a:lnTo>
                    <a:pt x="2630" y="51"/>
                  </a:lnTo>
                  <a:lnTo>
                    <a:pt x="2630" y="41"/>
                  </a:lnTo>
                  <a:lnTo>
                    <a:pt x="2633" y="30"/>
                  </a:lnTo>
                  <a:lnTo>
                    <a:pt x="2641" y="18"/>
                  </a:lnTo>
                  <a:lnTo>
                    <a:pt x="2654" y="9"/>
                  </a:lnTo>
                  <a:lnTo>
                    <a:pt x="2667" y="6"/>
                  </a:lnTo>
                  <a:close/>
                  <a:moveTo>
                    <a:pt x="1002" y="0"/>
                  </a:moveTo>
                  <a:lnTo>
                    <a:pt x="1012" y="4"/>
                  </a:lnTo>
                  <a:lnTo>
                    <a:pt x="1019" y="8"/>
                  </a:lnTo>
                  <a:lnTo>
                    <a:pt x="1026" y="13"/>
                  </a:lnTo>
                  <a:lnTo>
                    <a:pt x="1033" y="21"/>
                  </a:lnTo>
                  <a:lnTo>
                    <a:pt x="1038" y="31"/>
                  </a:lnTo>
                  <a:lnTo>
                    <a:pt x="1042" y="45"/>
                  </a:lnTo>
                  <a:lnTo>
                    <a:pt x="1044" y="64"/>
                  </a:lnTo>
                  <a:lnTo>
                    <a:pt x="1047" y="86"/>
                  </a:lnTo>
                  <a:lnTo>
                    <a:pt x="1048" y="102"/>
                  </a:lnTo>
                  <a:lnTo>
                    <a:pt x="1049" y="114"/>
                  </a:lnTo>
                  <a:lnTo>
                    <a:pt x="1051" y="121"/>
                  </a:lnTo>
                  <a:lnTo>
                    <a:pt x="1053" y="125"/>
                  </a:lnTo>
                  <a:lnTo>
                    <a:pt x="1055" y="128"/>
                  </a:lnTo>
                  <a:lnTo>
                    <a:pt x="1056" y="130"/>
                  </a:lnTo>
                  <a:lnTo>
                    <a:pt x="1057" y="130"/>
                  </a:lnTo>
                  <a:lnTo>
                    <a:pt x="1058" y="132"/>
                  </a:lnTo>
                  <a:lnTo>
                    <a:pt x="1060" y="132"/>
                  </a:lnTo>
                  <a:lnTo>
                    <a:pt x="1062" y="132"/>
                  </a:lnTo>
                  <a:lnTo>
                    <a:pt x="1067" y="132"/>
                  </a:lnTo>
                  <a:lnTo>
                    <a:pt x="1072" y="133"/>
                  </a:lnTo>
                  <a:lnTo>
                    <a:pt x="1079" y="134"/>
                  </a:lnTo>
                  <a:lnTo>
                    <a:pt x="1085" y="137"/>
                  </a:lnTo>
                  <a:lnTo>
                    <a:pt x="1089" y="142"/>
                  </a:lnTo>
                  <a:lnTo>
                    <a:pt x="1090" y="151"/>
                  </a:lnTo>
                  <a:lnTo>
                    <a:pt x="1089" y="170"/>
                  </a:lnTo>
                  <a:lnTo>
                    <a:pt x="1089" y="190"/>
                  </a:lnTo>
                  <a:lnTo>
                    <a:pt x="1086" y="212"/>
                  </a:lnTo>
                  <a:lnTo>
                    <a:pt x="1084" y="228"/>
                  </a:lnTo>
                  <a:lnTo>
                    <a:pt x="1080" y="242"/>
                  </a:lnTo>
                  <a:lnTo>
                    <a:pt x="1075" y="251"/>
                  </a:lnTo>
                  <a:lnTo>
                    <a:pt x="1067" y="259"/>
                  </a:lnTo>
                  <a:lnTo>
                    <a:pt x="1062" y="261"/>
                  </a:lnTo>
                  <a:lnTo>
                    <a:pt x="1058" y="263"/>
                  </a:lnTo>
                  <a:lnTo>
                    <a:pt x="1056" y="265"/>
                  </a:lnTo>
                  <a:lnTo>
                    <a:pt x="1053" y="267"/>
                  </a:lnTo>
                  <a:lnTo>
                    <a:pt x="1052" y="268"/>
                  </a:lnTo>
                  <a:lnTo>
                    <a:pt x="1051" y="270"/>
                  </a:lnTo>
                  <a:lnTo>
                    <a:pt x="1052" y="273"/>
                  </a:lnTo>
                  <a:lnTo>
                    <a:pt x="1053" y="282"/>
                  </a:lnTo>
                  <a:lnTo>
                    <a:pt x="1056" y="295"/>
                  </a:lnTo>
                  <a:lnTo>
                    <a:pt x="1058" y="312"/>
                  </a:lnTo>
                  <a:lnTo>
                    <a:pt x="1062" y="333"/>
                  </a:lnTo>
                  <a:lnTo>
                    <a:pt x="1062" y="331"/>
                  </a:lnTo>
                  <a:lnTo>
                    <a:pt x="1060" y="331"/>
                  </a:lnTo>
                  <a:lnTo>
                    <a:pt x="1049" y="330"/>
                  </a:lnTo>
                  <a:lnTo>
                    <a:pt x="1034" y="328"/>
                  </a:lnTo>
                  <a:lnTo>
                    <a:pt x="1014" y="325"/>
                  </a:lnTo>
                  <a:lnTo>
                    <a:pt x="991" y="323"/>
                  </a:lnTo>
                  <a:lnTo>
                    <a:pt x="967" y="320"/>
                  </a:lnTo>
                  <a:lnTo>
                    <a:pt x="949" y="320"/>
                  </a:lnTo>
                  <a:lnTo>
                    <a:pt x="934" y="320"/>
                  </a:lnTo>
                  <a:lnTo>
                    <a:pt x="925" y="320"/>
                  </a:lnTo>
                  <a:lnTo>
                    <a:pt x="922" y="320"/>
                  </a:lnTo>
                  <a:lnTo>
                    <a:pt x="923" y="310"/>
                  </a:lnTo>
                  <a:lnTo>
                    <a:pt x="925" y="298"/>
                  </a:lnTo>
                  <a:lnTo>
                    <a:pt x="926" y="288"/>
                  </a:lnTo>
                  <a:lnTo>
                    <a:pt x="926" y="281"/>
                  </a:lnTo>
                  <a:lnTo>
                    <a:pt x="926" y="277"/>
                  </a:lnTo>
                  <a:lnTo>
                    <a:pt x="923" y="278"/>
                  </a:lnTo>
                  <a:lnTo>
                    <a:pt x="917" y="278"/>
                  </a:lnTo>
                  <a:lnTo>
                    <a:pt x="911" y="278"/>
                  </a:lnTo>
                  <a:lnTo>
                    <a:pt x="905" y="277"/>
                  </a:lnTo>
                  <a:lnTo>
                    <a:pt x="903" y="272"/>
                  </a:lnTo>
                  <a:lnTo>
                    <a:pt x="902" y="260"/>
                  </a:lnTo>
                  <a:lnTo>
                    <a:pt x="899" y="244"/>
                  </a:lnTo>
                  <a:lnTo>
                    <a:pt x="899" y="225"/>
                  </a:lnTo>
                  <a:lnTo>
                    <a:pt x="900" y="208"/>
                  </a:lnTo>
                  <a:lnTo>
                    <a:pt x="904" y="190"/>
                  </a:lnTo>
                  <a:lnTo>
                    <a:pt x="907" y="175"/>
                  </a:lnTo>
                  <a:lnTo>
                    <a:pt x="909" y="161"/>
                  </a:lnTo>
                  <a:lnTo>
                    <a:pt x="911" y="152"/>
                  </a:lnTo>
                  <a:lnTo>
                    <a:pt x="912" y="148"/>
                  </a:lnTo>
                  <a:lnTo>
                    <a:pt x="913" y="144"/>
                  </a:lnTo>
                  <a:lnTo>
                    <a:pt x="917" y="141"/>
                  </a:lnTo>
                  <a:lnTo>
                    <a:pt x="920" y="138"/>
                  </a:lnTo>
                  <a:lnTo>
                    <a:pt x="925" y="135"/>
                  </a:lnTo>
                  <a:lnTo>
                    <a:pt x="931" y="134"/>
                  </a:lnTo>
                  <a:lnTo>
                    <a:pt x="937" y="133"/>
                  </a:lnTo>
                  <a:lnTo>
                    <a:pt x="945" y="132"/>
                  </a:lnTo>
                  <a:lnTo>
                    <a:pt x="950" y="129"/>
                  </a:lnTo>
                  <a:lnTo>
                    <a:pt x="951" y="125"/>
                  </a:lnTo>
                  <a:lnTo>
                    <a:pt x="951" y="118"/>
                  </a:lnTo>
                  <a:lnTo>
                    <a:pt x="951" y="106"/>
                  </a:lnTo>
                  <a:lnTo>
                    <a:pt x="953" y="90"/>
                  </a:lnTo>
                  <a:lnTo>
                    <a:pt x="955" y="68"/>
                  </a:lnTo>
                  <a:lnTo>
                    <a:pt x="959" y="45"/>
                  </a:lnTo>
                  <a:lnTo>
                    <a:pt x="962" y="30"/>
                  </a:lnTo>
                  <a:lnTo>
                    <a:pt x="965" y="20"/>
                  </a:lnTo>
                  <a:lnTo>
                    <a:pt x="972" y="11"/>
                  </a:lnTo>
                  <a:lnTo>
                    <a:pt x="982" y="4"/>
                  </a:lnTo>
                  <a:lnTo>
                    <a:pt x="992" y="0"/>
                  </a:lnTo>
                  <a:lnTo>
                    <a:pt x="1002"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29" name="Freeform 13"/>
            <p:cNvSpPr>
              <a:spLocks noEditPoints="1"/>
            </p:cNvSpPr>
            <p:nvPr/>
          </p:nvSpPr>
          <p:spPr bwMode="auto">
            <a:xfrm>
              <a:off x="2066925" y="2336801"/>
              <a:ext cx="2470150" cy="858838"/>
            </a:xfrm>
            <a:custGeom>
              <a:avLst/>
              <a:gdLst>
                <a:gd name="T0" fmla="*/ 615 w 3111"/>
                <a:gd name="T1" fmla="*/ 327 h 1082"/>
                <a:gd name="T2" fmla="*/ 560 w 3111"/>
                <a:gd name="T3" fmla="*/ 396 h 1082"/>
                <a:gd name="T4" fmla="*/ 539 w 3111"/>
                <a:gd name="T5" fmla="*/ 305 h 1082"/>
                <a:gd name="T6" fmla="*/ 2984 w 3111"/>
                <a:gd name="T7" fmla="*/ 258 h 1082"/>
                <a:gd name="T8" fmla="*/ 109 w 3111"/>
                <a:gd name="T9" fmla="*/ 306 h 1082"/>
                <a:gd name="T10" fmla="*/ 43 w 3111"/>
                <a:gd name="T11" fmla="*/ 410 h 1082"/>
                <a:gd name="T12" fmla="*/ 1438 w 3111"/>
                <a:gd name="T13" fmla="*/ 280 h 1082"/>
                <a:gd name="T14" fmla="*/ 1510 w 3111"/>
                <a:gd name="T15" fmla="*/ 397 h 1082"/>
                <a:gd name="T16" fmla="*/ 1546 w 3111"/>
                <a:gd name="T17" fmla="*/ 393 h 1082"/>
                <a:gd name="T18" fmla="*/ 1610 w 3111"/>
                <a:gd name="T19" fmla="*/ 417 h 1082"/>
                <a:gd name="T20" fmla="*/ 1747 w 3111"/>
                <a:gd name="T21" fmla="*/ 314 h 1082"/>
                <a:gd name="T22" fmla="*/ 1784 w 3111"/>
                <a:gd name="T23" fmla="*/ 235 h 1082"/>
                <a:gd name="T24" fmla="*/ 1802 w 3111"/>
                <a:gd name="T25" fmla="*/ 271 h 1082"/>
                <a:gd name="T26" fmla="*/ 1751 w 3111"/>
                <a:gd name="T27" fmla="*/ 369 h 1082"/>
                <a:gd name="T28" fmla="*/ 1701 w 3111"/>
                <a:gd name="T29" fmla="*/ 434 h 1082"/>
                <a:gd name="T30" fmla="*/ 1663 w 3111"/>
                <a:gd name="T31" fmla="*/ 729 h 1082"/>
                <a:gd name="T32" fmla="*/ 1718 w 3111"/>
                <a:gd name="T33" fmla="*/ 1042 h 1082"/>
                <a:gd name="T34" fmla="*/ 1675 w 3111"/>
                <a:gd name="T35" fmla="*/ 1038 h 1082"/>
                <a:gd name="T36" fmla="*/ 1649 w 3111"/>
                <a:gd name="T37" fmla="*/ 926 h 1082"/>
                <a:gd name="T38" fmla="*/ 1551 w 3111"/>
                <a:gd name="T39" fmla="*/ 910 h 1082"/>
                <a:gd name="T40" fmla="*/ 1529 w 3111"/>
                <a:gd name="T41" fmla="*/ 1072 h 1082"/>
                <a:gd name="T42" fmla="*/ 1523 w 3111"/>
                <a:gd name="T43" fmla="*/ 1022 h 1082"/>
                <a:gd name="T44" fmla="*/ 1524 w 3111"/>
                <a:gd name="T45" fmla="*/ 630 h 1082"/>
                <a:gd name="T46" fmla="*/ 1438 w 3111"/>
                <a:gd name="T47" fmla="*/ 359 h 1082"/>
                <a:gd name="T48" fmla="*/ 1406 w 3111"/>
                <a:gd name="T49" fmla="*/ 248 h 1082"/>
                <a:gd name="T50" fmla="*/ 649 w 3111"/>
                <a:gd name="T51" fmla="*/ 212 h 1082"/>
                <a:gd name="T52" fmla="*/ 2914 w 3111"/>
                <a:gd name="T53" fmla="*/ 206 h 1082"/>
                <a:gd name="T54" fmla="*/ 2501 w 3111"/>
                <a:gd name="T55" fmla="*/ 234 h 1082"/>
                <a:gd name="T56" fmla="*/ 2342 w 3111"/>
                <a:gd name="T57" fmla="*/ 159 h 1082"/>
                <a:gd name="T58" fmla="*/ 456 w 3111"/>
                <a:gd name="T59" fmla="*/ 194 h 1082"/>
                <a:gd name="T60" fmla="*/ 437 w 3111"/>
                <a:gd name="T61" fmla="*/ 164 h 1082"/>
                <a:gd name="T62" fmla="*/ 384 w 3111"/>
                <a:gd name="T63" fmla="*/ 248 h 1082"/>
                <a:gd name="T64" fmla="*/ 1820 w 3111"/>
                <a:gd name="T65" fmla="*/ 170 h 1082"/>
                <a:gd name="T66" fmla="*/ 2439 w 3111"/>
                <a:gd name="T67" fmla="*/ 151 h 1082"/>
                <a:gd name="T68" fmla="*/ 2126 w 3111"/>
                <a:gd name="T69" fmla="*/ 107 h 1082"/>
                <a:gd name="T70" fmla="*/ 462 w 3111"/>
                <a:gd name="T71" fmla="*/ 108 h 1082"/>
                <a:gd name="T72" fmla="*/ 2033 w 3111"/>
                <a:gd name="T73" fmla="*/ 234 h 1082"/>
                <a:gd name="T74" fmla="*/ 2378 w 3111"/>
                <a:gd name="T75" fmla="*/ 164 h 1082"/>
                <a:gd name="T76" fmla="*/ 2448 w 3111"/>
                <a:gd name="T77" fmla="*/ 91 h 1082"/>
                <a:gd name="T78" fmla="*/ 2657 w 3111"/>
                <a:gd name="T79" fmla="*/ 91 h 1082"/>
                <a:gd name="T80" fmla="*/ 2729 w 3111"/>
                <a:gd name="T81" fmla="*/ 149 h 1082"/>
                <a:gd name="T82" fmla="*/ 1327 w 3111"/>
                <a:gd name="T83" fmla="*/ 67 h 1082"/>
                <a:gd name="T84" fmla="*/ 1393 w 3111"/>
                <a:gd name="T85" fmla="*/ 159 h 1082"/>
                <a:gd name="T86" fmla="*/ 1319 w 3111"/>
                <a:gd name="T87" fmla="*/ 178 h 1082"/>
                <a:gd name="T88" fmla="*/ 1285 w 3111"/>
                <a:gd name="T89" fmla="*/ 133 h 1082"/>
                <a:gd name="T90" fmla="*/ 2013 w 3111"/>
                <a:gd name="T91" fmla="*/ 70 h 1082"/>
                <a:gd name="T92" fmla="*/ 2334 w 3111"/>
                <a:gd name="T93" fmla="*/ 61 h 1082"/>
                <a:gd name="T94" fmla="*/ 1676 w 3111"/>
                <a:gd name="T95" fmla="*/ 202 h 1082"/>
                <a:gd name="T96" fmla="*/ 810 w 3111"/>
                <a:gd name="T97" fmla="*/ 164 h 1082"/>
                <a:gd name="T98" fmla="*/ 661 w 3111"/>
                <a:gd name="T99" fmla="*/ 80 h 1082"/>
                <a:gd name="T100" fmla="*/ 1610 w 3111"/>
                <a:gd name="T101" fmla="*/ 108 h 1082"/>
                <a:gd name="T102" fmla="*/ 2373 w 3111"/>
                <a:gd name="T103" fmla="*/ 70 h 1082"/>
                <a:gd name="T104" fmla="*/ 2602 w 3111"/>
                <a:gd name="T105" fmla="*/ 137 h 1082"/>
                <a:gd name="T106" fmla="*/ 1597 w 3111"/>
                <a:gd name="T107" fmla="*/ 110 h 1082"/>
                <a:gd name="T108" fmla="*/ 1417 w 3111"/>
                <a:gd name="T109" fmla="*/ 87 h 1082"/>
                <a:gd name="T110" fmla="*/ 1047 w 3111"/>
                <a:gd name="T111" fmla="*/ 56 h 1082"/>
                <a:gd name="T112" fmla="*/ 1154 w 3111"/>
                <a:gd name="T113" fmla="*/ 43 h 1082"/>
                <a:gd name="T114" fmla="*/ 2714 w 3111"/>
                <a:gd name="T115" fmla="*/ 25 h 1082"/>
                <a:gd name="T116" fmla="*/ 221 w 3111"/>
                <a:gd name="T117" fmla="*/ 75 h 1082"/>
                <a:gd name="T118" fmla="*/ 1640 w 3111"/>
                <a:gd name="T119" fmla="*/ 149 h 1082"/>
                <a:gd name="T120" fmla="*/ 2851 w 3111"/>
                <a:gd name="T121" fmla="*/ 35 h 1082"/>
                <a:gd name="T122" fmla="*/ 1084 w 3111"/>
                <a:gd name="T123" fmla="*/ 2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111" h="1082">
                  <a:moveTo>
                    <a:pt x="351" y="268"/>
                  </a:moveTo>
                  <a:lnTo>
                    <a:pt x="364" y="285"/>
                  </a:lnTo>
                  <a:lnTo>
                    <a:pt x="381" y="297"/>
                  </a:lnTo>
                  <a:lnTo>
                    <a:pt x="398" y="308"/>
                  </a:lnTo>
                  <a:lnTo>
                    <a:pt x="363" y="350"/>
                  </a:lnTo>
                  <a:lnTo>
                    <a:pt x="354" y="357"/>
                  </a:lnTo>
                  <a:lnTo>
                    <a:pt x="342" y="360"/>
                  </a:lnTo>
                  <a:lnTo>
                    <a:pt x="330" y="359"/>
                  </a:lnTo>
                  <a:lnTo>
                    <a:pt x="319" y="353"/>
                  </a:lnTo>
                  <a:lnTo>
                    <a:pt x="312" y="343"/>
                  </a:lnTo>
                  <a:lnTo>
                    <a:pt x="308" y="332"/>
                  </a:lnTo>
                  <a:lnTo>
                    <a:pt x="309" y="320"/>
                  </a:lnTo>
                  <a:lnTo>
                    <a:pt x="316" y="310"/>
                  </a:lnTo>
                  <a:lnTo>
                    <a:pt x="351" y="268"/>
                  </a:lnTo>
                  <a:close/>
                  <a:moveTo>
                    <a:pt x="573" y="268"/>
                  </a:moveTo>
                  <a:lnTo>
                    <a:pt x="577" y="268"/>
                  </a:lnTo>
                  <a:lnTo>
                    <a:pt x="584" y="269"/>
                  </a:lnTo>
                  <a:lnTo>
                    <a:pt x="593" y="272"/>
                  </a:lnTo>
                  <a:lnTo>
                    <a:pt x="605" y="277"/>
                  </a:lnTo>
                  <a:lnTo>
                    <a:pt x="614" y="287"/>
                  </a:lnTo>
                  <a:lnTo>
                    <a:pt x="616" y="297"/>
                  </a:lnTo>
                  <a:lnTo>
                    <a:pt x="618" y="305"/>
                  </a:lnTo>
                  <a:lnTo>
                    <a:pt x="616" y="311"/>
                  </a:lnTo>
                  <a:lnTo>
                    <a:pt x="615" y="317"/>
                  </a:lnTo>
                  <a:lnTo>
                    <a:pt x="615" y="318"/>
                  </a:lnTo>
                  <a:lnTo>
                    <a:pt x="615" y="319"/>
                  </a:lnTo>
                  <a:lnTo>
                    <a:pt x="614" y="322"/>
                  </a:lnTo>
                  <a:lnTo>
                    <a:pt x="614" y="323"/>
                  </a:lnTo>
                  <a:lnTo>
                    <a:pt x="612" y="325"/>
                  </a:lnTo>
                  <a:lnTo>
                    <a:pt x="614" y="327"/>
                  </a:lnTo>
                  <a:lnTo>
                    <a:pt x="614" y="327"/>
                  </a:lnTo>
                  <a:lnTo>
                    <a:pt x="615" y="327"/>
                  </a:lnTo>
                  <a:lnTo>
                    <a:pt x="618" y="327"/>
                  </a:lnTo>
                  <a:lnTo>
                    <a:pt x="619" y="325"/>
                  </a:lnTo>
                  <a:lnTo>
                    <a:pt x="620" y="325"/>
                  </a:lnTo>
                  <a:lnTo>
                    <a:pt x="621" y="327"/>
                  </a:lnTo>
                  <a:lnTo>
                    <a:pt x="623" y="327"/>
                  </a:lnTo>
                  <a:lnTo>
                    <a:pt x="623" y="329"/>
                  </a:lnTo>
                  <a:lnTo>
                    <a:pt x="621" y="336"/>
                  </a:lnTo>
                  <a:lnTo>
                    <a:pt x="618" y="343"/>
                  </a:lnTo>
                  <a:lnTo>
                    <a:pt x="615" y="348"/>
                  </a:lnTo>
                  <a:lnTo>
                    <a:pt x="612" y="351"/>
                  </a:lnTo>
                  <a:lnTo>
                    <a:pt x="611" y="351"/>
                  </a:lnTo>
                  <a:lnTo>
                    <a:pt x="610" y="352"/>
                  </a:lnTo>
                  <a:lnTo>
                    <a:pt x="609" y="355"/>
                  </a:lnTo>
                  <a:lnTo>
                    <a:pt x="607" y="359"/>
                  </a:lnTo>
                  <a:lnTo>
                    <a:pt x="607" y="360"/>
                  </a:lnTo>
                  <a:lnTo>
                    <a:pt x="606" y="366"/>
                  </a:lnTo>
                  <a:lnTo>
                    <a:pt x="605" y="374"/>
                  </a:lnTo>
                  <a:lnTo>
                    <a:pt x="607" y="382"/>
                  </a:lnTo>
                  <a:lnTo>
                    <a:pt x="606" y="383"/>
                  </a:lnTo>
                  <a:lnTo>
                    <a:pt x="605" y="384"/>
                  </a:lnTo>
                  <a:lnTo>
                    <a:pt x="602" y="385"/>
                  </a:lnTo>
                  <a:lnTo>
                    <a:pt x="600" y="388"/>
                  </a:lnTo>
                  <a:lnTo>
                    <a:pt x="596" y="392"/>
                  </a:lnTo>
                  <a:lnTo>
                    <a:pt x="591" y="396"/>
                  </a:lnTo>
                  <a:lnTo>
                    <a:pt x="582" y="401"/>
                  </a:lnTo>
                  <a:lnTo>
                    <a:pt x="581" y="402"/>
                  </a:lnTo>
                  <a:lnTo>
                    <a:pt x="578" y="403"/>
                  </a:lnTo>
                  <a:lnTo>
                    <a:pt x="574" y="403"/>
                  </a:lnTo>
                  <a:lnTo>
                    <a:pt x="570" y="402"/>
                  </a:lnTo>
                  <a:lnTo>
                    <a:pt x="567" y="401"/>
                  </a:lnTo>
                  <a:lnTo>
                    <a:pt x="563" y="398"/>
                  </a:lnTo>
                  <a:lnTo>
                    <a:pt x="560" y="396"/>
                  </a:lnTo>
                  <a:lnTo>
                    <a:pt x="558" y="393"/>
                  </a:lnTo>
                  <a:lnTo>
                    <a:pt x="554" y="390"/>
                  </a:lnTo>
                  <a:lnTo>
                    <a:pt x="553" y="387"/>
                  </a:lnTo>
                  <a:lnTo>
                    <a:pt x="550" y="385"/>
                  </a:lnTo>
                  <a:lnTo>
                    <a:pt x="550" y="384"/>
                  </a:lnTo>
                  <a:lnTo>
                    <a:pt x="549" y="383"/>
                  </a:lnTo>
                  <a:lnTo>
                    <a:pt x="549" y="383"/>
                  </a:lnTo>
                  <a:lnTo>
                    <a:pt x="549" y="382"/>
                  </a:lnTo>
                  <a:lnTo>
                    <a:pt x="550" y="379"/>
                  </a:lnTo>
                  <a:lnTo>
                    <a:pt x="549" y="375"/>
                  </a:lnTo>
                  <a:lnTo>
                    <a:pt x="547" y="366"/>
                  </a:lnTo>
                  <a:lnTo>
                    <a:pt x="546" y="357"/>
                  </a:lnTo>
                  <a:lnTo>
                    <a:pt x="546" y="352"/>
                  </a:lnTo>
                  <a:lnTo>
                    <a:pt x="546" y="352"/>
                  </a:lnTo>
                  <a:lnTo>
                    <a:pt x="545" y="352"/>
                  </a:lnTo>
                  <a:lnTo>
                    <a:pt x="544" y="351"/>
                  </a:lnTo>
                  <a:lnTo>
                    <a:pt x="541" y="351"/>
                  </a:lnTo>
                  <a:lnTo>
                    <a:pt x="540" y="348"/>
                  </a:lnTo>
                  <a:lnTo>
                    <a:pt x="539" y="345"/>
                  </a:lnTo>
                  <a:lnTo>
                    <a:pt x="537" y="341"/>
                  </a:lnTo>
                  <a:lnTo>
                    <a:pt x="536" y="336"/>
                  </a:lnTo>
                  <a:lnTo>
                    <a:pt x="535" y="332"/>
                  </a:lnTo>
                  <a:lnTo>
                    <a:pt x="535" y="329"/>
                  </a:lnTo>
                  <a:lnTo>
                    <a:pt x="536" y="327"/>
                  </a:lnTo>
                  <a:lnTo>
                    <a:pt x="537" y="325"/>
                  </a:lnTo>
                  <a:lnTo>
                    <a:pt x="539" y="325"/>
                  </a:lnTo>
                  <a:lnTo>
                    <a:pt x="540" y="327"/>
                  </a:lnTo>
                  <a:lnTo>
                    <a:pt x="540" y="327"/>
                  </a:lnTo>
                  <a:lnTo>
                    <a:pt x="540" y="325"/>
                  </a:lnTo>
                  <a:lnTo>
                    <a:pt x="539" y="320"/>
                  </a:lnTo>
                  <a:lnTo>
                    <a:pt x="537" y="313"/>
                  </a:lnTo>
                  <a:lnTo>
                    <a:pt x="539" y="305"/>
                  </a:lnTo>
                  <a:lnTo>
                    <a:pt x="540" y="299"/>
                  </a:lnTo>
                  <a:lnTo>
                    <a:pt x="542" y="291"/>
                  </a:lnTo>
                  <a:lnTo>
                    <a:pt x="547" y="283"/>
                  </a:lnTo>
                  <a:lnTo>
                    <a:pt x="554" y="276"/>
                  </a:lnTo>
                  <a:lnTo>
                    <a:pt x="561" y="271"/>
                  </a:lnTo>
                  <a:lnTo>
                    <a:pt x="573" y="268"/>
                  </a:lnTo>
                  <a:close/>
                  <a:moveTo>
                    <a:pt x="3037" y="258"/>
                  </a:moveTo>
                  <a:lnTo>
                    <a:pt x="3081" y="258"/>
                  </a:lnTo>
                  <a:lnTo>
                    <a:pt x="3081" y="280"/>
                  </a:lnTo>
                  <a:lnTo>
                    <a:pt x="3073" y="280"/>
                  </a:lnTo>
                  <a:lnTo>
                    <a:pt x="3073" y="364"/>
                  </a:lnTo>
                  <a:lnTo>
                    <a:pt x="3081" y="364"/>
                  </a:lnTo>
                  <a:lnTo>
                    <a:pt x="3081" y="387"/>
                  </a:lnTo>
                  <a:lnTo>
                    <a:pt x="3037" y="387"/>
                  </a:lnTo>
                  <a:lnTo>
                    <a:pt x="3037" y="364"/>
                  </a:lnTo>
                  <a:lnTo>
                    <a:pt x="3045" y="364"/>
                  </a:lnTo>
                  <a:lnTo>
                    <a:pt x="3045" y="280"/>
                  </a:lnTo>
                  <a:lnTo>
                    <a:pt x="3037" y="280"/>
                  </a:lnTo>
                  <a:lnTo>
                    <a:pt x="3037" y="258"/>
                  </a:lnTo>
                  <a:close/>
                  <a:moveTo>
                    <a:pt x="2984" y="258"/>
                  </a:moveTo>
                  <a:lnTo>
                    <a:pt x="3027" y="258"/>
                  </a:lnTo>
                  <a:lnTo>
                    <a:pt x="3027" y="280"/>
                  </a:lnTo>
                  <a:lnTo>
                    <a:pt x="3020" y="280"/>
                  </a:lnTo>
                  <a:lnTo>
                    <a:pt x="3020" y="364"/>
                  </a:lnTo>
                  <a:lnTo>
                    <a:pt x="3027" y="364"/>
                  </a:lnTo>
                  <a:lnTo>
                    <a:pt x="3027" y="387"/>
                  </a:lnTo>
                  <a:lnTo>
                    <a:pt x="2984" y="387"/>
                  </a:lnTo>
                  <a:lnTo>
                    <a:pt x="2984" y="364"/>
                  </a:lnTo>
                  <a:lnTo>
                    <a:pt x="2992" y="364"/>
                  </a:lnTo>
                  <a:lnTo>
                    <a:pt x="2992" y="280"/>
                  </a:lnTo>
                  <a:lnTo>
                    <a:pt x="2984" y="280"/>
                  </a:lnTo>
                  <a:lnTo>
                    <a:pt x="2984" y="258"/>
                  </a:lnTo>
                  <a:close/>
                  <a:moveTo>
                    <a:pt x="2932" y="258"/>
                  </a:moveTo>
                  <a:lnTo>
                    <a:pt x="2974" y="258"/>
                  </a:lnTo>
                  <a:lnTo>
                    <a:pt x="2974" y="280"/>
                  </a:lnTo>
                  <a:lnTo>
                    <a:pt x="2967" y="280"/>
                  </a:lnTo>
                  <a:lnTo>
                    <a:pt x="2967" y="364"/>
                  </a:lnTo>
                  <a:lnTo>
                    <a:pt x="2974" y="364"/>
                  </a:lnTo>
                  <a:lnTo>
                    <a:pt x="2974" y="387"/>
                  </a:lnTo>
                  <a:lnTo>
                    <a:pt x="2932" y="387"/>
                  </a:lnTo>
                  <a:lnTo>
                    <a:pt x="2932" y="364"/>
                  </a:lnTo>
                  <a:lnTo>
                    <a:pt x="2939" y="364"/>
                  </a:lnTo>
                  <a:lnTo>
                    <a:pt x="2939" y="280"/>
                  </a:lnTo>
                  <a:lnTo>
                    <a:pt x="2932" y="280"/>
                  </a:lnTo>
                  <a:lnTo>
                    <a:pt x="2932" y="258"/>
                  </a:lnTo>
                  <a:close/>
                  <a:moveTo>
                    <a:pt x="2878" y="258"/>
                  </a:moveTo>
                  <a:lnTo>
                    <a:pt x="2922" y="258"/>
                  </a:lnTo>
                  <a:lnTo>
                    <a:pt x="2922" y="280"/>
                  </a:lnTo>
                  <a:lnTo>
                    <a:pt x="2914" y="280"/>
                  </a:lnTo>
                  <a:lnTo>
                    <a:pt x="2914" y="364"/>
                  </a:lnTo>
                  <a:lnTo>
                    <a:pt x="2922" y="364"/>
                  </a:lnTo>
                  <a:lnTo>
                    <a:pt x="2922" y="387"/>
                  </a:lnTo>
                  <a:lnTo>
                    <a:pt x="2878" y="387"/>
                  </a:lnTo>
                  <a:lnTo>
                    <a:pt x="2878" y="364"/>
                  </a:lnTo>
                  <a:lnTo>
                    <a:pt x="2886" y="364"/>
                  </a:lnTo>
                  <a:lnTo>
                    <a:pt x="2886" y="280"/>
                  </a:lnTo>
                  <a:lnTo>
                    <a:pt x="2878" y="280"/>
                  </a:lnTo>
                  <a:lnTo>
                    <a:pt x="2878" y="258"/>
                  </a:lnTo>
                  <a:close/>
                  <a:moveTo>
                    <a:pt x="162" y="253"/>
                  </a:moveTo>
                  <a:lnTo>
                    <a:pt x="145" y="257"/>
                  </a:lnTo>
                  <a:lnTo>
                    <a:pt x="131" y="263"/>
                  </a:lnTo>
                  <a:lnTo>
                    <a:pt x="120" y="275"/>
                  </a:lnTo>
                  <a:lnTo>
                    <a:pt x="112" y="290"/>
                  </a:lnTo>
                  <a:lnTo>
                    <a:pt x="109" y="306"/>
                  </a:lnTo>
                  <a:lnTo>
                    <a:pt x="112" y="323"/>
                  </a:lnTo>
                  <a:lnTo>
                    <a:pt x="120" y="337"/>
                  </a:lnTo>
                  <a:lnTo>
                    <a:pt x="131" y="348"/>
                  </a:lnTo>
                  <a:lnTo>
                    <a:pt x="145" y="356"/>
                  </a:lnTo>
                  <a:lnTo>
                    <a:pt x="162" y="359"/>
                  </a:lnTo>
                  <a:lnTo>
                    <a:pt x="178" y="356"/>
                  </a:lnTo>
                  <a:lnTo>
                    <a:pt x="193" y="348"/>
                  </a:lnTo>
                  <a:lnTo>
                    <a:pt x="205" y="337"/>
                  </a:lnTo>
                  <a:lnTo>
                    <a:pt x="211" y="323"/>
                  </a:lnTo>
                  <a:lnTo>
                    <a:pt x="215" y="306"/>
                  </a:lnTo>
                  <a:lnTo>
                    <a:pt x="211" y="290"/>
                  </a:lnTo>
                  <a:lnTo>
                    <a:pt x="205" y="275"/>
                  </a:lnTo>
                  <a:lnTo>
                    <a:pt x="193" y="263"/>
                  </a:lnTo>
                  <a:lnTo>
                    <a:pt x="178" y="257"/>
                  </a:lnTo>
                  <a:lnTo>
                    <a:pt x="162" y="253"/>
                  </a:lnTo>
                  <a:close/>
                  <a:moveTo>
                    <a:pt x="162" y="239"/>
                  </a:moveTo>
                  <a:lnTo>
                    <a:pt x="183" y="243"/>
                  </a:lnTo>
                  <a:lnTo>
                    <a:pt x="201" y="252"/>
                  </a:lnTo>
                  <a:lnTo>
                    <a:pt x="216" y="267"/>
                  </a:lnTo>
                  <a:lnTo>
                    <a:pt x="225" y="285"/>
                  </a:lnTo>
                  <a:lnTo>
                    <a:pt x="229" y="306"/>
                  </a:lnTo>
                  <a:lnTo>
                    <a:pt x="225" y="328"/>
                  </a:lnTo>
                  <a:lnTo>
                    <a:pt x="216" y="346"/>
                  </a:lnTo>
                  <a:lnTo>
                    <a:pt x="201" y="361"/>
                  </a:lnTo>
                  <a:lnTo>
                    <a:pt x="183" y="370"/>
                  </a:lnTo>
                  <a:lnTo>
                    <a:pt x="162" y="374"/>
                  </a:lnTo>
                  <a:lnTo>
                    <a:pt x="141" y="370"/>
                  </a:lnTo>
                  <a:lnTo>
                    <a:pt x="123" y="361"/>
                  </a:lnTo>
                  <a:lnTo>
                    <a:pt x="66" y="421"/>
                  </a:lnTo>
                  <a:lnTo>
                    <a:pt x="56" y="420"/>
                  </a:lnTo>
                  <a:lnTo>
                    <a:pt x="48" y="416"/>
                  </a:lnTo>
                  <a:lnTo>
                    <a:pt x="43" y="410"/>
                  </a:lnTo>
                  <a:lnTo>
                    <a:pt x="41" y="404"/>
                  </a:lnTo>
                  <a:lnTo>
                    <a:pt x="39" y="399"/>
                  </a:lnTo>
                  <a:lnTo>
                    <a:pt x="39" y="397"/>
                  </a:lnTo>
                  <a:lnTo>
                    <a:pt x="103" y="345"/>
                  </a:lnTo>
                  <a:lnTo>
                    <a:pt x="103" y="342"/>
                  </a:lnTo>
                  <a:lnTo>
                    <a:pt x="100" y="336"/>
                  </a:lnTo>
                  <a:lnTo>
                    <a:pt x="98" y="327"/>
                  </a:lnTo>
                  <a:lnTo>
                    <a:pt x="95" y="317"/>
                  </a:lnTo>
                  <a:lnTo>
                    <a:pt x="94" y="306"/>
                  </a:lnTo>
                  <a:lnTo>
                    <a:pt x="98" y="285"/>
                  </a:lnTo>
                  <a:lnTo>
                    <a:pt x="107" y="267"/>
                  </a:lnTo>
                  <a:lnTo>
                    <a:pt x="122" y="252"/>
                  </a:lnTo>
                  <a:lnTo>
                    <a:pt x="140" y="243"/>
                  </a:lnTo>
                  <a:lnTo>
                    <a:pt x="162" y="239"/>
                  </a:lnTo>
                  <a:close/>
                  <a:moveTo>
                    <a:pt x="1424" y="210"/>
                  </a:moveTo>
                  <a:lnTo>
                    <a:pt x="1424" y="211"/>
                  </a:lnTo>
                  <a:lnTo>
                    <a:pt x="1424" y="212"/>
                  </a:lnTo>
                  <a:lnTo>
                    <a:pt x="1425" y="216"/>
                  </a:lnTo>
                  <a:lnTo>
                    <a:pt x="1426" y="219"/>
                  </a:lnTo>
                  <a:lnTo>
                    <a:pt x="1429" y="221"/>
                  </a:lnTo>
                  <a:lnTo>
                    <a:pt x="1430" y="224"/>
                  </a:lnTo>
                  <a:lnTo>
                    <a:pt x="1431" y="226"/>
                  </a:lnTo>
                  <a:lnTo>
                    <a:pt x="1434" y="229"/>
                  </a:lnTo>
                  <a:lnTo>
                    <a:pt x="1434" y="233"/>
                  </a:lnTo>
                  <a:lnTo>
                    <a:pt x="1434" y="235"/>
                  </a:lnTo>
                  <a:lnTo>
                    <a:pt x="1433" y="241"/>
                  </a:lnTo>
                  <a:lnTo>
                    <a:pt x="1431" y="250"/>
                  </a:lnTo>
                  <a:lnTo>
                    <a:pt x="1431" y="261"/>
                  </a:lnTo>
                  <a:lnTo>
                    <a:pt x="1433" y="268"/>
                  </a:lnTo>
                  <a:lnTo>
                    <a:pt x="1434" y="272"/>
                  </a:lnTo>
                  <a:lnTo>
                    <a:pt x="1436" y="276"/>
                  </a:lnTo>
                  <a:lnTo>
                    <a:pt x="1438" y="280"/>
                  </a:lnTo>
                  <a:lnTo>
                    <a:pt x="1439" y="282"/>
                  </a:lnTo>
                  <a:lnTo>
                    <a:pt x="1440" y="283"/>
                  </a:lnTo>
                  <a:lnTo>
                    <a:pt x="1442" y="283"/>
                  </a:lnTo>
                  <a:lnTo>
                    <a:pt x="1442" y="283"/>
                  </a:lnTo>
                  <a:lnTo>
                    <a:pt x="1443" y="283"/>
                  </a:lnTo>
                  <a:lnTo>
                    <a:pt x="1443" y="283"/>
                  </a:lnTo>
                  <a:lnTo>
                    <a:pt x="1444" y="285"/>
                  </a:lnTo>
                  <a:lnTo>
                    <a:pt x="1445" y="286"/>
                  </a:lnTo>
                  <a:lnTo>
                    <a:pt x="1447" y="289"/>
                  </a:lnTo>
                  <a:lnTo>
                    <a:pt x="1449" y="294"/>
                  </a:lnTo>
                  <a:lnTo>
                    <a:pt x="1452" y="301"/>
                  </a:lnTo>
                  <a:lnTo>
                    <a:pt x="1457" y="310"/>
                  </a:lnTo>
                  <a:lnTo>
                    <a:pt x="1461" y="319"/>
                  </a:lnTo>
                  <a:lnTo>
                    <a:pt x="1464" y="327"/>
                  </a:lnTo>
                  <a:lnTo>
                    <a:pt x="1471" y="338"/>
                  </a:lnTo>
                  <a:lnTo>
                    <a:pt x="1477" y="351"/>
                  </a:lnTo>
                  <a:lnTo>
                    <a:pt x="1484" y="361"/>
                  </a:lnTo>
                  <a:lnTo>
                    <a:pt x="1485" y="364"/>
                  </a:lnTo>
                  <a:lnTo>
                    <a:pt x="1486" y="364"/>
                  </a:lnTo>
                  <a:lnTo>
                    <a:pt x="1487" y="365"/>
                  </a:lnTo>
                  <a:lnTo>
                    <a:pt x="1487" y="365"/>
                  </a:lnTo>
                  <a:lnTo>
                    <a:pt x="1489" y="366"/>
                  </a:lnTo>
                  <a:lnTo>
                    <a:pt x="1490" y="367"/>
                  </a:lnTo>
                  <a:lnTo>
                    <a:pt x="1491" y="370"/>
                  </a:lnTo>
                  <a:lnTo>
                    <a:pt x="1494" y="375"/>
                  </a:lnTo>
                  <a:lnTo>
                    <a:pt x="1496" y="379"/>
                  </a:lnTo>
                  <a:lnTo>
                    <a:pt x="1499" y="384"/>
                  </a:lnTo>
                  <a:lnTo>
                    <a:pt x="1501" y="387"/>
                  </a:lnTo>
                  <a:lnTo>
                    <a:pt x="1503" y="389"/>
                  </a:lnTo>
                  <a:lnTo>
                    <a:pt x="1505" y="393"/>
                  </a:lnTo>
                  <a:lnTo>
                    <a:pt x="1508" y="396"/>
                  </a:lnTo>
                  <a:lnTo>
                    <a:pt x="1510" y="397"/>
                  </a:lnTo>
                  <a:lnTo>
                    <a:pt x="1512" y="398"/>
                  </a:lnTo>
                  <a:lnTo>
                    <a:pt x="1513" y="399"/>
                  </a:lnTo>
                  <a:lnTo>
                    <a:pt x="1514" y="402"/>
                  </a:lnTo>
                  <a:lnTo>
                    <a:pt x="1515" y="403"/>
                  </a:lnTo>
                  <a:lnTo>
                    <a:pt x="1517" y="404"/>
                  </a:lnTo>
                  <a:lnTo>
                    <a:pt x="1518" y="404"/>
                  </a:lnTo>
                  <a:lnTo>
                    <a:pt x="1519" y="403"/>
                  </a:lnTo>
                  <a:lnTo>
                    <a:pt x="1521" y="401"/>
                  </a:lnTo>
                  <a:lnTo>
                    <a:pt x="1523" y="399"/>
                  </a:lnTo>
                  <a:lnTo>
                    <a:pt x="1526" y="399"/>
                  </a:lnTo>
                  <a:lnTo>
                    <a:pt x="1528" y="401"/>
                  </a:lnTo>
                  <a:lnTo>
                    <a:pt x="1531" y="402"/>
                  </a:lnTo>
                  <a:lnTo>
                    <a:pt x="1532" y="404"/>
                  </a:lnTo>
                  <a:lnTo>
                    <a:pt x="1533" y="404"/>
                  </a:lnTo>
                  <a:lnTo>
                    <a:pt x="1535" y="406"/>
                  </a:lnTo>
                  <a:lnTo>
                    <a:pt x="1537" y="407"/>
                  </a:lnTo>
                  <a:lnTo>
                    <a:pt x="1540" y="408"/>
                  </a:lnTo>
                  <a:lnTo>
                    <a:pt x="1542" y="408"/>
                  </a:lnTo>
                  <a:lnTo>
                    <a:pt x="1543" y="410"/>
                  </a:lnTo>
                  <a:lnTo>
                    <a:pt x="1545" y="410"/>
                  </a:lnTo>
                  <a:lnTo>
                    <a:pt x="1546" y="411"/>
                  </a:lnTo>
                  <a:lnTo>
                    <a:pt x="1549" y="411"/>
                  </a:lnTo>
                  <a:lnTo>
                    <a:pt x="1550" y="411"/>
                  </a:lnTo>
                  <a:lnTo>
                    <a:pt x="1550" y="410"/>
                  </a:lnTo>
                  <a:lnTo>
                    <a:pt x="1551" y="408"/>
                  </a:lnTo>
                  <a:lnTo>
                    <a:pt x="1550" y="404"/>
                  </a:lnTo>
                  <a:lnTo>
                    <a:pt x="1550" y="401"/>
                  </a:lnTo>
                  <a:lnTo>
                    <a:pt x="1547" y="399"/>
                  </a:lnTo>
                  <a:lnTo>
                    <a:pt x="1546" y="397"/>
                  </a:lnTo>
                  <a:lnTo>
                    <a:pt x="1546" y="396"/>
                  </a:lnTo>
                  <a:lnTo>
                    <a:pt x="1546" y="394"/>
                  </a:lnTo>
                  <a:lnTo>
                    <a:pt x="1546" y="393"/>
                  </a:lnTo>
                  <a:lnTo>
                    <a:pt x="1546" y="393"/>
                  </a:lnTo>
                  <a:lnTo>
                    <a:pt x="1545" y="392"/>
                  </a:lnTo>
                  <a:lnTo>
                    <a:pt x="1545" y="388"/>
                  </a:lnTo>
                  <a:lnTo>
                    <a:pt x="1543" y="384"/>
                  </a:lnTo>
                  <a:lnTo>
                    <a:pt x="1542" y="380"/>
                  </a:lnTo>
                  <a:lnTo>
                    <a:pt x="1541" y="371"/>
                  </a:lnTo>
                  <a:lnTo>
                    <a:pt x="1541" y="364"/>
                  </a:lnTo>
                  <a:lnTo>
                    <a:pt x="1542" y="357"/>
                  </a:lnTo>
                  <a:lnTo>
                    <a:pt x="1543" y="350"/>
                  </a:lnTo>
                  <a:lnTo>
                    <a:pt x="1547" y="343"/>
                  </a:lnTo>
                  <a:lnTo>
                    <a:pt x="1551" y="337"/>
                  </a:lnTo>
                  <a:lnTo>
                    <a:pt x="1557" y="332"/>
                  </a:lnTo>
                  <a:lnTo>
                    <a:pt x="1564" y="329"/>
                  </a:lnTo>
                  <a:lnTo>
                    <a:pt x="1577" y="324"/>
                  </a:lnTo>
                  <a:lnTo>
                    <a:pt x="1588" y="325"/>
                  </a:lnTo>
                  <a:lnTo>
                    <a:pt x="1594" y="328"/>
                  </a:lnTo>
                  <a:lnTo>
                    <a:pt x="1607" y="334"/>
                  </a:lnTo>
                  <a:lnTo>
                    <a:pt x="1615" y="346"/>
                  </a:lnTo>
                  <a:lnTo>
                    <a:pt x="1620" y="359"/>
                  </a:lnTo>
                  <a:lnTo>
                    <a:pt x="1622" y="374"/>
                  </a:lnTo>
                  <a:lnTo>
                    <a:pt x="1620" y="388"/>
                  </a:lnTo>
                  <a:lnTo>
                    <a:pt x="1617" y="396"/>
                  </a:lnTo>
                  <a:lnTo>
                    <a:pt x="1615" y="399"/>
                  </a:lnTo>
                  <a:lnTo>
                    <a:pt x="1614" y="402"/>
                  </a:lnTo>
                  <a:lnTo>
                    <a:pt x="1612" y="403"/>
                  </a:lnTo>
                  <a:lnTo>
                    <a:pt x="1611" y="406"/>
                  </a:lnTo>
                  <a:lnTo>
                    <a:pt x="1610" y="408"/>
                  </a:lnTo>
                  <a:lnTo>
                    <a:pt x="1610" y="410"/>
                  </a:lnTo>
                  <a:lnTo>
                    <a:pt x="1610" y="412"/>
                  </a:lnTo>
                  <a:lnTo>
                    <a:pt x="1610" y="415"/>
                  </a:lnTo>
                  <a:lnTo>
                    <a:pt x="1610" y="417"/>
                  </a:lnTo>
                  <a:lnTo>
                    <a:pt x="1610" y="417"/>
                  </a:lnTo>
                  <a:lnTo>
                    <a:pt x="1611" y="417"/>
                  </a:lnTo>
                  <a:lnTo>
                    <a:pt x="1615" y="415"/>
                  </a:lnTo>
                  <a:lnTo>
                    <a:pt x="1619" y="413"/>
                  </a:lnTo>
                  <a:lnTo>
                    <a:pt x="1621" y="411"/>
                  </a:lnTo>
                  <a:lnTo>
                    <a:pt x="1628" y="407"/>
                  </a:lnTo>
                  <a:lnTo>
                    <a:pt x="1634" y="404"/>
                  </a:lnTo>
                  <a:lnTo>
                    <a:pt x="1640" y="402"/>
                  </a:lnTo>
                  <a:lnTo>
                    <a:pt x="1644" y="401"/>
                  </a:lnTo>
                  <a:lnTo>
                    <a:pt x="1645" y="403"/>
                  </a:lnTo>
                  <a:lnTo>
                    <a:pt x="1648" y="404"/>
                  </a:lnTo>
                  <a:lnTo>
                    <a:pt x="1650" y="407"/>
                  </a:lnTo>
                  <a:lnTo>
                    <a:pt x="1652" y="408"/>
                  </a:lnTo>
                  <a:lnTo>
                    <a:pt x="1653" y="410"/>
                  </a:lnTo>
                  <a:lnTo>
                    <a:pt x="1656" y="410"/>
                  </a:lnTo>
                  <a:lnTo>
                    <a:pt x="1658" y="408"/>
                  </a:lnTo>
                  <a:lnTo>
                    <a:pt x="1661" y="407"/>
                  </a:lnTo>
                  <a:lnTo>
                    <a:pt x="1664" y="406"/>
                  </a:lnTo>
                  <a:lnTo>
                    <a:pt x="1667" y="403"/>
                  </a:lnTo>
                  <a:lnTo>
                    <a:pt x="1673" y="397"/>
                  </a:lnTo>
                  <a:lnTo>
                    <a:pt x="1682" y="389"/>
                  </a:lnTo>
                  <a:lnTo>
                    <a:pt x="1689" y="382"/>
                  </a:lnTo>
                  <a:lnTo>
                    <a:pt x="1692" y="376"/>
                  </a:lnTo>
                  <a:lnTo>
                    <a:pt x="1698" y="373"/>
                  </a:lnTo>
                  <a:lnTo>
                    <a:pt x="1703" y="367"/>
                  </a:lnTo>
                  <a:lnTo>
                    <a:pt x="1709" y="362"/>
                  </a:lnTo>
                  <a:lnTo>
                    <a:pt x="1714" y="356"/>
                  </a:lnTo>
                  <a:lnTo>
                    <a:pt x="1720" y="347"/>
                  </a:lnTo>
                  <a:lnTo>
                    <a:pt x="1729" y="338"/>
                  </a:lnTo>
                  <a:lnTo>
                    <a:pt x="1736" y="329"/>
                  </a:lnTo>
                  <a:lnTo>
                    <a:pt x="1742" y="322"/>
                  </a:lnTo>
                  <a:lnTo>
                    <a:pt x="1746" y="318"/>
                  </a:lnTo>
                  <a:lnTo>
                    <a:pt x="1747" y="314"/>
                  </a:lnTo>
                  <a:lnTo>
                    <a:pt x="1749" y="311"/>
                  </a:lnTo>
                  <a:lnTo>
                    <a:pt x="1751" y="310"/>
                  </a:lnTo>
                  <a:lnTo>
                    <a:pt x="1752" y="310"/>
                  </a:lnTo>
                  <a:lnTo>
                    <a:pt x="1755" y="309"/>
                  </a:lnTo>
                  <a:lnTo>
                    <a:pt x="1756" y="308"/>
                  </a:lnTo>
                  <a:lnTo>
                    <a:pt x="1757" y="305"/>
                  </a:lnTo>
                  <a:lnTo>
                    <a:pt x="1760" y="301"/>
                  </a:lnTo>
                  <a:lnTo>
                    <a:pt x="1761" y="300"/>
                  </a:lnTo>
                  <a:lnTo>
                    <a:pt x="1763" y="297"/>
                  </a:lnTo>
                  <a:lnTo>
                    <a:pt x="1765" y="294"/>
                  </a:lnTo>
                  <a:lnTo>
                    <a:pt x="1766" y="291"/>
                  </a:lnTo>
                  <a:lnTo>
                    <a:pt x="1768" y="289"/>
                  </a:lnTo>
                  <a:lnTo>
                    <a:pt x="1768" y="286"/>
                  </a:lnTo>
                  <a:lnTo>
                    <a:pt x="1768" y="281"/>
                  </a:lnTo>
                  <a:lnTo>
                    <a:pt x="1768" y="271"/>
                  </a:lnTo>
                  <a:lnTo>
                    <a:pt x="1768" y="261"/>
                  </a:lnTo>
                  <a:lnTo>
                    <a:pt x="1768" y="252"/>
                  </a:lnTo>
                  <a:lnTo>
                    <a:pt x="1768" y="248"/>
                  </a:lnTo>
                  <a:lnTo>
                    <a:pt x="1768" y="247"/>
                  </a:lnTo>
                  <a:lnTo>
                    <a:pt x="1768" y="245"/>
                  </a:lnTo>
                  <a:lnTo>
                    <a:pt x="1769" y="243"/>
                  </a:lnTo>
                  <a:lnTo>
                    <a:pt x="1770" y="239"/>
                  </a:lnTo>
                  <a:lnTo>
                    <a:pt x="1771" y="238"/>
                  </a:lnTo>
                  <a:lnTo>
                    <a:pt x="1774" y="236"/>
                  </a:lnTo>
                  <a:lnTo>
                    <a:pt x="1775" y="235"/>
                  </a:lnTo>
                  <a:lnTo>
                    <a:pt x="1778" y="234"/>
                  </a:lnTo>
                  <a:lnTo>
                    <a:pt x="1778" y="233"/>
                  </a:lnTo>
                  <a:lnTo>
                    <a:pt x="1779" y="234"/>
                  </a:lnTo>
                  <a:lnTo>
                    <a:pt x="1780" y="234"/>
                  </a:lnTo>
                  <a:lnTo>
                    <a:pt x="1782" y="235"/>
                  </a:lnTo>
                  <a:lnTo>
                    <a:pt x="1783" y="235"/>
                  </a:lnTo>
                  <a:lnTo>
                    <a:pt x="1784" y="235"/>
                  </a:lnTo>
                  <a:lnTo>
                    <a:pt x="1785" y="235"/>
                  </a:lnTo>
                  <a:lnTo>
                    <a:pt x="1787" y="234"/>
                  </a:lnTo>
                  <a:lnTo>
                    <a:pt x="1788" y="233"/>
                  </a:lnTo>
                  <a:lnTo>
                    <a:pt x="1789" y="231"/>
                  </a:lnTo>
                  <a:lnTo>
                    <a:pt x="1791" y="230"/>
                  </a:lnTo>
                  <a:lnTo>
                    <a:pt x="1792" y="230"/>
                  </a:lnTo>
                  <a:lnTo>
                    <a:pt x="1793" y="230"/>
                  </a:lnTo>
                  <a:lnTo>
                    <a:pt x="1793" y="231"/>
                  </a:lnTo>
                  <a:lnTo>
                    <a:pt x="1793" y="231"/>
                  </a:lnTo>
                  <a:lnTo>
                    <a:pt x="1793" y="233"/>
                  </a:lnTo>
                  <a:lnTo>
                    <a:pt x="1793" y="235"/>
                  </a:lnTo>
                  <a:lnTo>
                    <a:pt x="1792" y="238"/>
                  </a:lnTo>
                  <a:lnTo>
                    <a:pt x="1793" y="239"/>
                  </a:lnTo>
                  <a:lnTo>
                    <a:pt x="1793" y="240"/>
                  </a:lnTo>
                  <a:lnTo>
                    <a:pt x="1796" y="240"/>
                  </a:lnTo>
                  <a:lnTo>
                    <a:pt x="1797" y="241"/>
                  </a:lnTo>
                  <a:lnTo>
                    <a:pt x="1797" y="243"/>
                  </a:lnTo>
                  <a:lnTo>
                    <a:pt x="1797" y="244"/>
                  </a:lnTo>
                  <a:lnTo>
                    <a:pt x="1798" y="245"/>
                  </a:lnTo>
                  <a:lnTo>
                    <a:pt x="1801" y="247"/>
                  </a:lnTo>
                  <a:lnTo>
                    <a:pt x="1802" y="248"/>
                  </a:lnTo>
                  <a:lnTo>
                    <a:pt x="1803" y="249"/>
                  </a:lnTo>
                  <a:lnTo>
                    <a:pt x="1803" y="252"/>
                  </a:lnTo>
                  <a:lnTo>
                    <a:pt x="1805" y="253"/>
                  </a:lnTo>
                  <a:lnTo>
                    <a:pt x="1803" y="254"/>
                  </a:lnTo>
                  <a:lnTo>
                    <a:pt x="1803" y="257"/>
                  </a:lnTo>
                  <a:lnTo>
                    <a:pt x="1803" y="259"/>
                  </a:lnTo>
                  <a:lnTo>
                    <a:pt x="1803" y="259"/>
                  </a:lnTo>
                  <a:lnTo>
                    <a:pt x="1802" y="261"/>
                  </a:lnTo>
                  <a:lnTo>
                    <a:pt x="1802" y="263"/>
                  </a:lnTo>
                  <a:lnTo>
                    <a:pt x="1802" y="267"/>
                  </a:lnTo>
                  <a:lnTo>
                    <a:pt x="1802" y="271"/>
                  </a:lnTo>
                  <a:lnTo>
                    <a:pt x="1801" y="275"/>
                  </a:lnTo>
                  <a:lnTo>
                    <a:pt x="1801" y="276"/>
                  </a:lnTo>
                  <a:lnTo>
                    <a:pt x="1799" y="281"/>
                  </a:lnTo>
                  <a:lnTo>
                    <a:pt x="1796" y="287"/>
                  </a:lnTo>
                  <a:lnTo>
                    <a:pt x="1792" y="294"/>
                  </a:lnTo>
                  <a:lnTo>
                    <a:pt x="1789" y="297"/>
                  </a:lnTo>
                  <a:lnTo>
                    <a:pt x="1788" y="299"/>
                  </a:lnTo>
                  <a:lnTo>
                    <a:pt x="1787" y="301"/>
                  </a:lnTo>
                  <a:lnTo>
                    <a:pt x="1784" y="304"/>
                  </a:lnTo>
                  <a:lnTo>
                    <a:pt x="1783" y="308"/>
                  </a:lnTo>
                  <a:lnTo>
                    <a:pt x="1780" y="310"/>
                  </a:lnTo>
                  <a:lnTo>
                    <a:pt x="1779" y="313"/>
                  </a:lnTo>
                  <a:lnTo>
                    <a:pt x="1778" y="315"/>
                  </a:lnTo>
                  <a:lnTo>
                    <a:pt x="1778" y="317"/>
                  </a:lnTo>
                  <a:lnTo>
                    <a:pt x="1778" y="317"/>
                  </a:lnTo>
                  <a:lnTo>
                    <a:pt x="1778" y="319"/>
                  </a:lnTo>
                  <a:lnTo>
                    <a:pt x="1777" y="320"/>
                  </a:lnTo>
                  <a:lnTo>
                    <a:pt x="1778" y="323"/>
                  </a:lnTo>
                  <a:lnTo>
                    <a:pt x="1779" y="325"/>
                  </a:lnTo>
                  <a:lnTo>
                    <a:pt x="1780" y="327"/>
                  </a:lnTo>
                  <a:lnTo>
                    <a:pt x="1782" y="328"/>
                  </a:lnTo>
                  <a:lnTo>
                    <a:pt x="1783" y="331"/>
                  </a:lnTo>
                  <a:lnTo>
                    <a:pt x="1783" y="332"/>
                  </a:lnTo>
                  <a:lnTo>
                    <a:pt x="1783" y="333"/>
                  </a:lnTo>
                  <a:lnTo>
                    <a:pt x="1780" y="336"/>
                  </a:lnTo>
                  <a:lnTo>
                    <a:pt x="1775" y="342"/>
                  </a:lnTo>
                  <a:lnTo>
                    <a:pt x="1769" y="350"/>
                  </a:lnTo>
                  <a:lnTo>
                    <a:pt x="1763" y="356"/>
                  </a:lnTo>
                  <a:lnTo>
                    <a:pt x="1759" y="361"/>
                  </a:lnTo>
                  <a:lnTo>
                    <a:pt x="1756" y="364"/>
                  </a:lnTo>
                  <a:lnTo>
                    <a:pt x="1754" y="366"/>
                  </a:lnTo>
                  <a:lnTo>
                    <a:pt x="1751" y="369"/>
                  </a:lnTo>
                  <a:lnTo>
                    <a:pt x="1749" y="373"/>
                  </a:lnTo>
                  <a:lnTo>
                    <a:pt x="1745" y="375"/>
                  </a:lnTo>
                  <a:lnTo>
                    <a:pt x="1742" y="378"/>
                  </a:lnTo>
                  <a:lnTo>
                    <a:pt x="1741" y="380"/>
                  </a:lnTo>
                  <a:lnTo>
                    <a:pt x="1740" y="382"/>
                  </a:lnTo>
                  <a:lnTo>
                    <a:pt x="1738" y="382"/>
                  </a:lnTo>
                  <a:lnTo>
                    <a:pt x="1738" y="383"/>
                  </a:lnTo>
                  <a:lnTo>
                    <a:pt x="1738" y="384"/>
                  </a:lnTo>
                  <a:lnTo>
                    <a:pt x="1737" y="387"/>
                  </a:lnTo>
                  <a:lnTo>
                    <a:pt x="1736" y="389"/>
                  </a:lnTo>
                  <a:lnTo>
                    <a:pt x="1736" y="390"/>
                  </a:lnTo>
                  <a:lnTo>
                    <a:pt x="1735" y="392"/>
                  </a:lnTo>
                  <a:lnTo>
                    <a:pt x="1735" y="394"/>
                  </a:lnTo>
                  <a:lnTo>
                    <a:pt x="1733" y="397"/>
                  </a:lnTo>
                  <a:lnTo>
                    <a:pt x="1732" y="398"/>
                  </a:lnTo>
                  <a:lnTo>
                    <a:pt x="1731" y="401"/>
                  </a:lnTo>
                  <a:lnTo>
                    <a:pt x="1729" y="401"/>
                  </a:lnTo>
                  <a:lnTo>
                    <a:pt x="1729" y="402"/>
                  </a:lnTo>
                  <a:lnTo>
                    <a:pt x="1728" y="403"/>
                  </a:lnTo>
                  <a:lnTo>
                    <a:pt x="1728" y="404"/>
                  </a:lnTo>
                  <a:lnTo>
                    <a:pt x="1727" y="406"/>
                  </a:lnTo>
                  <a:lnTo>
                    <a:pt x="1724" y="408"/>
                  </a:lnTo>
                  <a:lnTo>
                    <a:pt x="1722" y="412"/>
                  </a:lnTo>
                  <a:lnTo>
                    <a:pt x="1719" y="415"/>
                  </a:lnTo>
                  <a:lnTo>
                    <a:pt x="1715" y="417"/>
                  </a:lnTo>
                  <a:lnTo>
                    <a:pt x="1713" y="420"/>
                  </a:lnTo>
                  <a:lnTo>
                    <a:pt x="1712" y="422"/>
                  </a:lnTo>
                  <a:lnTo>
                    <a:pt x="1710" y="424"/>
                  </a:lnTo>
                  <a:lnTo>
                    <a:pt x="1708" y="426"/>
                  </a:lnTo>
                  <a:lnTo>
                    <a:pt x="1705" y="429"/>
                  </a:lnTo>
                  <a:lnTo>
                    <a:pt x="1703" y="431"/>
                  </a:lnTo>
                  <a:lnTo>
                    <a:pt x="1701" y="434"/>
                  </a:lnTo>
                  <a:lnTo>
                    <a:pt x="1699" y="436"/>
                  </a:lnTo>
                  <a:lnTo>
                    <a:pt x="1698" y="438"/>
                  </a:lnTo>
                  <a:lnTo>
                    <a:pt x="1698" y="439"/>
                  </a:lnTo>
                  <a:lnTo>
                    <a:pt x="1698" y="439"/>
                  </a:lnTo>
                  <a:lnTo>
                    <a:pt x="1696" y="440"/>
                  </a:lnTo>
                  <a:lnTo>
                    <a:pt x="1694" y="441"/>
                  </a:lnTo>
                  <a:lnTo>
                    <a:pt x="1691" y="444"/>
                  </a:lnTo>
                  <a:lnTo>
                    <a:pt x="1689" y="446"/>
                  </a:lnTo>
                  <a:lnTo>
                    <a:pt x="1686" y="449"/>
                  </a:lnTo>
                  <a:lnTo>
                    <a:pt x="1682" y="453"/>
                  </a:lnTo>
                  <a:lnTo>
                    <a:pt x="1680" y="455"/>
                  </a:lnTo>
                  <a:lnTo>
                    <a:pt x="1678" y="457"/>
                  </a:lnTo>
                  <a:lnTo>
                    <a:pt x="1672" y="469"/>
                  </a:lnTo>
                  <a:lnTo>
                    <a:pt x="1667" y="485"/>
                  </a:lnTo>
                  <a:lnTo>
                    <a:pt x="1664" y="495"/>
                  </a:lnTo>
                  <a:lnTo>
                    <a:pt x="1661" y="504"/>
                  </a:lnTo>
                  <a:lnTo>
                    <a:pt x="1657" y="513"/>
                  </a:lnTo>
                  <a:lnTo>
                    <a:pt x="1652" y="528"/>
                  </a:lnTo>
                  <a:lnTo>
                    <a:pt x="1649" y="543"/>
                  </a:lnTo>
                  <a:lnTo>
                    <a:pt x="1650" y="558"/>
                  </a:lnTo>
                  <a:lnTo>
                    <a:pt x="1650" y="566"/>
                  </a:lnTo>
                  <a:lnTo>
                    <a:pt x="1650" y="585"/>
                  </a:lnTo>
                  <a:lnTo>
                    <a:pt x="1653" y="606"/>
                  </a:lnTo>
                  <a:lnTo>
                    <a:pt x="1657" y="626"/>
                  </a:lnTo>
                  <a:lnTo>
                    <a:pt x="1657" y="628"/>
                  </a:lnTo>
                  <a:lnTo>
                    <a:pt x="1659" y="644"/>
                  </a:lnTo>
                  <a:lnTo>
                    <a:pt x="1662" y="664"/>
                  </a:lnTo>
                  <a:lnTo>
                    <a:pt x="1663" y="687"/>
                  </a:lnTo>
                  <a:lnTo>
                    <a:pt x="1664" y="709"/>
                  </a:lnTo>
                  <a:lnTo>
                    <a:pt x="1664" y="724"/>
                  </a:lnTo>
                  <a:lnTo>
                    <a:pt x="1663" y="727"/>
                  </a:lnTo>
                  <a:lnTo>
                    <a:pt x="1663" y="729"/>
                  </a:lnTo>
                  <a:lnTo>
                    <a:pt x="1663" y="756"/>
                  </a:lnTo>
                  <a:lnTo>
                    <a:pt x="1664" y="784"/>
                  </a:lnTo>
                  <a:lnTo>
                    <a:pt x="1666" y="791"/>
                  </a:lnTo>
                  <a:lnTo>
                    <a:pt x="1668" y="799"/>
                  </a:lnTo>
                  <a:lnTo>
                    <a:pt x="1671" y="807"/>
                  </a:lnTo>
                  <a:lnTo>
                    <a:pt x="1671" y="809"/>
                  </a:lnTo>
                  <a:lnTo>
                    <a:pt x="1671" y="813"/>
                  </a:lnTo>
                  <a:lnTo>
                    <a:pt x="1672" y="818"/>
                  </a:lnTo>
                  <a:lnTo>
                    <a:pt x="1673" y="823"/>
                  </a:lnTo>
                  <a:lnTo>
                    <a:pt x="1675" y="836"/>
                  </a:lnTo>
                  <a:lnTo>
                    <a:pt x="1677" y="853"/>
                  </a:lnTo>
                  <a:lnTo>
                    <a:pt x="1678" y="868"/>
                  </a:lnTo>
                  <a:lnTo>
                    <a:pt x="1680" y="882"/>
                  </a:lnTo>
                  <a:lnTo>
                    <a:pt x="1681" y="889"/>
                  </a:lnTo>
                  <a:lnTo>
                    <a:pt x="1682" y="897"/>
                  </a:lnTo>
                  <a:lnTo>
                    <a:pt x="1685" y="910"/>
                  </a:lnTo>
                  <a:lnTo>
                    <a:pt x="1686" y="924"/>
                  </a:lnTo>
                  <a:lnTo>
                    <a:pt x="1689" y="939"/>
                  </a:lnTo>
                  <a:lnTo>
                    <a:pt x="1690" y="952"/>
                  </a:lnTo>
                  <a:lnTo>
                    <a:pt x="1690" y="959"/>
                  </a:lnTo>
                  <a:lnTo>
                    <a:pt x="1691" y="967"/>
                  </a:lnTo>
                  <a:lnTo>
                    <a:pt x="1692" y="977"/>
                  </a:lnTo>
                  <a:lnTo>
                    <a:pt x="1695" y="989"/>
                  </a:lnTo>
                  <a:lnTo>
                    <a:pt x="1698" y="999"/>
                  </a:lnTo>
                  <a:lnTo>
                    <a:pt x="1699" y="1007"/>
                  </a:lnTo>
                  <a:lnTo>
                    <a:pt x="1700" y="1010"/>
                  </a:lnTo>
                  <a:lnTo>
                    <a:pt x="1701" y="1014"/>
                  </a:lnTo>
                  <a:lnTo>
                    <a:pt x="1704" y="1021"/>
                  </a:lnTo>
                  <a:lnTo>
                    <a:pt x="1708" y="1028"/>
                  </a:lnTo>
                  <a:lnTo>
                    <a:pt x="1712" y="1036"/>
                  </a:lnTo>
                  <a:lnTo>
                    <a:pt x="1715" y="1040"/>
                  </a:lnTo>
                  <a:lnTo>
                    <a:pt x="1718" y="1042"/>
                  </a:lnTo>
                  <a:lnTo>
                    <a:pt x="1720" y="1045"/>
                  </a:lnTo>
                  <a:lnTo>
                    <a:pt x="1724" y="1049"/>
                  </a:lnTo>
                  <a:lnTo>
                    <a:pt x="1727" y="1052"/>
                  </a:lnTo>
                  <a:lnTo>
                    <a:pt x="1729" y="1055"/>
                  </a:lnTo>
                  <a:lnTo>
                    <a:pt x="1729" y="1059"/>
                  </a:lnTo>
                  <a:lnTo>
                    <a:pt x="1729" y="1060"/>
                  </a:lnTo>
                  <a:lnTo>
                    <a:pt x="1728" y="1061"/>
                  </a:lnTo>
                  <a:lnTo>
                    <a:pt x="1726" y="1064"/>
                  </a:lnTo>
                  <a:lnTo>
                    <a:pt x="1723" y="1064"/>
                  </a:lnTo>
                  <a:lnTo>
                    <a:pt x="1720" y="1065"/>
                  </a:lnTo>
                  <a:lnTo>
                    <a:pt x="1718" y="1065"/>
                  </a:lnTo>
                  <a:lnTo>
                    <a:pt x="1715" y="1065"/>
                  </a:lnTo>
                  <a:lnTo>
                    <a:pt x="1712" y="1065"/>
                  </a:lnTo>
                  <a:lnTo>
                    <a:pt x="1706" y="1065"/>
                  </a:lnTo>
                  <a:lnTo>
                    <a:pt x="1703" y="1064"/>
                  </a:lnTo>
                  <a:lnTo>
                    <a:pt x="1700" y="1064"/>
                  </a:lnTo>
                  <a:lnTo>
                    <a:pt x="1698" y="1061"/>
                  </a:lnTo>
                  <a:lnTo>
                    <a:pt x="1695" y="1059"/>
                  </a:lnTo>
                  <a:lnTo>
                    <a:pt x="1692" y="1055"/>
                  </a:lnTo>
                  <a:lnTo>
                    <a:pt x="1691" y="1051"/>
                  </a:lnTo>
                  <a:lnTo>
                    <a:pt x="1690" y="1049"/>
                  </a:lnTo>
                  <a:lnTo>
                    <a:pt x="1689" y="1047"/>
                  </a:lnTo>
                  <a:lnTo>
                    <a:pt x="1686" y="1044"/>
                  </a:lnTo>
                  <a:lnTo>
                    <a:pt x="1685" y="1041"/>
                  </a:lnTo>
                  <a:lnTo>
                    <a:pt x="1684" y="1038"/>
                  </a:lnTo>
                  <a:lnTo>
                    <a:pt x="1681" y="1036"/>
                  </a:lnTo>
                  <a:lnTo>
                    <a:pt x="1678" y="1035"/>
                  </a:lnTo>
                  <a:lnTo>
                    <a:pt x="1677" y="1035"/>
                  </a:lnTo>
                  <a:lnTo>
                    <a:pt x="1676" y="1036"/>
                  </a:lnTo>
                  <a:lnTo>
                    <a:pt x="1676" y="1037"/>
                  </a:lnTo>
                  <a:lnTo>
                    <a:pt x="1675" y="1038"/>
                  </a:lnTo>
                  <a:lnTo>
                    <a:pt x="1675" y="1038"/>
                  </a:lnTo>
                  <a:lnTo>
                    <a:pt x="1675" y="1056"/>
                  </a:lnTo>
                  <a:lnTo>
                    <a:pt x="1671" y="1056"/>
                  </a:lnTo>
                  <a:lnTo>
                    <a:pt x="1671" y="1055"/>
                  </a:lnTo>
                  <a:lnTo>
                    <a:pt x="1671" y="1052"/>
                  </a:lnTo>
                  <a:lnTo>
                    <a:pt x="1671" y="1049"/>
                  </a:lnTo>
                  <a:lnTo>
                    <a:pt x="1671" y="1045"/>
                  </a:lnTo>
                  <a:lnTo>
                    <a:pt x="1671" y="1041"/>
                  </a:lnTo>
                  <a:lnTo>
                    <a:pt x="1672" y="1040"/>
                  </a:lnTo>
                  <a:lnTo>
                    <a:pt x="1671" y="1037"/>
                  </a:lnTo>
                  <a:lnTo>
                    <a:pt x="1671" y="1035"/>
                  </a:lnTo>
                  <a:lnTo>
                    <a:pt x="1671" y="1032"/>
                  </a:lnTo>
                  <a:lnTo>
                    <a:pt x="1671" y="1030"/>
                  </a:lnTo>
                  <a:lnTo>
                    <a:pt x="1670" y="1027"/>
                  </a:lnTo>
                  <a:lnTo>
                    <a:pt x="1668" y="1026"/>
                  </a:lnTo>
                  <a:lnTo>
                    <a:pt x="1667" y="1023"/>
                  </a:lnTo>
                  <a:lnTo>
                    <a:pt x="1664" y="1021"/>
                  </a:lnTo>
                  <a:lnTo>
                    <a:pt x="1663" y="1017"/>
                  </a:lnTo>
                  <a:lnTo>
                    <a:pt x="1664" y="1009"/>
                  </a:lnTo>
                  <a:lnTo>
                    <a:pt x="1667" y="1000"/>
                  </a:lnTo>
                  <a:lnTo>
                    <a:pt x="1668" y="991"/>
                  </a:lnTo>
                  <a:lnTo>
                    <a:pt x="1667" y="988"/>
                  </a:lnTo>
                  <a:lnTo>
                    <a:pt x="1664" y="981"/>
                  </a:lnTo>
                  <a:lnTo>
                    <a:pt x="1663" y="974"/>
                  </a:lnTo>
                  <a:lnTo>
                    <a:pt x="1661" y="970"/>
                  </a:lnTo>
                  <a:lnTo>
                    <a:pt x="1659" y="965"/>
                  </a:lnTo>
                  <a:lnTo>
                    <a:pt x="1658" y="957"/>
                  </a:lnTo>
                  <a:lnTo>
                    <a:pt x="1656" y="948"/>
                  </a:lnTo>
                  <a:lnTo>
                    <a:pt x="1653" y="939"/>
                  </a:lnTo>
                  <a:lnTo>
                    <a:pt x="1650" y="931"/>
                  </a:lnTo>
                  <a:lnTo>
                    <a:pt x="1650" y="929"/>
                  </a:lnTo>
                  <a:lnTo>
                    <a:pt x="1649" y="929"/>
                  </a:lnTo>
                  <a:lnTo>
                    <a:pt x="1649" y="926"/>
                  </a:lnTo>
                  <a:lnTo>
                    <a:pt x="1648" y="924"/>
                  </a:lnTo>
                  <a:lnTo>
                    <a:pt x="1648" y="920"/>
                  </a:lnTo>
                  <a:lnTo>
                    <a:pt x="1647" y="916"/>
                  </a:lnTo>
                  <a:lnTo>
                    <a:pt x="1645" y="914"/>
                  </a:lnTo>
                  <a:lnTo>
                    <a:pt x="1645" y="911"/>
                  </a:lnTo>
                  <a:lnTo>
                    <a:pt x="1643" y="901"/>
                  </a:lnTo>
                  <a:lnTo>
                    <a:pt x="1640" y="889"/>
                  </a:lnTo>
                  <a:lnTo>
                    <a:pt x="1639" y="881"/>
                  </a:lnTo>
                  <a:lnTo>
                    <a:pt x="1635" y="869"/>
                  </a:lnTo>
                  <a:lnTo>
                    <a:pt x="1633" y="855"/>
                  </a:lnTo>
                  <a:lnTo>
                    <a:pt x="1629" y="842"/>
                  </a:lnTo>
                  <a:lnTo>
                    <a:pt x="1626" y="833"/>
                  </a:lnTo>
                  <a:lnTo>
                    <a:pt x="1625" y="831"/>
                  </a:lnTo>
                  <a:lnTo>
                    <a:pt x="1624" y="823"/>
                  </a:lnTo>
                  <a:lnTo>
                    <a:pt x="1621" y="816"/>
                  </a:lnTo>
                  <a:lnTo>
                    <a:pt x="1619" y="808"/>
                  </a:lnTo>
                  <a:lnTo>
                    <a:pt x="1615" y="805"/>
                  </a:lnTo>
                  <a:lnTo>
                    <a:pt x="1603" y="805"/>
                  </a:lnTo>
                  <a:lnTo>
                    <a:pt x="1589" y="807"/>
                  </a:lnTo>
                  <a:lnTo>
                    <a:pt x="1577" y="807"/>
                  </a:lnTo>
                  <a:lnTo>
                    <a:pt x="1574" y="811"/>
                  </a:lnTo>
                  <a:lnTo>
                    <a:pt x="1570" y="817"/>
                  </a:lnTo>
                  <a:lnTo>
                    <a:pt x="1568" y="825"/>
                  </a:lnTo>
                  <a:lnTo>
                    <a:pt x="1565" y="830"/>
                  </a:lnTo>
                  <a:lnTo>
                    <a:pt x="1565" y="832"/>
                  </a:lnTo>
                  <a:lnTo>
                    <a:pt x="1561" y="842"/>
                  </a:lnTo>
                  <a:lnTo>
                    <a:pt x="1557" y="854"/>
                  </a:lnTo>
                  <a:lnTo>
                    <a:pt x="1556" y="861"/>
                  </a:lnTo>
                  <a:lnTo>
                    <a:pt x="1555" y="872"/>
                  </a:lnTo>
                  <a:lnTo>
                    <a:pt x="1554" y="884"/>
                  </a:lnTo>
                  <a:lnTo>
                    <a:pt x="1552" y="897"/>
                  </a:lnTo>
                  <a:lnTo>
                    <a:pt x="1551" y="910"/>
                  </a:lnTo>
                  <a:lnTo>
                    <a:pt x="1551" y="916"/>
                  </a:lnTo>
                  <a:lnTo>
                    <a:pt x="1550" y="924"/>
                  </a:lnTo>
                  <a:lnTo>
                    <a:pt x="1550" y="937"/>
                  </a:lnTo>
                  <a:lnTo>
                    <a:pt x="1550" y="951"/>
                  </a:lnTo>
                  <a:lnTo>
                    <a:pt x="1549" y="965"/>
                  </a:lnTo>
                  <a:lnTo>
                    <a:pt x="1549" y="976"/>
                  </a:lnTo>
                  <a:lnTo>
                    <a:pt x="1549" y="982"/>
                  </a:lnTo>
                  <a:lnTo>
                    <a:pt x="1550" y="990"/>
                  </a:lnTo>
                  <a:lnTo>
                    <a:pt x="1551" y="1000"/>
                  </a:lnTo>
                  <a:lnTo>
                    <a:pt x="1552" y="1010"/>
                  </a:lnTo>
                  <a:lnTo>
                    <a:pt x="1555" y="1019"/>
                  </a:lnTo>
                  <a:lnTo>
                    <a:pt x="1556" y="1032"/>
                  </a:lnTo>
                  <a:lnTo>
                    <a:pt x="1556" y="1041"/>
                  </a:lnTo>
                  <a:lnTo>
                    <a:pt x="1557" y="1051"/>
                  </a:lnTo>
                  <a:lnTo>
                    <a:pt x="1563" y="1061"/>
                  </a:lnTo>
                  <a:lnTo>
                    <a:pt x="1564" y="1065"/>
                  </a:lnTo>
                  <a:lnTo>
                    <a:pt x="1565" y="1068"/>
                  </a:lnTo>
                  <a:lnTo>
                    <a:pt x="1566" y="1070"/>
                  </a:lnTo>
                  <a:lnTo>
                    <a:pt x="1565" y="1073"/>
                  </a:lnTo>
                  <a:lnTo>
                    <a:pt x="1565" y="1075"/>
                  </a:lnTo>
                  <a:lnTo>
                    <a:pt x="1564" y="1078"/>
                  </a:lnTo>
                  <a:lnTo>
                    <a:pt x="1561" y="1079"/>
                  </a:lnTo>
                  <a:lnTo>
                    <a:pt x="1559" y="1080"/>
                  </a:lnTo>
                  <a:lnTo>
                    <a:pt x="1555" y="1082"/>
                  </a:lnTo>
                  <a:lnTo>
                    <a:pt x="1551" y="1082"/>
                  </a:lnTo>
                  <a:lnTo>
                    <a:pt x="1549" y="1082"/>
                  </a:lnTo>
                  <a:lnTo>
                    <a:pt x="1545" y="1080"/>
                  </a:lnTo>
                  <a:lnTo>
                    <a:pt x="1540" y="1079"/>
                  </a:lnTo>
                  <a:lnTo>
                    <a:pt x="1536" y="1078"/>
                  </a:lnTo>
                  <a:lnTo>
                    <a:pt x="1532" y="1075"/>
                  </a:lnTo>
                  <a:lnTo>
                    <a:pt x="1531" y="1074"/>
                  </a:lnTo>
                  <a:lnTo>
                    <a:pt x="1529" y="1072"/>
                  </a:lnTo>
                  <a:lnTo>
                    <a:pt x="1528" y="1068"/>
                  </a:lnTo>
                  <a:lnTo>
                    <a:pt x="1527" y="1064"/>
                  </a:lnTo>
                  <a:lnTo>
                    <a:pt x="1527" y="1060"/>
                  </a:lnTo>
                  <a:lnTo>
                    <a:pt x="1526" y="1058"/>
                  </a:lnTo>
                  <a:lnTo>
                    <a:pt x="1526" y="1055"/>
                  </a:lnTo>
                  <a:lnTo>
                    <a:pt x="1524" y="1052"/>
                  </a:lnTo>
                  <a:lnTo>
                    <a:pt x="1524" y="1051"/>
                  </a:lnTo>
                  <a:lnTo>
                    <a:pt x="1524" y="1050"/>
                  </a:lnTo>
                  <a:lnTo>
                    <a:pt x="1524" y="1050"/>
                  </a:lnTo>
                  <a:lnTo>
                    <a:pt x="1524" y="1052"/>
                  </a:lnTo>
                  <a:lnTo>
                    <a:pt x="1523" y="1055"/>
                  </a:lnTo>
                  <a:lnTo>
                    <a:pt x="1523" y="1058"/>
                  </a:lnTo>
                  <a:lnTo>
                    <a:pt x="1523" y="1060"/>
                  </a:lnTo>
                  <a:lnTo>
                    <a:pt x="1523" y="1063"/>
                  </a:lnTo>
                  <a:lnTo>
                    <a:pt x="1523" y="1064"/>
                  </a:lnTo>
                  <a:lnTo>
                    <a:pt x="1523" y="1065"/>
                  </a:lnTo>
                  <a:lnTo>
                    <a:pt x="1522" y="1065"/>
                  </a:lnTo>
                  <a:lnTo>
                    <a:pt x="1522" y="1065"/>
                  </a:lnTo>
                  <a:lnTo>
                    <a:pt x="1521" y="1065"/>
                  </a:lnTo>
                  <a:lnTo>
                    <a:pt x="1521" y="1064"/>
                  </a:lnTo>
                  <a:lnTo>
                    <a:pt x="1521" y="1063"/>
                  </a:lnTo>
                  <a:lnTo>
                    <a:pt x="1521" y="1059"/>
                  </a:lnTo>
                  <a:lnTo>
                    <a:pt x="1521" y="1055"/>
                  </a:lnTo>
                  <a:lnTo>
                    <a:pt x="1521" y="1051"/>
                  </a:lnTo>
                  <a:lnTo>
                    <a:pt x="1521" y="1049"/>
                  </a:lnTo>
                  <a:lnTo>
                    <a:pt x="1521" y="1045"/>
                  </a:lnTo>
                  <a:lnTo>
                    <a:pt x="1519" y="1040"/>
                  </a:lnTo>
                  <a:lnTo>
                    <a:pt x="1518" y="1036"/>
                  </a:lnTo>
                  <a:lnTo>
                    <a:pt x="1518" y="1032"/>
                  </a:lnTo>
                  <a:lnTo>
                    <a:pt x="1519" y="1028"/>
                  </a:lnTo>
                  <a:lnTo>
                    <a:pt x="1521" y="1024"/>
                  </a:lnTo>
                  <a:lnTo>
                    <a:pt x="1523" y="1022"/>
                  </a:lnTo>
                  <a:lnTo>
                    <a:pt x="1524" y="1016"/>
                  </a:lnTo>
                  <a:lnTo>
                    <a:pt x="1526" y="1007"/>
                  </a:lnTo>
                  <a:lnTo>
                    <a:pt x="1526" y="999"/>
                  </a:lnTo>
                  <a:lnTo>
                    <a:pt x="1524" y="993"/>
                  </a:lnTo>
                  <a:lnTo>
                    <a:pt x="1522" y="982"/>
                  </a:lnTo>
                  <a:lnTo>
                    <a:pt x="1519" y="971"/>
                  </a:lnTo>
                  <a:lnTo>
                    <a:pt x="1518" y="965"/>
                  </a:lnTo>
                  <a:lnTo>
                    <a:pt x="1517" y="958"/>
                  </a:lnTo>
                  <a:lnTo>
                    <a:pt x="1515" y="945"/>
                  </a:lnTo>
                  <a:lnTo>
                    <a:pt x="1514" y="931"/>
                  </a:lnTo>
                  <a:lnTo>
                    <a:pt x="1512" y="919"/>
                  </a:lnTo>
                  <a:lnTo>
                    <a:pt x="1512" y="911"/>
                  </a:lnTo>
                  <a:lnTo>
                    <a:pt x="1510" y="901"/>
                  </a:lnTo>
                  <a:lnTo>
                    <a:pt x="1512" y="887"/>
                  </a:lnTo>
                  <a:lnTo>
                    <a:pt x="1513" y="872"/>
                  </a:lnTo>
                  <a:lnTo>
                    <a:pt x="1515" y="856"/>
                  </a:lnTo>
                  <a:lnTo>
                    <a:pt x="1517" y="844"/>
                  </a:lnTo>
                  <a:lnTo>
                    <a:pt x="1518" y="836"/>
                  </a:lnTo>
                  <a:lnTo>
                    <a:pt x="1519" y="832"/>
                  </a:lnTo>
                  <a:lnTo>
                    <a:pt x="1519" y="827"/>
                  </a:lnTo>
                  <a:lnTo>
                    <a:pt x="1519" y="822"/>
                  </a:lnTo>
                  <a:lnTo>
                    <a:pt x="1521" y="813"/>
                  </a:lnTo>
                  <a:lnTo>
                    <a:pt x="1521" y="804"/>
                  </a:lnTo>
                  <a:lnTo>
                    <a:pt x="1519" y="789"/>
                  </a:lnTo>
                  <a:lnTo>
                    <a:pt x="1517" y="775"/>
                  </a:lnTo>
                  <a:lnTo>
                    <a:pt x="1514" y="743"/>
                  </a:lnTo>
                  <a:lnTo>
                    <a:pt x="1514" y="711"/>
                  </a:lnTo>
                  <a:lnTo>
                    <a:pt x="1514" y="704"/>
                  </a:lnTo>
                  <a:lnTo>
                    <a:pt x="1515" y="690"/>
                  </a:lnTo>
                  <a:lnTo>
                    <a:pt x="1518" y="672"/>
                  </a:lnTo>
                  <a:lnTo>
                    <a:pt x="1521" y="651"/>
                  </a:lnTo>
                  <a:lnTo>
                    <a:pt x="1524" y="630"/>
                  </a:lnTo>
                  <a:lnTo>
                    <a:pt x="1527" y="612"/>
                  </a:lnTo>
                  <a:lnTo>
                    <a:pt x="1528" y="598"/>
                  </a:lnTo>
                  <a:lnTo>
                    <a:pt x="1529" y="590"/>
                  </a:lnTo>
                  <a:lnTo>
                    <a:pt x="1532" y="560"/>
                  </a:lnTo>
                  <a:lnTo>
                    <a:pt x="1532" y="551"/>
                  </a:lnTo>
                  <a:lnTo>
                    <a:pt x="1529" y="534"/>
                  </a:lnTo>
                  <a:lnTo>
                    <a:pt x="1523" y="519"/>
                  </a:lnTo>
                  <a:lnTo>
                    <a:pt x="1518" y="510"/>
                  </a:lnTo>
                  <a:lnTo>
                    <a:pt x="1513" y="502"/>
                  </a:lnTo>
                  <a:lnTo>
                    <a:pt x="1509" y="494"/>
                  </a:lnTo>
                  <a:lnTo>
                    <a:pt x="1504" y="478"/>
                  </a:lnTo>
                  <a:lnTo>
                    <a:pt x="1498" y="462"/>
                  </a:lnTo>
                  <a:lnTo>
                    <a:pt x="1496" y="459"/>
                  </a:lnTo>
                  <a:lnTo>
                    <a:pt x="1494" y="454"/>
                  </a:lnTo>
                  <a:lnTo>
                    <a:pt x="1490" y="449"/>
                  </a:lnTo>
                  <a:lnTo>
                    <a:pt x="1487" y="444"/>
                  </a:lnTo>
                  <a:lnTo>
                    <a:pt x="1484" y="439"/>
                  </a:lnTo>
                  <a:lnTo>
                    <a:pt x="1481" y="435"/>
                  </a:lnTo>
                  <a:lnTo>
                    <a:pt x="1476" y="429"/>
                  </a:lnTo>
                  <a:lnTo>
                    <a:pt x="1470" y="420"/>
                  </a:lnTo>
                  <a:lnTo>
                    <a:pt x="1464" y="412"/>
                  </a:lnTo>
                  <a:lnTo>
                    <a:pt x="1461" y="406"/>
                  </a:lnTo>
                  <a:lnTo>
                    <a:pt x="1458" y="401"/>
                  </a:lnTo>
                  <a:lnTo>
                    <a:pt x="1457" y="396"/>
                  </a:lnTo>
                  <a:lnTo>
                    <a:pt x="1454" y="392"/>
                  </a:lnTo>
                  <a:lnTo>
                    <a:pt x="1450" y="388"/>
                  </a:lnTo>
                  <a:lnTo>
                    <a:pt x="1445" y="380"/>
                  </a:lnTo>
                  <a:lnTo>
                    <a:pt x="1440" y="370"/>
                  </a:lnTo>
                  <a:lnTo>
                    <a:pt x="1438" y="362"/>
                  </a:lnTo>
                  <a:lnTo>
                    <a:pt x="1438" y="361"/>
                  </a:lnTo>
                  <a:lnTo>
                    <a:pt x="1438" y="360"/>
                  </a:lnTo>
                  <a:lnTo>
                    <a:pt x="1438" y="359"/>
                  </a:lnTo>
                  <a:lnTo>
                    <a:pt x="1438" y="359"/>
                  </a:lnTo>
                  <a:lnTo>
                    <a:pt x="1438" y="357"/>
                  </a:lnTo>
                  <a:lnTo>
                    <a:pt x="1436" y="356"/>
                  </a:lnTo>
                  <a:lnTo>
                    <a:pt x="1436" y="355"/>
                  </a:lnTo>
                  <a:lnTo>
                    <a:pt x="1434" y="351"/>
                  </a:lnTo>
                  <a:lnTo>
                    <a:pt x="1430" y="345"/>
                  </a:lnTo>
                  <a:lnTo>
                    <a:pt x="1425" y="336"/>
                  </a:lnTo>
                  <a:lnTo>
                    <a:pt x="1420" y="327"/>
                  </a:lnTo>
                  <a:lnTo>
                    <a:pt x="1416" y="319"/>
                  </a:lnTo>
                  <a:lnTo>
                    <a:pt x="1414" y="315"/>
                  </a:lnTo>
                  <a:lnTo>
                    <a:pt x="1414" y="314"/>
                  </a:lnTo>
                  <a:lnTo>
                    <a:pt x="1412" y="313"/>
                  </a:lnTo>
                  <a:lnTo>
                    <a:pt x="1411" y="310"/>
                  </a:lnTo>
                  <a:lnTo>
                    <a:pt x="1411" y="308"/>
                  </a:lnTo>
                  <a:lnTo>
                    <a:pt x="1411" y="304"/>
                  </a:lnTo>
                  <a:lnTo>
                    <a:pt x="1414" y="301"/>
                  </a:lnTo>
                  <a:lnTo>
                    <a:pt x="1417" y="299"/>
                  </a:lnTo>
                  <a:lnTo>
                    <a:pt x="1417" y="297"/>
                  </a:lnTo>
                  <a:lnTo>
                    <a:pt x="1419" y="296"/>
                  </a:lnTo>
                  <a:lnTo>
                    <a:pt x="1420" y="294"/>
                  </a:lnTo>
                  <a:lnTo>
                    <a:pt x="1420" y="291"/>
                  </a:lnTo>
                  <a:lnTo>
                    <a:pt x="1417" y="286"/>
                  </a:lnTo>
                  <a:lnTo>
                    <a:pt x="1415" y="277"/>
                  </a:lnTo>
                  <a:lnTo>
                    <a:pt x="1412" y="271"/>
                  </a:lnTo>
                  <a:lnTo>
                    <a:pt x="1410" y="268"/>
                  </a:lnTo>
                  <a:lnTo>
                    <a:pt x="1408" y="266"/>
                  </a:lnTo>
                  <a:lnTo>
                    <a:pt x="1407" y="262"/>
                  </a:lnTo>
                  <a:lnTo>
                    <a:pt x="1407" y="258"/>
                  </a:lnTo>
                  <a:lnTo>
                    <a:pt x="1407" y="254"/>
                  </a:lnTo>
                  <a:lnTo>
                    <a:pt x="1406" y="252"/>
                  </a:lnTo>
                  <a:lnTo>
                    <a:pt x="1406" y="249"/>
                  </a:lnTo>
                  <a:lnTo>
                    <a:pt x="1406" y="248"/>
                  </a:lnTo>
                  <a:lnTo>
                    <a:pt x="1405" y="248"/>
                  </a:lnTo>
                  <a:lnTo>
                    <a:pt x="1403" y="248"/>
                  </a:lnTo>
                  <a:lnTo>
                    <a:pt x="1402" y="245"/>
                  </a:lnTo>
                  <a:lnTo>
                    <a:pt x="1400" y="244"/>
                  </a:lnTo>
                  <a:lnTo>
                    <a:pt x="1400" y="240"/>
                  </a:lnTo>
                  <a:lnTo>
                    <a:pt x="1400" y="238"/>
                  </a:lnTo>
                  <a:lnTo>
                    <a:pt x="1401" y="234"/>
                  </a:lnTo>
                  <a:lnTo>
                    <a:pt x="1402" y="230"/>
                  </a:lnTo>
                  <a:lnTo>
                    <a:pt x="1403" y="227"/>
                  </a:lnTo>
                  <a:lnTo>
                    <a:pt x="1405" y="225"/>
                  </a:lnTo>
                  <a:lnTo>
                    <a:pt x="1406" y="222"/>
                  </a:lnTo>
                  <a:lnTo>
                    <a:pt x="1408" y="221"/>
                  </a:lnTo>
                  <a:lnTo>
                    <a:pt x="1410" y="220"/>
                  </a:lnTo>
                  <a:lnTo>
                    <a:pt x="1412" y="217"/>
                  </a:lnTo>
                  <a:lnTo>
                    <a:pt x="1414" y="216"/>
                  </a:lnTo>
                  <a:lnTo>
                    <a:pt x="1415" y="215"/>
                  </a:lnTo>
                  <a:lnTo>
                    <a:pt x="1416" y="213"/>
                  </a:lnTo>
                  <a:lnTo>
                    <a:pt x="1417" y="213"/>
                  </a:lnTo>
                  <a:lnTo>
                    <a:pt x="1417" y="212"/>
                  </a:lnTo>
                  <a:lnTo>
                    <a:pt x="1419" y="212"/>
                  </a:lnTo>
                  <a:lnTo>
                    <a:pt x="1420" y="211"/>
                  </a:lnTo>
                  <a:lnTo>
                    <a:pt x="1421" y="211"/>
                  </a:lnTo>
                  <a:lnTo>
                    <a:pt x="1422" y="210"/>
                  </a:lnTo>
                  <a:lnTo>
                    <a:pt x="1424" y="210"/>
                  </a:lnTo>
                  <a:close/>
                  <a:moveTo>
                    <a:pt x="649" y="196"/>
                  </a:moveTo>
                  <a:lnTo>
                    <a:pt x="874" y="196"/>
                  </a:lnTo>
                  <a:lnTo>
                    <a:pt x="874" y="212"/>
                  </a:lnTo>
                  <a:lnTo>
                    <a:pt x="893" y="212"/>
                  </a:lnTo>
                  <a:lnTo>
                    <a:pt x="893" y="226"/>
                  </a:lnTo>
                  <a:lnTo>
                    <a:pt x="630" y="226"/>
                  </a:lnTo>
                  <a:lnTo>
                    <a:pt x="630" y="212"/>
                  </a:lnTo>
                  <a:lnTo>
                    <a:pt x="649" y="212"/>
                  </a:lnTo>
                  <a:lnTo>
                    <a:pt x="649" y="196"/>
                  </a:lnTo>
                  <a:close/>
                  <a:moveTo>
                    <a:pt x="965" y="185"/>
                  </a:moveTo>
                  <a:lnTo>
                    <a:pt x="969" y="187"/>
                  </a:lnTo>
                  <a:lnTo>
                    <a:pt x="974" y="191"/>
                  </a:lnTo>
                  <a:lnTo>
                    <a:pt x="982" y="193"/>
                  </a:lnTo>
                  <a:lnTo>
                    <a:pt x="993" y="194"/>
                  </a:lnTo>
                  <a:lnTo>
                    <a:pt x="1002" y="194"/>
                  </a:lnTo>
                  <a:lnTo>
                    <a:pt x="1007" y="196"/>
                  </a:lnTo>
                  <a:lnTo>
                    <a:pt x="1012" y="197"/>
                  </a:lnTo>
                  <a:lnTo>
                    <a:pt x="1015" y="201"/>
                  </a:lnTo>
                  <a:lnTo>
                    <a:pt x="1017" y="205"/>
                  </a:lnTo>
                  <a:lnTo>
                    <a:pt x="1019" y="210"/>
                  </a:lnTo>
                  <a:lnTo>
                    <a:pt x="1019" y="222"/>
                  </a:lnTo>
                  <a:lnTo>
                    <a:pt x="1020" y="233"/>
                  </a:lnTo>
                  <a:lnTo>
                    <a:pt x="1023" y="239"/>
                  </a:lnTo>
                  <a:lnTo>
                    <a:pt x="1026" y="244"/>
                  </a:lnTo>
                  <a:lnTo>
                    <a:pt x="1029" y="247"/>
                  </a:lnTo>
                  <a:lnTo>
                    <a:pt x="1026" y="248"/>
                  </a:lnTo>
                  <a:lnTo>
                    <a:pt x="1020" y="244"/>
                  </a:lnTo>
                  <a:lnTo>
                    <a:pt x="1014" y="240"/>
                  </a:lnTo>
                  <a:lnTo>
                    <a:pt x="1007" y="235"/>
                  </a:lnTo>
                  <a:lnTo>
                    <a:pt x="982" y="206"/>
                  </a:lnTo>
                  <a:lnTo>
                    <a:pt x="978" y="202"/>
                  </a:lnTo>
                  <a:lnTo>
                    <a:pt x="973" y="196"/>
                  </a:lnTo>
                  <a:lnTo>
                    <a:pt x="969" y="191"/>
                  </a:lnTo>
                  <a:lnTo>
                    <a:pt x="966" y="187"/>
                  </a:lnTo>
                  <a:lnTo>
                    <a:pt x="965" y="185"/>
                  </a:lnTo>
                  <a:close/>
                  <a:moveTo>
                    <a:pt x="2979" y="164"/>
                  </a:moveTo>
                  <a:lnTo>
                    <a:pt x="3045" y="206"/>
                  </a:lnTo>
                  <a:lnTo>
                    <a:pt x="3111" y="248"/>
                  </a:lnTo>
                  <a:lnTo>
                    <a:pt x="2848" y="248"/>
                  </a:lnTo>
                  <a:lnTo>
                    <a:pt x="2914" y="206"/>
                  </a:lnTo>
                  <a:lnTo>
                    <a:pt x="2979" y="164"/>
                  </a:lnTo>
                  <a:close/>
                  <a:moveTo>
                    <a:pt x="47" y="163"/>
                  </a:moveTo>
                  <a:lnTo>
                    <a:pt x="62" y="165"/>
                  </a:lnTo>
                  <a:lnTo>
                    <a:pt x="75" y="173"/>
                  </a:lnTo>
                  <a:lnTo>
                    <a:pt x="85" y="185"/>
                  </a:lnTo>
                  <a:lnTo>
                    <a:pt x="91" y="202"/>
                  </a:lnTo>
                  <a:lnTo>
                    <a:pt x="94" y="221"/>
                  </a:lnTo>
                  <a:lnTo>
                    <a:pt x="91" y="239"/>
                  </a:lnTo>
                  <a:lnTo>
                    <a:pt x="85" y="255"/>
                  </a:lnTo>
                  <a:lnTo>
                    <a:pt x="75" y="268"/>
                  </a:lnTo>
                  <a:lnTo>
                    <a:pt x="62" y="276"/>
                  </a:lnTo>
                  <a:lnTo>
                    <a:pt x="47" y="278"/>
                  </a:lnTo>
                  <a:lnTo>
                    <a:pt x="32" y="276"/>
                  </a:lnTo>
                  <a:lnTo>
                    <a:pt x="19" y="268"/>
                  </a:lnTo>
                  <a:lnTo>
                    <a:pt x="9" y="255"/>
                  </a:lnTo>
                  <a:lnTo>
                    <a:pt x="1" y="239"/>
                  </a:lnTo>
                  <a:lnTo>
                    <a:pt x="0" y="221"/>
                  </a:lnTo>
                  <a:lnTo>
                    <a:pt x="1" y="202"/>
                  </a:lnTo>
                  <a:lnTo>
                    <a:pt x="9" y="185"/>
                  </a:lnTo>
                  <a:lnTo>
                    <a:pt x="19" y="173"/>
                  </a:lnTo>
                  <a:lnTo>
                    <a:pt x="32" y="165"/>
                  </a:lnTo>
                  <a:lnTo>
                    <a:pt x="47" y="163"/>
                  </a:lnTo>
                  <a:close/>
                  <a:moveTo>
                    <a:pt x="2486" y="160"/>
                  </a:moveTo>
                  <a:lnTo>
                    <a:pt x="2490" y="160"/>
                  </a:lnTo>
                  <a:lnTo>
                    <a:pt x="2501" y="163"/>
                  </a:lnTo>
                  <a:lnTo>
                    <a:pt x="2510" y="168"/>
                  </a:lnTo>
                  <a:lnTo>
                    <a:pt x="2515" y="177"/>
                  </a:lnTo>
                  <a:lnTo>
                    <a:pt x="2518" y="188"/>
                  </a:lnTo>
                  <a:lnTo>
                    <a:pt x="2518" y="208"/>
                  </a:lnTo>
                  <a:lnTo>
                    <a:pt x="2515" y="219"/>
                  </a:lnTo>
                  <a:lnTo>
                    <a:pt x="2510" y="227"/>
                  </a:lnTo>
                  <a:lnTo>
                    <a:pt x="2501" y="234"/>
                  </a:lnTo>
                  <a:lnTo>
                    <a:pt x="2490" y="236"/>
                  </a:lnTo>
                  <a:lnTo>
                    <a:pt x="2464" y="236"/>
                  </a:lnTo>
                  <a:lnTo>
                    <a:pt x="2466" y="230"/>
                  </a:lnTo>
                  <a:lnTo>
                    <a:pt x="2467" y="225"/>
                  </a:lnTo>
                  <a:lnTo>
                    <a:pt x="2467" y="193"/>
                  </a:lnTo>
                  <a:lnTo>
                    <a:pt x="2466" y="185"/>
                  </a:lnTo>
                  <a:lnTo>
                    <a:pt x="2464" y="179"/>
                  </a:lnTo>
                  <a:lnTo>
                    <a:pt x="2462" y="173"/>
                  </a:lnTo>
                  <a:lnTo>
                    <a:pt x="2476" y="169"/>
                  </a:lnTo>
                  <a:lnTo>
                    <a:pt x="2486" y="160"/>
                  </a:lnTo>
                  <a:close/>
                  <a:moveTo>
                    <a:pt x="2266" y="160"/>
                  </a:moveTo>
                  <a:lnTo>
                    <a:pt x="2269" y="160"/>
                  </a:lnTo>
                  <a:lnTo>
                    <a:pt x="2280" y="169"/>
                  </a:lnTo>
                  <a:lnTo>
                    <a:pt x="2294" y="173"/>
                  </a:lnTo>
                  <a:lnTo>
                    <a:pt x="2291" y="179"/>
                  </a:lnTo>
                  <a:lnTo>
                    <a:pt x="2290" y="185"/>
                  </a:lnTo>
                  <a:lnTo>
                    <a:pt x="2289" y="193"/>
                  </a:lnTo>
                  <a:lnTo>
                    <a:pt x="2289" y="225"/>
                  </a:lnTo>
                  <a:lnTo>
                    <a:pt x="2290" y="230"/>
                  </a:lnTo>
                  <a:lnTo>
                    <a:pt x="2290" y="236"/>
                  </a:lnTo>
                  <a:lnTo>
                    <a:pt x="2266" y="236"/>
                  </a:lnTo>
                  <a:lnTo>
                    <a:pt x="2254" y="234"/>
                  </a:lnTo>
                  <a:lnTo>
                    <a:pt x="2245" y="227"/>
                  </a:lnTo>
                  <a:lnTo>
                    <a:pt x="2240" y="219"/>
                  </a:lnTo>
                  <a:lnTo>
                    <a:pt x="2238" y="208"/>
                  </a:lnTo>
                  <a:lnTo>
                    <a:pt x="2238" y="188"/>
                  </a:lnTo>
                  <a:lnTo>
                    <a:pt x="2240" y="177"/>
                  </a:lnTo>
                  <a:lnTo>
                    <a:pt x="2245" y="168"/>
                  </a:lnTo>
                  <a:lnTo>
                    <a:pt x="2254" y="163"/>
                  </a:lnTo>
                  <a:lnTo>
                    <a:pt x="2266" y="160"/>
                  </a:lnTo>
                  <a:close/>
                  <a:moveTo>
                    <a:pt x="2338" y="159"/>
                  </a:moveTo>
                  <a:lnTo>
                    <a:pt x="2342" y="159"/>
                  </a:lnTo>
                  <a:lnTo>
                    <a:pt x="2352" y="169"/>
                  </a:lnTo>
                  <a:lnTo>
                    <a:pt x="2364" y="175"/>
                  </a:lnTo>
                  <a:lnTo>
                    <a:pt x="2378" y="177"/>
                  </a:lnTo>
                  <a:lnTo>
                    <a:pt x="2392" y="175"/>
                  </a:lnTo>
                  <a:lnTo>
                    <a:pt x="2403" y="169"/>
                  </a:lnTo>
                  <a:lnTo>
                    <a:pt x="2413" y="159"/>
                  </a:lnTo>
                  <a:lnTo>
                    <a:pt x="2417" y="159"/>
                  </a:lnTo>
                  <a:lnTo>
                    <a:pt x="2431" y="163"/>
                  </a:lnTo>
                  <a:lnTo>
                    <a:pt x="2443" y="170"/>
                  </a:lnTo>
                  <a:lnTo>
                    <a:pt x="2450" y="182"/>
                  </a:lnTo>
                  <a:lnTo>
                    <a:pt x="2453" y="196"/>
                  </a:lnTo>
                  <a:lnTo>
                    <a:pt x="2453" y="222"/>
                  </a:lnTo>
                  <a:lnTo>
                    <a:pt x="2450" y="236"/>
                  </a:lnTo>
                  <a:lnTo>
                    <a:pt x="2443" y="248"/>
                  </a:lnTo>
                  <a:lnTo>
                    <a:pt x="2431" y="255"/>
                  </a:lnTo>
                  <a:lnTo>
                    <a:pt x="2417" y="258"/>
                  </a:lnTo>
                  <a:lnTo>
                    <a:pt x="2338" y="258"/>
                  </a:lnTo>
                  <a:lnTo>
                    <a:pt x="2324" y="255"/>
                  </a:lnTo>
                  <a:lnTo>
                    <a:pt x="2313" y="248"/>
                  </a:lnTo>
                  <a:lnTo>
                    <a:pt x="2305" y="236"/>
                  </a:lnTo>
                  <a:lnTo>
                    <a:pt x="2303" y="222"/>
                  </a:lnTo>
                  <a:lnTo>
                    <a:pt x="2303" y="196"/>
                  </a:lnTo>
                  <a:lnTo>
                    <a:pt x="2305" y="182"/>
                  </a:lnTo>
                  <a:lnTo>
                    <a:pt x="2313" y="170"/>
                  </a:lnTo>
                  <a:lnTo>
                    <a:pt x="2324" y="163"/>
                  </a:lnTo>
                  <a:lnTo>
                    <a:pt x="2338" y="159"/>
                  </a:lnTo>
                  <a:close/>
                  <a:moveTo>
                    <a:pt x="446" y="157"/>
                  </a:moveTo>
                  <a:lnTo>
                    <a:pt x="451" y="159"/>
                  </a:lnTo>
                  <a:lnTo>
                    <a:pt x="453" y="160"/>
                  </a:lnTo>
                  <a:lnTo>
                    <a:pt x="456" y="164"/>
                  </a:lnTo>
                  <a:lnTo>
                    <a:pt x="456" y="168"/>
                  </a:lnTo>
                  <a:lnTo>
                    <a:pt x="456" y="194"/>
                  </a:lnTo>
                  <a:lnTo>
                    <a:pt x="482" y="194"/>
                  </a:lnTo>
                  <a:lnTo>
                    <a:pt x="486" y="194"/>
                  </a:lnTo>
                  <a:lnTo>
                    <a:pt x="490" y="197"/>
                  </a:lnTo>
                  <a:lnTo>
                    <a:pt x="491" y="199"/>
                  </a:lnTo>
                  <a:lnTo>
                    <a:pt x="493" y="205"/>
                  </a:lnTo>
                  <a:lnTo>
                    <a:pt x="491" y="208"/>
                  </a:lnTo>
                  <a:lnTo>
                    <a:pt x="490" y="211"/>
                  </a:lnTo>
                  <a:lnTo>
                    <a:pt x="486" y="213"/>
                  </a:lnTo>
                  <a:lnTo>
                    <a:pt x="482" y="215"/>
                  </a:lnTo>
                  <a:lnTo>
                    <a:pt x="456" y="215"/>
                  </a:lnTo>
                  <a:lnTo>
                    <a:pt x="456" y="240"/>
                  </a:lnTo>
                  <a:lnTo>
                    <a:pt x="456" y="244"/>
                  </a:lnTo>
                  <a:lnTo>
                    <a:pt x="453" y="248"/>
                  </a:lnTo>
                  <a:lnTo>
                    <a:pt x="451" y="249"/>
                  </a:lnTo>
                  <a:lnTo>
                    <a:pt x="446" y="250"/>
                  </a:lnTo>
                  <a:lnTo>
                    <a:pt x="442" y="249"/>
                  </a:lnTo>
                  <a:lnTo>
                    <a:pt x="439" y="248"/>
                  </a:lnTo>
                  <a:lnTo>
                    <a:pt x="437" y="244"/>
                  </a:lnTo>
                  <a:lnTo>
                    <a:pt x="435" y="240"/>
                  </a:lnTo>
                  <a:lnTo>
                    <a:pt x="435" y="215"/>
                  </a:lnTo>
                  <a:lnTo>
                    <a:pt x="410" y="215"/>
                  </a:lnTo>
                  <a:lnTo>
                    <a:pt x="406" y="213"/>
                  </a:lnTo>
                  <a:lnTo>
                    <a:pt x="402" y="211"/>
                  </a:lnTo>
                  <a:lnTo>
                    <a:pt x="401" y="208"/>
                  </a:lnTo>
                  <a:lnTo>
                    <a:pt x="400" y="205"/>
                  </a:lnTo>
                  <a:lnTo>
                    <a:pt x="401" y="199"/>
                  </a:lnTo>
                  <a:lnTo>
                    <a:pt x="402" y="197"/>
                  </a:lnTo>
                  <a:lnTo>
                    <a:pt x="406" y="194"/>
                  </a:lnTo>
                  <a:lnTo>
                    <a:pt x="410" y="194"/>
                  </a:lnTo>
                  <a:lnTo>
                    <a:pt x="435" y="194"/>
                  </a:lnTo>
                  <a:lnTo>
                    <a:pt x="435" y="168"/>
                  </a:lnTo>
                  <a:lnTo>
                    <a:pt x="437" y="164"/>
                  </a:lnTo>
                  <a:lnTo>
                    <a:pt x="439" y="160"/>
                  </a:lnTo>
                  <a:lnTo>
                    <a:pt x="442" y="159"/>
                  </a:lnTo>
                  <a:lnTo>
                    <a:pt x="446" y="157"/>
                  </a:lnTo>
                  <a:close/>
                  <a:moveTo>
                    <a:pt x="2699" y="149"/>
                  </a:moveTo>
                  <a:lnTo>
                    <a:pt x="2699" y="149"/>
                  </a:lnTo>
                  <a:lnTo>
                    <a:pt x="2705" y="151"/>
                  </a:lnTo>
                  <a:lnTo>
                    <a:pt x="2709" y="154"/>
                  </a:lnTo>
                  <a:lnTo>
                    <a:pt x="2713" y="156"/>
                  </a:lnTo>
                  <a:lnTo>
                    <a:pt x="2714" y="159"/>
                  </a:lnTo>
                  <a:lnTo>
                    <a:pt x="2715" y="163"/>
                  </a:lnTo>
                  <a:lnTo>
                    <a:pt x="2715" y="165"/>
                  </a:lnTo>
                  <a:lnTo>
                    <a:pt x="2715" y="169"/>
                  </a:lnTo>
                  <a:lnTo>
                    <a:pt x="2713" y="173"/>
                  </a:lnTo>
                  <a:lnTo>
                    <a:pt x="2710" y="175"/>
                  </a:lnTo>
                  <a:lnTo>
                    <a:pt x="2706" y="178"/>
                  </a:lnTo>
                  <a:lnTo>
                    <a:pt x="2702" y="180"/>
                  </a:lnTo>
                  <a:lnTo>
                    <a:pt x="2699" y="182"/>
                  </a:lnTo>
                  <a:lnTo>
                    <a:pt x="2699" y="149"/>
                  </a:lnTo>
                  <a:close/>
                  <a:moveTo>
                    <a:pt x="996" y="141"/>
                  </a:moveTo>
                  <a:lnTo>
                    <a:pt x="996" y="154"/>
                  </a:lnTo>
                  <a:lnTo>
                    <a:pt x="1124" y="154"/>
                  </a:lnTo>
                  <a:lnTo>
                    <a:pt x="1124" y="141"/>
                  </a:lnTo>
                  <a:lnTo>
                    <a:pt x="996" y="141"/>
                  </a:lnTo>
                  <a:close/>
                  <a:moveTo>
                    <a:pt x="438" y="131"/>
                  </a:moveTo>
                  <a:lnTo>
                    <a:pt x="419" y="136"/>
                  </a:lnTo>
                  <a:lnTo>
                    <a:pt x="402" y="145"/>
                  </a:lnTo>
                  <a:lnTo>
                    <a:pt x="388" y="157"/>
                  </a:lnTo>
                  <a:lnTo>
                    <a:pt x="378" y="173"/>
                  </a:lnTo>
                  <a:lnTo>
                    <a:pt x="372" y="192"/>
                  </a:lnTo>
                  <a:lnTo>
                    <a:pt x="370" y="211"/>
                  </a:lnTo>
                  <a:lnTo>
                    <a:pt x="376" y="230"/>
                  </a:lnTo>
                  <a:lnTo>
                    <a:pt x="384" y="248"/>
                  </a:lnTo>
                  <a:lnTo>
                    <a:pt x="397" y="262"/>
                  </a:lnTo>
                  <a:lnTo>
                    <a:pt x="412" y="272"/>
                  </a:lnTo>
                  <a:lnTo>
                    <a:pt x="432" y="277"/>
                  </a:lnTo>
                  <a:lnTo>
                    <a:pt x="451" y="278"/>
                  </a:lnTo>
                  <a:lnTo>
                    <a:pt x="471" y="273"/>
                  </a:lnTo>
                  <a:lnTo>
                    <a:pt x="488" y="264"/>
                  </a:lnTo>
                  <a:lnTo>
                    <a:pt x="502" y="252"/>
                  </a:lnTo>
                  <a:lnTo>
                    <a:pt x="512" y="236"/>
                  </a:lnTo>
                  <a:lnTo>
                    <a:pt x="517" y="219"/>
                  </a:lnTo>
                  <a:lnTo>
                    <a:pt x="518" y="198"/>
                  </a:lnTo>
                  <a:lnTo>
                    <a:pt x="514" y="179"/>
                  </a:lnTo>
                  <a:lnTo>
                    <a:pt x="505" y="163"/>
                  </a:lnTo>
                  <a:lnTo>
                    <a:pt x="493" y="149"/>
                  </a:lnTo>
                  <a:lnTo>
                    <a:pt x="476" y="138"/>
                  </a:lnTo>
                  <a:lnTo>
                    <a:pt x="458" y="132"/>
                  </a:lnTo>
                  <a:lnTo>
                    <a:pt x="438" y="131"/>
                  </a:lnTo>
                  <a:close/>
                  <a:moveTo>
                    <a:pt x="1777" y="126"/>
                  </a:moveTo>
                  <a:lnTo>
                    <a:pt x="1777" y="127"/>
                  </a:lnTo>
                  <a:lnTo>
                    <a:pt x="1777" y="128"/>
                  </a:lnTo>
                  <a:lnTo>
                    <a:pt x="1779" y="131"/>
                  </a:lnTo>
                  <a:lnTo>
                    <a:pt x="1780" y="133"/>
                  </a:lnTo>
                  <a:lnTo>
                    <a:pt x="1783" y="136"/>
                  </a:lnTo>
                  <a:lnTo>
                    <a:pt x="1785" y="138"/>
                  </a:lnTo>
                  <a:lnTo>
                    <a:pt x="1787" y="141"/>
                  </a:lnTo>
                  <a:lnTo>
                    <a:pt x="1806" y="161"/>
                  </a:lnTo>
                  <a:lnTo>
                    <a:pt x="1808" y="164"/>
                  </a:lnTo>
                  <a:lnTo>
                    <a:pt x="1811" y="165"/>
                  </a:lnTo>
                  <a:lnTo>
                    <a:pt x="1813" y="168"/>
                  </a:lnTo>
                  <a:lnTo>
                    <a:pt x="1816" y="169"/>
                  </a:lnTo>
                  <a:lnTo>
                    <a:pt x="1819" y="170"/>
                  </a:lnTo>
                  <a:lnTo>
                    <a:pt x="1820" y="170"/>
                  </a:lnTo>
                  <a:lnTo>
                    <a:pt x="1820" y="170"/>
                  </a:lnTo>
                  <a:lnTo>
                    <a:pt x="1820" y="169"/>
                  </a:lnTo>
                  <a:lnTo>
                    <a:pt x="1819" y="166"/>
                  </a:lnTo>
                  <a:lnTo>
                    <a:pt x="1816" y="164"/>
                  </a:lnTo>
                  <a:lnTo>
                    <a:pt x="1815" y="161"/>
                  </a:lnTo>
                  <a:lnTo>
                    <a:pt x="1813" y="157"/>
                  </a:lnTo>
                  <a:lnTo>
                    <a:pt x="1813" y="152"/>
                  </a:lnTo>
                  <a:lnTo>
                    <a:pt x="1813" y="143"/>
                  </a:lnTo>
                  <a:lnTo>
                    <a:pt x="1812" y="140"/>
                  </a:lnTo>
                  <a:lnTo>
                    <a:pt x="1810" y="136"/>
                  </a:lnTo>
                  <a:lnTo>
                    <a:pt x="1806" y="133"/>
                  </a:lnTo>
                  <a:lnTo>
                    <a:pt x="1802" y="132"/>
                  </a:lnTo>
                  <a:lnTo>
                    <a:pt x="1796" y="132"/>
                  </a:lnTo>
                  <a:lnTo>
                    <a:pt x="1791" y="132"/>
                  </a:lnTo>
                  <a:lnTo>
                    <a:pt x="1785" y="131"/>
                  </a:lnTo>
                  <a:lnTo>
                    <a:pt x="1782" y="129"/>
                  </a:lnTo>
                  <a:lnTo>
                    <a:pt x="1779" y="128"/>
                  </a:lnTo>
                  <a:lnTo>
                    <a:pt x="1778" y="127"/>
                  </a:lnTo>
                  <a:lnTo>
                    <a:pt x="1777" y="126"/>
                  </a:lnTo>
                  <a:close/>
                  <a:moveTo>
                    <a:pt x="996" y="113"/>
                  </a:moveTo>
                  <a:lnTo>
                    <a:pt x="996" y="124"/>
                  </a:lnTo>
                  <a:lnTo>
                    <a:pt x="1124" y="124"/>
                  </a:lnTo>
                  <a:lnTo>
                    <a:pt x="1124" y="113"/>
                  </a:lnTo>
                  <a:lnTo>
                    <a:pt x="996" y="113"/>
                  </a:lnTo>
                  <a:close/>
                  <a:moveTo>
                    <a:pt x="2462" y="110"/>
                  </a:moveTo>
                  <a:lnTo>
                    <a:pt x="2474" y="114"/>
                  </a:lnTo>
                  <a:lnTo>
                    <a:pt x="2483" y="124"/>
                  </a:lnTo>
                  <a:lnTo>
                    <a:pt x="2487" y="137"/>
                  </a:lnTo>
                  <a:lnTo>
                    <a:pt x="2483" y="151"/>
                  </a:lnTo>
                  <a:lnTo>
                    <a:pt x="2474" y="160"/>
                  </a:lnTo>
                  <a:lnTo>
                    <a:pt x="2462" y="164"/>
                  </a:lnTo>
                  <a:lnTo>
                    <a:pt x="2448" y="160"/>
                  </a:lnTo>
                  <a:lnTo>
                    <a:pt x="2439" y="151"/>
                  </a:lnTo>
                  <a:lnTo>
                    <a:pt x="2435" y="137"/>
                  </a:lnTo>
                  <a:lnTo>
                    <a:pt x="2439" y="124"/>
                  </a:lnTo>
                  <a:lnTo>
                    <a:pt x="2448" y="114"/>
                  </a:lnTo>
                  <a:lnTo>
                    <a:pt x="2462" y="110"/>
                  </a:lnTo>
                  <a:close/>
                  <a:moveTo>
                    <a:pt x="2294" y="110"/>
                  </a:moveTo>
                  <a:lnTo>
                    <a:pt x="2308" y="114"/>
                  </a:lnTo>
                  <a:lnTo>
                    <a:pt x="2317" y="124"/>
                  </a:lnTo>
                  <a:lnTo>
                    <a:pt x="2320" y="137"/>
                  </a:lnTo>
                  <a:lnTo>
                    <a:pt x="2317" y="151"/>
                  </a:lnTo>
                  <a:lnTo>
                    <a:pt x="2308" y="160"/>
                  </a:lnTo>
                  <a:lnTo>
                    <a:pt x="2294" y="164"/>
                  </a:lnTo>
                  <a:lnTo>
                    <a:pt x="2281" y="160"/>
                  </a:lnTo>
                  <a:lnTo>
                    <a:pt x="2272" y="151"/>
                  </a:lnTo>
                  <a:lnTo>
                    <a:pt x="2268" y="137"/>
                  </a:lnTo>
                  <a:lnTo>
                    <a:pt x="2272" y="124"/>
                  </a:lnTo>
                  <a:lnTo>
                    <a:pt x="2281" y="114"/>
                  </a:lnTo>
                  <a:lnTo>
                    <a:pt x="2294" y="110"/>
                  </a:lnTo>
                  <a:close/>
                  <a:moveTo>
                    <a:pt x="2126" y="107"/>
                  </a:moveTo>
                  <a:lnTo>
                    <a:pt x="2123" y="108"/>
                  </a:lnTo>
                  <a:lnTo>
                    <a:pt x="2120" y="109"/>
                  </a:lnTo>
                  <a:lnTo>
                    <a:pt x="2119" y="113"/>
                  </a:lnTo>
                  <a:lnTo>
                    <a:pt x="2110" y="216"/>
                  </a:lnTo>
                  <a:lnTo>
                    <a:pt x="2112" y="220"/>
                  </a:lnTo>
                  <a:lnTo>
                    <a:pt x="2113" y="222"/>
                  </a:lnTo>
                  <a:lnTo>
                    <a:pt x="2117" y="222"/>
                  </a:lnTo>
                  <a:lnTo>
                    <a:pt x="2119" y="222"/>
                  </a:lnTo>
                  <a:lnTo>
                    <a:pt x="2122" y="220"/>
                  </a:lnTo>
                  <a:lnTo>
                    <a:pt x="2123" y="217"/>
                  </a:lnTo>
                  <a:lnTo>
                    <a:pt x="2132" y="114"/>
                  </a:lnTo>
                  <a:lnTo>
                    <a:pt x="2131" y="110"/>
                  </a:lnTo>
                  <a:lnTo>
                    <a:pt x="2129" y="108"/>
                  </a:lnTo>
                  <a:lnTo>
                    <a:pt x="2126" y="107"/>
                  </a:lnTo>
                  <a:close/>
                  <a:moveTo>
                    <a:pt x="2047" y="107"/>
                  </a:moveTo>
                  <a:lnTo>
                    <a:pt x="2043" y="108"/>
                  </a:lnTo>
                  <a:lnTo>
                    <a:pt x="2041" y="110"/>
                  </a:lnTo>
                  <a:lnTo>
                    <a:pt x="2040" y="114"/>
                  </a:lnTo>
                  <a:lnTo>
                    <a:pt x="2049" y="217"/>
                  </a:lnTo>
                  <a:lnTo>
                    <a:pt x="2050" y="220"/>
                  </a:lnTo>
                  <a:lnTo>
                    <a:pt x="2053" y="222"/>
                  </a:lnTo>
                  <a:lnTo>
                    <a:pt x="2055" y="222"/>
                  </a:lnTo>
                  <a:lnTo>
                    <a:pt x="2059" y="222"/>
                  </a:lnTo>
                  <a:lnTo>
                    <a:pt x="2061" y="220"/>
                  </a:lnTo>
                  <a:lnTo>
                    <a:pt x="2062" y="216"/>
                  </a:lnTo>
                  <a:lnTo>
                    <a:pt x="2053" y="113"/>
                  </a:lnTo>
                  <a:lnTo>
                    <a:pt x="2052" y="109"/>
                  </a:lnTo>
                  <a:lnTo>
                    <a:pt x="2049" y="108"/>
                  </a:lnTo>
                  <a:lnTo>
                    <a:pt x="2047" y="107"/>
                  </a:lnTo>
                  <a:close/>
                  <a:moveTo>
                    <a:pt x="2086" y="107"/>
                  </a:moveTo>
                  <a:lnTo>
                    <a:pt x="2082" y="108"/>
                  </a:lnTo>
                  <a:lnTo>
                    <a:pt x="2081" y="110"/>
                  </a:lnTo>
                  <a:lnTo>
                    <a:pt x="2080" y="113"/>
                  </a:lnTo>
                  <a:lnTo>
                    <a:pt x="2080" y="217"/>
                  </a:lnTo>
                  <a:lnTo>
                    <a:pt x="2081" y="220"/>
                  </a:lnTo>
                  <a:lnTo>
                    <a:pt x="2082" y="222"/>
                  </a:lnTo>
                  <a:lnTo>
                    <a:pt x="2086" y="222"/>
                  </a:lnTo>
                  <a:lnTo>
                    <a:pt x="2089" y="222"/>
                  </a:lnTo>
                  <a:lnTo>
                    <a:pt x="2091" y="220"/>
                  </a:lnTo>
                  <a:lnTo>
                    <a:pt x="2092" y="217"/>
                  </a:lnTo>
                  <a:lnTo>
                    <a:pt x="2092" y="113"/>
                  </a:lnTo>
                  <a:lnTo>
                    <a:pt x="2091" y="110"/>
                  </a:lnTo>
                  <a:lnTo>
                    <a:pt x="2089" y="108"/>
                  </a:lnTo>
                  <a:lnTo>
                    <a:pt x="2086" y="107"/>
                  </a:lnTo>
                  <a:close/>
                  <a:moveTo>
                    <a:pt x="437" y="107"/>
                  </a:moveTo>
                  <a:lnTo>
                    <a:pt x="462" y="108"/>
                  </a:lnTo>
                  <a:lnTo>
                    <a:pt x="488" y="115"/>
                  </a:lnTo>
                  <a:lnTo>
                    <a:pt x="508" y="129"/>
                  </a:lnTo>
                  <a:lnTo>
                    <a:pt x="526" y="147"/>
                  </a:lnTo>
                  <a:lnTo>
                    <a:pt x="537" y="170"/>
                  </a:lnTo>
                  <a:lnTo>
                    <a:pt x="544" y="196"/>
                  </a:lnTo>
                  <a:lnTo>
                    <a:pt x="542" y="222"/>
                  </a:lnTo>
                  <a:lnTo>
                    <a:pt x="535" y="247"/>
                  </a:lnTo>
                  <a:lnTo>
                    <a:pt x="521" y="268"/>
                  </a:lnTo>
                  <a:lnTo>
                    <a:pt x="502" y="286"/>
                  </a:lnTo>
                  <a:lnTo>
                    <a:pt x="479" y="297"/>
                  </a:lnTo>
                  <a:lnTo>
                    <a:pt x="453" y="304"/>
                  </a:lnTo>
                  <a:lnTo>
                    <a:pt x="426" y="303"/>
                  </a:lnTo>
                  <a:lnTo>
                    <a:pt x="402" y="294"/>
                  </a:lnTo>
                  <a:lnTo>
                    <a:pt x="381" y="281"/>
                  </a:lnTo>
                  <a:lnTo>
                    <a:pt x="364" y="262"/>
                  </a:lnTo>
                  <a:lnTo>
                    <a:pt x="351" y="239"/>
                  </a:lnTo>
                  <a:lnTo>
                    <a:pt x="346" y="213"/>
                  </a:lnTo>
                  <a:lnTo>
                    <a:pt x="347" y="188"/>
                  </a:lnTo>
                  <a:lnTo>
                    <a:pt x="355" y="163"/>
                  </a:lnTo>
                  <a:lnTo>
                    <a:pt x="369" y="141"/>
                  </a:lnTo>
                  <a:lnTo>
                    <a:pt x="388" y="123"/>
                  </a:lnTo>
                  <a:lnTo>
                    <a:pt x="411" y="112"/>
                  </a:lnTo>
                  <a:lnTo>
                    <a:pt x="437" y="107"/>
                  </a:lnTo>
                  <a:close/>
                  <a:moveTo>
                    <a:pt x="2015" y="96"/>
                  </a:moveTo>
                  <a:lnTo>
                    <a:pt x="2157" y="96"/>
                  </a:lnTo>
                  <a:lnTo>
                    <a:pt x="2142" y="225"/>
                  </a:lnTo>
                  <a:lnTo>
                    <a:pt x="2138" y="234"/>
                  </a:lnTo>
                  <a:lnTo>
                    <a:pt x="2132" y="240"/>
                  </a:lnTo>
                  <a:lnTo>
                    <a:pt x="2122" y="243"/>
                  </a:lnTo>
                  <a:lnTo>
                    <a:pt x="2050" y="243"/>
                  </a:lnTo>
                  <a:lnTo>
                    <a:pt x="2040" y="240"/>
                  </a:lnTo>
                  <a:lnTo>
                    <a:pt x="2033" y="234"/>
                  </a:lnTo>
                  <a:lnTo>
                    <a:pt x="2030" y="225"/>
                  </a:lnTo>
                  <a:lnTo>
                    <a:pt x="2015" y="96"/>
                  </a:lnTo>
                  <a:close/>
                  <a:moveTo>
                    <a:pt x="2682" y="96"/>
                  </a:moveTo>
                  <a:lnTo>
                    <a:pt x="2682" y="126"/>
                  </a:lnTo>
                  <a:lnTo>
                    <a:pt x="2680" y="126"/>
                  </a:lnTo>
                  <a:lnTo>
                    <a:pt x="2677" y="124"/>
                  </a:lnTo>
                  <a:lnTo>
                    <a:pt x="2674" y="123"/>
                  </a:lnTo>
                  <a:lnTo>
                    <a:pt x="2672" y="122"/>
                  </a:lnTo>
                  <a:lnTo>
                    <a:pt x="2669" y="119"/>
                  </a:lnTo>
                  <a:lnTo>
                    <a:pt x="2667" y="117"/>
                  </a:lnTo>
                  <a:lnTo>
                    <a:pt x="2666" y="114"/>
                  </a:lnTo>
                  <a:lnTo>
                    <a:pt x="2664" y="110"/>
                  </a:lnTo>
                  <a:lnTo>
                    <a:pt x="2666" y="107"/>
                  </a:lnTo>
                  <a:lnTo>
                    <a:pt x="2667" y="103"/>
                  </a:lnTo>
                  <a:lnTo>
                    <a:pt x="2669" y="100"/>
                  </a:lnTo>
                  <a:lnTo>
                    <a:pt x="2673" y="98"/>
                  </a:lnTo>
                  <a:lnTo>
                    <a:pt x="2677" y="96"/>
                  </a:lnTo>
                  <a:lnTo>
                    <a:pt x="2682" y="96"/>
                  </a:lnTo>
                  <a:close/>
                  <a:moveTo>
                    <a:pt x="1788" y="95"/>
                  </a:moveTo>
                  <a:lnTo>
                    <a:pt x="1900" y="95"/>
                  </a:lnTo>
                  <a:lnTo>
                    <a:pt x="1900" y="105"/>
                  </a:lnTo>
                  <a:lnTo>
                    <a:pt x="1788" y="105"/>
                  </a:lnTo>
                  <a:lnTo>
                    <a:pt x="1788" y="95"/>
                  </a:lnTo>
                  <a:close/>
                  <a:moveTo>
                    <a:pt x="2378" y="91"/>
                  </a:moveTo>
                  <a:lnTo>
                    <a:pt x="2392" y="95"/>
                  </a:lnTo>
                  <a:lnTo>
                    <a:pt x="2403" y="103"/>
                  </a:lnTo>
                  <a:lnTo>
                    <a:pt x="2411" y="114"/>
                  </a:lnTo>
                  <a:lnTo>
                    <a:pt x="2413" y="128"/>
                  </a:lnTo>
                  <a:lnTo>
                    <a:pt x="2411" y="142"/>
                  </a:lnTo>
                  <a:lnTo>
                    <a:pt x="2403" y="154"/>
                  </a:lnTo>
                  <a:lnTo>
                    <a:pt x="2392" y="161"/>
                  </a:lnTo>
                  <a:lnTo>
                    <a:pt x="2378" y="164"/>
                  </a:lnTo>
                  <a:lnTo>
                    <a:pt x="2364" y="161"/>
                  </a:lnTo>
                  <a:lnTo>
                    <a:pt x="2352" y="154"/>
                  </a:lnTo>
                  <a:lnTo>
                    <a:pt x="2345" y="142"/>
                  </a:lnTo>
                  <a:lnTo>
                    <a:pt x="2342" y="128"/>
                  </a:lnTo>
                  <a:lnTo>
                    <a:pt x="2345" y="114"/>
                  </a:lnTo>
                  <a:lnTo>
                    <a:pt x="2352" y="103"/>
                  </a:lnTo>
                  <a:lnTo>
                    <a:pt x="2364" y="95"/>
                  </a:lnTo>
                  <a:lnTo>
                    <a:pt x="2378" y="91"/>
                  </a:lnTo>
                  <a:close/>
                  <a:moveTo>
                    <a:pt x="1628" y="91"/>
                  </a:moveTo>
                  <a:lnTo>
                    <a:pt x="1626" y="107"/>
                  </a:lnTo>
                  <a:lnTo>
                    <a:pt x="1629" y="107"/>
                  </a:lnTo>
                  <a:lnTo>
                    <a:pt x="1631" y="107"/>
                  </a:lnTo>
                  <a:lnTo>
                    <a:pt x="1634" y="105"/>
                  </a:lnTo>
                  <a:lnTo>
                    <a:pt x="1635" y="104"/>
                  </a:lnTo>
                  <a:lnTo>
                    <a:pt x="1635" y="101"/>
                  </a:lnTo>
                  <a:lnTo>
                    <a:pt x="1635" y="100"/>
                  </a:lnTo>
                  <a:lnTo>
                    <a:pt x="1635" y="98"/>
                  </a:lnTo>
                  <a:lnTo>
                    <a:pt x="1634" y="96"/>
                  </a:lnTo>
                  <a:lnTo>
                    <a:pt x="1631" y="94"/>
                  </a:lnTo>
                  <a:lnTo>
                    <a:pt x="1628" y="91"/>
                  </a:lnTo>
                  <a:lnTo>
                    <a:pt x="1628" y="91"/>
                  </a:lnTo>
                  <a:close/>
                  <a:moveTo>
                    <a:pt x="996" y="84"/>
                  </a:moveTo>
                  <a:lnTo>
                    <a:pt x="996" y="95"/>
                  </a:lnTo>
                  <a:lnTo>
                    <a:pt x="1124" y="95"/>
                  </a:lnTo>
                  <a:lnTo>
                    <a:pt x="1124" y="84"/>
                  </a:lnTo>
                  <a:lnTo>
                    <a:pt x="996" y="84"/>
                  </a:lnTo>
                  <a:close/>
                  <a:moveTo>
                    <a:pt x="2440" y="80"/>
                  </a:moveTo>
                  <a:lnTo>
                    <a:pt x="2444" y="80"/>
                  </a:lnTo>
                  <a:lnTo>
                    <a:pt x="2446" y="82"/>
                  </a:lnTo>
                  <a:lnTo>
                    <a:pt x="2448" y="85"/>
                  </a:lnTo>
                  <a:lnTo>
                    <a:pt x="2449" y="87"/>
                  </a:lnTo>
                  <a:lnTo>
                    <a:pt x="2448" y="91"/>
                  </a:lnTo>
                  <a:lnTo>
                    <a:pt x="2446" y="94"/>
                  </a:lnTo>
                  <a:lnTo>
                    <a:pt x="2444" y="95"/>
                  </a:lnTo>
                  <a:lnTo>
                    <a:pt x="2440" y="96"/>
                  </a:lnTo>
                  <a:lnTo>
                    <a:pt x="2438" y="95"/>
                  </a:lnTo>
                  <a:lnTo>
                    <a:pt x="2435" y="94"/>
                  </a:lnTo>
                  <a:lnTo>
                    <a:pt x="2432" y="91"/>
                  </a:lnTo>
                  <a:lnTo>
                    <a:pt x="2432" y="87"/>
                  </a:lnTo>
                  <a:lnTo>
                    <a:pt x="2432" y="85"/>
                  </a:lnTo>
                  <a:lnTo>
                    <a:pt x="2435" y="82"/>
                  </a:lnTo>
                  <a:lnTo>
                    <a:pt x="2438" y="80"/>
                  </a:lnTo>
                  <a:lnTo>
                    <a:pt x="2440" y="80"/>
                  </a:lnTo>
                  <a:close/>
                  <a:moveTo>
                    <a:pt x="2306" y="80"/>
                  </a:moveTo>
                  <a:lnTo>
                    <a:pt x="2309" y="80"/>
                  </a:lnTo>
                  <a:lnTo>
                    <a:pt x="2311" y="82"/>
                  </a:lnTo>
                  <a:lnTo>
                    <a:pt x="2314" y="85"/>
                  </a:lnTo>
                  <a:lnTo>
                    <a:pt x="2314" y="87"/>
                  </a:lnTo>
                  <a:lnTo>
                    <a:pt x="2314" y="91"/>
                  </a:lnTo>
                  <a:lnTo>
                    <a:pt x="2311" y="94"/>
                  </a:lnTo>
                  <a:lnTo>
                    <a:pt x="2309" y="95"/>
                  </a:lnTo>
                  <a:lnTo>
                    <a:pt x="2306" y="96"/>
                  </a:lnTo>
                  <a:lnTo>
                    <a:pt x="2303" y="95"/>
                  </a:lnTo>
                  <a:lnTo>
                    <a:pt x="2300" y="94"/>
                  </a:lnTo>
                  <a:lnTo>
                    <a:pt x="2299" y="91"/>
                  </a:lnTo>
                  <a:lnTo>
                    <a:pt x="2297" y="87"/>
                  </a:lnTo>
                  <a:lnTo>
                    <a:pt x="2299" y="85"/>
                  </a:lnTo>
                  <a:lnTo>
                    <a:pt x="2300" y="82"/>
                  </a:lnTo>
                  <a:lnTo>
                    <a:pt x="2303" y="80"/>
                  </a:lnTo>
                  <a:lnTo>
                    <a:pt x="2306" y="80"/>
                  </a:lnTo>
                  <a:close/>
                  <a:moveTo>
                    <a:pt x="2682" y="73"/>
                  </a:moveTo>
                  <a:lnTo>
                    <a:pt x="2682" y="84"/>
                  </a:lnTo>
                  <a:lnTo>
                    <a:pt x="2668" y="86"/>
                  </a:lnTo>
                  <a:lnTo>
                    <a:pt x="2657" y="91"/>
                  </a:lnTo>
                  <a:lnTo>
                    <a:pt x="2649" y="100"/>
                  </a:lnTo>
                  <a:lnTo>
                    <a:pt x="2645" y="110"/>
                  </a:lnTo>
                  <a:lnTo>
                    <a:pt x="2646" y="115"/>
                  </a:lnTo>
                  <a:lnTo>
                    <a:pt x="2646" y="119"/>
                  </a:lnTo>
                  <a:lnTo>
                    <a:pt x="2649" y="123"/>
                  </a:lnTo>
                  <a:lnTo>
                    <a:pt x="2650" y="126"/>
                  </a:lnTo>
                  <a:lnTo>
                    <a:pt x="2660" y="133"/>
                  </a:lnTo>
                  <a:lnTo>
                    <a:pt x="2673" y="140"/>
                  </a:lnTo>
                  <a:lnTo>
                    <a:pt x="2682" y="142"/>
                  </a:lnTo>
                  <a:lnTo>
                    <a:pt x="2682" y="180"/>
                  </a:lnTo>
                  <a:lnTo>
                    <a:pt x="2671" y="177"/>
                  </a:lnTo>
                  <a:lnTo>
                    <a:pt x="2663" y="170"/>
                  </a:lnTo>
                  <a:lnTo>
                    <a:pt x="2658" y="163"/>
                  </a:lnTo>
                  <a:lnTo>
                    <a:pt x="2641" y="170"/>
                  </a:lnTo>
                  <a:lnTo>
                    <a:pt x="2644" y="174"/>
                  </a:lnTo>
                  <a:lnTo>
                    <a:pt x="2646" y="178"/>
                  </a:lnTo>
                  <a:lnTo>
                    <a:pt x="2652" y="183"/>
                  </a:lnTo>
                  <a:lnTo>
                    <a:pt x="2657" y="187"/>
                  </a:lnTo>
                  <a:lnTo>
                    <a:pt x="2669" y="192"/>
                  </a:lnTo>
                  <a:lnTo>
                    <a:pt x="2682" y="194"/>
                  </a:lnTo>
                  <a:lnTo>
                    <a:pt x="2682" y="206"/>
                  </a:lnTo>
                  <a:lnTo>
                    <a:pt x="2699" y="206"/>
                  </a:lnTo>
                  <a:lnTo>
                    <a:pt x="2699" y="194"/>
                  </a:lnTo>
                  <a:lnTo>
                    <a:pt x="2709" y="193"/>
                  </a:lnTo>
                  <a:lnTo>
                    <a:pt x="2720" y="188"/>
                  </a:lnTo>
                  <a:lnTo>
                    <a:pt x="2730" y="177"/>
                  </a:lnTo>
                  <a:lnTo>
                    <a:pt x="2734" y="164"/>
                  </a:lnTo>
                  <a:lnTo>
                    <a:pt x="2733" y="159"/>
                  </a:lnTo>
                  <a:lnTo>
                    <a:pt x="2733" y="156"/>
                  </a:lnTo>
                  <a:lnTo>
                    <a:pt x="2732" y="152"/>
                  </a:lnTo>
                  <a:lnTo>
                    <a:pt x="2730" y="151"/>
                  </a:lnTo>
                  <a:lnTo>
                    <a:pt x="2729" y="149"/>
                  </a:lnTo>
                  <a:lnTo>
                    <a:pt x="2722" y="142"/>
                  </a:lnTo>
                  <a:lnTo>
                    <a:pt x="2714" y="137"/>
                  </a:lnTo>
                  <a:lnTo>
                    <a:pt x="2708" y="135"/>
                  </a:lnTo>
                  <a:lnTo>
                    <a:pt x="2699" y="132"/>
                  </a:lnTo>
                  <a:lnTo>
                    <a:pt x="2699" y="98"/>
                  </a:lnTo>
                  <a:lnTo>
                    <a:pt x="2704" y="100"/>
                  </a:lnTo>
                  <a:lnTo>
                    <a:pt x="2708" y="104"/>
                  </a:lnTo>
                  <a:lnTo>
                    <a:pt x="2711" y="108"/>
                  </a:lnTo>
                  <a:lnTo>
                    <a:pt x="2715" y="113"/>
                  </a:lnTo>
                  <a:lnTo>
                    <a:pt x="2732" y="105"/>
                  </a:lnTo>
                  <a:lnTo>
                    <a:pt x="2723" y="95"/>
                  </a:lnTo>
                  <a:lnTo>
                    <a:pt x="2713" y="87"/>
                  </a:lnTo>
                  <a:lnTo>
                    <a:pt x="2699" y="84"/>
                  </a:lnTo>
                  <a:lnTo>
                    <a:pt x="2699" y="73"/>
                  </a:lnTo>
                  <a:lnTo>
                    <a:pt x="2682" y="73"/>
                  </a:lnTo>
                  <a:close/>
                  <a:moveTo>
                    <a:pt x="239" y="71"/>
                  </a:moveTo>
                  <a:lnTo>
                    <a:pt x="239" y="86"/>
                  </a:lnTo>
                  <a:lnTo>
                    <a:pt x="242" y="86"/>
                  </a:lnTo>
                  <a:lnTo>
                    <a:pt x="244" y="85"/>
                  </a:lnTo>
                  <a:lnTo>
                    <a:pt x="247" y="84"/>
                  </a:lnTo>
                  <a:lnTo>
                    <a:pt x="248" y="82"/>
                  </a:lnTo>
                  <a:lnTo>
                    <a:pt x="248" y="80"/>
                  </a:lnTo>
                  <a:lnTo>
                    <a:pt x="248" y="76"/>
                  </a:lnTo>
                  <a:lnTo>
                    <a:pt x="246" y="73"/>
                  </a:lnTo>
                  <a:lnTo>
                    <a:pt x="243" y="72"/>
                  </a:lnTo>
                  <a:lnTo>
                    <a:pt x="239" y="71"/>
                  </a:lnTo>
                  <a:close/>
                  <a:moveTo>
                    <a:pt x="1788" y="70"/>
                  </a:moveTo>
                  <a:lnTo>
                    <a:pt x="1900" y="70"/>
                  </a:lnTo>
                  <a:lnTo>
                    <a:pt x="1900" y="80"/>
                  </a:lnTo>
                  <a:lnTo>
                    <a:pt x="1788" y="80"/>
                  </a:lnTo>
                  <a:lnTo>
                    <a:pt x="1788" y="70"/>
                  </a:lnTo>
                  <a:close/>
                  <a:moveTo>
                    <a:pt x="1327" y="67"/>
                  </a:moveTo>
                  <a:lnTo>
                    <a:pt x="1331" y="68"/>
                  </a:lnTo>
                  <a:lnTo>
                    <a:pt x="1332" y="68"/>
                  </a:lnTo>
                  <a:lnTo>
                    <a:pt x="1382" y="82"/>
                  </a:lnTo>
                  <a:lnTo>
                    <a:pt x="1383" y="82"/>
                  </a:lnTo>
                  <a:lnTo>
                    <a:pt x="1383" y="82"/>
                  </a:lnTo>
                  <a:lnTo>
                    <a:pt x="1384" y="84"/>
                  </a:lnTo>
                  <a:lnTo>
                    <a:pt x="1386" y="84"/>
                  </a:lnTo>
                  <a:lnTo>
                    <a:pt x="1389" y="86"/>
                  </a:lnTo>
                  <a:lnTo>
                    <a:pt x="1391" y="89"/>
                  </a:lnTo>
                  <a:lnTo>
                    <a:pt x="1391" y="90"/>
                  </a:lnTo>
                  <a:lnTo>
                    <a:pt x="1398" y="104"/>
                  </a:lnTo>
                  <a:lnTo>
                    <a:pt x="1412" y="129"/>
                  </a:lnTo>
                  <a:lnTo>
                    <a:pt x="1445" y="105"/>
                  </a:lnTo>
                  <a:lnTo>
                    <a:pt x="1449" y="103"/>
                  </a:lnTo>
                  <a:lnTo>
                    <a:pt x="1454" y="103"/>
                  </a:lnTo>
                  <a:lnTo>
                    <a:pt x="1459" y="103"/>
                  </a:lnTo>
                  <a:lnTo>
                    <a:pt x="1463" y="105"/>
                  </a:lnTo>
                  <a:lnTo>
                    <a:pt x="1467" y="109"/>
                  </a:lnTo>
                  <a:lnTo>
                    <a:pt x="1470" y="113"/>
                  </a:lnTo>
                  <a:lnTo>
                    <a:pt x="1471" y="118"/>
                  </a:lnTo>
                  <a:lnTo>
                    <a:pt x="1470" y="123"/>
                  </a:lnTo>
                  <a:lnTo>
                    <a:pt x="1467" y="127"/>
                  </a:lnTo>
                  <a:lnTo>
                    <a:pt x="1464" y="131"/>
                  </a:lnTo>
                  <a:lnTo>
                    <a:pt x="1416" y="165"/>
                  </a:lnTo>
                  <a:lnTo>
                    <a:pt x="1412" y="168"/>
                  </a:lnTo>
                  <a:lnTo>
                    <a:pt x="1407" y="169"/>
                  </a:lnTo>
                  <a:lnTo>
                    <a:pt x="1403" y="168"/>
                  </a:lnTo>
                  <a:lnTo>
                    <a:pt x="1400" y="166"/>
                  </a:lnTo>
                  <a:lnTo>
                    <a:pt x="1396" y="164"/>
                  </a:lnTo>
                  <a:lnTo>
                    <a:pt x="1393" y="160"/>
                  </a:lnTo>
                  <a:lnTo>
                    <a:pt x="1393" y="160"/>
                  </a:lnTo>
                  <a:lnTo>
                    <a:pt x="1393" y="159"/>
                  </a:lnTo>
                  <a:lnTo>
                    <a:pt x="1392" y="157"/>
                  </a:lnTo>
                  <a:lnTo>
                    <a:pt x="1391" y="155"/>
                  </a:lnTo>
                  <a:lnTo>
                    <a:pt x="1388" y="151"/>
                  </a:lnTo>
                  <a:lnTo>
                    <a:pt x="1386" y="146"/>
                  </a:lnTo>
                  <a:lnTo>
                    <a:pt x="1383" y="141"/>
                  </a:lnTo>
                  <a:lnTo>
                    <a:pt x="1377" y="131"/>
                  </a:lnTo>
                  <a:lnTo>
                    <a:pt x="1372" y="121"/>
                  </a:lnTo>
                  <a:lnTo>
                    <a:pt x="1361" y="128"/>
                  </a:lnTo>
                  <a:lnTo>
                    <a:pt x="1347" y="138"/>
                  </a:lnTo>
                  <a:lnTo>
                    <a:pt x="1374" y="147"/>
                  </a:lnTo>
                  <a:lnTo>
                    <a:pt x="1378" y="149"/>
                  </a:lnTo>
                  <a:lnTo>
                    <a:pt x="1380" y="152"/>
                  </a:lnTo>
                  <a:lnTo>
                    <a:pt x="1383" y="155"/>
                  </a:lnTo>
                  <a:lnTo>
                    <a:pt x="1384" y="160"/>
                  </a:lnTo>
                  <a:lnTo>
                    <a:pt x="1384" y="161"/>
                  </a:lnTo>
                  <a:lnTo>
                    <a:pt x="1384" y="166"/>
                  </a:lnTo>
                  <a:lnTo>
                    <a:pt x="1382" y="171"/>
                  </a:lnTo>
                  <a:lnTo>
                    <a:pt x="1378" y="174"/>
                  </a:lnTo>
                  <a:lnTo>
                    <a:pt x="1333" y="207"/>
                  </a:lnTo>
                  <a:lnTo>
                    <a:pt x="1328" y="210"/>
                  </a:lnTo>
                  <a:lnTo>
                    <a:pt x="1324" y="210"/>
                  </a:lnTo>
                  <a:lnTo>
                    <a:pt x="1319" y="210"/>
                  </a:lnTo>
                  <a:lnTo>
                    <a:pt x="1314" y="207"/>
                  </a:lnTo>
                  <a:lnTo>
                    <a:pt x="1310" y="203"/>
                  </a:lnTo>
                  <a:lnTo>
                    <a:pt x="1309" y="199"/>
                  </a:lnTo>
                  <a:lnTo>
                    <a:pt x="1308" y="194"/>
                  </a:lnTo>
                  <a:lnTo>
                    <a:pt x="1309" y="189"/>
                  </a:lnTo>
                  <a:lnTo>
                    <a:pt x="1310" y="185"/>
                  </a:lnTo>
                  <a:lnTo>
                    <a:pt x="1314" y="182"/>
                  </a:lnTo>
                  <a:lnTo>
                    <a:pt x="1315" y="180"/>
                  </a:lnTo>
                  <a:lnTo>
                    <a:pt x="1317" y="180"/>
                  </a:lnTo>
                  <a:lnTo>
                    <a:pt x="1319" y="178"/>
                  </a:lnTo>
                  <a:lnTo>
                    <a:pt x="1323" y="175"/>
                  </a:lnTo>
                  <a:lnTo>
                    <a:pt x="1327" y="173"/>
                  </a:lnTo>
                  <a:lnTo>
                    <a:pt x="1331" y="170"/>
                  </a:lnTo>
                  <a:lnTo>
                    <a:pt x="1335" y="166"/>
                  </a:lnTo>
                  <a:lnTo>
                    <a:pt x="1328" y="164"/>
                  </a:lnTo>
                  <a:lnTo>
                    <a:pt x="1322" y="163"/>
                  </a:lnTo>
                  <a:lnTo>
                    <a:pt x="1317" y="160"/>
                  </a:lnTo>
                  <a:lnTo>
                    <a:pt x="1299" y="173"/>
                  </a:lnTo>
                  <a:lnTo>
                    <a:pt x="1282" y="184"/>
                  </a:lnTo>
                  <a:lnTo>
                    <a:pt x="1267" y="196"/>
                  </a:lnTo>
                  <a:lnTo>
                    <a:pt x="1254" y="205"/>
                  </a:lnTo>
                  <a:lnTo>
                    <a:pt x="1244" y="212"/>
                  </a:lnTo>
                  <a:lnTo>
                    <a:pt x="1240" y="215"/>
                  </a:lnTo>
                  <a:lnTo>
                    <a:pt x="1239" y="216"/>
                  </a:lnTo>
                  <a:lnTo>
                    <a:pt x="1237" y="217"/>
                  </a:lnTo>
                  <a:lnTo>
                    <a:pt x="1237" y="217"/>
                  </a:lnTo>
                  <a:lnTo>
                    <a:pt x="1233" y="220"/>
                  </a:lnTo>
                  <a:lnTo>
                    <a:pt x="1228" y="221"/>
                  </a:lnTo>
                  <a:lnTo>
                    <a:pt x="1222" y="220"/>
                  </a:lnTo>
                  <a:lnTo>
                    <a:pt x="1219" y="217"/>
                  </a:lnTo>
                  <a:lnTo>
                    <a:pt x="1215" y="213"/>
                  </a:lnTo>
                  <a:lnTo>
                    <a:pt x="1212" y="210"/>
                  </a:lnTo>
                  <a:lnTo>
                    <a:pt x="1211" y="205"/>
                  </a:lnTo>
                  <a:lnTo>
                    <a:pt x="1212" y="199"/>
                  </a:lnTo>
                  <a:lnTo>
                    <a:pt x="1215" y="196"/>
                  </a:lnTo>
                  <a:lnTo>
                    <a:pt x="1219" y="192"/>
                  </a:lnTo>
                  <a:lnTo>
                    <a:pt x="1331" y="110"/>
                  </a:lnTo>
                  <a:lnTo>
                    <a:pt x="1341" y="104"/>
                  </a:lnTo>
                  <a:lnTo>
                    <a:pt x="1331" y="100"/>
                  </a:lnTo>
                  <a:lnTo>
                    <a:pt x="1319" y="109"/>
                  </a:lnTo>
                  <a:lnTo>
                    <a:pt x="1290" y="131"/>
                  </a:lnTo>
                  <a:lnTo>
                    <a:pt x="1285" y="133"/>
                  </a:lnTo>
                  <a:lnTo>
                    <a:pt x="1280" y="133"/>
                  </a:lnTo>
                  <a:lnTo>
                    <a:pt x="1276" y="133"/>
                  </a:lnTo>
                  <a:lnTo>
                    <a:pt x="1271" y="131"/>
                  </a:lnTo>
                  <a:lnTo>
                    <a:pt x="1267" y="127"/>
                  </a:lnTo>
                  <a:lnTo>
                    <a:pt x="1266" y="123"/>
                  </a:lnTo>
                  <a:lnTo>
                    <a:pt x="1265" y="118"/>
                  </a:lnTo>
                  <a:lnTo>
                    <a:pt x="1265" y="114"/>
                  </a:lnTo>
                  <a:lnTo>
                    <a:pt x="1267" y="109"/>
                  </a:lnTo>
                  <a:lnTo>
                    <a:pt x="1268" y="108"/>
                  </a:lnTo>
                  <a:lnTo>
                    <a:pt x="1271" y="105"/>
                  </a:lnTo>
                  <a:lnTo>
                    <a:pt x="1273" y="104"/>
                  </a:lnTo>
                  <a:lnTo>
                    <a:pt x="1280" y="99"/>
                  </a:lnTo>
                  <a:lnTo>
                    <a:pt x="1290" y="91"/>
                  </a:lnTo>
                  <a:lnTo>
                    <a:pt x="1300" y="85"/>
                  </a:lnTo>
                  <a:lnTo>
                    <a:pt x="1309" y="77"/>
                  </a:lnTo>
                  <a:lnTo>
                    <a:pt x="1315" y="72"/>
                  </a:lnTo>
                  <a:lnTo>
                    <a:pt x="1318" y="71"/>
                  </a:lnTo>
                  <a:lnTo>
                    <a:pt x="1323" y="68"/>
                  </a:lnTo>
                  <a:lnTo>
                    <a:pt x="1327" y="67"/>
                  </a:lnTo>
                  <a:close/>
                  <a:moveTo>
                    <a:pt x="2022" y="67"/>
                  </a:moveTo>
                  <a:lnTo>
                    <a:pt x="2150" y="67"/>
                  </a:lnTo>
                  <a:lnTo>
                    <a:pt x="2155" y="68"/>
                  </a:lnTo>
                  <a:lnTo>
                    <a:pt x="2159" y="70"/>
                  </a:lnTo>
                  <a:lnTo>
                    <a:pt x="2162" y="73"/>
                  </a:lnTo>
                  <a:lnTo>
                    <a:pt x="2164" y="76"/>
                  </a:lnTo>
                  <a:lnTo>
                    <a:pt x="2165" y="81"/>
                  </a:lnTo>
                  <a:lnTo>
                    <a:pt x="2165" y="86"/>
                  </a:lnTo>
                  <a:lnTo>
                    <a:pt x="2007" y="86"/>
                  </a:lnTo>
                  <a:lnTo>
                    <a:pt x="2007" y="81"/>
                  </a:lnTo>
                  <a:lnTo>
                    <a:pt x="2008" y="76"/>
                  </a:lnTo>
                  <a:lnTo>
                    <a:pt x="2010" y="73"/>
                  </a:lnTo>
                  <a:lnTo>
                    <a:pt x="2013" y="70"/>
                  </a:lnTo>
                  <a:lnTo>
                    <a:pt x="2017" y="68"/>
                  </a:lnTo>
                  <a:lnTo>
                    <a:pt x="2022" y="67"/>
                  </a:lnTo>
                  <a:close/>
                  <a:moveTo>
                    <a:pt x="1619" y="64"/>
                  </a:moveTo>
                  <a:lnTo>
                    <a:pt x="1616" y="64"/>
                  </a:lnTo>
                  <a:lnTo>
                    <a:pt x="1615" y="66"/>
                  </a:lnTo>
                  <a:lnTo>
                    <a:pt x="1612" y="67"/>
                  </a:lnTo>
                  <a:lnTo>
                    <a:pt x="1612" y="70"/>
                  </a:lnTo>
                  <a:lnTo>
                    <a:pt x="1612" y="72"/>
                  </a:lnTo>
                  <a:lnTo>
                    <a:pt x="1614" y="75"/>
                  </a:lnTo>
                  <a:lnTo>
                    <a:pt x="1616" y="76"/>
                  </a:lnTo>
                  <a:lnTo>
                    <a:pt x="1617" y="77"/>
                  </a:lnTo>
                  <a:lnTo>
                    <a:pt x="1619" y="79"/>
                  </a:lnTo>
                  <a:lnTo>
                    <a:pt x="1620" y="79"/>
                  </a:lnTo>
                  <a:lnTo>
                    <a:pt x="1621" y="64"/>
                  </a:lnTo>
                  <a:lnTo>
                    <a:pt x="1619" y="64"/>
                  </a:lnTo>
                  <a:close/>
                  <a:moveTo>
                    <a:pt x="2334" y="61"/>
                  </a:moveTo>
                  <a:lnTo>
                    <a:pt x="2337" y="62"/>
                  </a:lnTo>
                  <a:lnTo>
                    <a:pt x="2339" y="63"/>
                  </a:lnTo>
                  <a:lnTo>
                    <a:pt x="2342" y="66"/>
                  </a:lnTo>
                  <a:lnTo>
                    <a:pt x="2342" y="70"/>
                  </a:lnTo>
                  <a:lnTo>
                    <a:pt x="2342" y="72"/>
                  </a:lnTo>
                  <a:lnTo>
                    <a:pt x="2339" y="75"/>
                  </a:lnTo>
                  <a:lnTo>
                    <a:pt x="2337" y="77"/>
                  </a:lnTo>
                  <a:lnTo>
                    <a:pt x="2334" y="77"/>
                  </a:lnTo>
                  <a:lnTo>
                    <a:pt x="2331" y="77"/>
                  </a:lnTo>
                  <a:lnTo>
                    <a:pt x="2328" y="75"/>
                  </a:lnTo>
                  <a:lnTo>
                    <a:pt x="2327" y="72"/>
                  </a:lnTo>
                  <a:lnTo>
                    <a:pt x="2325" y="70"/>
                  </a:lnTo>
                  <a:lnTo>
                    <a:pt x="2327" y="66"/>
                  </a:lnTo>
                  <a:lnTo>
                    <a:pt x="2328" y="63"/>
                  </a:lnTo>
                  <a:lnTo>
                    <a:pt x="2331" y="62"/>
                  </a:lnTo>
                  <a:lnTo>
                    <a:pt x="2334" y="61"/>
                  </a:lnTo>
                  <a:close/>
                  <a:moveTo>
                    <a:pt x="2413" y="59"/>
                  </a:moveTo>
                  <a:lnTo>
                    <a:pt x="2416" y="61"/>
                  </a:lnTo>
                  <a:lnTo>
                    <a:pt x="2420" y="62"/>
                  </a:lnTo>
                  <a:lnTo>
                    <a:pt x="2421" y="64"/>
                  </a:lnTo>
                  <a:lnTo>
                    <a:pt x="2421" y="68"/>
                  </a:lnTo>
                  <a:lnTo>
                    <a:pt x="2421" y="71"/>
                  </a:lnTo>
                  <a:lnTo>
                    <a:pt x="2420" y="73"/>
                  </a:lnTo>
                  <a:lnTo>
                    <a:pt x="2416" y="76"/>
                  </a:lnTo>
                  <a:lnTo>
                    <a:pt x="2413" y="76"/>
                  </a:lnTo>
                  <a:lnTo>
                    <a:pt x="2410" y="76"/>
                  </a:lnTo>
                  <a:lnTo>
                    <a:pt x="2407" y="73"/>
                  </a:lnTo>
                  <a:lnTo>
                    <a:pt x="2406" y="71"/>
                  </a:lnTo>
                  <a:lnTo>
                    <a:pt x="2404" y="68"/>
                  </a:lnTo>
                  <a:lnTo>
                    <a:pt x="2406" y="64"/>
                  </a:lnTo>
                  <a:lnTo>
                    <a:pt x="2407" y="62"/>
                  </a:lnTo>
                  <a:lnTo>
                    <a:pt x="2410" y="61"/>
                  </a:lnTo>
                  <a:lnTo>
                    <a:pt x="2413" y="59"/>
                  </a:lnTo>
                  <a:close/>
                  <a:moveTo>
                    <a:pt x="1524" y="59"/>
                  </a:moveTo>
                  <a:lnTo>
                    <a:pt x="1524" y="149"/>
                  </a:lnTo>
                  <a:lnTo>
                    <a:pt x="1542" y="141"/>
                  </a:lnTo>
                  <a:lnTo>
                    <a:pt x="1560" y="140"/>
                  </a:lnTo>
                  <a:lnTo>
                    <a:pt x="1579" y="143"/>
                  </a:lnTo>
                  <a:lnTo>
                    <a:pt x="1598" y="150"/>
                  </a:lnTo>
                  <a:lnTo>
                    <a:pt x="1616" y="157"/>
                  </a:lnTo>
                  <a:lnTo>
                    <a:pt x="1635" y="165"/>
                  </a:lnTo>
                  <a:lnTo>
                    <a:pt x="1653" y="173"/>
                  </a:lnTo>
                  <a:lnTo>
                    <a:pt x="1671" y="177"/>
                  </a:lnTo>
                  <a:lnTo>
                    <a:pt x="1687" y="175"/>
                  </a:lnTo>
                  <a:lnTo>
                    <a:pt x="1703" y="169"/>
                  </a:lnTo>
                  <a:lnTo>
                    <a:pt x="1703" y="182"/>
                  </a:lnTo>
                  <a:lnTo>
                    <a:pt x="1690" y="196"/>
                  </a:lnTo>
                  <a:lnTo>
                    <a:pt x="1676" y="202"/>
                  </a:lnTo>
                  <a:lnTo>
                    <a:pt x="1661" y="203"/>
                  </a:lnTo>
                  <a:lnTo>
                    <a:pt x="1645" y="201"/>
                  </a:lnTo>
                  <a:lnTo>
                    <a:pt x="1629" y="196"/>
                  </a:lnTo>
                  <a:lnTo>
                    <a:pt x="1612" y="189"/>
                  </a:lnTo>
                  <a:lnTo>
                    <a:pt x="1594" y="182"/>
                  </a:lnTo>
                  <a:lnTo>
                    <a:pt x="1578" y="174"/>
                  </a:lnTo>
                  <a:lnTo>
                    <a:pt x="1560" y="169"/>
                  </a:lnTo>
                  <a:lnTo>
                    <a:pt x="1543" y="166"/>
                  </a:lnTo>
                  <a:lnTo>
                    <a:pt x="1526" y="168"/>
                  </a:lnTo>
                  <a:lnTo>
                    <a:pt x="1510" y="175"/>
                  </a:lnTo>
                  <a:lnTo>
                    <a:pt x="1510" y="66"/>
                  </a:lnTo>
                  <a:lnTo>
                    <a:pt x="1517" y="62"/>
                  </a:lnTo>
                  <a:lnTo>
                    <a:pt x="1524" y="59"/>
                  </a:lnTo>
                  <a:close/>
                  <a:moveTo>
                    <a:pt x="820" y="57"/>
                  </a:moveTo>
                  <a:lnTo>
                    <a:pt x="862" y="57"/>
                  </a:lnTo>
                  <a:lnTo>
                    <a:pt x="862" y="80"/>
                  </a:lnTo>
                  <a:lnTo>
                    <a:pt x="856" y="80"/>
                  </a:lnTo>
                  <a:lnTo>
                    <a:pt x="856" y="164"/>
                  </a:lnTo>
                  <a:lnTo>
                    <a:pt x="862" y="164"/>
                  </a:lnTo>
                  <a:lnTo>
                    <a:pt x="862" y="185"/>
                  </a:lnTo>
                  <a:lnTo>
                    <a:pt x="820" y="185"/>
                  </a:lnTo>
                  <a:lnTo>
                    <a:pt x="820" y="164"/>
                  </a:lnTo>
                  <a:lnTo>
                    <a:pt x="828" y="164"/>
                  </a:lnTo>
                  <a:lnTo>
                    <a:pt x="828" y="80"/>
                  </a:lnTo>
                  <a:lnTo>
                    <a:pt x="820" y="80"/>
                  </a:lnTo>
                  <a:lnTo>
                    <a:pt x="820" y="57"/>
                  </a:lnTo>
                  <a:close/>
                  <a:moveTo>
                    <a:pt x="767" y="57"/>
                  </a:moveTo>
                  <a:lnTo>
                    <a:pt x="810" y="57"/>
                  </a:lnTo>
                  <a:lnTo>
                    <a:pt x="810" y="80"/>
                  </a:lnTo>
                  <a:lnTo>
                    <a:pt x="802" y="80"/>
                  </a:lnTo>
                  <a:lnTo>
                    <a:pt x="802" y="164"/>
                  </a:lnTo>
                  <a:lnTo>
                    <a:pt x="810" y="164"/>
                  </a:lnTo>
                  <a:lnTo>
                    <a:pt x="810" y="185"/>
                  </a:lnTo>
                  <a:lnTo>
                    <a:pt x="767" y="185"/>
                  </a:lnTo>
                  <a:lnTo>
                    <a:pt x="767" y="164"/>
                  </a:lnTo>
                  <a:lnTo>
                    <a:pt x="774" y="164"/>
                  </a:lnTo>
                  <a:lnTo>
                    <a:pt x="774" y="80"/>
                  </a:lnTo>
                  <a:lnTo>
                    <a:pt x="767" y="80"/>
                  </a:lnTo>
                  <a:lnTo>
                    <a:pt x="767" y="57"/>
                  </a:lnTo>
                  <a:close/>
                  <a:moveTo>
                    <a:pt x="713" y="57"/>
                  </a:moveTo>
                  <a:lnTo>
                    <a:pt x="756" y="57"/>
                  </a:lnTo>
                  <a:lnTo>
                    <a:pt x="756" y="80"/>
                  </a:lnTo>
                  <a:lnTo>
                    <a:pt x="749" y="80"/>
                  </a:lnTo>
                  <a:lnTo>
                    <a:pt x="749" y="164"/>
                  </a:lnTo>
                  <a:lnTo>
                    <a:pt x="756" y="164"/>
                  </a:lnTo>
                  <a:lnTo>
                    <a:pt x="756" y="185"/>
                  </a:lnTo>
                  <a:lnTo>
                    <a:pt x="713" y="185"/>
                  </a:lnTo>
                  <a:lnTo>
                    <a:pt x="713" y="164"/>
                  </a:lnTo>
                  <a:lnTo>
                    <a:pt x="721" y="164"/>
                  </a:lnTo>
                  <a:lnTo>
                    <a:pt x="721" y="80"/>
                  </a:lnTo>
                  <a:lnTo>
                    <a:pt x="713" y="80"/>
                  </a:lnTo>
                  <a:lnTo>
                    <a:pt x="713" y="57"/>
                  </a:lnTo>
                  <a:close/>
                  <a:moveTo>
                    <a:pt x="661" y="57"/>
                  </a:moveTo>
                  <a:lnTo>
                    <a:pt x="703" y="57"/>
                  </a:lnTo>
                  <a:lnTo>
                    <a:pt x="703" y="80"/>
                  </a:lnTo>
                  <a:lnTo>
                    <a:pt x="695" y="80"/>
                  </a:lnTo>
                  <a:lnTo>
                    <a:pt x="695" y="164"/>
                  </a:lnTo>
                  <a:lnTo>
                    <a:pt x="703" y="164"/>
                  </a:lnTo>
                  <a:lnTo>
                    <a:pt x="703" y="185"/>
                  </a:lnTo>
                  <a:lnTo>
                    <a:pt x="661" y="185"/>
                  </a:lnTo>
                  <a:lnTo>
                    <a:pt x="661" y="164"/>
                  </a:lnTo>
                  <a:lnTo>
                    <a:pt x="667" y="164"/>
                  </a:lnTo>
                  <a:lnTo>
                    <a:pt x="667" y="80"/>
                  </a:lnTo>
                  <a:lnTo>
                    <a:pt x="661" y="80"/>
                  </a:lnTo>
                  <a:lnTo>
                    <a:pt x="661" y="57"/>
                  </a:lnTo>
                  <a:close/>
                  <a:moveTo>
                    <a:pt x="1622" y="54"/>
                  </a:moveTo>
                  <a:lnTo>
                    <a:pt x="1630" y="56"/>
                  </a:lnTo>
                  <a:lnTo>
                    <a:pt x="1630" y="61"/>
                  </a:lnTo>
                  <a:lnTo>
                    <a:pt x="1635" y="63"/>
                  </a:lnTo>
                  <a:lnTo>
                    <a:pt x="1640" y="66"/>
                  </a:lnTo>
                  <a:lnTo>
                    <a:pt x="1643" y="70"/>
                  </a:lnTo>
                  <a:lnTo>
                    <a:pt x="1645" y="75"/>
                  </a:lnTo>
                  <a:lnTo>
                    <a:pt x="1638" y="76"/>
                  </a:lnTo>
                  <a:lnTo>
                    <a:pt x="1635" y="73"/>
                  </a:lnTo>
                  <a:lnTo>
                    <a:pt x="1633" y="70"/>
                  </a:lnTo>
                  <a:lnTo>
                    <a:pt x="1630" y="67"/>
                  </a:lnTo>
                  <a:lnTo>
                    <a:pt x="1628" y="84"/>
                  </a:lnTo>
                  <a:lnTo>
                    <a:pt x="1633" y="86"/>
                  </a:lnTo>
                  <a:lnTo>
                    <a:pt x="1635" y="87"/>
                  </a:lnTo>
                  <a:lnTo>
                    <a:pt x="1638" y="90"/>
                  </a:lnTo>
                  <a:lnTo>
                    <a:pt x="1640" y="93"/>
                  </a:lnTo>
                  <a:lnTo>
                    <a:pt x="1643" y="95"/>
                  </a:lnTo>
                  <a:lnTo>
                    <a:pt x="1644" y="98"/>
                  </a:lnTo>
                  <a:lnTo>
                    <a:pt x="1644" y="99"/>
                  </a:lnTo>
                  <a:lnTo>
                    <a:pt x="1644" y="103"/>
                  </a:lnTo>
                  <a:lnTo>
                    <a:pt x="1644" y="107"/>
                  </a:lnTo>
                  <a:lnTo>
                    <a:pt x="1640" y="110"/>
                  </a:lnTo>
                  <a:lnTo>
                    <a:pt x="1636" y="113"/>
                  </a:lnTo>
                  <a:lnTo>
                    <a:pt x="1633" y="114"/>
                  </a:lnTo>
                  <a:lnTo>
                    <a:pt x="1629" y="114"/>
                  </a:lnTo>
                  <a:lnTo>
                    <a:pt x="1625" y="114"/>
                  </a:lnTo>
                  <a:lnTo>
                    <a:pt x="1625" y="119"/>
                  </a:lnTo>
                  <a:lnTo>
                    <a:pt x="1617" y="117"/>
                  </a:lnTo>
                  <a:lnTo>
                    <a:pt x="1617" y="112"/>
                  </a:lnTo>
                  <a:lnTo>
                    <a:pt x="1614" y="110"/>
                  </a:lnTo>
                  <a:lnTo>
                    <a:pt x="1610" y="108"/>
                  </a:lnTo>
                  <a:lnTo>
                    <a:pt x="1606" y="105"/>
                  </a:lnTo>
                  <a:lnTo>
                    <a:pt x="1602" y="101"/>
                  </a:lnTo>
                  <a:lnTo>
                    <a:pt x="1599" y="98"/>
                  </a:lnTo>
                  <a:lnTo>
                    <a:pt x="1598" y="95"/>
                  </a:lnTo>
                  <a:lnTo>
                    <a:pt x="1607" y="94"/>
                  </a:lnTo>
                  <a:lnTo>
                    <a:pt x="1608" y="96"/>
                  </a:lnTo>
                  <a:lnTo>
                    <a:pt x="1611" y="100"/>
                  </a:lnTo>
                  <a:lnTo>
                    <a:pt x="1614" y="103"/>
                  </a:lnTo>
                  <a:lnTo>
                    <a:pt x="1617" y="105"/>
                  </a:lnTo>
                  <a:lnTo>
                    <a:pt x="1620" y="87"/>
                  </a:lnTo>
                  <a:lnTo>
                    <a:pt x="1615" y="85"/>
                  </a:lnTo>
                  <a:lnTo>
                    <a:pt x="1611" y="82"/>
                  </a:lnTo>
                  <a:lnTo>
                    <a:pt x="1607" y="79"/>
                  </a:lnTo>
                  <a:lnTo>
                    <a:pt x="1605" y="75"/>
                  </a:lnTo>
                  <a:lnTo>
                    <a:pt x="1603" y="73"/>
                  </a:lnTo>
                  <a:lnTo>
                    <a:pt x="1603" y="71"/>
                  </a:lnTo>
                  <a:lnTo>
                    <a:pt x="1603" y="68"/>
                  </a:lnTo>
                  <a:lnTo>
                    <a:pt x="1603" y="64"/>
                  </a:lnTo>
                  <a:lnTo>
                    <a:pt x="1606" y="62"/>
                  </a:lnTo>
                  <a:lnTo>
                    <a:pt x="1608" y="59"/>
                  </a:lnTo>
                  <a:lnTo>
                    <a:pt x="1612" y="58"/>
                  </a:lnTo>
                  <a:lnTo>
                    <a:pt x="1617" y="58"/>
                  </a:lnTo>
                  <a:lnTo>
                    <a:pt x="1622" y="58"/>
                  </a:lnTo>
                  <a:lnTo>
                    <a:pt x="1622" y="54"/>
                  </a:lnTo>
                  <a:close/>
                  <a:moveTo>
                    <a:pt x="2370" y="54"/>
                  </a:moveTo>
                  <a:lnTo>
                    <a:pt x="2373" y="54"/>
                  </a:lnTo>
                  <a:lnTo>
                    <a:pt x="2375" y="57"/>
                  </a:lnTo>
                  <a:lnTo>
                    <a:pt x="2378" y="59"/>
                  </a:lnTo>
                  <a:lnTo>
                    <a:pt x="2378" y="62"/>
                  </a:lnTo>
                  <a:lnTo>
                    <a:pt x="2378" y="66"/>
                  </a:lnTo>
                  <a:lnTo>
                    <a:pt x="2375" y="68"/>
                  </a:lnTo>
                  <a:lnTo>
                    <a:pt x="2373" y="70"/>
                  </a:lnTo>
                  <a:lnTo>
                    <a:pt x="2370" y="71"/>
                  </a:lnTo>
                  <a:lnTo>
                    <a:pt x="2366" y="70"/>
                  </a:lnTo>
                  <a:lnTo>
                    <a:pt x="2364" y="68"/>
                  </a:lnTo>
                  <a:lnTo>
                    <a:pt x="2362" y="66"/>
                  </a:lnTo>
                  <a:lnTo>
                    <a:pt x="2361" y="62"/>
                  </a:lnTo>
                  <a:lnTo>
                    <a:pt x="2362" y="59"/>
                  </a:lnTo>
                  <a:lnTo>
                    <a:pt x="2364" y="57"/>
                  </a:lnTo>
                  <a:lnTo>
                    <a:pt x="2366" y="54"/>
                  </a:lnTo>
                  <a:lnTo>
                    <a:pt x="2370" y="54"/>
                  </a:lnTo>
                  <a:close/>
                  <a:moveTo>
                    <a:pt x="2662" y="52"/>
                  </a:moveTo>
                  <a:lnTo>
                    <a:pt x="2713" y="52"/>
                  </a:lnTo>
                  <a:lnTo>
                    <a:pt x="2729" y="61"/>
                  </a:lnTo>
                  <a:lnTo>
                    <a:pt x="2743" y="73"/>
                  </a:lnTo>
                  <a:lnTo>
                    <a:pt x="2755" y="91"/>
                  </a:lnTo>
                  <a:lnTo>
                    <a:pt x="2765" y="113"/>
                  </a:lnTo>
                  <a:lnTo>
                    <a:pt x="2773" y="138"/>
                  </a:lnTo>
                  <a:lnTo>
                    <a:pt x="2776" y="157"/>
                  </a:lnTo>
                  <a:lnTo>
                    <a:pt x="2776" y="174"/>
                  </a:lnTo>
                  <a:lnTo>
                    <a:pt x="2773" y="189"/>
                  </a:lnTo>
                  <a:lnTo>
                    <a:pt x="2764" y="203"/>
                  </a:lnTo>
                  <a:lnTo>
                    <a:pt x="2752" y="213"/>
                  </a:lnTo>
                  <a:lnTo>
                    <a:pt x="2734" y="221"/>
                  </a:lnTo>
                  <a:lnTo>
                    <a:pt x="2713" y="226"/>
                  </a:lnTo>
                  <a:lnTo>
                    <a:pt x="2687" y="227"/>
                  </a:lnTo>
                  <a:lnTo>
                    <a:pt x="2662" y="226"/>
                  </a:lnTo>
                  <a:lnTo>
                    <a:pt x="2640" y="221"/>
                  </a:lnTo>
                  <a:lnTo>
                    <a:pt x="2624" y="213"/>
                  </a:lnTo>
                  <a:lnTo>
                    <a:pt x="2611" y="202"/>
                  </a:lnTo>
                  <a:lnTo>
                    <a:pt x="2603" y="189"/>
                  </a:lnTo>
                  <a:lnTo>
                    <a:pt x="2599" y="174"/>
                  </a:lnTo>
                  <a:lnTo>
                    <a:pt x="2598" y="156"/>
                  </a:lnTo>
                  <a:lnTo>
                    <a:pt x="2602" y="137"/>
                  </a:lnTo>
                  <a:lnTo>
                    <a:pt x="2610" y="113"/>
                  </a:lnTo>
                  <a:lnTo>
                    <a:pt x="2620" y="91"/>
                  </a:lnTo>
                  <a:lnTo>
                    <a:pt x="2631" y="73"/>
                  </a:lnTo>
                  <a:lnTo>
                    <a:pt x="2645" y="61"/>
                  </a:lnTo>
                  <a:lnTo>
                    <a:pt x="2662" y="52"/>
                  </a:lnTo>
                  <a:close/>
                  <a:moveTo>
                    <a:pt x="2078" y="47"/>
                  </a:moveTo>
                  <a:lnTo>
                    <a:pt x="2100" y="47"/>
                  </a:lnTo>
                  <a:lnTo>
                    <a:pt x="2104" y="48"/>
                  </a:lnTo>
                  <a:lnTo>
                    <a:pt x="2106" y="49"/>
                  </a:lnTo>
                  <a:lnTo>
                    <a:pt x="2109" y="53"/>
                  </a:lnTo>
                  <a:lnTo>
                    <a:pt x="2109" y="57"/>
                  </a:lnTo>
                  <a:lnTo>
                    <a:pt x="2109" y="57"/>
                  </a:lnTo>
                  <a:lnTo>
                    <a:pt x="2109" y="59"/>
                  </a:lnTo>
                  <a:lnTo>
                    <a:pt x="2069" y="59"/>
                  </a:lnTo>
                  <a:lnTo>
                    <a:pt x="2069" y="57"/>
                  </a:lnTo>
                  <a:lnTo>
                    <a:pt x="2069" y="57"/>
                  </a:lnTo>
                  <a:lnTo>
                    <a:pt x="2069" y="53"/>
                  </a:lnTo>
                  <a:lnTo>
                    <a:pt x="2072" y="49"/>
                  </a:lnTo>
                  <a:lnTo>
                    <a:pt x="2075" y="48"/>
                  </a:lnTo>
                  <a:lnTo>
                    <a:pt x="2078" y="47"/>
                  </a:lnTo>
                  <a:close/>
                  <a:moveTo>
                    <a:pt x="1788" y="44"/>
                  </a:moveTo>
                  <a:lnTo>
                    <a:pt x="1900" y="44"/>
                  </a:lnTo>
                  <a:lnTo>
                    <a:pt x="1900" y="54"/>
                  </a:lnTo>
                  <a:lnTo>
                    <a:pt x="1788" y="54"/>
                  </a:lnTo>
                  <a:lnTo>
                    <a:pt x="1788" y="44"/>
                  </a:lnTo>
                  <a:close/>
                  <a:moveTo>
                    <a:pt x="1626" y="44"/>
                  </a:moveTo>
                  <a:lnTo>
                    <a:pt x="1614" y="44"/>
                  </a:lnTo>
                  <a:lnTo>
                    <a:pt x="1602" y="52"/>
                  </a:lnTo>
                  <a:lnTo>
                    <a:pt x="1594" y="63"/>
                  </a:lnTo>
                  <a:lnTo>
                    <a:pt x="1591" y="79"/>
                  </a:lnTo>
                  <a:lnTo>
                    <a:pt x="1592" y="96"/>
                  </a:lnTo>
                  <a:lnTo>
                    <a:pt x="1597" y="110"/>
                  </a:lnTo>
                  <a:lnTo>
                    <a:pt x="1607" y="122"/>
                  </a:lnTo>
                  <a:lnTo>
                    <a:pt x="1619" y="128"/>
                  </a:lnTo>
                  <a:lnTo>
                    <a:pt x="1631" y="128"/>
                  </a:lnTo>
                  <a:lnTo>
                    <a:pt x="1643" y="122"/>
                  </a:lnTo>
                  <a:lnTo>
                    <a:pt x="1650" y="109"/>
                  </a:lnTo>
                  <a:lnTo>
                    <a:pt x="1654" y="94"/>
                  </a:lnTo>
                  <a:lnTo>
                    <a:pt x="1653" y="76"/>
                  </a:lnTo>
                  <a:lnTo>
                    <a:pt x="1648" y="61"/>
                  </a:lnTo>
                  <a:lnTo>
                    <a:pt x="1638" y="49"/>
                  </a:lnTo>
                  <a:lnTo>
                    <a:pt x="1626" y="44"/>
                  </a:lnTo>
                  <a:close/>
                  <a:moveTo>
                    <a:pt x="230" y="36"/>
                  </a:moveTo>
                  <a:lnTo>
                    <a:pt x="228" y="38"/>
                  </a:lnTo>
                  <a:lnTo>
                    <a:pt x="225" y="39"/>
                  </a:lnTo>
                  <a:lnTo>
                    <a:pt x="223" y="40"/>
                  </a:lnTo>
                  <a:lnTo>
                    <a:pt x="223" y="43"/>
                  </a:lnTo>
                  <a:lnTo>
                    <a:pt x="223" y="45"/>
                  </a:lnTo>
                  <a:lnTo>
                    <a:pt x="224" y="47"/>
                  </a:lnTo>
                  <a:lnTo>
                    <a:pt x="226" y="48"/>
                  </a:lnTo>
                  <a:lnTo>
                    <a:pt x="228" y="49"/>
                  </a:lnTo>
                  <a:lnTo>
                    <a:pt x="230" y="50"/>
                  </a:lnTo>
                  <a:lnTo>
                    <a:pt x="230" y="36"/>
                  </a:lnTo>
                  <a:close/>
                  <a:moveTo>
                    <a:pt x="1419" y="36"/>
                  </a:moveTo>
                  <a:lnTo>
                    <a:pt x="1425" y="38"/>
                  </a:lnTo>
                  <a:lnTo>
                    <a:pt x="1431" y="40"/>
                  </a:lnTo>
                  <a:lnTo>
                    <a:pt x="1436" y="44"/>
                  </a:lnTo>
                  <a:lnTo>
                    <a:pt x="1440" y="49"/>
                  </a:lnTo>
                  <a:lnTo>
                    <a:pt x="1443" y="56"/>
                  </a:lnTo>
                  <a:lnTo>
                    <a:pt x="1443" y="57"/>
                  </a:lnTo>
                  <a:lnTo>
                    <a:pt x="1443" y="70"/>
                  </a:lnTo>
                  <a:lnTo>
                    <a:pt x="1435" y="80"/>
                  </a:lnTo>
                  <a:lnTo>
                    <a:pt x="1425" y="86"/>
                  </a:lnTo>
                  <a:lnTo>
                    <a:pt x="1417" y="87"/>
                  </a:lnTo>
                  <a:lnTo>
                    <a:pt x="1411" y="86"/>
                  </a:lnTo>
                  <a:lnTo>
                    <a:pt x="1405" y="84"/>
                  </a:lnTo>
                  <a:lnTo>
                    <a:pt x="1400" y="80"/>
                  </a:lnTo>
                  <a:lnTo>
                    <a:pt x="1396" y="75"/>
                  </a:lnTo>
                  <a:lnTo>
                    <a:pt x="1393" y="68"/>
                  </a:lnTo>
                  <a:lnTo>
                    <a:pt x="1393" y="62"/>
                  </a:lnTo>
                  <a:lnTo>
                    <a:pt x="1393" y="56"/>
                  </a:lnTo>
                  <a:lnTo>
                    <a:pt x="1396" y="49"/>
                  </a:lnTo>
                  <a:lnTo>
                    <a:pt x="1401" y="44"/>
                  </a:lnTo>
                  <a:lnTo>
                    <a:pt x="1406" y="40"/>
                  </a:lnTo>
                  <a:lnTo>
                    <a:pt x="1412" y="38"/>
                  </a:lnTo>
                  <a:lnTo>
                    <a:pt x="1419" y="36"/>
                  </a:lnTo>
                  <a:close/>
                  <a:moveTo>
                    <a:pt x="982" y="28"/>
                  </a:moveTo>
                  <a:lnTo>
                    <a:pt x="984" y="28"/>
                  </a:lnTo>
                  <a:lnTo>
                    <a:pt x="984" y="38"/>
                  </a:lnTo>
                  <a:lnTo>
                    <a:pt x="984" y="43"/>
                  </a:lnTo>
                  <a:lnTo>
                    <a:pt x="987" y="48"/>
                  </a:lnTo>
                  <a:lnTo>
                    <a:pt x="989" y="52"/>
                  </a:lnTo>
                  <a:lnTo>
                    <a:pt x="993" y="54"/>
                  </a:lnTo>
                  <a:lnTo>
                    <a:pt x="998" y="56"/>
                  </a:lnTo>
                  <a:lnTo>
                    <a:pt x="1003" y="57"/>
                  </a:lnTo>
                  <a:lnTo>
                    <a:pt x="1009" y="56"/>
                  </a:lnTo>
                  <a:lnTo>
                    <a:pt x="1014" y="53"/>
                  </a:lnTo>
                  <a:lnTo>
                    <a:pt x="1017" y="49"/>
                  </a:lnTo>
                  <a:lnTo>
                    <a:pt x="1021" y="45"/>
                  </a:lnTo>
                  <a:lnTo>
                    <a:pt x="1023" y="39"/>
                  </a:lnTo>
                  <a:lnTo>
                    <a:pt x="1024" y="45"/>
                  </a:lnTo>
                  <a:lnTo>
                    <a:pt x="1026" y="49"/>
                  </a:lnTo>
                  <a:lnTo>
                    <a:pt x="1030" y="53"/>
                  </a:lnTo>
                  <a:lnTo>
                    <a:pt x="1035" y="56"/>
                  </a:lnTo>
                  <a:lnTo>
                    <a:pt x="1042" y="57"/>
                  </a:lnTo>
                  <a:lnTo>
                    <a:pt x="1047" y="56"/>
                  </a:lnTo>
                  <a:lnTo>
                    <a:pt x="1052" y="53"/>
                  </a:lnTo>
                  <a:lnTo>
                    <a:pt x="1056" y="49"/>
                  </a:lnTo>
                  <a:lnTo>
                    <a:pt x="1058" y="45"/>
                  </a:lnTo>
                  <a:lnTo>
                    <a:pt x="1061" y="39"/>
                  </a:lnTo>
                  <a:lnTo>
                    <a:pt x="1062" y="45"/>
                  </a:lnTo>
                  <a:lnTo>
                    <a:pt x="1065" y="49"/>
                  </a:lnTo>
                  <a:lnTo>
                    <a:pt x="1068" y="53"/>
                  </a:lnTo>
                  <a:lnTo>
                    <a:pt x="1073" y="56"/>
                  </a:lnTo>
                  <a:lnTo>
                    <a:pt x="1080" y="57"/>
                  </a:lnTo>
                  <a:lnTo>
                    <a:pt x="1085" y="56"/>
                  </a:lnTo>
                  <a:lnTo>
                    <a:pt x="1090" y="53"/>
                  </a:lnTo>
                  <a:lnTo>
                    <a:pt x="1094" y="49"/>
                  </a:lnTo>
                  <a:lnTo>
                    <a:pt x="1096" y="45"/>
                  </a:lnTo>
                  <a:lnTo>
                    <a:pt x="1099" y="39"/>
                  </a:lnTo>
                  <a:lnTo>
                    <a:pt x="1100" y="45"/>
                  </a:lnTo>
                  <a:lnTo>
                    <a:pt x="1103" y="49"/>
                  </a:lnTo>
                  <a:lnTo>
                    <a:pt x="1107" y="53"/>
                  </a:lnTo>
                  <a:lnTo>
                    <a:pt x="1112" y="56"/>
                  </a:lnTo>
                  <a:lnTo>
                    <a:pt x="1117" y="57"/>
                  </a:lnTo>
                  <a:lnTo>
                    <a:pt x="1122" y="56"/>
                  </a:lnTo>
                  <a:lnTo>
                    <a:pt x="1127" y="54"/>
                  </a:lnTo>
                  <a:lnTo>
                    <a:pt x="1131" y="52"/>
                  </a:lnTo>
                  <a:lnTo>
                    <a:pt x="1135" y="48"/>
                  </a:lnTo>
                  <a:lnTo>
                    <a:pt x="1136" y="43"/>
                  </a:lnTo>
                  <a:lnTo>
                    <a:pt x="1137" y="38"/>
                  </a:lnTo>
                  <a:lnTo>
                    <a:pt x="1137" y="28"/>
                  </a:lnTo>
                  <a:lnTo>
                    <a:pt x="1138" y="28"/>
                  </a:lnTo>
                  <a:lnTo>
                    <a:pt x="1144" y="29"/>
                  </a:lnTo>
                  <a:lnTo>
                    <a:pt x="1147" y="31"/>
                  </a:lnTo>
                  <a:lnTo>
                    <a:pt x="1151" y="34"/>
                  </a:lnTo>
                  <a:lnTo>
                    <a:pt x="1154" y="39"/>
                  </a:lnTo>
                  <a:lnTo>
                    <a:pt x="1154" y="43"/>
                  </a:lnTo>
                  <a:lnTo>
                    <a:pt x="1154" y="233"/>
                  </a:lnTo>
                  <a:lnTo>
                    <a:pt x="1154" y="238"/>
                  </a:lnTo>
                  <a:lnTo>
                    <a:pt x="1151" y="243"/>
                  </a:lnTo>
                  <a:lnTo>
                    <a:pt x="1147" y="245"/>
                  </a:lnTo>
                  <a:lnTo>
                    <a:pt x="1144" y="248"/>
                  </a:lnTo>
                  <a:lnTo>
                    <a:pt x="1138" y="249"/>
                  </a:lnTo>
                  <a:lnTo>
                    <a:pt x="1047" y="249"/>
                  </a:lnTo>
                  <a:lnTo>
                    <a:pt x="1042" y="248"/>
                  </a:lnTo>
                  <a:lnTo>
                    <a:pt x="1038" y="245"/>
                  </a:lnTo>
                  <a:lnTo>
                    <a:pt x="1034" y="243"/>
                  </a:lnTo>
                  <a:lnTo>
                    <a:pt x="1033" y="238"/>
                  </a:lnTo>
                  <a:lnTo>
                    <a:pt x="1031" y="233"/>
                  </a:lnTo>
                  <a:lnTo>
                    <a:pt x="1030" y="198"/>
                  </a:lnTo>
                  <a:lnTo>
                    <a:pt x="1029" y="193"/>
                  </a:lnTo>
                  <a:lnTo>
                    <a:pt x="1028" y="189"/>
                  </a:lnTo>
                  <a:lnTo>
                    <a:pt x="1024" y="185"/>
                  </a:lnTo>
                  <a:lnTo>
                    <a:pt x="1020" y="183"/>
                  </a:lnTo>
                  <a:lnTo>
                    <a:pt x="1015" y="183"/>
                  </a:lnTo>
                  <a:lnTo>
                    <a:pt x="982" y="183"/>
                  </a:lnTo>
                  <a:lnTo>
                    <a:pt x="977" y="183"/>
                  </a:lnTo>
                  <a:lnTo>
                    <a:pt x="973" y="180"/>
                  </a:lnTo>
                  <a:lnTo>
                    <a:pt x="969" y="177"/>
                  </a:lnTo>
                  <a:lnTo>
                    <a:pt x="968" y="173"/>
                  </a:lnTo>
                  <a:lnTo>
                    <a:pt x="966" y="168"/>
                  </a:lnTo>
                  <a:lnTo>
                    <a:pt x="966" y="43"/>
                  </a:lnTo>
                  <a:lnTo>
                    <a:pt x="968" y="39"/>
                  </a:lnTo>
                  <a:lnTo>
                    <a:pt x="969" y="34"/>
                  </a:lnTo>
                  <a:lnTo>
                    <a:pt x="973" y="31"/>
                  </a:lnTo>
                  <a:lnTo>
                    <a:pt x="977" y="29"/>
                  </a:lnTo>
                  <a:lnTo>
                    <a:pt x="982" y="28"/>
                  </a:lnTo>
                  <a:close/>
                  <a:moveTo>
                    <a:pt x="2662" y="25"/>
                  </a:moveTo>
                  <a:lnTo>
                    <a:pt x="2714" y="25"/>
                  </a:lnTo>
                  <a:lnTo>
                    <a:pt x="2714" y="45"/>
                  </a:lnTo>
                  <a:lnTo>
                    <a:pt x="2662" y="45"/>
                  </a:lnTo>
                  <a:lnTo>
                    <a:pt x="2662" y="25"/>
                  </a:lnTo>
                  <a:close/>
                  <a:moveTo>
                    <a:pt x="230" y="16"/>
                  </a:moveTo>
                  <a:lnTo>
                    <a:pt x="239" y="16"/>
                  </a:lnTo>
                  <a:lnTo>
                    <a:pt x="239" y="22"/>
                  </a:lnTo>
                  <a:lnTo>
                    <a:pt x="249" y="24"/>
                  </a:lnTo>
                  <a:lnTo>
                    <a:pt x="258" y="28"/>
                  </a:lnTo>
                  <a:lnTo>
                    <a:pt x="265" y="35"/>
                  </a:lnTo>
                  <a:lnTo>
                    <a:pt x="266" y="45"/>
                  </a:lnTo>
                  <a:lnTo>
                    <a:pt x="248" y="45"/>
                  </a:lnTo>
                  <a:lnTo>
                    <a:pt x="247" y="43"/>
                  </a:lnTo>
                  <a:lnTo>
                    <a:pt x="246" y="39"/>
                  </a:lnTo>
                  <a:lnTo>
                    <a:pt x="243" y="38"/>
                  </a:lnTo>
                  <a:lnTo>
                    <a:pt x="239" y="36"/>
                  </a:lnTo>
                  <a:lnTo>
                    <a:pt x="239" y="52"/>
                  </a:lnTo>
                  <a:lnTo>
                    <a:pt x="251" y="56"/>
                  </a:lnTo>
                  <a:lnTo>
                    <a:pt x="260" y="61"/>
                  </a:lnTo>
                  <a:lnTo>
                    <a:pt x="266" y="67"/>
                  </a:lnTo>
                  <a:lnTo>
                    <a:pt x="267" y="76"/>
                  </a:lnTo>
                  <a:lnTo>
                    <a:pt x="265" y="87"/>
                  </a:lnTo>
                  <a:lnTo>
                    <a:pt x="260" y="95"/>
                  </a:lnTo>
                  <a:lnTo>
                    <a:pt x="251" y="99"/>
                  </a:lnTo>
                  <a:lnTo>
                    <a:pt x="239" y="100"/>
                  </a:lnTo>
                  <a:lnTo>
                    <a:pt x="239" y="110"/>
                  </a:lnTo>
                  <a:lnTo>
                    <a:pt x="230" y="110"/>
                  </a:lnTo>
                  <a:lnTo>
                    <a:pt x="230" y="100"/>
                  </a:lnTo>
                  <a:lnTo>
                    <a:pt x="219" y="99"/>
                  </a:lnTo>
                  <a:lnTo>
                    <a:pt x="210" y="94"/>
                  </a:lnTo>
                  <a:lnTo>
                    <a:pt x="205" y="86"/>
                  </a:lnTo>
                  <a:lnTo>
                    <a:pt x="202" y="75"/>
                  </a:lnTo>
                  <a:lnTo>
                    <a:pt x="221" y="75"/>
                  </a:lnTo>
                  <a:lnTo>
                    <a:pt x="223" y="79"/>
                  </a:lnTo>
                  <a:lnTo>
                    <a:pt x="224" y="82"/>
                  </a:lnTo>
                  <a:lnTo>
                    <a:pt x="226" y="85"/>
                  </a:lnTo>
                  <a:lnTo>
                    <a:pt x="230" y="86"/>
                  </a:lnTo>
                  <a:lnTo>
                    <a:pt x="230" y="70"/>
                  </a:lnTo>
                  <a:lnTo>
                    <a:pt x="220" y="66"/>
                  </a:lnTo>
                  <a:lnTo>
                    <a:pt x="211" y="62"/>
                  </a:lnTo>
                  <a:lnTo>
                    <a:pt x="206" y="56"/>
                  </a:lnTo>
                  <a:lnTo>
                    <a:pt x="204" y="45"/>
                  </a:lnTo>
                  <a:lnTo>
                    <a:pt x="206" y="35"/>
                  </a:lnTo>
                  <a:lnTo>
                    <a:pt x="212" y="29"/>
                  </a:lnTo>
                  <a:lnTo>
                    <a:pt x="220" y="25"/>
                  </a:lnTo>
                  <a:lnTo>
                    <a:pt x="230" y="22"/>
                  </a:lnTo>
                  <a:lnTo>
                    <a:pt x="230" y="16"/>
                  </a:lnTo>
                  <a:close/>
                  <a:moveTo>
                    <a:pt x="1568" y="14"/>
                  </a:moveTo>
                  <a:lnTo>
                    <a:pt x="1587" y="17"/>
                  </a:lnTo>
                  <a:lnTo>
                    <a:pt x="1606" y="24"/>
                  </a:lnTo>
                  <a:lnTo>
                    <a:pt x="1625" y="33"/>
                  </a:lnTo>
                  <a:lnTo>
                    <a:pt x="1640" y="39"/>
                  </a:lnTo>
                  <a:lnTo>
                    <a:pt x="1656" y="45"/>
                  </a:lnTo>
                  <a:lnTo>
                    <a:pt x="1671" y="49"/>
                  </a:lnTo>
                  <a:lnTo>
                    <a:pt x="1685" y="50"/>
                  </a:lnTo>
                  <a:lnTo>
                    <a:pt x="1699" y="49"/>
                  </a:lnTo>
                  <a:lnTo>
                    <a:pt x="1712" y="42"/>
                  </a:lnTo>
                  <a:lnTo>
                    <a:pt x="1723" y="29"/>
                  </a:lnTo>
                  <a:lnTo>
                    <a:pt x="1723" y="138"/>
                  </a:lnTo>
                  <a:lnTo>
                    <a:pt x="1712" y="151"/>
                  </a:lnTo>
                  <a:lnTo>
                    <a:pt x="1699" y="157"/>
                  </a:lnTo>
                  <a:lnTo>
                    <a:pt x="1685" y="160"/>
                  </a:lnTo>
                  <a:lnTo>
                    <a:pt x="1671" y="159"/>
                  </a:lnTo>
                  <a:lnTo>
                    <a:pt x="1656" y="155"/>
                  </a:lnTo>
                  <a:lnTo>
                    <a:pt x="1640" y="149"/>
                  </a:lnTo>
                  <a:lnTo>
                    <a:pt x="1625" y="142"/>
                  </a:lnTo>
                  <a:lnTo>
                    <a:pt x="1606" y="133"/>
                  </a:lnTo>
                  <a:lnTo>
                    <a:pt x="1587" y="127"/>
                  </a:lnTo>
                  <a:lnTo>
                    <a:pt x="1568" y="123"/>
                  </a:lnTo>
                  <a:lnTo>
                    <a:pt x="1549" y="124"/>
                  </a:lnTo>
                  <a:lnTo>
                    <a:pt x="1531" y="132"/>
                  </a:lnTo>
                  <a:lnTo>
                    <a:pt x="1531" y="22"/>
                  </a:lnTo>
                  <a:lnTo>
                    <a:pt x="1549" y="15"/>
                  </a:lnTo>
                  <a:lnTo>
                    <a:pt x="1568" y="14"/>
                  </a:lnTo>
                  <a:close/>
                  <a:moveTo>
                    <a:pt x="2821" y="5"/>
                  </a:moveTo>
                  <a:lnTo>
                    <a:pt x="2818" y="6"/>
                  </a:lnTo>
                  <a:lnTo>
                    <a:pt x="2816" y="7"/>
                  </a:lnTo>
                  <a:lnTo>
                    <a:pt x="2815" y="10"/>
                  </a:lnTo>
                  <a:lnTo>
                    <a:pt x="2813" y="12"/>
                  </a:lnTo>
                  <a:lnTo>
                    <a:pt x="2815" y="14"/>
                  </a:lnTo>
                  <a:lnTo>
                    <a:pt x="2815" y="19"/>
                  </a:lnTo>
                  <a:lnTo>
                    <a:pt x="2817" y="25"/>
                  </a:lnTo>
                  <a:lnTo>
                    <a:pt x="2820" y="31"/>
                  </a:lnTo>
                  <a:lnTo>
                    <a:pt x="2826" y="39"/>
                  </a:lnTo>
                  <a:lnTo>
                    <a:pt x="2835" y="45"/>
                  </a:lnTo>
                  <a:lnTo>
                    <a:pt x="2846" y="49"/>
                  </a:lnTo>
                  <a:lnTo>
                    <a:pt x="2863" y="50"/>
                  </a:lnTo>
                  <a:lnTo>
                    <a:pt x="2866" y="50"/>
                  </a:lnTo>
                  <a:lnTo>
                    <a:pt x="2868" y="49"/>
                  </a:lnTo>
                  <a:lnTo>
                    <a:pt x="2869" y="47"/>
                  </a:lnTo>
                  <a:lnTo>
                    <a:pt x="2871" y="44"/>
                  </a:lnTo>
                  <a:lnTo>
                    <a:pt x="2869" y="40"/>
                  </a:lnTo>
                  <a:lnTo>
                    <a:pt x="2868" y="38"/>
                  </a:lnTo>
                  <a:lnTo>
                    <a:pt x="2866" y="36"/>
                  </a:lnTo>
                  <a:lnTo>
                    <a:pt x="2863" y="36"/>
                  </a:lnTo>
                  <a:lnTo>
                    <a:pt x="2857" y="35"/>
                  </a:lnTo>
                  <a:lnTo>
                    <a:pt x="2851" y="35"/>
                  </a:lnTo>
                  <a:lnTo>
                    <a:pt x="2840" y="31"/>
                  </a:lnTo>
                  <a:lnTo>
                    <a:pt x="2834" y="25"/>
                  </a:lnTo>
                  <a:lnTo>
                    <a:pt x="2830" y="19"/>
                  </a:lnTo>
                  <a:lnTo>
                    <a:pt x="2830" y="16"/>
                  </a:lnTo>
                  <a:lnTo>
                    <a:pt x="2829" y="14"/>
                  </a:lnTo>
                  <a:lnTo>
                    <a:pt x="2829" y="12"/>
                  </a:lnTo>
                  <a:lnTo>
                    <a:pt x="2829" y="10"/>
                  </a:lnTo>
                  <a:lnTo>
                    <a:pt x="2826" y="7"/>
                  </a:lnTo>
                  <a:lnTo>
                    <a:pt x="2825" y="6"/>
                  </a:lnTo>
                  <a:lnTo>
                    <a:pt x="2821" y="5"/>
                  </a:lnTo>
                  <a:close/>
                  <a:moveTo>
                    <a:pt x="1117" y="0"/>
                  </a:moveTo>
                  <a:lnTo>
                    <a:pt x="1121" y="1"/>
                  </a:lnTo>
                  <a:lnTo>
                    <a:pt x="1122" y="2"/>
                  </a:lnTo>
                  <a:lnTo>
                    <a:pt x="1124" y="5"/>
                  </a:lnTo>
                  <a:lnTo>
                    <a:pt x="1124" y="7"/>
                  </a:lnTo>
                  <a:lnTo>
                    <a:pt x="1124" y="38"/>
                  </a:lnTo>
                  <a:lnTo>
                    <a:pt x="1124" y="40"/>
                  </a:lnTo>
                  <a:lnTo>
                    <a:pt x="1122" y="43"/>
                  </a:lnTo>
                  <a:lnTo>
                    <a:pt x="1121" y="44"/>
                  </a:lnTo>
                  <a:lnTo>
                    <a:pt x="1117" y="44"/>
                  </a:lnTo>
                  <a:lnTo>
                    <a:pt x="1114" y="44"/>
                  </a:lnTo>
                  <a:lnTo>
                    <a:pt x="1113" y="43"/>
                  </a:lnTo>
                  <a:lnTo>
                    <a:pt x="1110" y="40"/>
                  </a:lnTo>
                  <a:lnTo>
                    <a:pt x="1110" y="38"/>
                  </a:lnTo>
                  <a:lnTo>
                    <a:pt x="1110" y="7"/>
                  </a:lnTo>
                  <a:lnTo>
                    <a:pt x="1110" y="5"/>
                  </a:lnTo>
                  <a:lnTo>
                    <a:pt x="1113" y="2"/>
                  </a:lnTo>
                  <a:lnTo>
                    <a:pt x="1114" y="1"/>
                  </a:lnTo>
                  <a:lnTo>
                    <a:pt x="1117" y="0"/>
                  </a:lnTo>
                  <a:close/>
                  <a:moveTo>
                    <a:pt x="1080" y="0"/>
                  </a:moveTo>
                  <a:lnTo>
                    <a:pt x="1082" y="1"/>
                  </a:lnTo>
                  <a:lnTo>
                    <a:pt x="1084" y="2"/>
                  </a:lnTo>
                  <a:lnTo>
                    <a:pt x="1086" y="5"/>
                  </a:lnTo>
                  <a:lnTo>
                    <a:pt x="1086" y="7"/>
                  </a:lnTo>
                  <a:lnTo>
                    <a:pt x="1086" y="38"/>
                  </a:lnTo>
                  <a:lnTo>
                    <a:pt x="1086" y="40"/>
                  </a:lnTo>
                  <a:lnTo>
                    <a:pt x="1084" y="43"/>
                  </a:lnTo>
                  <a:lnTo>
                    <a:pt x="1082" y="44"/>
                  </a:lnTo>
                  <a:lnTo>
                    <a:pt x="1080" y="44"/>
                  </a:lnTo>
                  <a:lnTo>
                    <a:pt x="1076" y="44"/>
                  </a:lnTo>
                  <a:lnTo>
                    <a:pt x="1075" y="43"/>
                  </a:lnTo>
                  <a:lnTo>
                    <a:pt x="1072" y="40"/>
                  </a:lnTo>
                  <a:lnTo>
                    <a:pt x="1072" y="38"/>
                  </a:lnTo>
                  <a:lnTo>
                    <a:pt x="1072" y="7"/>
                  </a:lnTo>
                  <a:lnTo>
                    <a:pt x="1072" y="5"/>
                  </a:lnTo>
                  <a:lnTo>
                    <a:pt x="1075" y="2"/>
                  </a:lnTo>
                  <a:lnTo>
                    <a:pt x="1076" y="1"/>
                  </a:lnTo>
                  <a:lnTo>
                    <a:pt x="1080"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30" name="Freeform 14"/>
            <p:cNvSpPr>
              <a:spLocks noEditPoints="1"/>
            </p:cNvSpPr>
            <p:nvPr/>
          </p:nvSpPr>
          <p:spPr bwMode="auto">
            <a:xfrm>
              <a:off x="2085975" y="1928813"/>
              <a:ext cx="2390775" cy="560388"/>
            </a:xfrm>
            <a:custGeom>
              <a:avLst/>
              <a:gdLst>
                <a:gd name="T0" fmla="*/ 973 w 3012"/>
                <a:gd name="T1" fmla="*/ 553 h 705"/>
                <a:gd name="T2" fmla="*/ 1810 w 3012"/>
                <a:gd name="T3" fmla="*/ 687 h 705"/>
                <a:gd name="T4" fmla="*/ 1735 w 3012"/>
                <a:gd name="T5" fmla="*/ 692 h 705"/>
                <a:gd name="T6" fmla="*/ 271 w 3012"/>
                <a:gd name="T7" fmla="*/ 532 h 705"/>
                <a:gd name="T8" fmla="*/ 191 w 3012"/>
                <a:gd name="T9" fmla="*/ 504 h 705"/>
                <a:gd name="T10" fmla="*/ 1853 w 3012"/>
                <a:gd name="T11" fmla="*/ 501 h 705"/>
                <a:gd name="T12" fmla="*/ 2721 w 3012"/>
                <a:gd name="T13" fmla="*/ 479 h 705"/>
                <a:gd name="T14" fmla="*/ 2960 w 3012"/>
                <a:gd name="T15" fmla="*/ 612 h 705"/>
                <a:gd name="T16" fmla="*/ 2882 w 3012"/>
                <a:gd name="T17" fmla="*/ 457 h 705"/>
                <a:gd name="T18" fmla="*/ 559 w 3012"/>
                <a:gd name="T19" fmla="*/ 395 h 705"/>
                <a:gd name="T20" fmla="*/ 562 w 3012"/>
                <a:gd name="T21" fmla="*/ 459 h 705"/>
                <a:gd name="T22" fmla="*/ 493 w 3012"/>
                <a:gd name="T23" fmla="*/ 474 h 705"/>
                <a:gd name="T24" fmla="*/ 441 w 3012"/>
                <a:gd name="T25" fmla="*/ 427 h 705"/>
                <a:gd name="T26" fmla="*/ 1519 w 3012"/>
                <a:gd name="T27" fmla="*/ 431 h 705"/>
                <a:gd name="T28" fmla="*/ 1269 w 3012"/>
                <a:gd name="T29" fmla="*/ 432 h 705"/>
                <a:gd name="T30" fmla="*/ 2321 w 3012"/>
                <a:gd name="T31" fmla="*/ 359 h 705"/>
                <a:gd name="T32" fmla="*/ 619 w 3012"/>
                <a:gd name="T33" fmla="*/ 370 h 705"/>
                <a:gd name="T34" fmla="*/ 1271 w 3012"/>
                <a:gd name="T35" fmla="*/ 516 h 705"/>
                <a:gd name="T36" fmla="*/ 1751 w 3012"/>
                <a:gd name="T37" fmla="*/ 318 h 705"/>
                <a:gd name="T38" fmla="*/ 2700 w 3012"/>
                <a:gd name="T39" fmla="*/ 294 h 705"/>
                <a:gd name="T40" fmla="*/ 2583 w 3012"/>
                <a:gd name="T41" fmla="*/ 297 h 705"/>
                <a:gd name="T42" fmla="*/ 1298 w 3012"/>
                <a:gd name="T43" fmla="*/ 369 h 705"/>
                <a:gd name="T44" fmla="*/ 2447 w 3012"/>
                <a:gd name="T45" fmla="*/ 362 h 705"/>
                <a:gd name="T46" fmla="*/ 217 w 3012"/>
                <a:gd name="T47" fmla="*/ 253 h 705"/>
                <a:gd name="T48" fmla="*/ 2732 w 3012"/>
                <a:gd name="T49" fmla="*/ 258 h 705"/>
                <a:gd name="T50" fmla="*/ 2708 w 3012"/>
                <a:gd name="T51" fmla="*/ 325 h 705"/>
                <a:gd name="T52" fmla="*/ 2684 w 3012"/>
                <a:gd name="T53" fmla="*/ 258 h 705"/>
                <a:gd name="T54" fmla="*/ 1430 w 3012"/>
                <a:gd name="T55" fmla="*/ 248 h 705"/>
                <a:gd name="T56" fmla="*/ 2099 w 3012"/>
                <a:gd name="T57" fmla="*/ 323 h 705"/>
                <a:gd name="T58" fmla="*/ 2150 w 3012"/>
                <a:gd name="T59" fmla="*/ 355 h 705"/>
                <a:gd name="T60" fmla="*/ 1958 w 3012"/>
                <a:gd name="T61" fmla="*/ 245 h 705"/>
                <a:gd name="T62" fmla="*/ 217 w 3012"/>
                <a:gd name="T63" fmla="*/ 231 h 705"/>
                <a:gd name="T64" fmla="*/ 1758 w 3012"/>
                <a:gd name="T65" fmla="*/ 295 h 705"/>
                <a:gd name="T66" fmla="*/ 1761 w 3012"/>
                <a:gd name="T67" fmla="*/ 220 h 705"/>
                <a:gd name="T68" fmla="*/ 2678 w 3012"/>
                <a:gd name="T69" fmla="*/ 225 h 705"/>
                <a:gd name="T70" fmla="*/ 1708 w 3012"/>
                <a:gd name="T71" fmla="*/ 338 h 705"/>
                <a:gd name="T72" fmla="*/ 907 w 3012"/>
                <a:gd name="T73" fmla="*/ 281 h 705"/>
                <a:gd name="T74" fmla="*/ 1759 w 3012"/>
                <a:gd name="T75" fmla="*/ 190 h 705"/>
                <a:gd name="T76" fmla="*/ 1696 w 3012"/>
                <a:gd name="T77" fmla="*/ 213 h 705"/>
                <a:gd name="T78" fmla="*/ 2187 w 3012"/>
                <a:gd name="T79" fmla="*/ 151 h 705"/>
                <a:gd name="T80" fmla="*/ 1998 w 3012"/>
                <a:gd name="T81" fmla="*/ 155 h 705"/>
                <a:gd name="T82" fmla="*/ 1397 w 3012"/>
                <a:gd name="T83" fmla="*/ 234 h 705"/>
                <a:gd name="T84" fmla="*/ 1542 w 3012"/>
                <a:gd name="T85" fmla="*/ 114 h 705"/>
                <a:gd name="T86" fmla="*/ 451 w 3012"/>
                <a:gd name="T87" fmla="*/ 94 h 705"/>
                <a:gd name="T88" fmla="*/ 1169 w 3012"/>
                <a:gd name="T89" fmla="*/ 92 h 705"/>
                <a:gd name="T90" fmla="*/ 1204 w 3012"/>
                <a:gd name="T91" fmla="*/ 80 h 705"/>
                <a:gd name="T92" fmla="*/ 872 w 3012"/>
                <a:gd name="T93" fmla="*/ 71 h 705"/>
                <a:gd name="T94" fmla="*/ 633 w 3012"/>
                <a:gd name="T95" fmla="*/ 122 h 705"/>
                <a:gd name="T96" fmla="*/ 481 w 3012"/>
                <a:gd name="T97" fmla="*/ 67 h 705"/>
                <a:gd name="T98" fmla="*/ 2444 w 3012"/>
                <a:gd name="T99" fmla="*/ 176 h 705"/>
                <a:gd name="T100" fmla="*/ 450 w 3012"/>
                <a:gd name="T101" fmla="*/ 259 h 705"/>
                <a:gd name="T102" fmla="*/ 349 w 3012"/>
                <a:gd name="T103" fmla="*/ 246 h 705"/>
                <a:gd name="T104" fmla="*/ 1290 w 3012"/>
                <a:gd name="T105" fmla="*/ 113 h 705"/>
                <a:gd name="T106" fmla="*/ 1233 w 3012"/>
                <a:gd name="T107" fmla="*/ 215 h 705"/>
                <a:gd name="T108" fmla="*/ 1134 w 3012"/>
                <a:gd name="T109" fmla="*/ 132 h 705"/>
                <a:gd name="T110" fmla="*/ 1007 w 3012"/>
                <a:gd name="T111" fmla="*/ 138 h 705"/>
                <a:gd name="T112" fmla="*/ 986 w 3012"/>
                <a:gd name="T113" fmla="*/ 39 h 705"/>
                <a:gd name="T114" fmla="*/ 321 w 3012"/>
                <a:gd name="T115" fmla="*/ 12 h 705"/>
                <a:gd name="T116" fmla="*/ 2000 w 3012"/>
                <a:gd name="T117" fmla="*/ 101 h 705"/>
                <a:gd name="T118" fmla="*/ 1910 w 3012"/>
                <a:gd name="T119" fmla="*/ 119 h 705"/>
                <a:gd name="T120" fmla="*/ 1941 w 3012"/>
                <a:gd name="T121" fmla="*/ 38 h 705"/>
                <a:gd name="T122" fmla="*/ 1665 w 3012"/>
                <a:gd name="T123" fmla="*/ 49 h 705"/>
                <a:gd name="T124" fmla="*/ 1714 w 3012"/>
                <a:gd name="T125" fmla="*/ 24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12" h="705">
                  <a:moveTo>
                    <a:pt x="1018" y="513"/>
                  </a:moveTo>
                  <a:lnTo>
                    <a:pt x="1020" y="514"/>
                  </a:lnTo>
                  <a:lnTo>
                    <a:pt x="1021" y="515"/>
                  </a:lnTo>
                  <a:lnTo>
                    <a:pt x="1024" y="518"/>
                  </a:lnTo>
                  <a:lnTo>
                    <a:pt x="1024" y="520"/>
                  </a:lnTo>
                  <a:lnTo>
                    <a:pt x="1024" y="551"/>
                  </a:lnTo>
                  <a:lnTo>
                    <a:pt x="1024" y="553"/>
                  </a:lnTo>
                  <a:lnTo>
                    <a:pt x="1021" y="556"/>
                  </a:lnTo>
                  <a:lnTo>
                    <a:pt x="1020" y="557"/>
                  </a:lnTo>
                  <a:lnTo>
                    <a:pt x="1018" y="557"/>
                  </a:lnTo>
                  <a:lnTo>
                    <a:pt x="1014" y="557"/>
                  </a:lnTo>
                  <a:lnTo>
                    <a:pt x="1013" y="556"/>
                  </a:lnTo>
                  <a:lnTo>
                    <a:pt x="1011" y="553"/>
                  </a:lnTo>
                  <a:lnTo>
                    <a:pt x="1010" y="551"/>
                  </a:lnTo>
                  <a:lnTo>
                    <a:pt x="1010" y="520"/>
                  </a:lnTo>
                  <a:lnTo>
                    <a:pt x="1011" y="518"/>
                  </a:lnTo>
                  <a:lnTo>
                    <a:pt x="1013" y="515"/>
                  </a:lnTo>
                  <a:lnTo>
                    <a:pt x="1014" y="514"/>
                  </a:lnTo>
                  <a:lnTo>
                    <a:pt x="1018" y="513"/>
                  </a:lnTo>
                  <a:close/>
                  <a:moveTo>
                    <a:pt x="979" y="513"/>
                  </a:moveTo>
                  <a:lnTo>
                    <a:pt x="982" y="514"/>
                  </a:lnTo>
                  <a:lnTo>
                    <a:pt x="985" y="515"/>
                  </a:lnTo>
                  <a:lnTo>
                    <a:pt x="986" y="518"/>
                  </a:lnTo>
                  <a:lnTo>
                    <a:pt x="986" y="520"/>
                  </a:lnTo>
                  <a:lnTo>
                    <a:pt x="986" y="551"/>
                  </a:lnTo>
                  <a:lnTo>
                    <a:pt x="986" y="553"/>
                  </a:lnTo>
                  <a:lnTo>
                    <a:pt x="985" y="556"/>
                  </a:lnTo>
                  <a:lnTo>
                    <a:pt x="982" y="557"/>
                  </a:lnTo>
                  <a:lnTo>
                    <a:pt x="979" y="557"/>
                  </a:lnTo>
                  <a:lnTo>
                    <a:pt x="977" y="557"/>
                  </a:lnTo>
                  <a:lnTo>
                    <a:pt x="974" y="556"/>
                  </a:lnTo>
                  <a:lnTo>
                    <a:pt x="973" y="553"/>
                  </a:lnTo>
                  <a:lnTo>
                    <a:pt x="972" y="551"/>
                  </a:lnTo>
                  <a:lnTo>
                    <a:pt x="972" y="520"/>
                  </a:lnTo>
                  <a:lnTo>
                    <a:pt x="973" y="518"/>
                  </a:lnTo>
                  <a:lnTo>
                    <a:pt x="974" y="515"/>
                  </a:lnTo>
                  <a:lnTo>
                    <a:pt x="977" y="514"/>
                  </a:lnTo>
                  <a:lnTo>
                    <a:pt x="979" y="513"/>
                  </a:lnTo>
                  <a:close/>
                  <a:moveTo>
                    <a:pt x="1754" y="511"/>
                  </a:moveTo>
                  <a:lnTo>
                    <a:pt x="1769" y="511"/>
                  </a:lnTo>
                  <a:lnTo>
                    <a:pt x="1769" y="520"/>
                  </a:lnTo>
                  <a:lnTo>
                    <a:pt x="1763" y="520"/>
                  </a:lnTo>
                  <a:lnTo>
                    <a:pt x="1759" y="521"/>
                  </a:lnTo>
                  <a:lnTo>
                    <a:pt x="1755" y="523"/>
                  </a:lnTo>
                  <a:lnTo>
                    <a:pt x="1751" y="527"/>
                  </a:lnTo>
                  <a:lnTo>
                    <a:pt x="1750" y="530"/>
                  </a:lnTo>
                  <a:lnTo>
                    <a:pt x="1749" y="534"/>
                  </a:lnTo>
                  <a:lnTo>
                    <a:pt x="1749" y="627"/>
                  </a:lnTo>
                  <a:lnTo>
                    <a:pt x="1750" y="631"/>
                  </a:lnTo>
                  <a:lnTo>
                    <a:pt x="1751" y="635"/>
                  </a:lnTo>
                  <a:lnTo>
                    <a:pt x="1755" y="639"/>
                  </a:lnTo>
                  <a:lnTo>
                    <a:pt x="1759" y="640"/>
                  </a:lnTo>
                  <a:lnTo>
                    <a:pt x="1764" y="641"/>
                  </a:lnTo>
                  <a:lnTo>
                    <a:pt x="1787" y="640"/>
                  </a:lnTo>
                  <a:lnTo>
                    <a:pt x="1789" y="641"/>
                  </a:lnTo>
                  <a:lnTo>
                    <a:pt x="1792" y="642"/>
                  </a:lnTo>
                  <a:lnTo>
                    <a:pt x="1793" y="645"/>
                  </a:lnTo>
                  <a:lnTo>
                    <a:pt x="1795" y="648"/>
                  </a:lnTo>
                  <a:lnTo>
                    <a:pt x="1795" y="673"/>
                  </a:lnTo>
                  <a:lnTo>
                    <a:pt x="1796" y="678"/>
                  </a:lnTo>
                  <a:lnTo>
                    <a:pt x="1798" y="682"/>
                  </a:lnTo>
                  <a:lnTo>
                    <a:pt x="1801" y="684"/>
                  </a:lnTo>
                  <a:lnTo>
                    <a:pt x="1805" y="687"/>
                  </a:lnTo>
                  <a:lnTo>
                    <a:pt x="1810" y="687"/>
                  </a:lnTo>
                  <a:lnTo>
                    <a:pt x="1875" y="687"/>
                  </a:lnTo>
                  <a:lnTo>
                    <a:pt x="1879" y="687"/>
                  </a:lnTo>
                  <a:lnTo>
                    <a:pt x="1882" y="684"/>
                  </a:lnTo>
                  <a:lnTo>
                    <a:pt x="1886" y="682"/>
                  </a:lnTo>
                  <a:lnTo>
                    <a:pt x="1888" y="677"/>
                  </a:lnTo>
                  <a:lnTo>
                    <a:pt x="1889" y="673"/>
                  </a:lnTo>
                  <a:lnTo>
                    <a:pt x="1889" y="534"/>
                  </a:lnTo>
                  <a:lnTo>
                    <a:pt x="1888" y="530"/>
                  </a:lnTo>
                  <a:lnTo>
                    <a:pt x="1886" y="527"/>
                  </a:lnTo>
                  <a:lnTo>
                    <a:pt x="1882" y="523"/>
                  </a:lnTo>
                  <a:lnTo>
                    <a:pt x="1879" y="521"/>
                  </a:lnTo>
                  <a:lnTo>
                    <a:pt x="1875" y="520"/>
                  </a:lnTo>
                  <a:lnTo>
                    <a:pt x="1865" y="520"/>
                  </a:lnTo>
                  <a:lnTo>
                    <a:pt x="1865" y="516"/>
                  </a:lnTo>
                  <a:lnTo>
                    <a:pt x="1865" y="511"/>
                  </a:lnTo>
                  <a:lnTo>
                    <a:pt x="1885" y="511"/>
                  </a:lnTo>
                  <a:lnTo>
                    <a:pt x="1890" y="511"/>
                  </a:lnTo>
                  <a:lnTo>
                    <a:pt x="1896" y="514"/>
                  </a:lnTo>
                  <a:lnTo>
                    <a:pt x="1900" y="519"/>
                  </a:lnTo>
                  <a:lnTo>
                    <a:pt x="1903" y="524"/>
                  </a:lnTo>
                  <a:lnTo>
                    <a:pt x="1904" y="529"/>
                  </a:lnTo>
                  <a:lnTo>
                    <a:pt x="1904" y="687"/>
                  </a:lnTo>
                  <a:lnTo>
                    <a:pt x="1903" y="692"/>
                  </a:lnTo>
                  <a:lnTo>
                    <a:pt x="1900" y="697"/>
                  </a:lnTo>
                  <a:lnTo>
                    <a:pt x="1896" y="701"/>
                  </a:lnTo>
                  <a:lnTo>
                    <a:pt x="1890" y="704"/>
                  </a:lnTo>
                  <a:lnTo>
                    <a:pt x="1885" y="705"/>
                  </a:lnTo>
                  <a:lnTo>
                    <a:pt x="1754" y="705"/>
                  </a:lnTo>
                  <a:lnTo>
                    <a:pt x="1747" y="704"/>
                  </a:lnTo>
                  <a:lnTo>
                    <a:pt x="1742" y="701"/>
                  </a:lnTo>
                  <a:lnTo>
                    <a:pt x="1739" y="697"/>
                  </a:lnTo>
                  <a:lnTo>
                    <a:pt x="1735" y="692"/>
                  </a:lnTo>
                  <a:lnTo>
                    <a:pt x="1735" y="687"/>
                  </a:lnTo>
                  <a:lnTo>
                    <a:pt x="1735" y="529"/>
                  </a:lnTo>
                  <a:lnTo>
                    <a:pt x="1735" y="524"/>
                  </a:lnTo>
                  <a:lnTo>
                    <a:pt x="1739" y="519"/>
                  </a:lnTo>
                  <a:lnTo>
                    <a:pt x="1742" y="514"/>
                  </a:lnTo>
                  <a:lnTo>
                    <a:pt x="1747" y="511"/>
                  </a:lnTo>
                  <a:lnTo>
                    <a:pt x="1754" y="511"/>
                  </a:lnTo>
                  <a:close/>
                  <a:moveTo>
                    <a:pt x="211" y="511"/>
                  </a:moveTo>
                  <a:lnTo>
                    <a:pt x="190" y="514"/>
                  </a:lnTo>
                  <a:lnTo>
                    <a:pt x="172" y="524"/>
                  </a:lnTo>
                  <a:lnTo>
                    <a:pt x="158" y="538"/>
                  </a:lnTo>
                  <a:lnTo>
                    <a:pt x="149" y="556"/>
                  </a:lnTo>
                  <a:lnTo>
                    <a:pt x="145" y="576"/>
                  </a:lnTo>
                  <a:lnTo>
                    <a:pt x="149" y="597"/>
                  </a:lnTo>
                  <a:lnTo>
                    <a:pt x="158" y="614"/>
                  </a:lnTo>
                  <a:lnTo>
                    <a:pt x="172" y="630"/>
                  </a:lnTo>
                  <a:lnTo>
                    <a:pt x="190" y="639"/>
                  </a:lnTo>
                  <a:lnTo>
                    <a:pt x="211" y="642"/>
                  </a:lnTo>
                  <a:lnTo>
                    <a:pt x="232" y="639"/>
                  </a:lnTo>
                  <a:lnTo>
                    <a:pt x="250" y="630"/>
                  </a:lnTo>
                  <a:lnTo>
                    <a:pt x="264" y="614"/>
                  </a:lnTo>
                  <a:lnTo>
                    <a:pt x="273" y="597"/>
                  </a:lnTo>
                  <a:lnTo>
                    <a:pt x="276" y="576"/>
                  </a:lnTo>
                  <a:lnTo>
                    <a:pt x="273" y="556"/>
                  </a:lnTo>
                  <a:lnTo>
                    <a:pt x="264" y="538"/>
                  </a:lnTo>
                  <a:lnTo>
                    <a:pt x="250" y="524"/>
                  </a:lnTo>
                  <a:lnTo>
                    <a:pt x="232" y="514"/>
                  </a:lnTo>
                  <a:lnTo>
                    <a:pt x="211" y="511"/>
                  </a:lnTo>
                  <a:close/>
                  <a:moveTo>
                    <a:pt x="211" y="501"/>
                  </a:moveTo>
                  <a:lnTo>
                    <a:pt x="234" y="505"/>
                  </a:lnTo>
                  <a:lnTo>
                    <a:pt x="256" y="515"/>
                  </a:lnTo>
                  <a:lnTo>
                    <a:pt x="271" y="532"/>
                  </a:lnTo>
                  <a:lnTo>
                    <a:pt x="283" y="552"/>
                  </a:lnTo>
                  <a:lnTo>
                    <a:pt x="287" y="576"/>
                  </a:lnTo>
                  <a:lnTo>
                    <a:pt x="283" y="600"/>
                  </a:lnTo>
                  <a:lnTo>
                    <a:pt x="271" y="621"/>
                  </a:lnTo>
                  <a:lnTo>
                    <a:pt x="256" y="637"/>
                  </a:lnTo>
                  <a:lnTo>
                    <a:pt x="234" y="648"/>
                  </a:lnTo>
                  <a:lnTo>
                    <a:pt x="211" y="651"/>
                  </a:lnTo>
                  <a:lnTo>
                    <a:pt x="190" y="649"/>
                  </a:lnTo>
                  <a:lnTo>
                    <a:pt x="171" y="640"/>
                  </a:lnTo>
                  <a:lnTo>
                    <a:pt x="155" y="627"/>
                  </a:lnTo>
                  <a:lnTo>
                    <a:pt x="144" y="611"/>
                  </a:lnTo>
                  <a:lnTo>
                    <a:pt x="104" y="611"/>
                  </a:lnTo>
                  <a:lnTo>
                    <a:pt x="104" y="611"/>
                  </a:lnTo>
                  <a:lnTo>
                    <a:pt x="104" y="611"/>
                  </a:lnTo>
                  <a:lnTo>
                    <a:pt x="0" y="611"/>
                  </a:lnTo>
                  <a:lnTo>
                    <a:pt x="0" y="608"/>
                  </a:lnTo>
                  <a:lnTo>
                    <a:pt x="0" y="599"/>
                  </a:lnTo>
                  <a:lnTo>
                    <a:pt x="0" y="586"/>
                  </a:lnTo>
                  <a:lnTo>
                    <a:pt x="1" y="574"/>
                  </a:lnTo>
                  <a:lnTo>
                    <a:pt x="4" y="560"/>
                  </a:lnTo>
                  <a:lnTo>
                    <a:pt x="8" y="548"/>
                  </a:lnTo>
                  <a:lnTo>
                    <a:pt x="17" y="538"/>
                  </a:lnTo>
                  <a:lnTo>
                    <a:pt x="29" y="529"/>
                  </a:lnTo>
                  <a:lnTo>
                    <a:pt x="45" y="524"/>
                  </a:lnTo>
                  <a:lnTo>
                    <a:pt x="61" y="520"/>
                  </a:lnTo>
                  <a:lnTo>
                    <a:pt x="76" y="520"/>
                  </a:lnTo>
                  <a:lnTo>
                    <a:pt x="104" y="574"/>
                  </a:lnTo>
                  <a:lnTo>
                    <a:pt x="132" y="520"/>
                  </a:lnTo>
                  <a:lnTo>
                    <a:pt x="145" y="520"/>
                  </a:lnTo>
                  <a:lnTo>
                    <a:pt x="159" y="521"/>
                  </a:lnTo>
                  <a:lnTo>
                    <a:pt x="173" y="510"/>
                  </a:lnTo>
                  <a:lnTo>
                    <a:pt x="191" y="504"/>
                  </a:lnTo>
                  <a:lnTo>
                    <a:pt x="211" y="501"/>
                  </a:lnTo>
                  <a:close/>
                  <a:moveTo>
                    <a:pt x="1817" y="496"/>
                  </a:moveTo>
                  <a:lnTo>
                    <a:pt x="1814" y="497"/>
                  </a:lnTo>
                  <a:lnTo>
                    <a:pt x="1811" y="499"/>
                  </a:lnTo>
                  <a:lnTo>
                    <a:pt x="1810" y="502"/>
                  </a:lnTo>
                  <a:lnTo>
                    <a:pt x="1811" y="506"/>
                  </a:lnTo>
                  <a:lnTo>
                    <a:pt x="1814" y="509"/>
                  </a:lnTo>
                  <a:lnTo>
                    <a:pt x="1817" y="509"/>
                  </a:lnTo>
                  <a:lnTo>
                    <a:pt x="1820" y="509"/>
                  </a:lnTo>
                  <a:lnTo>
                    <a:pt x="1823" y="506"/>
                  </a:lnTo>
                  <a:lnTo>
                    <a:pt x="1824" y="502"/>
                  </a:lnTo>
                  <a:lnTo>
                    <a:pt x="1823" y="499"/>
                  </a:lnTo>
                  <a:lnTo>
                    <a:pt x="1820" y="497"/>
                  </a:lnTo>
                  <a:lnTo>
                    <a:pt x="1817" y="496"/>
                  </a:lnTo>
                  <a:close/>
                  <a:moveTo>
                    <a:pt x="2980" y="491"/>
                  </a:moveTo>
                  <a:lnTo>
                    <a:pt x="2993" y="493"/>
                  </a:lnTo>
                  <a:lnTo>
                    <a:pt x="3003" y="501"/>
                  </a:lnTo>
                  <a:lnTo>
                    <a:pt x="3010" y="511"/>
                  </a:lnTo>
                  <a:lnTo>
                    <a:pt x="3012" y="523"/>
                  </a:lnTo>
                  <a:lnTo>
                    <a:pt x="3010" y="535"/>
                  </a:lnTo>
                  <a:lnTo>
                    <a:pt x="3003" y="546"/>
                  </a:lnTo>
                  <a:lnTo>
                    <a:pt x="2993" y="553"/>
                  </a:lnTo>
                  <a:lnTo>
                    <a:pt x="2980" y="556"/>
                  </a:lnTo>
                  <a:lnTo>
                    <a:pt x="2980" y="491"/>
                  </a:lnTo>
                  <a:close/>
                  <a:moveTo>
                    <a:pt x="1817" y="490"/>
                  </a:moveTo>
                  <a:lnTo>
                    <a:pt x="1821" y="490"/>
                  </a:lnTo>
                  <a:lnTo>
                    <a:pt x="1826" y="492"/>
                  </a:lnTo>
                  <a:lnTo>
                    <a:pt x="1830" y="495"/>
                  </a:lnTo>
                  <a:lnTo>
                    <a:pt x="1833" y="497"/>
                  </a:lnTo>
                  <a:lnTo>
                    <a:pt x="1834" y="501"/>
                  </a:lnTo>
                  <a:lnTo>
                    <a:pt x="1849" y="501"/>
                  </a:lnTo>
                  <a:lnTo>
                    <a:pt x="1853" y="501"/>
                  </a:lnTo>
                  <a:lnTo>
                    <a:pt x="1856" y="504"/>
                  </a:lnTo>
                  <a:lnTo>
                    <a:pt x="1858" y="506"/>
                  </a:lnTo>
                  <a:lnTo>
                    <a:pt x="1858" y="510"/>
                  </a:lnTo>
                  <a:lnTo>
                    <a:pt x="1858" y="529"/>
                  </a:lnTo>
                  <a:lnTo>
                    <a:pt x="1777" y="529"/>
                  </a:lnTo>
                  <a:lnTo>
                    <a:pt x="1777" y="510"/>
                  </a:lnTo>
                  <a:lnTo>
                    <a:pt x="1777" y="506"/>
                  </a:lnTo>
                  <a:lnTo>
                    <a:pt x="1779" y="504"/>
                  </a:lnTo>
                  <a:lnTo>
                    <a:pt x="1782" y="501"/>
                  </a:lnTo>
                  <a:lnTo>
                    <a:pt x="1786" y="501"/>
                  </a:lnTo>
                  <a:lnTo>
                    <a:pt x="1801" y="501"/>
                  </a:lnTo>
                  <a:lnTo>
                    <a:pt x="1802" y="497"/>
                  </a:lnTo>
                  <a:lnTo>
                    <a:pt x="1805" y="495"/>
                  </a:lnTo>
                  <a:lnTo>
                    <a:pt x="1809" y="492"/>
                  </a:lnTo>
                  <a:lnTo>
                    <a:pt x="1814" y="490"/>
                  </a:lnTo>
                  <a:lnTo>
                    <a:pt x="1817" y="490"/>
                  </a:lnTo>
                  <a:close/>
                  <a:moveTo>
                    <a:pt x="2664" y="479"/>
                  </a:moveTo>
                  <a:lnTo>
                    <a:pt x="2668" y="481"/>
                  </a:lnTo>
                  <a:lnTo>
                    <a:pt x="2672" y="483"/>
                  </a:lnTo>
                  <a:lnTo>
                    <a:pt x="2676" y="486"/>
                  </a:lnTo>
                  <a:lnTo>
                    <a:pt x="2680" y="488"/>
                  </a:lnTo>
                  <a:lnTo>
                    <a:pt x="2684" y="492"/>
                  </a:lnTo>
                  <a:lnTo>
                    <a:pt x="2687" y="495"/>
                  </a:lnTo>
                  <a:lnTo>
                    <a:pt x="2691" y="496"/>
                  </a:lnTo>
                  <a:lnTo>
                    <a:pt x="2695" y="496"/>
                  </a:lnTo>
                  <a:lnTo>
                    <a:pt x="2699" y="495"/>
                  </a:lnTo>
                  <a:lnTo>
                    <a:pt x="2703" y="492"/>
                  </a:lnTo>
                  <a:lnTo>
                    <a:pt x="2705" y="490"/>
                  </a:lnTo>
                  <a:lnTo>
                    <a:pt x="2709" y="487"/>
                  </a:lnTo>
                  <a:lnTo>
                    <a:pt x="2713" y="483"/>
                  </a:lnTo>
                  <a:lnTo>
                    <a:pt x="2717" y="481"/>
                  </a:lnTo>
                  <a:lnTo>
                    <a:pt x="2721" y="479"/>
                  </a:lnTo>
                  <a:lnTo>
                    <a:pt x="2690" y="532"/>
                  </a:lnTo>
                  <a:lnTo>
                    <a:pt x="2638" y="532"/>
                  </a:lnTo>
                  <a:lnTo>
                    <a:pt x="2607" y="479"/>
                  </a:lnTo>
                  <a:lnTo>
                    <a:pt x="2611" y="482"/>
                  </a:lnTo>
                  <a:lnTo>
                    <a:pt x="2616" y="485"/>
                  </a:lnTo>
                  <a:lnTo>
                    <a:pt x="2620" y="488"/>
                  </a:lnTo>
                  <a:lnTo>
                    <a:pt x="2624" y="492"/>
                  </a:lnTo>
                  <a:lnTo>
                    <a:pt x="2628" y="495"/>
                  </a:lnTo>
                  <a:lnTo>
                    <a:pt x="2631" y="496"/>
                  </a:lnTo>
                  <a:lnTo>
                    <a:pt x="2635" y="496"/>
                  </a:lnTo>
                  <a:lnTo>
                    <a:pt x="2639" y="495"/>
                  </a:lnTo>
                  <a:lnTo>
                    <a:pt x="2643" y="492"/>
                  </a:lnTo>
                  <a:lnTo>
                    <a:pt x="2647" y="490"/>
                  </a:lnTo>
                  <a:lnTo>
                    <a:pt x="2649" y="487"/>
                  </a:lnTo>
                  <a:lnTo>
                    <a:pt x="2653" y="483"/>
                  </a:lnTo>
                  <a:lnTo>
                    <a:pt x="2657" y="481"/>
                  </a:lnTo>
                  <a:lnTo>
                    <a:pt x="2661" y="479"/>
                  </a:lnTo>
                  <a:lnTo>
                    <a:pt x="2664" y="479"/>
                  </a:lnTo>
                  <a:close/>
                  <a:moveTo>
                    <a:pt x="737" y="477"/>
                  </a:moveTo>
                  <a:lnTo>
                    <a:pt x="804" y="519"/>
                  </a:lnTo>
                  <a:lnTo>
                    <a:pt x="869" y="560"/>
                  </a:lnTo>
                  <a:lnTo>
                    <a:pt x="606" y="560"/>
                  </a:lnTo>
                  <a:lnTo>
                    <a:pt x="671" y="519"/>
                  </a:lnTo>
                  <a:lnTo>
                    <a:pt x="737" y="477"/>
                  </a:lnTo>
                  <a:close/>
                  <a:moveTo>
                    <a:pt x="2948" y="429"/>
                  </a:moveTo>
                  <a:lnTo>
                    <a:pt x="2955" y="431"/>
                  </a:lnTo>
                  <a:lnTo>
                    <a:pt x="2960" y="435"/>
                  </a:lnTo>
                  <a:lnTo>
                    <a:pt x="2963" y="439"/>
                  </a:lnTo>
                  <a:lnTo>
                    <a:pt x="2964" y="441"/>
                  </a:lnTo>
                  <a:lnTo>
                    <a:pt x="2964" y="606"/>
                  </a:lnTo>
                  <a:lnTo>
                    <a:pt x="2963" y="608"/>
                  </a:lnTo>
                  <a:lnTo>
                    <a:pt x="2960" y="612"/>
                  </a:lnTo>
                  <a:lnTo>
                    <a:pt x="2955" y="616"/>
                  </a:lnTo>
                  <a:lnTo>
                    <a:pt x="2948" y="618"/>
                  </a:lnTo>
                  <a:lnTo>
                    <a:pt x="2940" y="614"/>
                  </a:lnTo>
                  <a:lnTo>
                    <a:pt x="2937" y="613"/>
                  </a:lnTo>
                  <a:lnTo>
                    <a:pt x="2929" y="609"/>
                  </a:lnTo>
                  <a:lnTo>
                    <a:pt x="2918" y="603"/>
                  </a:lnTo>
                  <a:lnTo>
                    <a:pt x="2901" y="597"/>
                  </a:lnTo>
                  <a:lnTo>
                    <a:pt x="2882" y="590"/>
                  </a:lnTo>
                  <a:lnTo>
                    <a:pt x="2859" y="585"/>
                  </a:lnTo>
                  <a:lnTo>
                    <a:pt x="2835" y="583"/>
                  </a:lnTo>
                  <a:lnTo>
                    <a:pt x="2833" y="583"/>
                  </a:lnTo>
                  <a:lnTo>
                    <a:pt x="2826" y="583"/>
                  </a:lnTo>
                  <a:lnTo>
                    <a:pt x="2816" y="581"/>
                  </a:lnTo>
                  <a:lnTo>
                    <a:pt x="2806" y="579"/>
                  </a:lnTo>
                  <a:lnTo>
                    <a:pt x="2794" y="572"/>
                  </a:lnTo>
                  <a:lnTo>
                    <a:pt x="2784" y="562"/>
                  </a:lnTo>
                  <a:lnTo>
                    <a:pt x="2777" y="548"/>
                  </a:lnTo>
                  <a:lnTo>
                    <a:pt x="2766" y="543"/>
                  </a:lnTo>
                  <a:lnTo>
                    <a:pt x="2759" y="534"/>
                  </a:lnTo>
                  <a:lnTo>
                    <a:pt x="2756" y="523"/>
                  </a:lnTo>
                  <a:lnTo>
                    <a:pt x="2759" y="513"/>
                  </a:lnTo>
                  <a:lnTo>
                    <a:pt x="2766" y="504"/>
                  </a:lnTo>
                  <a:lnTo>
                    <a:pt x="2777" y="499"/>
                  </a:lnTo>
                  <a:lnTo>
                    <a:pt x="2784" y="485"/>
                  </a:lnTo>
                  <a:lnTo>
                    <a:pt x="2794" y="474"/>
                  </a:lnTo>
                  <a:lnTo>
                    <a:pt x="2806" y="468"/>
                  </a:lnTo>
                  <a:lnTo>
                    <a:pt x="2816" y="465"/>
                  </a:lnTo>
                  <a:lnTo>
                    <a:pt x="2826" y="464"/>
                  </a:lnTo>
                  <a:lnTo>
                    <a:pt x="2833" y="464"/>
                  </a:lnTo>
                  <a:lnTo>
                    <a:pt x="2835" y="464"/>
                  </a:lnTo>
                  <a:lnTo>
                    <a:pt x="2859" y="462"/>
                  </a:lnTo>
                  <a:lnTo>
                    <a:pt x="2882" y="457"/>
                  </a:lnTo>
                  <a:lnTo>
                    <a:pt x="2901" y="450"/>
                  </a:lnTo>
                  <a:lnTo>
                    <a:pt x="2918" y="444"/>
                  </a:lnTo>
                  <a:lnTo>
                    <a:pt x="2929" y="437"/>
                  </a:lnTo>
                  <a:lnTo>
                    <a:pt x="2937" y="434"/>
                  </a:lnTo>
                  <a:lnTo>
                    <a:pt x="2940" y="432"/>
                  </a:lnTo>
                  <a:lnTo>
                    <a:pt x="2948" y="429"/>
                  </a:lnTo>
                  <a:close/>
                  <a:moveTo>
                    <a:pt x="106" y="404"/>
                  </a:moveTo>
                  <a:lnTo>
                    <a:pt x="121" y="408"/>
                  </a:lnTo>
                  <a:lnTo>
                    <a:pt x="134" y="416"/>
                  </a:lnTo>
                  <a:lnTo>
                    <a:pt x="144" y="429"/>
                  </a:lnTo>
                  <a:lnTo>
                    <a:pt x="152" y="445"/>
                  </a:lnTo>
                  <a:lnTo>
                    <a:pt x="154" y="463"/>
                  </a:lnTo>
                  <a:lnTo>
                    <a:pt x="152" y="482"/>
                  </a:lnTo>
                  <a:lnTo>
                    <a:pt x="144" y="497"/>
                  </a:lnTo>
                  <a:lnTo>
                    <a:pt x="134" y="510"/>
                  </a:lnTo>
                  <a:lnTo>
                    <a:pt x="121" y="518"/>
                  </a:lnTo>
                  <a:lnTo>
                    <a:pt x="106" y="521"/>
                  </a:lnTo>
                  <a:lnTo>
                    <a:pt x="92" y="518"/>
                  </a:lnTo>
                  <a:lnTo>
                    <a:pt x="79" y="510"/>
                  </a:lnTo>
                  <a:lnTo>
                    <a:pt x="69" y="497"/>
                  </a:lnTo>
                  <a:lnTo>
                    <a:pt x="61" y="482"/>
                  </a:lnTo>
                  <a:lnTo>
                    <a:pt x="59" y="463"/>
                  </a:lnTo>
                  <a:lnTo>
                    <a:pt x="61" y="445"/>
                  </a:lnTo>
                  <a:lnTo>
                    <a:pt x="69" y="429"/>
                  </a:lnTo>
                  <a:lnTo>
                    <a:pt x="79" y="416"/>
                  </a:lnTo>
                  <a:lnTo>
                    <a:pt x="92" y="408"/>
                  </a:lnTo>
                  <a:lnTo>
                    <a:pt x="106" y="404"/>
                  </a:lnTo>
                  <a:close/>
                  <a:moveTo>
                    <a:pt x="503" y="381"/>
                  </a:moveTo>
                  <a:lnTo>
                    <a:pt x="507" y="381"/>
                  </a:lnTo>
                  <a:lnTo>
                    <a:pt x="508" y="381"/>
                  </a:lnTo>
                  <a:lnTo>
                    <a:pt x="558" y="395"/>
                  </a:lnTo>
                  <a:lnTo>
                    <a:pt x="559" y="395"/>
                  </a:lnTo>
                  <a:lnTo>
                    <a:pt x="559" y="397"/>
                  </a:lnTo>
                  <a:lnTo>
                    <a:pt x="560" y="397"/>
                  </a:lnTo>
                  <a:lnTo>
                    <a:pt x="562" y="398"/>
                  </a:lnTo>
                  <a:lnTo>
                    <a:pt x="565" y="401"/>
                  </a:lnTo>
                  <a:lnTo>
                    <a:pt x="567" y="403"/>
                  </a:lnTo>
                  <a:lnTo>
                    <a:pt x="567" y="403"/>
                  </a:lnTo>
                  <a:lnTo>
                    <a:pt x="574" y="417"/>
                  </a:lnTo>
                  <a:lnTo>
                    <a:pt x="588" y="443"/>
                  </a:lnTo>
                  <a:lnTo>
                    <a:pt x="622" y="420"/>
                  </a:lnTo>
                  <a:lnTo>
                    <a:pt x="625" y="417"/>
                  </a:lnTo>
                  <a:lnTo>
                    <a:pt x="630" y="416"/>
                  </a:lnTo>
                  <a:lnTo>
                    <a:pt x="636" y="417"/>
                  </a:lnTo>
                  <a:lnTo>
                    <a:pt x="639" y="418"/>
                  </a:lnTo>
                  <a:lnTo>
                    <a:pt x="643" y="422"/>
                  </a:lnTo>
                  <a:lnTo>
                    <a:pt x="646" y="427"/>
                  </a:lnTo>
                  <a:lnTo>
                    <a:pt x="647" y="432"/>
                  </a:lnTo>
                  <a:lnTo>
                    <a:pt x="646" y="436"/>
                  </a:lnTo>
                  <a:lnTo>
                    <a:pt x="643" y="441"/>
                  </a:lnTo>
                  <a:lnTo>
                    <a:pt x="639" y="444"/>
                  </a:lnTo>
                  <a:lnTo>
                    <a:pt x="592" y="479"/>
                  </a:lnTo>
                  <a:lnTo>
                    <a:pt x="588" y="482"/>
                  </a:lnTo>
                  <a:lnTo>
                    <a:pt x="583" y="482"/>
                  </a:lnTo>
                  <a:lnTo>
                    <a:pt x="579" y="482"/>
                  </a:lnTo>
                  <a:lnTo>
                    <a:pt x="576" y="481"/>
                  </a:lnTo>
                  <a:lnTo>
                    <a:pt x="572" y="477"/>
                  </a:lnTo>
                  <a:lnTo>
                    <a:pt x="569" y="474"/>
                  </a:lnTo>
                  <a:lnTo>
                    <a:pt x="569" y="473"/>
                  </a:lnTo>
                  <a:lnTo>
                    <a:pt x="568" y="472"/>
                  </a:lnTo>
                  <a:lnTo>
                    <a:pt x="568" y="471"/>
                  </a:lnTo>
                  <a:lnTo>
                    <a:pt x="567" y="468"/>
                  </a:lnTo>
                  <a:lnTo>
                    <a:pt x="564" y="464"/>
                  </a:lnTo>
                  <a:lnTo>
                    <a:pt x="562" y="459"/>
                  </a:lnTo>
                  <a:lnTo>
                    <a:pt x="559" y="454"/>
                  </a:lnTo>
                  <a:lnTo>
                    <a:pt x="553" y="444"/>
                  </a:lnTo>
                  <a:lnTo>
                    <a:pt x="548" y="434"/>
                  </a:lnTo>
                  <a:lnTo>
                    <a:pt x="537" y="441"/>
                  </a:lnTo>
                  <a:lnTo>
                    <a:pt x="523" y="451"/>
                  </a:lnTo>
                  <a:lnTo>
                    <a:pt x="550" y="460"/>
                  </a:lnTo>
                  <a:lnTo>
                    <a:pt x="554" y="463"/>
                  </a:lnTo>
                  <a:lnTo>
                    <a:pt x="557" y="465"/>
                  </a:lnTo>
                  <a:lnTo>
                    <a:pt x="559" y="469"/>
                  </a:lnTo>
                  <a:lnTo>
                    <a:pt x="560" y="473"/>
                  </a:lnTo>
                  <a:lnTo>
                    <a:pt x="560" y="476"/>
                  </a:lnTo>
                  <a:lnTo>
                    <a:pt x="560" y="481"/>
                  </a:lnTo>
                  <a:lnTo>
                    <a:pt x="558" y="485"/>
                  </a:lnTo>
                  <a:lnTo>
                    <a:pt x="554" y="488"/>
                  </a:lnTo>
                  <a:lnTo>
                    <a:pt x="509" y="520"/>
                  </a:lnTo>
                  <a:lnTo>
                    <a:pt x="504" y="523"/>
                  </a:lnTo>
                  <a:lnTo>
                    <a:pt x="499" y="524"/>
                  </a:lnTo>
                  <a:lnTo>
                    <a:pt x="495" y="523"/>
                  </a:lnTo>
                  <a:lnTo>
                    <a:pt x="490" y="520"/>
                  </a:lnTo>
                  <a:lnTo>
                    <a:pt x="487" y="516"/>
                  </a:lnTo>
                  <a:lnTo>
                    <a:pt x="485" y="513"/>
                  </a:lnTo>
                  <a:lnTo>
                    <a:pt x="484" y="507"/>
                  </a:lnTo>
                  <a:lnTo>
                    <a:pt x="485" y="502"/>
                  </a:lnTo>
                  <a:lnTo>
                    <a:pt x="487" y="499"/>
                  </a:lnTo>
                  <a:lnTo>
                    <a:pt x="490" y="495"/>
                  </a:lnTo>
                  <a:lnTo>
                    <a:pt x="493" y="493"/>
                  </a:lnTo>
                  <a:lnTo>
                    <a:pt x="497" y="491"/>
                  </a:lnTo>
                  <a:lnTo>
                    <a:pt x="503" y="486"/>
                  </a:lnTo>
                  <a:lnTo>
                    <a:pt x="511" y="481"/>
                  </a:lnTo>
                  <a:lnTo>
                    <a:pt x="504" y="478"/>
                  </a:lnTo>
                  <a:lnTo>
                    <a:pt x="498" y="476"/>
                  </a:lnTo>
                  <a:lnTo>
                    <a:pt x="493" y="474"/>
                  </a:lnTo>
                  <a:lnTo>
                    <a:pt x="475" y="486"/>
                  </a:lnTo>
                  <a:lnTo>
                    <a:pt x="458" y="499"/>
                  </a:lnTo>
                  <a:lnTo>
                    <a:pt x="443" y="509"/>
                  </a:lnTo>
                  <a:lnTo>
                    <a:pt x="430" y="519"/>
                  </a:lnTo>
                  <a:lnTo>
                    <a:pt x="420" y="525"/>
                  </a:lnTo>
                  <a:lnTo>
                    <a:pt x="416" y="528"/>
                  </a:lnTo>
                  <a:lnTo>
                    <a:pt x="414" y="530"/>
                  </a:lnTo>
                  <a:lnTo>
                    <a:pt x="413" y="530"/>
                  </a:lnTo>
                  <a:lnTo>
                    <a:pt x="413" y="532"/>
                  </a:lnTo>
                  <a:lnTo>
                    <a:pt x="408" y="533"/>
                  </a:lnTo>
                  <a:lnTo>
                    <a:pt x="404" y="534"/>
                  </a:lnTo>
                  <a:lnTo>
                    <a:pt x="399" y="533"/>
                  </a:lnTo>
                  <a:lnTo>
                    <a:pt x="395" y="532"/>
                  </a:lnTo>
                  <a:lnTo>
                    <a:pt x="391" y="528"/>
                  </a:lnTo>
                  <a:lnTo>
                    <a:pt x="388" y="523"/>
                  </a:lnTo>
                  <a:lnTo>
                    <a:pt x="387" y="519"/>
                  </a:lnTo>
                  <a:lnTo>
                    <a:pt x="388" y="514"/>
                  </a:lnTo>
                  <a:lnTo>
                    <a:pt x="391" y="509"/>
                  </a:lnTo>
                  <a:lnTo>
                    <a:pt x="394" y="506"/>
                  </a:lnTo>
                  <a:lnTo>
                    <a:pt x="507" y="425"/>
                  </a:lnTo>
                  <a:lnTo>
                    <a:pt x="517" y="417"/>
                  </a:lnTo>
                  <a:lnTo>
                    <a:pt x="507" y="415"/>
                  </a:lnTo>
                  <a:lnTo>
                    <a:pt x="495" y="422"/>
                  </a:lnTo>
                  <a:lnTo>
                    <a:pt x="466" y="444"/>
                  </a:lnTo>
                  <a:lnTo>
                    <a:pt x="461" y="446"/>
                  </a:lnTo>
                  <a:lnTo>
                    <a:pt x="456" y="448"/>
                  </a:lnTo>
                  <a:lnTo>
                    <a:pt x="452" y="446"/>
                  </a:lnTo>
                  <a:lnTo>
                    <a:pt x="447" y="445"/>
                  </a:lnTo>
                  <a:lnTo>
                    <a:pt x="443" y="441"/>
                  </a:lnTo>
                  <a:lnTo>
                    <a:pt x="441" y="436"/>
                  </a:lnTo>
                  <a:lnTo>
                    <a:pt x="441" y="431"/>
                  </a:lnTo>
                  <a:lnTo>
                    <a:pt x="441" y="427"/>
                  </a:lnTo>
                  <a:lnTo>
                    <a:pt x="443" y="423"/>
                  </a:lnTo>
                  <a:lnTo>
                    <a:pt x="444" y="421"/>
                  </a:lnTo>
                  <a:lnTo>
                    <a:pt x="447" y="418"/>
                  </a:lnTo>
                  <a:lnTo>
                    <a:pt x="450" y="417"/>
                  </a:lnTo>
                  <a:lnTo>
                    <a:pt x="456" y="412"/>
                  </a:lnTo>
                  <a:lnTo>
                    <a:pt x="466" y="406"/>
                  </a:lnTo>
                  <a:lnTo>
                    <a:pt x="475" y="398"/>
                  </a:lnTo>
                  <a:lnTo>
                    <a:pt x="485" y="392"/>
                  </a:lnTo>
                  <a:lnTo>
                    <a:pt x="492" y="387"/>
                  </a:lnTo>
                  <a:lnTo>
                    <a:pt x="494" y="384"/>
                  </a:lnTo>
                  <a:lnTo>
                    <a:pt x="499" y="381"/>
                  </a:lnTo>
                  <a:lnTo>
                    <a:pt x="503" y="381"/>
                  </a:lnTo>
                  <a:close/>
                  <a:moveTo>
                    <a:pt x="1649" y="379"/>
                  </a:moveTo>
                  <a:lnTo>
                    <a:pt x="1665" y="379"/>
                  </a:lnTo>
                  <a:lnTo>
                    <a:pt x="1680" y="381"/>
                  </a:lnTo>
                  <a:lnTo>
                    <a:pt x="1695" y="388"/>
                  </a:lnTo>
                  <a:lnTo>
                    <a:pt x="1708" y="395"/>
                  </a:lnTo>
                  <a:lnTo>
                    <a:pt x="1717" y="406"/>
                  </a:lnTo>
                  <a:lnTo>
                    <a:pt x="1721" y="417"/>
                  </a:lnTo>
                  <a:lnTo>
                    <a:pt x="1723" y="430"/>
                  </a:lnTo>
                  <a:lnTo>
                    <a:pt x="1725" y="444"/>
                  </a:lnTo>
                  <a:lnTo>
                    <a:pt x="1726" y="455"/>
                  </a:lnTo>
                  <a:lnTo>
                    <a:pt x="1725" y="464"/>
                  </a:lnTo>
                  <a:lnTo>
                    <a:pt x="1725" y="468"/>
                  </a:lnTo>
                  <a:lnTo>
                    <a:pt x="1623" y="468"/>
                  </a:lnTo>
                  <a:lnTo>
                    <a:pt x="1621" y="468"/>
                  </a:lnTo>
                  <a:lnTo>
                    <a:pt x="1621" y="468"/>
                  </a:lnTo>
                  <a:lnTo>
                    <a:pt x="1519" y="468"/>
                  </a:lnTo>
                  <a:lnTo>
                    <a:pt x="1519" y="465"/>
                  </a:lnTo>
                  <a:lnTo>
                    <a:pt x="1518" y="457"/>
                  </a:lnTo>
                  <a:lnTo>
                    <a:pt x="1518" y="445"/>
                  </a:lnTo>
                  <a:lnTo>
                    <a:pt x="1519" y="431"/>
                  </a:lnTo>
                  <a:lnTo>
                    <a:pt x="1522" y="417"/>
                  </a:lnTo>
                  <a:lnTo>
                    <a:pt x="1527" y="406"/>
                  </a:lnTo>
                  <a:lnTo>
                    <a:pt x="1536" y="395"/>
                  </a:lnTo>
                  <a:lnTo>
                    <a:pt x="1549" y="388"/>
                  </a:lnTo>
                  <a:lnTo>
                    <a:pt x="1563" y="381"/>
                  </a:lnTo>
                  <a:lnTo>
                    <a:pt x="1579" y="379"/>
                  </a:lnTo>
                  <a:lnTo>
                    <a:pt x="1595" y="379"/>
                  </a:lnTo>
                  <a:lnTo>
                    <a:pt x="1621" y="431"/>
                  </a:lnTo>
                  <a:lnTo>
                    <a:pt x="1649" y="379"/>
                  </a:lnTo>
                  <a:close/>
                  <a:moveTo>
                    <a:pt x="1303" y="378"/>
                  </a:moveTo>
                  <a:lnTo>
                    <a:pt x="1311" y="378"/>
                  </a:lnTo>
                  <a:lnTo>
                    <a:pt x="1307" y="392"/>
                  </a:lnTo>
                  <a:lnTo>
                    <a:pt x="1305" y="407"/>
                  </a:lnTo>
                  <a:lnTo>
                    <a:pt x="1307" y="426"/>
                  </a:lnTo>
                  <a:lnTo>
                    <a:pt x="1312" y="441"/>
                  </a:lnTo>
                  <a:lnTo>
                    <a:pt x="1276" y="469"/>
                  </a:lnTo>
                  <a:lnTo>
                    <a:pt x="1269" y="469"/>
                  </a:lnTo>
                  <a:lnTo>
                    <a:pt x="1269" y="469"/>
                  </a:lnTo>
                  <a:lnTo>
                    <a:pt x="1269" y="469"/>
                  </a:lnTo>
                  <a:lnTo>
                    <a:pt x="1163" y="471"/>
                  </a:lnTo>
                  <a:lnTo>
                    <a:pt x="1163" y="467"/>
                  </a:lnTo>
                  <a:lnTo>
                    <a:pt x="1163" y="458"/>
                  </a:lnTo>
                  <a:lnTo>
                    <a:pt x="1163" y="445"/>
                  </a:lnTo>
                  <a:lnTo>
                    <a:pt x="1164" y="432"/>
                  </a:lnTo>
                  <a:lnTo>
                    <a:pt x="1167" y="418"/>
                  </a:lnTo>
                  <a:lnTo>
                    <a:pt x="1170" y="407"/>
                  </a:lnTo>
                  <a:lnTo>
                    <a:pt x="1179" y="395"/>
                  </a:lnTo>
                  <a:lnTo>
                    <a:pt x="1193" y="388"/>
                  </a:lnTo>
                  <a:lnTo>
                    <a:pt x="1207" y="381"/>
                  </a:lnTo>
                  <a:lnTo>
                    <a:pt x="1224" y="379"/>
                  </a:lnTo>
                  <a:lnTo>
                    <a:pt x="1239" y="379"/>
                  </a:lnTo>
                  <a:lnTo>
                    <a:pt x="1269" y="432"/>
                  </a:lnTo>
                  <a:lnTo>
                    <a:pt x="1295" y="378"/>
                  </a:lnTo>
                  <a:lnTo>
                    <a:pt x="1303" y="378"/>
                  </a:lnTo>
                  <a:close/>
                  <a:moveTo>
                    <a:pt x="2466" y="378"/>
                  </a:moveTo>
                  <a:lnTo>
                    <a:pt x="2547" y="439"/>
                  </a:lnTo>
                  <a:lnTo>
                    <a:pt x="2507" y="443"/>
                  </a:lnTo>
                  <a:lnTo>
                    <a:pt x="2523" y="476"/>
                  </a:lnTo>
                  <a:lnTo>
                    <a:pt x="2509" y="482"/>
                  </a:lnTo>
                  <a:lnTo>
                    <a:pt x="2493" y="449"/>
                  </a:lnTo>
                  <a:lnTo>
                    <a:pt x="2466" y="479"/>
                  </a:lnTo>
                  <a:lnTo>
                    <a:pt x="2466" y="378"/>
                  </a:lnTo>
                  <a:close/>
                  <a:moveTo>
                    <a:pt x="325" y="373"/>
                  </a:moveTo>
                  <a:lnTo>
                    <a:pt x="357" y="397"/>
                  </a:lnTo>
                  <a:lnTo>
                    <a:pt x="357" y="398"/>
                  </a:lnTo>
                  <a:lnTo>
                    <a:pt x="357" y="399"/>
                  </a:lnTo>
                  <a:lnTo>
                    <a:pt x="355" y="403"/>
                  </a:lnTo>
                  <a:lnTo>
                    <a:pt x="354" y="406"/>
                  </a:lnTo>
                  <a:lnTo>
                    <a:pt x="352" y="409"/>
                  </a:lnTo>
                  <a:lnTo>
                    <a:pt x="349" y="413"/>
                  </a:lnTo>
                  <a:lnTo>
                    <a:pt x="345" y="417"/>
                  </a:lnTo>
                  <a:lnTo>
                    <a:pt x="343" y="421"/>
                  </a:lnTo>
                  <a:lnTo>
                    <a:pt x="339" y="423"/>
                  </a:lnTo>
                  <a:lnTo>
                    <a:pt x="338" y="425"/>
                  </a:lnTo>
                  <a:lnTo>
                    <a:pt x="335" y="426"/>
                  </a:lnTo>
                  <a:lnTo>
                    <a:pt x="334" y="426"/>
                  </a:lnTo>
                  <a:lnTo>
                    <a:pt x="302" y="401"/>
                  </a:lnTo>
                  <a:lnTo>
                    <a:pt x="325" y="373"/>
                  </a:lnTo>
                  <a:close/>
                  <a:moveTo>
                    <a:pt x="857" y="365"/>
                  </a:moveTo>
                  <a:lnTo>
                    <a:pt x="922" y="365"/>
                  </a:lnTo>
                  <a:lnTo>
                    <a:pt x="922" y="449"/>
                  </a:lnTo>
                  <a:lnTo>
                    <a:pt x="857" y="449"/>
                  </a:lnTo>
                  <a:lnTo>
                    <a:pt x="857" y="365"/>
                  </a:lnTo>
                  <a:close/>
                  <a:moveTo>
                    <a:pt x="2321" y="359"/>
                  </a:moveTo>
                  <a:lnTo>
                    <a:pt x="2321" y="388"/>
                  </a:lnTo>
                  <a:lnTo>
                    <a:pt x="2351" y="388"/>
                  </a:lnTo>
                  <a:lnTo>
                    <a:pt x="2351" y="359"/>
                  </a:lnTo>
                  <a:lnTo>
                    <a:pt x="2321" y="359"/>
                  </a:lnTo>
                  <a:close/>
                  <a:moveTo>
                    <a:pt x="1384" y="353"/>
                  </a:moveTo>
                  <a:lnTo>
                    <a:pt x="1368" y="357"/>
                  </a:lnTo>
                  <a:lnTo>
                    <a:pt x="1354" y="364"/>
                  </a:lnTo>
                  <a:lnTo>
                    <a:pt x="1342" y="375"/>
                  </a:lnTo>
                  <a:lnTo>
                    <a:pt x="1335" y="390"/>
                  </a:lnTo>
                  <a:lnTo>
                    <a:pt x="1332" y="407"/>
                  </a:lnTo>
                  <a:lnTo>
                    <a:pt x="1335" y="423"/>
                  </a:lnTo>
                  <a:lnTo>
                    <a:pt x="1342" y="437"/>
                  </a:lnTo>
                  <a:lnTo>
                    <a:pt x="1354" y="449"/>
                  </a:lnTo>
                  <a:lnTo>
                    <a:pt x="1368" y="457"/>
                  </a:lnTo>
                  <a:lnTo>
                    <a:pt x="1384" y="459"/>
                  </a:lnTo>
                  <a:lnTo>
                    <a:pt x="1401" y="457"/>
                  </a:lnTo>
                  <a:lnTo>
                    <a:pt x="1416" y="449"/>
                  </a:lnTo>
                  <a:lnTo>
                    <a:pt x="1428" y="437"/>
                  </a:lnTo>
                  <a:lnTo>
                    <a:pt x="1435" y="423"/>
                  </a:lnTo>
                  <a:lnTo>
                    <a:pt x="1438" y="407"/>
                  </a:lnTo>
                  <a:lnTo>
                    <a:pt x="1435" y="390"/>
                  </a:lnTo>
                  <a:lnTo>
                    <a:pt x="1428" y="375"/>
                  </a:lnTo>
                  <a:lnTo>
                    <a:pt x="1416" y="364"/>
                  </a:lnTo>
                  <a:lnTo>
                    <a:pt x="1401" y="357"/>
                  </a:lnTo>
                  <a:lnTo>
                    <a:pt x="1384" y="353"/>
                  </a:lnTo>
                  <a:close/>
                  <a:moveTo>
                    <a:pt x="595" y="350"/>
                  </a:moveTo>
                  <a:lnTo>
                    <a:pt x="601" y="351"/>
                  </a:lnTo>
                  <a:lnTo>
                    <a:pt x="608" y="353"/>
                  </a:lnTo>
                  <a:lnTo>
                    <a:pt x="613" y="357"/>
                  </a:lnTo>
                  <a:lnTo>
                    <a:pt x="616" y="364"/>
                  </a:lnTo>
                  <a:lnTo>
                    <a:pt x="619" y="369"/>
                  </a:lnTo>
                  <a:lnTo>
                    <a:pt x="619" y="370"/>
                  </a:lnTo>
                  <a:lnTo>
                    <a:pt x="618" y="383"/>
                  </a:lnTo>
                  <a:lnTo>
                    <a:pt x="611" y="394"/>
                  </a:lnTo>
                  <a:lnTo>
                    <a:pt x="600" y="401"/>
                  </a:lnTo>
                  <a:lnTo>
                    <a:pt x="594" y="401"/>
                  </a:lnTo>
                  <a:lnTo>
                    <a:pt x="587" y="401"/>
                  </a:lnTo>
                  <a:lnTo>
                    <a:pt x="581" y="398"/>
                  </a:lnTo>
                  <a:lnTo>
                    <a:pt x="576" y="393"/>
                  </a:lnTo>
                  <a:lnTo>
                    <a:pt x="572" y="388"/>
                  </a:lnTo>
                  <a:lnTo>
                    <a:pt x="569" y="381"/>
                  </a:lnTo>
                  <a:lnTo>
                    <a:pt x="569" y="375"/>
                  </a:lnTo>
                  <a:lnTo>
                    <a:pt x="569" y="369"/>
                  </a:lnTo>
                  <a:lnTo>
                    <a:pt x="572" y="362"/>
                  </a:lnTo>
                  <a:lnTo>
                    <a:pt x="577" y="357"/>
                  </a:lnTo>
                  <a:lnTo>
                    <a:pt x="582" y="353"/>
                  </a:lnTo>
                  <a:lnTo>
                    <a:pt x="587" y="351"/>
                  </a:lnTo>
                  <a:lnTo>
                    <a:pt x="595" y="350"/>
                  </a:lnTo>
                  <a:close/>
                  <a:moveTo>
                    <a:pt x="1384" y="339"/>
                  </a:moveTo>
                  <a:lnTo>
                    <a:pt x="1406" y="343"/>
                  </a:lnTo>
                  <a:lnTo>
                    <a:pt x="1424" y="352"/>
                  </a:lnTo>
                  <a:lnTo>
                    <a:pt x="1439" y="367"/>
                  </a:lnTo>
                  <a:lnTo>
                    <a:pt x="1448" y="385"/>
                  </a:lnTo>
                  <a:lnTo>
                    <a:pt x="1452" y="407"/>
                  </a:lnTo>
                  <a:lnTo>
                    <a:pt x="1448" y="429"/>
                  </a:lnTo>
                  <a:lnTo>
                    <a:pt x="1439" y="446"/>
                  </a:lnTo>
                  <a:lnTo>
                    <a:pt x="1424" y="462"/>
                  </a:lnTo>
                  <a:lnTo>
                    <a:pt x="1406" y="471"/>
                  </a:lnTo>
                  <a:lnTo>
                    <a:pt x="1384" y="474"/>
                  </a:lnTo>
                  <a:lnTo>
                    <a:pt x="1364" y="471"/>
                  </a:lnTo>
                  <a:lnTo>
                    <a:pt x="1346" y="462"/>
                  </a:lnTo>
                  <a:lnTo>
                    <a:pt x="1289" y="521"/>
                  </a:lnTo>
                  <a:lnTo>
                    <a:pt x="1279" y="520"/>
                  </a:lnTo>
                  <a:lnTo>
                    <a:pt x="1271" y="516"/>
                  </a:lnTo>
                  <a:lnTo>
                    <a:pt x="1267" y="510"/>
                  </a:lnTo>
                  <a:lnTo>
                    <a:pt x="1263" y="504"/>
                  </a:lnTo>
                  <a:lnTo>
                    <a:pt x="1262" y="500"/>
                  </a:lnTo>
                  <a:lnTo>
                    <a:pt x="1262" y="497"/>
                  </a:lnTo>
                  <a:lnTo>
                    <a:pt x="1327" y="445"/>
                  </a:lnTo>
                  <a:lnTo>
                    <a:pt x="1326" y="443"/>
                  </a:lnTo>
                  <a:lnTo>
                    <a:pt x="1323" y="436"/>
                  </a:lnTo>
                  <a:lnTo>
                    <a:pt x="1321" y="427"/>
                  </a:lnTo>
                  <a:lnTo>
                    <a:pt x="1318" y="417"/>
                  </a:lnTo>
                  <a:lnTo>
                    <a:pt x="1317" y="407"/>
                  </a:lnTo>
                  <a:lnTo>
                    <a:pt x="1321" y="385"/>
                  </a:lnTo>
                  <a:lnTo>
                    <a:pt x="1331" y="367"/>
                  </a:lnTo>
                  <a:lnTo>
                    <a:pt x="1345" y="352"/>
                  </a:lnTo>
                  <a:lnTo>
                    <a:pt x="1364" y="343"/>
                  </a:lnTo>
                  <a:lnTo>
                    <a:pt x="1384" y="339"/>
                  </a:lnTo>
                  <a:close/>
                  <a:moveTo>
                    <a:pt x="941" y="324"/>
                  </a:moveTo>
                  <a:lnTo>
                    <a:pt x="1006" y="324"/>
                  </a:lnTo>
                  <a:lnTo>
                    <a:pt x="1006" y="449"/>
                  </a:lnTo>
                  <a:lnTo>
                    <a:pt x="941" y="449"/>
                  </a:lnTo>
                  <a:lnTo>
                    <a:pt x="941" y="324"/>
                  </a:lnTo>
                  <a:close/>
                  <a:moveTo>
                    <a:pt x="1756" y="304"/>
                  </a:moveTo>
                  <a:lnTo>
                    <a:pt x="1758" y="304"/>
                  </a:lnTo>
                  <a:lnTo>
                    <a:pt x="1760" y="305"/>
                  </a:lnTo>
                  <a:lnTo>
                    <a:pt x="1763" y="306"/>
                  </a:lnTo>
                  <a:lnTo>
                    <a:pt x="1764" y="310"/>
                  </a:lnTo>
                  <a:lnTo>
                    <a:pt x="1765" y="313"/>
                  </a:lnTo>
                  <a:lnTo>
                    <a:pt x="1764" y="315"/>
                  </a:lnTo>
                  <a:lnTo>
                    <a:pt x="1763" y="318"/>
                  </a:lnTo>
                  <a:lnTo>
                    <a:pt x="1760" y="320"/>
                  </a:lnTo>
                  <a:lnTo>
                    <a:pt x="1756" y="320"/>
                  </a:lnTo>
                  <a:lnTo>
                    <a:pt x="1754" y="320"/>
                  </a:lnTo>
                  <a:lnTo>
                    <a:pt x="1751" y="318"/>
                  </a:lnTo>
                  <a:lnTo>
                    <a:pt x="1750" y="315"/>
                  </a:lnTo>
                  <a:lnTo>
                    <a:pt x="1749" y="313"/>
                  </a:lnTo>
                  <a:lnTo>
                    <a:pt x="1749" y="310"/>
                  </a:lnTo>
                  <a:lnTo>
                    <a:pt x="1751" y="308"/>
                  </a:lnTo>
                  <a:lnTo>
                    <a:pt x="1754" y="305"/>
                  </a:lnTo>
                  <a:lnTo>
                    <a:pt x="1756" y="304"/>
                  </a:lnTo>
                  <a:close/>
                  <a:moveTo>
                    <a:pt x="191" y="290"/>
                  </a:moveTo>
                  <a:lnTo>
                    <a:pt x="195" y="291"/>
                  </a:lnTo>
                  <a:lnTo>
                    <a:pt x="197" y="292"/>
                  </a:lnTo>
                  <a:lnTo>
                    <a:pt x="199" y="294"/>
                  </a:lnTo>
                  <a:lnTo>
                    <a:pt x="200" y="296"/>
                  </a:lnTo>
                  <a:lnTo>
                    <a:pt x="200" y="325"/>
                  </a:lnTo>
                  <a:lnTo>
                    <a:pt x="199" y="328"/>
                  </a:lnTo>
                  <a:lnTo>
                    <a:pt x="197" y="331"/>
                  </a:lnTo>
                  <a:lnTo>
                    <a:pt x="195" y="332"/>
                  </a:lnTo>
                  <a:lnTo>
                    <a:pt x="191" y="332"/>
                  </a:lnTo>
                  <a:lnTo>
                    <a:pt x="187" y="332"/>
                  </a:lnTo>
                  <a:lnTo>
                    <a:pt x="185" y="331"/>
                  </a:lnTo>
                  <a:lnTo>
                    <a:pt x="183" y="328"/>
                  </a:lnTo>
                  <a:lnTo>
                    <a:pt x="182" y="325"/>
                  </a:lnTo>
                  <a:lnTo>
                    <a:pt x="182" y="296"/>
                  </a:lnTo>
                  <a:lnTo>
                    <a:pt x="183" y="294"/>
                  </a:lnTo>
                  <a:lnTo>
                    <a:pt x="185" y="292"/>
                  </a:lnTo>
                  <a:lnTo>
                    <a:pt x="187" y="291"/>
                  </a:lnTo>
                  <a:lnTo>
                    <a:pt x="191" y="290"/>
                  </a:lnTo>
                  <a:close/>
                  <a:moveTo>
                    <a:pt x="2708" y="276"/>
                  </a:moveTo>
                  <a:lnTo>
                    <a:pt x="2703" y="276"/>
                  </a:lnTo>
                  <a:lnTo>
                    <a:pt x="2700" y="278"/>
                  </a:lnTo>
                  <a:lnTo>
                    <a:pt x="2698" y="282"/>
                  </a:lnTo>
                  <a:lnTo>
                    <a:pt x="2696" y="286"/>
                  </a:lnTo>
                  <a:lnTo>
                    <a:pt x="2698" y="290"/>
                  </a:lnTo>
                  <a:lnTo>
                    <a:pt x="2700" y="294"/>
                  </a:lnTo>
                  <a:lnTo>
                    <a:pt x="2703" y="296"/>
                  </a:lnTo>
                  <a:lnTo>
                    <a:pt x="2708" y="297"/>
                  </a:lnTo>
                  <a:lnTo>
                    <a:pt x="2712" y="296"/>
                  </a:lnTo>
                  <a:lnTo>
                    <a:pt x="2715" y="294"/>
                  </a:lnTo>
                  <a:lnTo>
                    <a:pt x="2718" y="290"/>
                  </a:lnTo>
                  <a:lnTo>
                    <a:pt x="2718" y="286"/>
                  </a:lnTo>
                  <a:lnTo>
                    <a:pt x="2718" y="282"/>
                  </a:lnTo>
                  <a:lnTo>
                    <a:pt x="2715" y="278"/>
                  </a:lnTo>
                  <a:lnTo>
                    <a:pt x="2712" y="276"/>
                  </a:lnTo>
                  <a:lnTo>
                    <a:pt x="2708" y="276"/>
                  </a:lnTo>
                  <a:close/>
                  <a:moveTo>
                    <a:pt x="163" y="268"/>
                  </a:moveTo>
                  <a:lnTo>
                    <a:pt x="167" y="269"/>
                  </a:lnTo>
                  <a:lnTo>
                    <a:pt x="169" y="271"/>
                  </a:lnTo>
                  <a:lnTo>
                    <a:pt x="172" y="273"/>
                  </a:lnTo>
                  <a:lnTo>
                    <a:pt x="172" y="277"/>
                  </a:lnTo>
                  <a:lnTo>
                    <a:pt x="172" y="324"/>
                  </a:lnTo>
                  <a:lnTo>
                    <a:pt x="172" y="327"/>
                  </a:lnTo>
                  <a:lnTo>
                    <a:pt x="169" y="329"/>
                  </a:lnTo>
                  <a:lnTo>
                    <a:pt x="167" y="332"/>
                  </a:lnTo>
                  <a:lnTo>
                    <a:pt x="163" y="332"/>
                  </a:lnTo>
                  <a:lnTo>
                    <a:pt x="160" y="332"/>
                  </a:lnTo>
                  <a:lnTo>
                    <a:pt x="157" y="329"/>
                  </a:lnTo>
                  <a:lnTo>
                    <a:pt x="155" y="327"/>
                  </a:lnTo>
                  <a:lnTo>
                    <a:pt x="154" y="324"/>
                  </a:lnTo>
                  <a:lnTo>
                    <a:pt x="154" y="277"/>
                  </a:lnTo>
                  <a:lnTo>
                    <a:pt x="155" y="273"/>
                  </a:lnTo>
                  <a:lnTo>
                    <a:pt x="157" y="271"/>
                  </a:lnTo>
                  <a:lnTo>
                    <a:pt x="160" y="269"/>
                  </a:lnTo>
                  <a:lnTo>
                    <a:pt x="163" y="268"/>
                  </a:lnTo>
                  <a:close/>
                  <a:moveTo>
                    <a:pt x="2554" y="267"/>
                  </a:moveTo>
                  <a:lnTo>
                    <a:pt x="2554" y="297"/>
                  </a:lnTo>
                  <a:lnTo>
                    <a:pt x="2583" y="297"/>
                  </a:lnTo>
                  <a:lnTo>
                    <a:pt x="2583" y="267"/>
                  </a:lnTo>
                  <a:lnTo>
                    <a:pt x="2554" y="267"/>
                  </a:lnTo>
                  <a:close/>
                  <a:moveTo>
                    <a:pt x="1624" y="266"/>
                  </a:moveTo>
                  <a:lnTo>
                    <a:pt x="1638" y="268"/>
                  </a:lnTo>
                  <a:lnTo>
                    <a:pt x="1651" y="276"/>
                  </a:lnTo>
                  <a:lnTo>
                    <a:pt x="1661" y="289"/>
                  </a:lnTo>
                  <a:lnTo>
                    <a:pt x="1667" y="305"/>
                  </a:lnTo>
                  <a:lnTo>
                    <a:pt x="1670" y="323"/>
                  </a:lnTo>
                  <a:lnTo>
                    <a:pt x="1667" y="341"/>
                  </a:lnTo>
                  <a:lnTo>
                    <a:pt x="1661" y="356"/>
                  </a:lnTo>
                  <a:lnTo>
                    <a:pt x="1651" y="369"/>
                  </a:lnTo>
                  <a:lnTo>
                    <a:pt x="1638" y="376"/>
                  </a:lnTo>
                  <a:lnTo>
                    <a:pt x="1624" y="380"/>
                  </a:lnTo>
                  <a:lnTo>
                    <a:pt x="1609" y="376"/>
                  </a:lnTo>
                  <a:lnTo>
                    <a:pt x="1596" y="369"/>
                  </a:lnTo>
                  <a:lnTo>
                    <a:pt x="1586" y="356"/>
                  </a:lnTo>
                  <a:lnTo>
                    <a:pt x="1579" y="341"/>
                  </a:lnTo>
                  <a:lnTo>
                    <a:pt x="1577" y="323"/>
                  </a:lnTo>
                  <a:lnTo>
                    <a:pt x="1579" y="305"/>
                  </a:lnTo>
                  <a:lnTo>
                    <a:pt x="1586" y="289"/>
                  </a:lnTo>
                  <a:lnTo>
                    <a:pt x="1596" y="276"/>
                  </a:lnTo>
                  <a:lnTo>
                    <a:pt x="1609" y="268"/>
                  </a:lnTo>
                  <a:lnTo>
                    <a:pt x="1624" y="266"/>
                  </a:lnTo>
                  <a:close/>
                  <a:moveTo>
                    <a:pt x="1270" y="263"/>
                  </a:moveTo>
                  <a:lnTo>
                    <a:pt x="1285" y="266"/>
                  </a:lnTo>
                  <a:lnTo>
                    <a:pt x="1298" y="273"/>
                  </a:lnTo>
                  <a:lnTo>
                    <a:pt x="1308" y="286"/>
                  </a:lnTo>
                  <a:lnTo>
                    <a:pt x="1314" y="303"/>
                  </a:lnTo>
                  <a:lnTo>
                    <a:pt x="1317" y="320"/>
                  </a:lnTo>
                  <a:lnTo>
                    <a:pt x="1314" y="339"/>
                  </a:lnTo>
                  <a:lnTo>
                    <a:pt x="1308" y="356"/>
                  </a:lnTo>
                  <a:lnTo>
                    <a:pt x="1298" y="369"/>
                  </a:lnTo>
                  <a:lnTo>
                    <a:pt x="1285" y="376"/>
                  </a:lnTo>
                  <a:lnTo>
                    <a:pt x="1270" y="379"/>
                  </a:lnTo>
                  <a:lnTo>
                    <a:pt x="1255" y="376"/>
                  </a:lnTo>
                  <a:lnTo>
                    <a:pt x="1242" y="369"/>
                  </a:lnTo>
                  <a:lnTo>
                    <a:pt x="1232" y="356"/>
                  </a:lnTo>
                  <a:lnTo>
                    <a:pt x="1225" y="339"/>
                  </a:lnTo>
                  <a:lnTo>
                    <a:pt x="1223" y="320"/>
                  </a:lnTo>
                  <a:lnTo>
                    <a:pt x="1225" y="303"/>
                  </a:lnTo>
                  <a:lnTo>
                    <a:pt x="1232" y="286"/>
                  </a:lnTo>
                  <a:lnTo>
                    <a:pt x="1242" y="273"/>
                  </a:lnTo>
                  <a:lnTo>
                    <a:pt x="1255" y="266"/>
                  </a:lnTo>
                  <a:lnTo>
                    <a:pt x="1270" y="263"/>
                  </a:lnTo>
                  <a:close/>
                  <a:moveTo>
                    <a:pt x="2547" y="262"/>
                  </a:moveTo>
                  <a:lnTo>
                    <a:pt x="2589" y="262"/>
                  </a:lnTo>
                  <a:lnTo>
                    <a:pt x="2589" y="303"/>
                  </a:lnTo>
                  <a:lnTo>
                    <a:pt x="2570" y="303"/>
                  </a:lnTo>
                  <a:lnTo>
                    <a:pt x="2571" y="345"/>
                  </a:lnTo>
                  <a:lnTo>
                    <a:pt x="2578" y="345"/>
                  </a:lnTo>
                  <a:lnTo>
                    <a:pt x="2578" y="366"/>
                  </a:lnTo>
                  <a:lnTo>
                    <a:pt x="2557" y="366"/>
                  </a:lnTo>
                  <a:lnTo>
                    <a:pt x="2557" y="345"/>
                  </a:lnTo>
                  <a:lnTo>
                    <a:pt x="2565" y="345"/>
                  </a:lnTo>
                  <a:lnTo>
                    <a:pt x="2565" y="303"/>
                  </a:lnTo>
                  <a:lnTo>
                    <a:pt x="2564" y="303"/>
                  </a:lnTo>
                  <a:lnTo>
                    <a:pt x="2555" y="324"/>
                  </a:lnTo>
                  <a:lnTo>
                    <a:pt x="2543" y="342"/>
                  </a:lnTo>
                  <a:lnTo>
                    <a:pt x="2529" y="356"/>
                  </a:lnTo>
                  <a:lnTo>
                    <a:pt x="2509" y="365"/>
                  </a:lnTo>
                  <a:lnTo>
                    <a:pt x="2487" y="367"/>
                  </a:lnTo>
                  <a:lnTo>
                    <a:pt x="2487" y="375"/>
                  </a:lnTo>
                  <a:lnTo>
                    <a:pt x="2447" y="375"/>
                  </a:lnTo>
                  <a:lnTo>
                    <a:pt x="2447" y="362"/>
                  </a:lnTo>
                  <a:lnTo>
                    <a:pt x="2428" y="359"/>
                  </a:lnTo>
                  <a:lnTo>
                    <a:pt x="2410" y="355"/>
                  </a:lnTo>
                  <a:lnTo>
                    <a:pt x="2393" y="353"/>
                  </a:lnTo>
                  <a:lnTo>
                    <a:pt x="2374" y="356"/>
                  </a:lnTo>
                  <a:lnTo>
                    <a:pt x="2356" y="365"/>
                  </a:lnTo>
                  <a:lnTo>
                    <a:pt x="2356" y="394"/>
                  </a:lnTo>
                  <a:lnTo>
                    <a:pt x="2315" y="394"/>
                  </a:lnTo>
                  <a:lnTo>
                    <a:pt x="2315" y="352"/>
                  </a:lnTo>
                  <a:lnTo>
                    <a:pt x="2336" y="352"/>
                  </a:lnTo>
                  <a:lnTo>
                    <a:pt x="2335" y="311"/>
                  </a:lnTo>
                  <a:lnTo>
                    <a:pt x="2328" y="311"/>
                  </a:lnTo>
                  <a:lnTo>
                    <a:pt x="2328" y="290"/>
                  </a:lnTo>
                  <a:lnTo>
                    <a:pt x="2349" y="290"/>
                  </a:lnTo>
                  <a:lnTo>
                    <a:pt x="2349" y="311"/>
                  </a:lnTo>
                  <a:lnTo>
                    <a:pt x="2341" y="311"/>
                  </a:lnTo>
                  <a:lnTo>
                    <a:pt x="2341" y="352"/>
                  </a:lnTo>
                  <a:lnTo>
                    <a:pt x="2344" y="352"/>
                  </a:lnTo>
                  <a:lnTo>
                    <a:pt x="2360" y="342"/>
                  </a:lnTo>
                  <a:lnTo>
                    <a:pt x="2377" y="337"/>
                  </a:lnTo>
                  <a:lnTo>
                    <a:pt x="2393" y="336"/>
                  </a:lnTo>
                  <a:lnTo>
                    <a:pt x="2420" y="338"/>
                  </a:lnTo>
                  <a:lnTo>
                    <a:pt x="2447" y="345"/>
                  </a:lnTo>
                  <a:lnTo>
                    <a:pt x="2447" y="333"/>
                  </a:lnTo>
                  <a:lnTo>
                    <a:pt x="2487" y="333"/>
                  </a:lnTo>
                  <a:lnTo>
                    <a:pt x="2487" y="350"/>
                  </a:lnTo>
                  <a:lnTo>
                    <a:pt x="2504" y="348"/>
                  </a:lnTo>
                  <a:lnTo>
                    <a:pt x="2519" y="341"/>
                  </a:lnTo>
                  <a:lnTo>
                    <a:pt x="2531" y="331"/>
                  </a:lnTo>
                  <a:lnTo>
                    <a:pt x="2540" y="315"/>
                  </a:lnTo>
                  <a:lnTo>
                    <a:pt x="2547" y="297"/>
                  </a:lnTo>
                  <a:lnTo>
                    <a:pt x="2547" y="262"/>
                  </a:lnTo>
                  <a:close/>
                  <a:moveTo>
                    <a:pt x="217" y="253"/>
                  </a:moveTo>
                  <a:lnTo>
                    <a:pt x="219" y="254"/>
                  </a:lnTo>
                  <a:lnTo>
                    <a:pt x="223" y="255"/>
                  </a:lnTo>
                  <a:lnTo>
                    <a:pt x="224" y="259"/>
                  </a:lnTo>
                  <a:lnTo>
                    <a:pt x="225" y="263"/>
                  </a:lnTo>
                  <a:lnTo>
                    <a:pt x="225" y="322"/>
                  </a:lnTo>
                  <a:lnTo>
                    <a:pt x="224" y="325"/>
                  </a:lnTo>
                  <a:lnTo>
                    <a:pt x="223" y="329"/>
                  </a:lnTo>
                  <a:lnTo>
                    <a:pt x="219" y="331"/>
                  </a:lnTo>
                  <a:lnTo>
                    <a:pt x="217" y="332"/>
                  </a:lnTo>
                  <a:lnTo>
                    <a:pt x="213" y="331"/>
                  </a:lnTo>
                  <a:lnTo>
                    <a:pt x="210" y="329"/>
                  </a:lnTo>
                  <a:lnTo>
                    <a:pt x="208" y="325"/>
                  </a:lnTo>
                  <a:lnTo>
                    <a:pt x="208" y="322"/>
                  </a:lnTo>
                  <a:lnTo>
                    <a:pt x="208" y="263"/>
                  </a:lnTo>
                  <a:lnTo>
                    <a:pt x="208" y="259"/>
                  </a:lnTo>
                  <a:lnTo>
                    <a:pt x="210" y="255"/>
                  </a:lnTo>
                  <a:lnTo>
                    <a:pt x="213" y="254"/>
                  </a:lnTo>
                  <a:lnTo>
                    <a:pt x="217" y="253"/>
                  </a:lnTo>
                  <a:close/>
                  <a:moveTo>
                    <a:pt x="1027" y="250"/>
                  </a:moveTo>
                  <a:lnTo>
                    <a:pt x="1092" y="250"/>
                  </a:lnTo>
                  <a:lnTo>
                    <a:pt x="1092" y="449"/>
                  </a:lnTo>
                  <a:lnTo>
                    <a:pt x="1027" y="449"/>
                  </a:lnTo>
                  <a:lnTo>
                    <a:pt x="1027" y="250"/>
                  </a:lnTo>
                  <a:close/>
                  <a:moveTo>
                    <a:pt x="2708" y="246"/>
                  </a:moveTo>
                  <a:lnTo>
                    <a:pt x="2709" y="248"/>
                  </a:lnTo>
                  <a:lnTo>
                    <a:pt x="2710" y="249"/>
                  </a:lnTo>
                  <a:lnTo>
                    <a:pt x="2713" y="258"/>
                  </a:lnTo>
                  <a:lnTo>
                    <a:pt x="2715" y="260"/>
                  </a:lnTo>
                  <a:lnTo>
                    <a:pt x="2717" y="262"/>
                  </a:lnTo>
                  <a:lnTo>
                    <a:pt x="2721" y="263"/>
                  </a:lnTo>
                  <a:lnTo>
                    <a:pt x="2723" y="262"/>
                  </a:lnTo>
                  <a:lnTo>
                    <a:pt x="2732" y="258"/>
                  </a:lnTo>
                  <a:lnTo>
                    <a:pt x="2735" y="258"/>
                  </a:lnTo>
                  <a:lnTo>
                    <a:pt x="2736" y="258"/>
                  </a:lnTo>
                  <a:lnTo>
                    <a:pt x="2736" y="259"/>
                  </a:lnTo>
                  <a:lnTo>
                    <a:pt x="2736" y="262"/>
                  </a:lnTo>
                  <a:lnTo>
                    <a:pt x="2732" y="271"/>
                  </a:lnTo>
                  <a:lnTo>
                    <a:pt x="2731" y="273"/>
                  </a:lnTo>
                  <a:lnTo>
                    <a:pt x="2731" y="276"/>
                  </a:lnTo>
                  <a:lnTo>
                    <a:pt x="2733" y="278"/>
                  </a:lnTo>
                  <a:lnTo>
                    <a:pt x="2736" y="281"/>
                  </a:lnTo>
                  <a:lnTo>
                    <a:pt x="2743" y="283"/>
                  </a:lnTo>
                  <a:lnTo>
                    <a:pt x="2746" y="285"/>
                  </a:lnTo>
                  <a:lnTo>
                    <a:pt x="2747" y="286"/>
                  </a:lnTo>
                  <a:lnTo>
                    <a:pt x="2746" y="287"/>
                  </a:lnTo>
                  <a:lnTo>
                    <a:pt x="2743" y="289"/>
                  </a:lnTo>
                  <a:lnTo>
                    <a:pt x="2736" y="292"/>
                  </a:lnTo>
                  <a:lnTo>
                    <a:pt x="2733" y="294"/>
                  </a:lnTo>
                  <a:lnTo>
                    <a:pt x="2731" y="296"/>
                  </a:lnTo>
                  <a:lnTo>
                    <a:pt x="2731" y="299"/>
                  </a:lnTo>
                  <a:lnTo>
                    <a:pt x="2732" y="303"/>
                  </a:lnTo>
                  <a:lnTo>
                    <a:pt x="2736" y="310"/>
                  </a:lnTo>
                  <a:lnTo>
                    <a:pt x="2736" y="313"/>
                  </a:lnTo>
                  <a:lnTo>
                    <a:pt x="2736" y="314"/>
                  </a:lnTo>
                  <a:lnTo>
                    <a:pt x="2735" y="315"/>
                  </a:lnTo>
                  <a:lnTo>
                    <a:pt x="2732" y="314"/>
                  </a:lnTo>
                  <a:lnTo>
                    <a:pt x="2723" y="310"/>
                  </a:lnTo>
                  <a:lnTo>
                    <a:pt x="2721" y="309"/>
                  </a:lnTo>
                  <a:lnTo>
                    <a:pt x="2717" y="310"/>
                  </a:lnTo>
                  <a:lnTo>
                    <a:pt x="2715" y="311"/>
                  </a:lnTo>
                  <a:lnTo>
                    <a:pt x="2713" y="314"/>
                  </a:lnTo>
                  <a:lnTo>
                    <a:pt x="2710" y="323"/>
                  </a:lnTo>
                  <a:lnTo>
                    <a:pt x="2709" y="325"/>
                  </a:lnTo>
                  <a:lnTo>
                    <a:pt x="2708" y="325"/>
                  </a:lnTo>
                  <a:lnTo>
                    <a:pt x="2706" y="325"/>
                  </a:lnTo>
                  <a:lnTo>
                    <a:pt x="2705" y="323"/>
                  </a:lnTo>
                  <a:lnTo>
                    <a:pt x="2701" y="314"/>
                  </a:lnTo>
                  <a:lnTo>
                    <a:pt x="2700" y="311"/>
                  </a:lnTo>
                  <a:lnTo>
                    <a:pt x="2698" y="310"/>
                  </a:lnTo>
                  <a:lnTo>
                    <a:pt x="2695" y="309"/>
                  </a:lnTo>
                  <a:lnTo>
                    <a:pt x="2691" y="310"/>
                  </a:lnTo>
                  <a:lnTo>
                    <a:pt x="2684" y="314"/>
                  </a:lnTo>
                  <a:lnTo>
                    <a:pt x="2681" y="315"/>
                  </a:lnTo>
                  <a:lnTo>
                    <a:pt x="2680" y="314"/>
                  </a:lnTo>
                  <a:lnTo>
                    <a:pt x="2678" y="313"/>
                  </a:lnTo>
                  <a:lnTo>
                    <a:pt x="2680" y="310"/>
                  </a:lnTo>
                  <a:lnTo>
                    <a:pt x="2684" y="303"/>
                  </a:lnTo>
                  <a:lnTo>
                    <a:pt x="2685" y="299"/>
                  </a:lnTo>
                  <a:lnTo>
                    <a:pt x="2684" y="296"/>
                  </a:lnTo>
                  <a:lnTo>
                    <a:pt x="2682" y="294"/>
                  </a:lnTo>
                  <a:lnTo>
                    <a:pt x="2680" y="292"/>
                  </a:lnTo>
                  <a:lnTo>
                    <a:pt x="2671" y="289"/>
                  </a:lnTo>
                  <a:lnTo>
                    <a:pt x="2668" y="287"/>
                  </a:lnTo>
                  <a:lnTo>
                    <a:pt x="2668" y="286"/>
                  </a:lnTo>
                  <a:lnTo>
                    <a:pt x="2668" y="285"/>
                  </a:lnTo>
                  <a:lnTo>
                    <a:pt x="2671" y="283"/>
                  </a:lnTo>
                  <a:lnTo>
                    <a:pt x="2680" y="281"/>
                  </a:lnTo>
                  <a:lnTo>
                    <a:pt x="2682" y="278"/>
                  </a:lnTo>
                  <a:lnTo>
                    <a:pt x="2684" y="276"/>
                  </a:lnTo>
                  <a:lnTo>
                    <a:pt x="2685" y="273"/>
                  </a:lnTo>
                  <a:lnTo>
                    <a:pt x="2684" y="271"/>
                  </a:lnTo>
                  <a:lnTo>
                    <a:pt x="2680" y="262"/>
                  </a:lnTo>
                  <a:lnTo>
                    <a:pt x="2678" y="259"/>
                  </a:lnTo>
                  <a:lnTo>
                    <a:pt x="2680" y="258"/>
                  </a:lnTo>
                  <a:lnTo>
                    <a:pt x="2681" y="258"/>
                  </a:lnTo>
                  <a:lnTo>
                    <a:pt x="2684" y="258"/>
                  </a:lnTo>
                  <a:lnTo>
                    <a:pt x="2691" y="262"/>
                  </a:lnTo>
                  <a:lnTo>
                    <a:pt x="2695" y="263"/>
                  </a:lnTo>
                  <a:lnTo>
                    <a:pt x="2698" y="262"/>
                  </a:lnTo>
                  <a:lnTo>
                    <a:pt x="2700" y="260"/>
                  </a:lnTo>
                  <a:lnTo>
                    <a:pt x="2701" y="258"/>
                  </a:lnTo>
                  <a:lnTo>
                    <a:pt x="2705" y="249"/>
                  </a:lnTo>
                  <a:lnTo>
                    <a:pt x="2706" y="248"/>
                  </a:lnTo>
                  <a:lnTo>
                    <a:pt x="2708" y="246"/>
                  </a:lnTo>
                  <a:close/>
                  <a:moveTo>
                    <a:pt x="1395" y="235"/>
                  </a:moveTo>
                  <a:lnTo>
                    <a:pt x="1395" y="235"/>
                  </a:lnTo>
                  <a:lnTo>
                    <a:pt x="1396" y="238"/>
                  </a:lnTo>
                  <a:lnTo>
                    <a:pt x="1397" y="239"/>
                  </a:lnTo>
                  <a:lnTo>
                    <a:pt x="1400" y="243"/>
                  </a:lnTo>
                  <a:lnTo>
                    <a:pt x="1401" y="245"/>
                  </a:lnTo>
                  <a:lnTo>
                    <a:pt x="1404" y="248"/>
                  </a:lnTo>
                  <a:lnTo>
                    <a:pt x="1406" y="250"/>
                  </a:lnTo>
                  <a:lnTo>
                    <a:pt x="1424" y="271"/>
                  </a:lnTo>
                  <a:lnTo>
                    <a:pt x="1426" y="272"/>
                  </a:lnTo>
                  <a:lnTo>
                    <a:pt x="1429" y="274"/>
                  </a:lnTo>
                  <a:lnTo>
                    <a:pt x="1432" y="276"/>
                  </a:lnTo>
                  <a:lnTo>
                    <a:pt x="1434" y="277"/>
                  </a:lnTo>
                  <a:lnTo>
                    <a:pt x="1437" y="278"/>
                  </a:lnTo>
                  <a:lnTo>
                    <a:pt x="1438" y="280"/>
                  </a:lnTo>
                  <a:lnTo>
                    <a:pt x="1439" y="278"/>
                  </a:lnTo>
                  <a:lnTo>
                    <a:pt x="1438" y="277"/>
                  </a:lnTo>
                  <a:lnTo>
                    <a:pt x="1437" y="276"/>
                  </a:lnTo>
                  <a:lnTo>
                    <a:pt x="1435" y="273"/>
                  </a:lnTo>
                  <a:lnTo>
                    <a:pt x="1434" y="271"/>
                  </a:lnTo>
                  <a:lnTo>
                    <a:pt x="1432" y="266"/>
                  </a:lnTo>
                  <a:lnTo>
                    <a:pt x="1432" y="262"/>
                  </a:lnTo>
                  <a:lnTo>
                    <a:pt x="1432" y="252"/>
                  </a:lnTo>
                  <a:lnTo>
                    <a:pt x="1430" y="248"/>
                  </a:lnTo>
                  <a:lnTo>
                    <a:pt x="1429" y="244"/>
                  </a:lnTo>
                  <a:lnTo>
                    <a:pt x="1425" y="243"/>
                  </a:lnTo>
                  <a:lnTo>
                    <a:pt x="1421" y="241"/>
                  </a:lnTo>
                  <a:lnTo>
                    <a:pt x="1414" y="241"/>
                  </a:lnTo>
                  <a:lnTo>
                    <a:pt x="1409" y="241"/>
                  </a:lnTo>
                  <a:lnTo>
                    <a:pt x="1405" y="240"/>
                  </a:lnTo>
                  <a:lnTo>
                    <a:pt x="1401" y="239"/>
                  </a:lnTo>
                  <a:lnTo>
                    <a:pt x="1397" y="236"/>
                  </a:lnTo>
                  <a:lnTo>
                    <a:pt x="1396" y="235"/>
                  </a:lnTo>
                  <a:lnTo>
                    <a:pt x="1395" y="235"/>
                  </a:lnTo>
                  <a:close/>
                  <a:moveTo>
                    <a:pt x="2723" y="230"/>
                  </a:moveTo>
                  <a:lnTo>
                    <a:pt x="2726" y="231"/>
                  </a:lnTo>
                  <a:lnTo>
                    <a:pt x="2728" y="234"/>
                  </a:lnTo>
                  <a:lnTo>
                    <a:pt x="2729" y="238"/>
                  </a:lnTo>
                  <a:lnTo>
                    <a:pt x="2728" y="240"/>
                  </a:lnTo>
                  <a:lnTo>
                    <a:pt x="2727" y="241"/>
                  </a:lnTo>
                  <a:lnTo>
                    <a:pt x="2724" y="243"/>
                  </a:lnTo>
                  <a:lnTo>
                    <a:pt x="2722" y="244"/>
                  </a:lnTo>
                  <a:lnTo>
                    <a:pt x="2719" y="243"/>
                  </a:lnTo>
                  <a:lnTo>
                    <a:pt x="2717" y="240"/>
                  </a:lnTo>
                  <a:lnTo>
                    <a:pt x="2715" y="236"/>
                  </a:lnTo>
                  <a:lnTo>
                    <a:pt x="2717" y="234"/>
                  </a:lnTo>
                  <a:lnTo>
                    <a:pt x="2718" y="232"/>
                  </a:lnTo>
                  <a:lnTo>
                    <a:pt x="2721" y="230"/>
                  </a:lnTo>
                  <a:lnTo>
                    <a:pt x="2723" y="230"/>
                  </a:lnTo>
                  <a:close/>
                  <a:moveTo>
                    <a:pt x="2040" y="229"/>
                  </a:moveTo>
                  <a:lnTo>
                    <a:pt x="2059" y="231"/>
                  </a:lnTo>
                  <a:lnTo>
                    <a:pt x="2059" y="231"/>
                  </a:lnTo>
                  <a:lnTo>
                    <a:pt x="2063" y="232"/>
                  </a:lnTo>
                  <a:lnTo>
                    <a:pt x="2067" y="235"/>
                  </a:lnTo>
                  <a:lnTo>
                    <a:pt x="2070" y="238"/>
                  </a:lnTo>
                  <a:lnTo>
                    <a:pt x="2099" y="323"/>
                  </a:lnTo>
                  <a:lnTo>
                    <a:pt x="2130" y="238"/>
                  </a:lnTo>
                  <a:lnTo>
                    <a:pt x="2132" y="235"/>
                  </a:lnTo>
                  <a:lnTo>
                    <a:pt x="2135" y="232"/>
                  </a:lnTo>
                  <a:lnTo>
                    <a:pt x="2138" y="231"/>
                  </a:lnTo>
                  <a:lnTo>
                    <a:pt x="2138" y="231"/>
                  </a:lnTo>
                  <a:lnTo>
                    <a:pt x="2159" y="229"/>
                  </a:lnTo>
                  <a:lnTo>
                    <a:pt x="2184" y="282"/>
                  </a:lnTo>
                  <a:lnTo>
                    <a:pt x="2212" y="230"/>
                  </a:lnTo>
                  <a:lnTo>
                    <a:pt x="2231" y="235"/>
                  </a:lnTo>
                  <a:lnTo>
                    <a:pt x="2235" y="236"/>
                  </a:lnTo>
                  <a:lnTo>
                    <a:pt x="2238" y="239"/>
                  </a:lnTo>
                  <a:lnTo>
                    <a:pt x="2240" y="241"/>
                  </a:lnTo>
                  <a:lnTo>
                    <a:pt x="2240" y="245"/>
                  </a:lnTo>
                  <a:lnTo>
                    <a:pt x="2259" y="366"/>
                  </a:lnTo>
                  <a:lnTo>
                    <a:pt x="2259" y="370"/>
                  </a:lnTo>
                  <a:lnTo>
                    <a:pt x="2258" y="374"/>
                  </a:lnTo>
                  <a:lnTo>
                    <a:pt x="2257" y="376"/>
                  </a:lnTo>
                  <a:lnTo>
                    <a:pt x="2253" y="379"/>
                  </a:lnTo>
                  <a:lnTo>
                    <a:pt x="2251" y="380"/>
                  </a:lnTo>
                  <a:lnTo>
                    <a:pt x="2247" y="380"/>
                  </a:lnTo>
                  <a:lnTo>
                    <a:pt x="2243" y="379"/>
                  </a:lnTo>
                  <a:lnTo>
                    <a:pt x="2240" y="376"/>
                  </a:lnTo>
                  <a:lnTo>
                    <a:pt x="2238" y="374"/>
                  </a:lnTo>
                  <a:lnTo>
                    <a:pt x="2237" y="370"/>
                  </a:lnTo>
                  <a:lnTo>
                    <a:pt x="2228" y="309"/>
                  </a:lnTo>
                  <a:lnTo>
                    <a:pt x="2224" y="353"/>
                  </a:lnTo>
                  <a:lnTo>
                    <a:pt x="2231" y="507"/>
                  </a:lnTo>
                  <a:lnTo>
                    <a:pt x="2196" y="507"/>
                  </a:lnTo>
                  <a:lnTo>
                    <a:pt x="2186" y="395"/>
                  </a:lnTo>
                  <a:lnTo>
                    <a:pt x="2177" y="509"/>
                  </a:lnTo>
                  <a:lnTo>
                    <a:pt x="2145" y="509"/>
                  </a:lnTo>
                  <a:lnTo>
                    <a:pt x="2150" y="355"/>
                  </a:lnTo>
                  <a:lnTo>
                    <a:pt x="2141" y="276"/>
                  </a:lnTo>
                  <a:lnTo>
                    <a:pt x="2113" y="353"/>
                  </a:lnTo>
                  <a:lnTo>
                    <a:pt x="2112" y="357"/>
                  </a:lnTo>
                  <a:lnTo>
                    <a:pt x="2108" y="361"/>
                  </a:lnTo>
                  <a:lnTo>
                    <a:pt x="2104" y="364"/>
                  </a:lnTo>
                  <a:lnTo>
                    <a:pt x="2099" y="365"/>
                  </a:lnTo>
                  <a:lnTo>
                    <a:pt x="2095" y="364"/>
                  </a:lnTo>
                  <a:lnTo>
                    <a:pt x="2091" y="362"/>
                  </a:lnTo>
                  <a:lnTo>
                    <a:pt x="2089" y="360"/>
                  </a:lnTo>
                  <a:lnTo>
                    <a:pt x="2086" y="356"/>
                  </a:lnTo>
                  <a:lnTo>
                    <a:pt x="2086" y="352"/>
                  </a:lnTo>
                  <a:lnTo>
                    <a:pt x="2057" y="276"/>
                  </a:lnTo>
                  <a:lnTo>
                    <a:pt x="2048" y="355"/>
                  </a:lnTo>
                  <a:lnTo>
                    <a:pt x="2054" y="509"/>
                  </a:lnTo>
                  <a:lnTo>
                    <a:pt x="2023" y="509"/>
                  </a:lnTo>
                  <a:lnTo>
                    <a:pt x="2014" y="395"/>
                  </a:lnTo>
                  <a:lnTo>
                    <a:pt x="2002" y="507"/>
                  </a:lnTo>
                  <a:lnTo>
                    <a:pt x="1968" y="507"/>
                  </a:lnTo>
                  <a:lnTo>
                    <a:pt x="1975" y="353"/>
                  </a:lnTo>
                  <a:lnTo>
                    <a:pt x="1972" y="309"/>
                  </a:lnTo>
                  <a:lnTo>
                    <a:pt x="1961" y="370"/>
                  </a:lnTo>
                  <a:lnTo>
                    <a:pt x="1960" y="374"/>
                  </a:lnTo>
                  <a:lnTo>
                    <a:pt x="1959" y="376"/>
                  </a:lnTo>
                  <a:lnTo>
                    <a:pt x="1956" y="379"/>
                  </a:lnTo>
                  <a:lnTo>
                    <a:pt x="1952" y="380"/>
                  </a:lnTo>
                  <a:lnTo>
                    <a:pt x="1949" y="380"/>
                  </a:lnTo>
                  <a:lnTo>
                    <a:pt x="1945" y="379"/>
                  </a:lnTo>
                  <a:lnTo>
                    <a:pt x="1942" y="376"/>
                  </a:lnTo>
                  <a:lnTo>
                    <a:pt x="1940" y="374"/>
                  </a:lnTo>
                  <a:lnTo>
                    <a:pt x="1938" y="370"/>
                  </a:lnTo>
                  <a:lnTo>
                    <a:pt x="1938" y="366"/>
                  </a:lnTo>
                  <a:lnTo>
                    <a:pt x="1958" y="245"/>
                  </a:lnTo>
                  <a:lnTo>
                    <a:pt x="1959" y="241"/>
                  </a:lnTo>
                  <a:lnTo>
                    <a:pt x="1961" y="239"/>
                  </a:lnTo>
                  <a:lnTo>
                    <a:pt x="1964" y="236"/>
                  </a:lnTo>
                  <a:lnTo>
                    <a:pt x="1968" y="235"/>
                  </a:lnTo>
                  <a:lnTo>
                    <a:pt x="1986" y="230"/>
                  </a:lnTo>
                  <a:lnTo>
                    <a:pt x="2015" y="282"/>
                  </a:lnTo>
                  <a:lnTo>
                    <a:pt x="2040" y="229"/>
                  </a:lnTo>
                  <a:close/>
                  <a:moveTo>
                    <a:pt x="183" y="226"/>
                  </a:moveTo>
                  <a:lnTo>
                    <a:pt x="167" y="231"/>
                  </a:lnTo>
                  <a:lnTo>
                    <a:pt x="153" y="239"/>
                  </a:lnTo>
                  <a:lnTo>
                    <a:pt x="140" y="252"/>
                  </a:lnTo>
                  <a:lnTo>
                    <a:pt x="131" y="267"/>
                  </a:lnTo>
                  <a:lnTo>
                    <a:pt x="126" y="283"/>
                  </a:lnTo>
                  <a:lnTo>
                    <a:pt x="126" y="300"/>
                  </a:lnTo>
                  <a:lnTo>
                    <a:pt x="131" y="317"/>
                  </a:lnTo>
                  <a:lnTo>
                    <a:pt x="139" y="332"/>
                  </a:lnTo>
                  <a:lnTo>
                    <a:pt x="152" y="343"/>
                  </a:lnTo>
                  <a:lnTo>
                    <a:pt x="167" y="352"/>
                  </a:lnTo>
                  <a:lnTo>
                    <a:pt x="183" y="357"/>
                  </a:lnTo>
                  <a:lnTo>
                    <a:pt x="200" y="357"/>
                  </a:lnTo>
                  <a:lnTo>
                    <a:pt x="218" y="352"/>
                  </a:lnTo>
                  <a:lnTo>
                    <a:pt x="233" y="343"/>
                  </a:lnTo>
                  <a:lnTo>
                    <a:pt x="238" y="338"/>
                  </a:lnTo>
                  <a:lnTo>
                    <a:pt x="243" y="332"/>
                  </a:lnTo>
                  <a:lnTo>
                    <a:pt x="248" y="325"/>
                  </a:lnTo>
                  <a:lnTo>
                    <a:pt x="251" y="319"/>
                  </a:lnTo>
                  <a:lnTo>
                    <a:pt x="257" y="303"/>
                  </a:lnTo>
                  <a:lnTo>
                    <a:pt x="257" y="283"/>
                  </a:lnTo>
                  <a:lnTo>
                    <a:pt x="253" y="268"/>
                  </a:lnTo>
                  <a:lnTo>
                    <a:pt x="245" y="253"/>
                  </a:lnTo>
                  <a:lnTo>
                    <a:pt x="232" y="240"/>
                  </a:lnTo>
                  <a:lnTo>
                    <a:pt x="217" y="231"/>
                  </a:lnTo>
                  <a:lnTo>
                    <a:pt x="200" y="227"/>
                  </a:lnTo>
                  <a:lnTo>
                    <a:pt x="183" y="226"/>
                  </a:lnTo>
                  <a:close/>
                  <a:moveTo>
                    <a:pt x="2699" y="222"/>
                  </a:moveTo>
                  <a:lnTo>
                    <a:pt x="2701" y="224"/>
                  </a:lnTo>
                  <a:lnTo>
                    <a:pt x="2704" y="226"/>
                  </a:lnTo>
                  <a:lnTo>
                    <a:pt x="2705" y="229"/>
                  </a:lnTo>
                  <a:lnTo>
                    <a:pt x="2704" y="232"/>
                  </a:lnTo>
                  <a:lnTo>
                    <a:pt x="2701" y="235"/>
                  </a:lnTo>
                  <a:lnTo>
                    <a:pt x="2698" y="235"/>
                  </a:lnTo>
                  <a:lnTo>
                    <a:pt x="2695" y="235"/>
                  </a:lnTo>
                  <a:lnTo>
                    <a:pt x="2692" y="234"/>
                  </a:lnTo>
                  <a:lnTo>
                    <a:pt x="2691" y="231"/>
                  </a:lnTo>
                  <a:lnTo>
                    <a:pt x="2691" y="229"/>
                  </a:lnTo>
                  <a:lnTo>
                    <a:pt x="2692" y="226"/>
                  </a:lnTo>
                  <a:lnTo>
                    <a:pt x="2694" y="224"/>
                  </a:lnTo>
                  <a:lnTo>
                    <a:pt x="2696" y="222"/>
                  </a:lnTo>
                  <a:lnTo>
                    <a:pt x="2699" y="222"/>
                  </a:lnTo>
                  <a:close/>
                  <a:moveTo>
                    <a:pt x="1761" y="220"/>
                  </a:moveTo>
                  <a:lnTo>
                    <a:pt x="1774" y="222"/>
                  </a:lnTo>
                  <a:lnTo>
                    <a:pt x="1783" y="227"/>
                  </a:lnTo>
                  <a:lnTo>
                    <a:pt x="1788" y="235"/>
                  </a:lnTo>
                  <a:lnTo>
                    <a:pt x="1789" y="244"/>
                  </a:lnTo>
                  <a:lnTo>
                    <a:pt x="1789" y="244"/>
                  </a:lnTo>
                  <a:lnTo>
                    <a:pt x="1787" y="255"/>
                  </a:lnTo>
                  <a:lnTo>
                    <a:pt x="1781" y="264"/>
                  </a:lnTo>
                  <a:lnTo>
                    <a:pt x="1770" y="272"/>
                  </a:lnTo>
                  <a:lnTo>
                    <a:pt x="1758" y="278"/>
                  </a:lnTo>
                  <a:lnTo>
                    <a:pt x="1756" y="280"/>
                  </a:lnTo>
                  <a:lnTo>
                    <a:pt x="1756" y="282"/>
                  </a:lnTo>
                  <a:lnTo>
                    <a:pt x="1756" y="286"/>
                  </a:lnTo>
                  <a:lnTo>
                    <a:pt x="1756" y="291"/>
                  </a:lnTo>
                  <a:lnTo>
                    <a:pt x="1758" y="295"/>
                  </a:lnTo>
                  <a:lnTo>
                    <a:pt x="1758" y="296"/>
                  </a:lnTo>
                  <a:lnTo>
                    <a:pt x="1756" y="296"/>
                  </a:lnTo>
                  <a:lnTo>
                    <a:pt x="1755" y="296"/>
                  </a:lnTo>
                  <a:lnTo>
                    <a:pt x="1755" y="296"/>
                  </a:lnTo>
                  <a:lnTo>
                    <a:pt x="1754" y="294"/>
                  </a:lnTo>
                  <a:lnTo>
                    <a:pt x="1753" y="291"/>
                  </a:lnTo>
                  <a:lnTo>
                    <a:pt x="1751" y="287"/>
                  </a:lnTo>
                  <a:lnTo>
                    <a:pt x="1750" y="285"/>
                  </a:lnTo>
                  <a:lnTo>
                    <a:pt x="1749" y="282"/>
                  </a:lnTo>
                  <a:lnTo>
                    <a:pt x="1749" y="280"/>
                  </a:lnTo>
                  <a:lnTo>
                    <a:pt x="1749" y="278"/>
                  </a:lnTo>
                  <a:lnTo>
                    <a:pt x="1750" y="277"/>
                  </a:lnTo>
                  <a:lnTo>
                    <a:pt x="1760" y="267"/>
                  </a:lnTo>
                  <a:lnTo>
                    <a:pt x="1767" y="258"/>
                  </a:lnTo>
                  <a:lnTo>
                    <a:pt x="1768" y="246"/>
                  </a:lnTo>
                  <a:lnTo>
                    <a:pt x="1768" y="241"/>
                  </a:lnTo>
                  <a:lnTo>
                    <a:pt x="1765" y="238"/>
                  </a:lnTo>
                  <a:lnTo>
                    <a:pt x="1764" y="234"/>
                  </a:lnTo>
                  <a:lnTo>
                    <a:pt x="1760" y="231"/>
                  </a:lnTo>
                  <a:lnTo>
                    <a:pt x="1756" y="230"/>
                  </a:lnTo>
                  <a:lnTo>
                    <a:pt x="1751" y="229"/>
                  </a:lnTo>
                  <a:lnTo>
                    <a:pt x="1746" y="230"/>
                  </a:lnTo>
                  <a:lnTo>
                    <a:pt x="1741" y="231"/>
                  </a:lnTo>
                  <a:lnTo>
                    <a:pt x="1737" y="234"/>
                  </a:lnTo>
                  <a:lnTo>
                    <a:pt x="1733" y="238"/>
                  </a:lnTo>
                  <a:lnTo>
                    <a:pt x="1733" y="238"/>
                  </a:lnTo>
                  <a:lnTo>
                    <a:pt x="1732" y="238"/>
                  </a:lnTo>
                  <a:lnTo>
                    <a:pt x="1732" y="236"/>
                  </a:lnTo>
                  <a:lnTo>
                    <a:pt x="1732" y="236"/>
                  </a:lnTo>
                  <a:lnTo>
                    <a:pt x="1739" y="229"/>
                  </a:lnTo>
                  <a:lnTo>
                    <a:pt x="1749" y="222"/>
                  </a:lnTo>
                  <a:lnTo>
                    <a:pt x="1761" y="220"/>
                  </a:lnTo>
                  <a:close/>
                  <a:moveTo>
                    <a:pt x="182" y="217"/>
                  </a:moveTo>
                  <a:lnTo>
                    <a:pt x="201" y="217"/>
                  </a:lnTo>
                  <a:lnTo>
                    <a:pt x="220" y="222"/>
                  </a:lnTo>
                  <a:lnTo>
                    <a:pt x="238" y="232"/>
                  </a:lnTo>
                  <a:lnTo>
                    <a:pt x="252" y="248"/>
                  </a:lnTo>
                  <a:lnTo>
                    <a:pt x="262" y="266"/>
                  </a:lnTo>
                  <a:lnTo>
                    <a:pt x="266" y="286"/>
                  </a:lnTo>
                  <a:lnTo>
                    <a:pt x="265" y="306"/>
                  </a:lnTo>
                  <a:lnTo>
                    <a:pt x="259" y="325"/>
                  </a:lnTo>
                  <a:lnTo>
                    <a:pt x="315" y="369"/>
                  </a:lnTo>
                  <a:lnTo>
                    <a:pt x="295" y="392"/>
                  </a:lnTo>
                  <a:lnTo>
                    <a:pt x="241" y="348"/>
                  </a:lnTo>
                  <a:lnTo>
                    <a:pt x="223" y="360"/>
                  </a:lnTo>
                  <a:lnTo>
                    <a:pt x="204" y="366"/>
                  </a:lnTo>
                  <a:lnTo>
                    <a:pt x="183" y="366"/>
                  </a:lnTo>
                  <a:lnTo>
                    <a:pt x="164" y="361"/>
                  </a:lnTo>
                  <a:lnTo>
                    <a:pt x="145" y="351"/>
                  </a:lnTo>
                  <a:lnTo>
                    <a:pt x="131" y="337"/>
                  </a:lnTo>
                  <a:lnTo>
                    <a:pt x="122" y="320"/>
                  </a:lnTo>
                  <a:lnTo>
                    <a:pt x="117" y="301"/>
                  </a:lnTo>
                  <a:lnTo>
                    <a:pt x="117" y="282"/>
                  </a:lnTo>
                  <a:lnTo>
                    <a:pt x="122" y="263"/>
                  </a:lnTo>
                  <a:lnTo>
                    <a:pt x="132" y="246"/>
                  </a:lnTo>
                  <a:lnTo>
                    <a:pt x="146" y="232"/>
                  </a:lnTo>
                  <a:lnTo>
                    <a:pt x="164" y="222"/>
                  </a:lnTo>
                  <a:lnTo>
                    <a:pt x="182" y="217"/>
                  </a:lnTo>
                  <a:close/>
                  <a:moveTo>
                    <a:pt x="2675" y="213"/>
                  </a:moveTo>
                  <a:lnTo>
                    <a:pt x="2677" y="215"/>
                  </a:lnTo>
                  <a:lnTo>
                    <a:pt x="2680" y="217"/>
                  </a:lnTo>
                  <a:lnTo>
                    <a:pt x="2681" y="221"/>
                  </a:lnTo>
                  <a:lnTo>
                    <a:pt x="2680" y="224"/>
                  </a:lnTo>
                  <a:lnTo>
                    <a:pt x="2678" y="225"/>
                  </a:lnTo>
                  <a:lnTo>
                    <a:pt x="2676" y="226"/>
                  </a:lnTo>
                  <a:lnTo>
                    <a:pt x="2673" y="227"/>
                  </a:lnTo>
                  <a:lnTo>
                    <a:pt x="2670" y="226"/>
                  </a:lnTo>
                  <a:lnTo>
                    <a:pt x="2668" y="224"/>
                  </a:lnTo>
                  <a:lnTo>
                    <a:pt x="2667" y="220"/>
                  </a:lnTo>
                  <a:lnTo>
                    <a:pt x="2668" y="217"/>
                  </a:lnTo>
                  <a:lnTo>
                    <a:pt x="2671" y="215"/>
                  </a:lnTo>
                  <a:lnTo>
                    <a:pt x="2675" y="213"/>
                  </a:lnTo>
                  <a:close/>
                  <a:moveTo>
                    <a:pt x="1407" y="203"/>
                  </a:moveTo>
                  <a:lnTo>
                    <a:pt x="1518" y="203"/>
                  </a:lnTo>
                  <a:lnTo>
                    <a:pt x="1518" y="213"/>
                  </a:lnTo>
                  <a:lnTo>
                    <a:pt x="1407" y="213"/>
                  </a:lnTo>
                  <a:lnTo>
                    <a:pt x="1407" y="203"/>
                  </a:lnTo>
                  <a:close/>
                  <a:moveTo>
                    <a:pt x="1759" y="203"/>
                  </a:moveTo>
                  <a:lnTo>
                    <a:pt x="1735" y="206"/>
                  </a:lnTo>
                  <a:lnTo>
                    <a:pt x="1714" y="215"/>
                  </a:lnTo>
                  <a:lnTo>
                    <a:pt x="1698" y="229"/>
                  </a:lnTo>
                  <a:lnTo>
                    <a:pt x="1688" y="246"/>
                  </a:lnTo>
                  <a:lnTo>
                    <a:pt x="1682" y="266"/>
                  </a:lnTo>
                  <a:lnTo>
                    <a:pt x="1686" y="283"/>
                  </a:lnTo>
                  <a:lnTo>
                    <a:pt x="1695" y="300"/>
                  </a:lnTo>
                  <a:lnTo>
                    <a:pt x="1709" y="313"/>
                  </a:lnTo>
                  <a:lnTo>
                    <a:pt x="1711" y="315"/>
                  </a:lnTo>
                  <a:lnTo>
                    <a:pt x="1712" y="318"/>
                  </a:lnTo>
                  <a:lnTo>
                    <a:pt x="1713" y="322"/>
                  </a:lnTo>
                  <a:lnTo>
                    <a:pt x="1713" y="324"/>
                  </a:lnTo>
                  <a:lnTo>
                    <a:pt x="1713" y="328"/>
                  </a:lnTo>
                  <a:lnTo>
                    <a:pt x="1712" y="332"/>
                  </a:lnTo>
                  <a:lnTo>
                    <a:pt x="1712" y="333"/>
                  </a:lnTo>
                  <a:lnTo>
                    <a:pt x="1711" y="334"/>
                  </a:lnTo>
                  <a:lnTo>
                    <a:pt x="1709" y="337"/>
                  </a:lnTo>
                  <a:lnTo>
                    <a:pt x="1708" y="338"/>
                  </a:lnTo>
                  <a:lnTo>
                    <a:pt x="1707" y="341"/>
                  </a:lnTo>
                  <a:lnTo>
                    <a:pt x="1707" y="343"/>
                  </a:lnTo>
                  <a:lnTo>
                    <a:pt x="1714" y="337"/>
                  </a:lnTo>
                  <a:lnTo>
                    <a:pt x="1722" y="332"/>
                  </a:lnTo>
                  <a:lnTo>
                    <a:pt x="1727" y="328"/>
                  </a:lnTo>
                  <a:lnTo>
                    <a:pt x="1730" y="327"/>
                  </a:lnTo>
                  <a:lnTo>
                    <a:pt x="1732" y="325"/>
                  </a:lnTo>
                  <a:lnTo>
                    <a:pt x="1735" y="325"/>
                  </a:lnTo>
                  <a:lnTo>
                    <a:pt x="1759" y="329"/>
                  </a:lnTo>
                  <a:lnTo>
                    <a:pt x="1779" y="327"/>
                  </a:lnTo>
                  <a:lnTo>
                    <a:pt x="1798" y="320"/>
                  </a:lnTo>
                  <a:lnTo>
                    <a:pt x="1815" y="309"/>
                  </a:lnTo>
                  <a:lnTo>
                    <a:pt x="1825" y="296"/>
                  </a:lnTo>
                  <a:lnTo>
                    <a:pt x="1833" y="282"/>
                  </a:lnTo>
                  <a:lnTo>
                    <a:pt x="1835" y="266"/>
                  </a:lnTo>
                  <a:lnTo>
                    <a:pt x="1831" y="246"/>
                  </a:lnTo>
                  <a:lnTo>
                    <a:pt x="1820" y="229"/>
                  </a:lnTo>
                  <a:lnTo>
                    <a:pt x="1803" y="215"/>
                  </a:lnTo>
                  <a:lnTo>
                    <a:pt x="1783" y="206"/>
                  </a:lnTo>
                  <a:lnTo>
                    <a:pt x="1759" y="203"/>
                  </a:lnTo>
                  <a:close/>
                  <a:moveTo>
                    <a:pt x="988" y="197"/>
                  </a:moveTo>
                  <a:lnTo>
                    <a:pt x="1011" y="267"/>
                  </a:lnTo>
                  <a:lnTo>
                    <a:pt x="986" y="255"/>
                  </a:lnTo>
                  <a:lnTo>
                    <a:pt x="977" y="268"/>
                  </a:lnTo>
                  <a:lnTo>
                    <a:pt x="965" y="280"/>
                  </a:lnTo>
                  <a:lnTo>
                    <a:pt x="950" y="290"/>
                  </a:lnTo>
                  <a:lnTo>
                    <a:pt x="932" y="296"/>
                  </a:lnTo>
                  <a:lnTo>
                    <a:pt x="911" y="299"/>
                  </a:lnTo>
                  <a:lnTo>
                    <a:pt x="886" y="297"/>
                  </a:lnTo>
                  <a:lnTo>
                    <a:pt x="857" y="291"/>
                  </a:lnTo>
                  <a:lnTo>
                    <a:pt x="884" y="287"/>
                  </a:lnTo>
                  <a:lnTo>
                    <a:pt x="907" y="281"/>
                  </a:lnTo>
                  <a:lnTo>
                    <a:pt x="926" y="271"/>
                  </a:lnTo>
                  <a:lnTo>
                    <a:pt x="939" y="257"/>
                  </a:lnTo>
                  <a:lnTo>
                    <a:pt x="948" y="239"/>
                  </a:lnTo>
                  <a:lnTo>
                    <a:pt x="925" y="229"/>
                  </a:lnTo>
                  <a:lnTo>
                    <a:pt x="988" y="197"/>
                  </a:lnTo>
                  <a:close/>
                  <a:moveTo>
                    <a:pt x="2654" y="194"/>
                  </a:moveTo>
                  <a:lnTo>
                    <a:pt x="2654" y="319"/>
                  </a:lnTo>
                  <a:lnTo>
                    <a:pt x="2728" y="347"/>
                  </a:lnTo>
                  <a:lnTo>
                    <a:pt x="2756" y="287"/>
                  </a:lnTo>
                  <a:lnTo>
                    <a:pt x="2755" y="282"/>
                  </a:lnTo>
                  <a:lnTo>
                    <a:pt x="2755" y="276"/>
                  </a:lnTo>
                  <a:lnTo>
                    <a:pt x="2757" y="269"/>
                  </a:lnTo>
                  <a:lnTo>
                    <a:pt x="2760" y="264"/>
                  </a:lnTo>
                  <a:lnTo>
                    <a:pt x="2764" y="260"/>
                  </a:lnTo>
                  <a:lnTo>
                    <a:pt x="2769" y="258"/>
                  </a:lnTo>
                  <a:lnTo>
                    <a:pt x="2773" y="257"/>
                  </a:lnTo>
                  <a:lnTo>
                    <a:pt x="2764" y="271"/>
                  </a:lnTo>
                  <a:lnTo>
                    <a:pt x="2769" y="287"/>
                  </a:lnTo>
                  <a:lnTo>
                    <a:pt x="2784" y="286"/>
                  </a:lnTo>
                  <a:lnTo>
                    <a:pt x="2794" y="272"/>
                  </a:lnTo>
                  <a:lnTo>
                    <a:pt x="2794" y="277"/>
                  </a:lnTo>
                  <a:lnTo>
                    <a:pt x="2794" y="282"/>
                  </a:lnTo>
                  <a:lnTo>
                    <a:pt x="2793" y="286"/>
                  </a:lnTo>
                  <a:lnTo>
                    <a:pt x="2791" y="291"/>
                  </a:lnTo>
                  <a:lnTo>
                    <a:pt x="2787" y="294"/>
                  </a:lnTo>
                  <a:lnTo>
                    <a:pt x="2783" y="296"/>
                  </a:lnTo>
                  <a:lnTo>
                    <a:pt x="2778" y="299"/>
                  </a:lnTo>
                  <a:lnTo>
                    <a:pt x="2751" y="356"/>
                  </a:lnTo>
                  <a:lnTo>
                    <a:pt x="2808" y="378"/>
                  </a:lnTo>
                  <a:lnTo>
                    <a:pt x="2808" y="241"/>
                  </a:lnTo>
                  <a:lnTo>
                    <a:pt x="2654" y="194"/>
                  </a:lnTo>
                  <a:close/>
                  <a:moveTo>
                    <a:pt x="1759" y="190"/>
                  </a:moveTo>
                  <a:lnTo>
                    <a:pt x="1782" y="193"/>
                  </a:lnTo>
                  <a:lnTo>
                    <a:pt x="1803" y="201"/>
                  </a:lnTo>
                  <a:lnTo>
                    <a:pt x="1820" y="213"/>
                  </a:lnTo>
                  <a:lnTo>
                    <a:pt x="1834" y="229"/>
                  </a:lnTo>
                  <a:lnTo>
                    <a:pt x="1843" y="246"/>
                  </a:lnTo>
                  <a:lnTo>
                    <a:pt x="1846" y="267"/>
                  </a:lnTo>
                  <a:lnTo>
                    <a:pt x="1843" y="287"/>
                  </a:lnTo>
                  <a:lnTo>
                    <a:pt x="1833" y="306"/>
                  </a:lnTo>
                  <a:lnTo>
                    <a:pt x="1819" y="323"/>
                  </a:lnTo>
                  <a:lnTo>
                    <a:pt x="1801" y="334"/>
                  </a:lnTo>
                  <a:lnTo>
                    <a:pt x="1781" y="341"/>
                  </a:lnTo>
                  <a:lnTo>
                    <a:pt x="1759" y="343"/>
                  </a:lnTo>
                  <a:lnTo>
                    <a:pt x="1736" y="341"/>
                  </a:lnTo>
                  <a:lnTo>
                    <a:pt x="1731" y="343"/>
                  </a:lnTo>
                  <a:lnTo>
                    <a:pt x="1722" y="347"/>
                  </a:lnTo>
                  <a:lnTo>
                    <a:pt x="1712" y="352"/>
                  </a:lnTo>
                  <a:lnTo>
                    <a:pt x="1699" y="359"/>
                  </a:lnTo>
                  <a:lnTo>
                    <a:pt x="1689" y="364"/>
                  </a:lnTo>
                  <a:lnTo>
                    <a:pt x="1681" y="367"/>
                  </a:lnTo>
                  <a:lnTo>
                    <a:pt x="1677" y="369"/>
                  </a:lnTo>
                  <a:lnTo>
                    <a:pt x="1679" y="366"/>
                  </a:lnTo>
                  <a:lnTo>
                    <a:pt x="1681" y="360"/>
                  </a:lnTo>
                  <a:lnTo>
                    <a:pt x="1685" y="350"/>
                  </a:lnTo>
                  <a:lnTo>
                    <a:pt x="1689" y="339"/>
                  </a:lnTo>
                  <a:lnTo>
                    <a:pt x="1694" y="329"/>
                  </a:lnTo>
                  <a:lnTo>
                    <a:pt x="1696" y="320"/>
                  </a:lnTo>
                  <a:lnTo>
                    <a:pt x="1684" y="305"/>
                  </a:lnTo>
                  <a:lnTo>
                    <a:pt x="1675" y="287"/>
                  </a:lnTo>
                  <a:lnTo>
                    <a:pt x="1672" y="267"/>
                  </a:lnTo>
                  <a:lnTo>
                    <a:pt x="1675" y="246"/>
                  </a:lnTo>
                  <a:lnTo>
                    <a:pt x="1684" y="229"/>
                  </a:lnTo>
                  <a:lnTo>
                    <a:pt x="1696" y="213"/>
                  </a:lnTo>
                  <a:lnTo>
                    <a:pt x="1714" y="201"/>
                  </a:lnTo>
                  <a:lnTo>
                    <a:pt x="1736" y="193"/>
                  </a:lnTo>
                  <a:lnTo>
                    <a:pt x="1759" y="190"/>
                  </a:lnTo>
                  <a:close/>
                  <a:moveTo>
                    <a:pt x="750" y="188"/>
                  </a:moveTo>
                  <a:lnTo>
                    <a:pt x="832" y="249"/>
                  </a:lnTo>
                  <a:lnTo>
                    <a:pt x="790" y="253"/>
                  </a:lnTo>
                  <a:lnTo>
                    <a:pt x="806" y="286"/>
                  </a:lnTo>
                  <a:lnTo>
                    <a:pt x="793" y="292"/>
                  </a:lnTo>
                  <a:lnTo>
                    <a:pt x="777" y="258"/>
                  </a:lnTo>
                  <a:lnTo>
                    <a:pt x="749" y="290"/>
                  </a:lnTo>
                  <a:lnTo>
                    <a:pt x="750" y="188"/>
                  </a:lnTo>
                  <a:close/>
                  <a:moveTo>
                    <a:pt x="1407" y="178"/>
                  </a:moveTo>
                  <a:lnTo>
                    <a:pt x="1518" y="178"/>
                  </a:lnTo>
                  <a:lnTo>
                    <a:pt x="1518" y="188"/>
                  </a:lnTo>
                  <a:lnTo>
                    <a:pt x="1407" y="188"/>
                  </a:lnTo>
                  <a:lnTo>
                    <a:pt x="1407" y="178"/>
                  </a:lnTo>
                  <a:close/>
                  <a:moveTo>
                    <a:pt x="2638" y="171"/>
                  </a:moveTo>
                  <a:lnTo>
                    <a:pt x="2826" y="230"/>
                  </a:lnTo>
                  <a:lnTo>
                    <a:pt x="2826" y="403"/>
                  </a:lnTo>
                  <a:lnTo>
                    <a:pt x="2638" y="331"/>
                  </a:lnTo>
                  <a:lnTo>
                    <a:pt x="2638" y="171"/>
                  </a:lnTo>
                  <a:close/>
                  <a:moveTo>
                    <a:pt x="605" y="169"/>
                  </a:moveTo>
                  <a:lnTo>
                    <a:pt x="605" y="198"/>
                  </a:lnTo>
                  <a:lnTo>
                    <a:pt x="634" y="198"/>
                  </a:lnTo>
                  <a:lnTo>
                    <a:pt x="634" y="169"/>
                  </a:lnTo>
                  <a:lnTo>
                    <a:pt x="605" y="169"/>
                  </a:lnTo>
                  <a:close/>
                  <a:moveTo>
                    <a:pt x="1407" y="152"/>
                  </a:moveTo>
                  <a:lnTo>
                    <a:pt x="1518" y="152"/>
                  </a:lnTo>
                  <a:lnTo>
                    <a:pt x="1518" y="164"/>
                  </a:lnTo>
                  <a:lnTo>
                    <a:pt x="1407" y="164"/>
                  </a:lnTo>
                  <a:lnTo>
                    <a:pt x="1407" y="152"/>
                  </a:lnTo>
                  <a:close/>
                  <a:moveTo>
                    <a:pt x="2187" y="151"/>
                  </a:moveTo>
                  <a:lnTo>
                    <a:pt x="2200" y="155"/>
                  </a:lnTo>
                  <a:lnTo>
                    <a:pt x="2211" y="162"/>
                  </a:lnTo>
                  <a:lnTo>
                    <a:pt x="2219" y="175"/>
                  </a:lnTo>
                  <a:lnTo>
                    <a:pt x="2221" y="190"/>
                  </a:lnTo>
                  <a:lnTo>
                    <a:pt x="2219" y="206"/>
                  </a:lnTo>
                  <a:lnTo>
                    <a:pt x="2211" y="218"/>
                  </a:lnTo>
                  <a:lnTo>
                    <a:pt x="2200" y="226"/>
                  </a:lnTo>
                  <a:lnTo>
                    <a:pt x="2187" y="230"/>
                  </a:lnTo>
                  <a:lnTo>
                    <a:pt x="2174" y="226"/>
                  </a:lnTo>
                  <a:lnTo>
                    <a:pt x="2163" y="218"/>
                  </a:lnTo>
                  <a:lnTo>
                    <a:pt x="2155" y="206"/>
                  </a:lnTo>
                  <a:lnTo>
                    <a:pt x="2152" y="190"/>
                  </a:lnTo>
                  <a:lnTo>
                    <a:pt x="2155" y="175"/>
                  </a:lnTo>
                  <a:lnTo>
                    <a:pt x="2163" y="162"/>
                  </a:lnTo>
                  <a:lnTo>
                    <a:pt x="2174" y="155"/>
                  </a:lnTo>
                  <a:lnTo>
                    <a:pt x="2187" y="151"/>
                  </a:lnTo>
                  <a:close/>
                  <a:moveTo>
                    <a:pt x="2012" y="151"/>
                  </a:moveTo>
                  <a:lnTo>
                    <a:pt x="2025" y="155"/>
                  </a:lnTo>
                  <a:lnTo>
                    <a:pt x="2037" y="162"/>
                  </a:lnTo>
                  <a:lnTo>
                    <a:pt x="2043" y="175"/>
                  </a:lnTo>
                  <a:lnTo>
                    <a:pt x="2045" y="190"/>
                  </a:lnTo>
                  <a:lnTo>
                    <a:pt x="2043" y="206"/>
                  </a:lnTo>
                  <a:lnTo>
                    <a:pt x="2037" y="218"/>
                  </a:lnTo>
                  <a:lnTo>
                    <a:pt x="2025" y="226"/>
                  </a:lnTo>
                  <a:lnTo>
                    <a:pt x="2012" y="230"/>
                  </a:lnTo>
                  <a:lnTo>
                    <a:pt x="1998" y="226"/>
                  </a:lnTo>
                  <a:lnTo>
                    <a:pt x="1988" y="218"/>
                  </a:lnTo>
                  <a:lnTo>
                    <a:pt x="1981" y="206"/>
                  </a:lnTo>
                  <a:lnTo>
                    <a:pt x="1978" y="190"/>
                  </a:lnTo>
                  <a:lnTo>
                    <a:pt x="1981" y="175"/>
                  </a:lnTo>
                  <a:lnTo>
                    <a:pt x="1988" y="162"/>
                  </a:lnTo>
                  <a:lnTo>
                    <a:pt x="1998" y="155"/>
                  </a:lnTo>
                  <a:lnTo>
                    <a:pt x="2012" y="151"/>
                  </a:lnTo>
                  <a:close/>
                  <a:moveTo>
                    <a:pt x="2668" y="147"/>
                  </a:moveTo>
                  <a:lnTo>
                    <a:pt x="2857" y="211"/>
                  </a:lnTo>
                  <a:lnTo>
                    <a:pt x="2857" y="370"/>
                  </a:lnTo>
                  <a:lnTo>
                    <a:pt x="2842" y="365"/>
                  </a:lnTo>
                  <a:lnTo>
                    <a:pt x="2842" y="221"/>
                  </a:lnTo>
                  <a:lnTo>
                    <a:pt x="2668" y="162"/>
                  </a:lnTo>
                  <a:lnTo>
                    <a:pt x="2668" y="147"/>
                  </a:lnTo>
                  <a:close/>
                  <a:moveTo>
                    <a:pt x="383" y="117"/>
                  </a:moveTo>
                  <a:lnTo>
                    <a:pt x="381" y="117"/>
                  </a:lnTo>
                  <a:lnTo>
                    <a:pt x="380" y="118"/>
                  </a:lnTo>
                  <a:lnTo>
                    <a:pt x="380" y="120"/>
                  </a:lnTo>
                  <a:lnTo>
                    <a:pt x="380" y="137"/>
                  </a:lnTo>
                  <a:lnTo>
                    <a:pt x="401" y="137"/>
                  </a:lnTo>
                  <a:lnTo>
                    <a:pt x="401" y="120"/>
                  </a:lnTo>
                  <a:lnTo>
                    <a:pt x="401" y="118"/>
                  </a:lnTo>
                  <a:lnTo>
                    <a:pt x="400" y="117"/>
                  </a:lnTo>
                  <a:lnTo>
                    <a:pt x="399" y="117"/>
                  </a:lnTo>
                  <a:lnTo>
                    <a:pt x="383" y="117"/>
                  </a:lnTo>
                  <a:close/>
                  <a:moveTo>
                    <a:pt x="1396" y="106"/>
                  </a:moveTo>
                  <a:lnTo>
                    <a:pt x="1412" y="106"/>
                  </a:lnTo>
                  <a:lnTo>
                    <a:pt x="1412" y="117"/>
                  </a:lnTo>
                  <a:lnTo>
                    <a:pt x="1406" y="117"/>
                  </a:lnTo>
                  <a:lnTo>
                    <a:pt x="1401" y="117"/>
                  </a:lnTo>
                  <a:lnTo>
                    <a:pt x="1397" y="119"/>
                  </a:lnTo>
                  <a:lnTo>
                    <a:pt x="1395" y="122"/>
                  </a:lnTo>
                  <a:lnTo>
                    <a:pt x="1392" y="127"/>
                  </a:lnTo>
                  <a:lnTo>
                    <a:pt x="1392" y="131"/>
                  </a:lnTo>
                  <a:lnTo>
                    <a:pt x="1392" y="222"/>
                  </a:lnTo>
                  <a:lnTo>
                    <a:pt x="1392" y="227"/>
                  </a:lnTo>
                  <a:lnTo>
                    <a:pt x="1395" y="231"/>
                  </a:lnTo>
                  <a:lnTo>
                    <a:pt x="1397" y="234"/>
                  </a:lnTo>
                  <a:lnTo>
                    <a:pt x="1401" y="236"/>
                  </a:lnTo>
                  <a:lnTo>
                    <a:pt x="1406" y="236"/>
                  </a:lnTo>
                  <a:lnTo>
                    <a:pt x="1429" y="236"/>
                  </a:lnTo>
                  <a:lnTo>
                    <a:pt x="1432" y="238"/>
                  </a:lnTo>
                  <a:lnTo>
                    <a:pt x="1434" y="239"/>
                  </a:lnTo>
                  <a:lnTo>
                    <a:pt x="1437" y="241"/>
                  </a:lnTo>
                  <a:lnTo>
                    <a:pt x="1437" y="244"/>
                  </a:lnTo>
                  <a:lnTo>
                    <a:pt x="1438" y="269"/>
                  </a:lnTo>
                  <a:lnTo>
                    <a:pt x="1438" y="273"/>
                  </a:lnTo>
                  <a:lnTo>
                    <a:pt x="1440" y="277"/>
                  </a:lnTo>
                  <a:lnTo>
                    <a:pt x="1444" y="281"/>
                  </a:lnTo>
                  <a:lnTo>
                    <a:pt x="1448" y="282"/>
                  </a:lnTo>
                  <a:lnTo>
                    <a:pt x="1452" y="283"/>
                  </a:lnTo>
                  <a:lnTo>
                    <a:pt x="1517" y="283"/>
                  </a:lnTo>
                  <a:lnTo>
                    <a:pt x="1522" y="282"/>
                  </a:lnTo>
                  <a:lnTo>
                    <a:pt x="1526" y="281"/>
                  </a:lnTo>
                  <a:lnTo>
                    <a:pt x="1528" y="277"/>
                  </a:lnTo>
                  <a:lnTo>
                    <a:pt x="1531" y="273"/>
                  </a:lnTo>
                  <a:lnTo>
                    <a:pt x="1531" y="269"/>
                  </a:lnTo>
                  <a:lnTo>
                    <a:pt x="1531" y="131"/>
                  </a:lnTo>
                  <a:lnTo>
                    <a:pt x="1531" y="127"/>
                  </a:lnTo>
                  <a:lnTo>
                    <a:pt x="1528" y="122"/>
                  </a:lnTo>
                  <a:lnTo>
                    <a:pt x="1526" y="119"/>
                  </a:lnTo>
                  <a:lnTo>
                    <a:pt x="1522" y="117"/>
                  </a:lnTo>
                  <a:lnTo>
                    <a:pt x="1517" y="117"/>
                  </a:lnTo>
                  <a:lnTo>
                    <a:pt x="1507" y="117"/>
                  </a:lnTo>
                  <a:lnTo>
                    <a:pt x="1507" y="113"/>
                  </a:lnTo>
                  <a:lnTo>
                    <a:pt x="1507" y="106"/>
                  </a:lnTo>
                  <a:lnTo>
                    <a:pt x="1527" y="106"/>
                  </a:lnTo>
                  <a:lnTo>
                    <a:pt x="1533" y="108"/>
                  </a:lnTo>
                  <a:lnTo>
                    <a:pt x="1539" y="110"/>
                  </a:lnTo>
                  <a:lnTo>
                    <a:pt x="1542" y="114"/>
                  </a:lnTo>
                  <a:lnTo>
                    <a:pt x="1545" y="119"/>
                  </a:lnTo>
                  <a:lnTo>
                    <a:pt x="1546" y="126"/>
                  </a:lnTo>
                  <a:lnTo>
                    <a:pt x="1546" y="282"/>
                  </a:lnTo>
                  <a:lnTo>
                    <a:pt x="1545" y="289"/>
                  </a:lnTo>
                  <a:lnTo>
                    <a:pt x="1542" y="294"/>
                  </a:lnTo>
                  <a:lnTo>
                    <a:pt x="1539" y="297"/>
                  </a:lnTo>
                  <a:lnTo>
                    <a:pt x="1533" y="300"/>
                  </a:lnTo>
                  <a:lnTo>
                    <a:pt x="1527" y="301"/>
                  </a:lnTo>
                  <a:lnTo>
                    <a:pt x="1396" y="301"/>
                  </a:lnTo>
                  <a:lnTo>
                    <a:pt x="1390" y="300"/>
                  </a:lnTo>
                  <a:lnTo>
                    <a:pt x="1384" y="297"/>
                  </a:lnTo>
                  <a:lnTo>
                    <a:pt x="1381" y="294"/>
                  </a:lnTo>
                  <a:lnTo>
                    <a:pt x="1378" y="289"/>
                  </a:lnTo>
                  <a:lnTo>
                    <a:pt x="1377" y="282"/>
                  </a:lnTo>
                  <a:lnTo>
                    <a:pt x="1377" y="126"/>
                  </a:lnTo>
                  <a:lnTo>
                    <a:pt x="1378" y="119"/>
                  </a:lnTo>
                  <a:lnTo>
                    <a:pt x="1381" y="114"/>
                  </a:lnTo>
                  <a:lnTo>
                    <a:pt x="1384" y="110"/>
                  </a:lnTo>
                  <a:lnTo>
                    <a:pt x="1390" y="108"/>
                  </a:lnTo>
                  <a:lnTo>
                    <a:pt x="1396" y="106"/>
                  </a:lnTo>
                  <a:close/>
                  <a:moveTo>
                    <a:pt x="416" y="106"/>
                  </a:moveTo>
                  <a:lnTo>
                    <a:pt x="415" y="108"/>
                  </a:lnTo>
                  <a:lnTo>
                    <a:pt x="414" y="109"/>
                  </a:lnTo>
                  <a:lnTo>
                    <a:pt x="414" y="110"/>
                  </a:lnTo>
                  <a:lnTo>
                    <a:pt x="414" y="137"/>
                  </a:lnTo>
                  <a:lnTo>
                    <a:pt x="436" y="137"/>
                  </a:lnTo>
                  <a:lnTo>
                    <a:pt x="436" y="110"/>
                  </a:lnTo>
                  <a:lnTo>
                    <a:pt x="436" y="109"/>
                  </a:lnTo>
                  <a:lnTo>
                    <a:pt x="434" y="108"/>
                  </a:lnTo>
                  <a:lnTo>
                    <a:pt x="432" y="106"/>
                  </a:lnTo>
                  <a:lnTo>
                    <a:pt x="416" y="106"/>
                  </a:lnTo>
                  <a:close/>
                  <a:moveTo>
                    <a:pt x="451" y="94"/>
                  </a:moveTo>
                  <a:lnTo>
                    <a:pt x="450" y="94"/>
                  </a:lnTo>
                  <a:lnTo>
                    <a:pt x="448" y="95"/>
                  </a:lnTo>
                  <a:lnTo>
                    <a:pt x="447" y="98"/>
                  </a:lnTo>
                  <a:lnTo>
                    <a:pt x="447" y="136"/>
                  </a:lnTo>
                  <a:lnTo>
                    <a:pt x="470" y="136"/>
                  </a:lnTo>
                  <a:lnTo>
                    <a:pt x="470" y="98"/>
                  </a:lnTo>
                  <a:lnTo>
                    <a:pt x="469" y="95"/>
                  </a:lnTo>
                  <a:lnTo>
                    <a:pt x="467" y="94"/>
                  </a:lnTo>
                  <a:lnTo>
                    <a:pt x="466" y="94"/>
                  </a:lnTo>
                  <a:lnTo>
                    <a:pt x="451" y="94"/>
                  </a:lnTo>
                  <a:close/>
                  <a:moveTo>
                    <a:pt x="1460" y="91"/>
                  </a:moveTo>
                  <a:lnTo>
                    <a:pt x="1456" y="92"/>
                  </a:lnTo>
                  <a:lnTo>
                    <a:pt x="1454" y="95"/>
                  </a:lnTo>
                  <a:lnTo>
                    <a:pt x="1453" y="99"/>
                  </a:lnTo>
                  <a:lnTo>
                    <a:pt x="1454" y="101"/>
                  </a:lnTo>
                  <a:lnTo>
                    <a:pt x="1456" y="104"/>
                  </a:lnTo>
                  <a:lnTo>
                    <a:pt x="1460" y="105"/>
                  </a:lnTo>
                  <a:lnTo>
                    <a:pt x="1463" y="104"/>
                  </a:lnTo>
                  <a:lnTo>
                    <a:pt x="1466" y="101"/>
                  </a:lnTo>
                  <a:lnTo>
                    <a:pt x="1466" y="99"/>
                  </a:lnTo>
                  <a:lnTo>
                    <a:pt x="1466" y="95"/>
                  </a:lnTo>
                  <a:lnTo>
                    <a:pt x="1463" y="92"/>
                  </a:lnTo>
                  <a:lnTo>
                    <a:pt x="1460" y="91"/>
                  </a:lnTo>
                  <a:close/>
                  <a:moveTo>
                    <a:pt x="2360" y="91"/>
                  </a:moveTo>
                  <a:lnTo>
                    <a:pt x="2425" y="91"/>
                  </a:lnTo>
                  <a:lnTo>
                    <a:pt x="2425" y="176"/>
                  </a:lnTo>
                  <a:lnTo>
                    <a:pt x="2360" y="176"/>
                  </a:lnTo>
                  <a:lnTo>
                    <a:pt x="2360" y="91"/>
                  </a:lnTo>
                  <a:close/>
                  <a:moveTo>
                    <a:pt x="1172" y="89"/>
                  </a:moveTo>
                  <a:lnTo>
                    <a:pt x="1170" y="90"/>
                  </a:lnTo>
                  <a:lnTo>
                    <a:pt x="1169" y="91"/>
                  </a:lnTo>
                  <a:lnTo>
                    <a:pt x="1169" y="92"/>
                  </a:lnTo>
                  <a:lnTo>
                    <a:pt x="1169" y="106"/>
                  </a:lnTo>
                  <a:lnTo>
                    <a:pt x="1190" y="106"/>
                  </a:lnTo>
                  <a:lnTo>
                    <a:pt x="1190" y="92"/>
                  </a:lnTo>
                  <a:lnTo>
                    <a:pt x="1188" y="91"/>
                  </a:lnTo>
                  <a:lnTo>
                    <a:pt x="1187" y="90"/>
                  </a:lnTo>
                  <a:lnTo>
                    <a:pt x="1186" y="89"/>
                  </a:lnTo>
                  <a:lnTo>
                    <a:pt x="1172" y="89"/>
                  </a:lnTo>
                  <a:close/>
                  <a:moveTo>
                    <a:pt x="1460" y="86"/>
                  </a:moveTo>
                  <a:lnTo>
                    <a:pt x="1465" y="86"/>
                  </a:lnTo>
                  <a:lnTo>
                    <a:pt x="1469" y="87"/>
                  </a:lnTo>
                  <a:lnTo>
                    <a:pt x="1472" y="90"/>
                  </a:lnTo>
                  <a:lnTo>
                    <a:pt x="1475" y="94"/>
                  </a:lnTo>
                  <a:lnTo>
                    <a:pt x="1476" y="96"/>
                  </a:lnTo>
                  <a:lnTo>
                    <a:pt x="1493" y="96"/>
                  </a:lnTo>
                  <a:lnTo>
                    <a:pt x="1495" y="98"/>
                  </a:lnTo>
                  <a:lnTo>
                    <a:pt x="1499" y="100"/>
                  </a:lnTo>
                  <a:lnTo>
                    <a:pt x="1500" y="103"/>
                  </a:lnTo>
                  <a:lnTo>
                    <a:pt x="1502" y="106"/>
                  </a:lnTo>
                  <a:lnTo>
                    <a:pt x="1502" y="124"/>
                  </a:lnTo>
                  <a:lnTo>
                    <a:pt x="1419" y="124"/>
                  </a:lnTo>
                  <a:lnTo>
                    <a:pt x="1419" y="106"/>
                  </a:lnTo>
                  <a:lnTo>
                    <a:pt x="1420" y="103"/>
                  </a:lnTo>
                  <a:lnTo>
                    <a:pt x="1421" y="100"/>
                  </a:lnTo>
                  <a:lnTo>
                    <a:pt x="1424" y="98"/>
                  </a:lnTo>
                  <a:lnTo>
                    <a:pt x="1428" y="96"/>
                  </a:lnTo>
                  <a:lnTo>
                    <a:pt x="1443" y="96"/>
                  </a:lnTo>
                  <a:lnTo>
                    <a:pt x="1446" y="94"/>
                  </a:lnTo>
                  <a:lnTo>
                    <a:pt x="1448" y="90"/>
                  </a:lnTo>
                  <a:lnTo>
                    <a:pt x="1452" y="87"/>
                  </a:lnTo>
                  <a:lnTo>
                    <a:pt x="1456" y="86"/>
                  </a:lnTo>
                  <a:lnTo>
                    <a:pt x="1460" y="86"/>
                  </a:lnTo>
                  <a:close/>
                  <a:moveTo>
                    <a:pt x="1204" y="80"/>
                  </a:moveTo>
                  <a:lnTo>
                    <a:pt x="1201" y="81"/>
                  </a:lnTo>
                  <a:lnTo>
                    <a:pt x="1200" y="82"/>
                  </a:lnTo>
                  <a:lnTo>
                    <a:pt x="1200" y="84"/>
                  </a:lnTo>
                  <a:lnTo>
                    <a:pt x="1200" y="106"/>
                  </a:lnTo>
                  <a:lnTo>
                    <a:pt x="1220" y="106"/>
                  </a:lnTo>
                  <a:lnTo>
                    <a:pt x="1220" y="84"/>
                  </a:lnTo>
                  <a:lnTo>
                    <a:pt x="1220" y="82"/>
                  </a:lnTo>
                  <a:lnTo>
                    <a:pt x="1219" y="81"/>
                  </a:lnTo>
                  <a:lnTo>
                    <a:pt x="1216" y="80"/>
                  </a:lnTo>
                  <a:lnTo>
                    <a:pt x="1204" y="80"/>
                  </a:lnTo>
                  <a:close/>
                  <a:moveTo>
                    <a:pt x="837" y="77"/>
                  </a:moveTo>
                  <a:lnTo>
                    <a:pt x="837" y="106"/>
                  </a:lnTo>
                  <a:lnTo>
                    <a:pt x="867" y="106"/>
                  </a:lnTo>
                  <a:lnTo>
                    <a:pt x="867" y="77"/>
                  </a:lnTo>
                  <a:lnTo>
                    <a:pt x="837" y="77"/>
                  </a:lnTo>
                  <a:close/>
                  <a:moveTo>
                    <a:pt x="1714" y="75"/>
                  </a:moveTo>
                  <a:lnTo>
                    <a:pt x="1714" y="75"/>
                  </a:lnTo>
                  <a:lnTo>
                    <a:pt x="1721" y="77"/>
                  </a:lnTo>
                  <a:lnTo>
                    <a:pt x="1726" y="80"/>
                  </a:lnTo>
                  <a:lnTo>
                    <a:pt x="1730" y="84"/>
                  </a:lnTo>
                  <a:lnTo>
                    <a:pt x="1731" y="86"/>
                  </a:lnTo>
                  <a:lnTo>
                    <a:pt x="1732" y="89"/>
                  </a:lnTo>
                  <a:lnTo>
                    <a:pt x="1732" y="91"/>
                  </a:lnTo>
                  <a:lnTo>
                    <a:pt x="1731" y="95"/>
                  </a:lnTo>
                  <a:lnTo>
                    <a:pt x="1730" y="99"/>
                  </a:lnTo>
                  <a:lnTo>
                    <a:pt x="1727" y="103"/>
                  </a:lnTo>
                  <a:lnTo>
                    <a:pt x="1723" y="105"/>
                  </a:lnTo>
                  <a:lnTo>
                    <a:pt x="1719" y="106"/>
                  </a:lnTo>
                  <a:lnTo>
                    <a:pt x="1714" y="108"/>
                  </a:lnTo>
                  <a:lnTo>
                    <a:pt x="1714" y="75"/>
                  </a:lnTo>
                  <a:close/>
                  <a:moveTo>
                    <a:pt x="830" y="71"/>
                  </a:moveTo>
                  <a:lnTo>
                    <a:pt x="872" y="71"/>
                  </a:lnTo>
                  <a:lnTo>
                    <a:pt x="872" y="113"/>
                  </a:lnTo>
                  <a:lnTo>
                    <a:pt x="855" y="113"/>
                  </a:lnTo>
                  <a:lnTo>
                    <a:pt x="855" y="155"/>
                  </a:lnTo>
                  <a:lnTo>
                    <a:pt x="862" y="155"/>
                  </a:lnTo>
                  <a:lnTo>
                    <a:pt x="862" y="175"/>
                  </a:lnTo>
                  <a:lnTo>
                    <a:pt x="842" y="175"/>
                  </a:lnTo>
                  <a:lnTo>
                    <a:pt x="842" y="155"/>
                  </a:lnTo>
                  <a:lnTo>
                    <a:pt x="850" y="155"/>
                  </a:lnTo>
                  <a:lnTo>
                    <a:pt x="848" y="113"/>
                  </a:lnTo>
                  <a:lnTo>
                    <a:pt x="848" y="113"/>
                  </a:lnTo>
                  <a:lnTo>
                    <a:pt x="839" y="134"/>
                  </a:lnTo>
                  <a:lnTo>
                    <a:pt x="828" y="152"/>
                  </a:lnTo>
                  <a:lnTo>
                    <a:pt x="813" y="166"/>
                  </a:lnTo>
                  <a:lnTo>
                    <a:pt x="792" y="175"/>
                  </a:lnTo>
                  <a:lnTo>
                    <a:pt x="772" y="178"/>
                  </a:lnTo>
                  <a:lnTo>
                    <a:pt x="772" y="185"/>
                  </a:lnTo>
                  <a:lnTo>
                    <a:pt x="730" y="185"/>
                  </a:lnTo>
                  <a:lnTo>
                    <a:pt x="730" y="173"/>
                  </a:lnTo>
                  <a:lnTo>
                    <a:pt x="711" y="169"/>
                  </a:lnTo>
                  <a:lnTo>
                    <a:pt x="693" y="165"/>
                  </a:lnTo>
                  <a:lnTo>
                    <a:pt x="676" y="164"/>
                  </a:lnTo>
                  <a:lnTo>
                    <a:pt x="657" y="166"/>
                  </a:lnTo>
                  <a:lnTo>
                    <a:pt x="641" y="175"/>
                  </a:lnTo>
                  <a:lnTo>
                    <a:pt x="641" y="204"/>
                  </a:lnTo>
                  <a:lnTo>
                    <a:pt x="599" y="204"/>
                  </a:lnTo>
                  <a:lnTo>
                    <a:pt x="599" y="162"/>
                  </a:lnTo>
                  <a:lnTo>
                    <a:pt x="619" y="162"/>
                  </a:lnTo>
                  <a:lnTo>
                    <a:pt x="619" y="122"/>
                  </a:lnTo>
                  <a:lnTo>
                    <a:pt x="611" y="122"/>
                  </a:lnTo>
                  <a:lnTo>
                    <a:pt x="611" y="100"/>
                  </a:lnTo>
                  <a:lnTo>
                    <a:pt x="633" y="100"/>
                  </a:lnTo>
                  <a:lnTo>
                    <a:pt x="633" y="122"/>
                  </a:lnTo>
                  <a:lnTo>
                    <a:pt x="625" y="122"/>
                  </a:lnTo>
                  <a:lnTo>
                    <a:pt x="625" y="162"/>
                  </a:lnTo>
                  <a:lnTo>
                    <a:pt x="628" y="162"/>
                  </a:lnTo>
                  <a:lnTo>
                    <a:pt x="643" y="152"/>
                  </a:lnTo>
                  <a:lnTo>
                    <a:pt x="660" y="147"/>
                  </a:lnTo>
                  <a:lnTo>
                    <a:pt x="676" y="146"/>
                  </a:lnTo>
                  <a:lnTo>
                    <a:pt x="703" y="148"/>
                  </a:lnTo>
                  <a:lnTo>
                    <a:pt x="730" y="154"/>
                  </a:lnTo>
                  <a:lnTo>
                    <a:pt x="730" y="143"/>
                  </a:lnTo>
                  <a:lnTo>
                    <a:pt x="772" y="143"/>
                  </a:lnTo>
                  <a:lnTo>
                    <a:pt x="772" y="160"/>
                  </a:lnTo>
                  <a:lnTo>
                    <a:pt x="788" y="159"/>
                  </a:lnTo>
                  <a:lnTo>
                    <a:pt x="804" y="151"/>
                  </a:lnTo>
                  <a:lnTo>
                    <a:pt x="814" y="141"/>
                  </a:lnTo>
                  <a:lnTo>
                    <a:pt x="823" y="126"/>
                  </a:lnTo>
                  <a:lnTo>
                    <a:pt x="830" y="106"/>
                  </a:lnTo>
                  <a:lnTo>
                    <a:pt x="830" y="71"/>
                  </a:lnTo>
                  <a:close/>
                  <a:moveTo>
                    <a:pt x="1234" y="68"/>
                  </a:moveTo>
                  <a:lnTo>
                    <a:pt x="1232" y="68"/>
                  </a:lnTo>
                  <a:lnTo>
                    <a:pt x="1230" y="70"/>
                  </a:lnTo>
                  <a:lnTo>
                    <a:pt x="1230" y="72"/>
                  </a:lnTo>
                  <a:lnTo>
                    <a:pt x="1230" y="106"/>
                  </a:lnTo>
                  <a:lnTo>
                    <a:pt x="1251" y="106"/>
                  </a:lnTo>
                  <a:lnTo>
                    <a:pt x="1251" y="72"/>
                  </a:lnTo>
                  <a:lnTo>
                    <a:pt x="1251" y="70"/>
                  </a:lnTo>
                  <a:lnTo>
                    <a:pt x="1249" y="68"/>
                  </a:lnTo>
                  <a:lnTo>
                    <a:pt x="1247" y="68"/>
                  </a:lnTo>
                  <a:lnTo>
                    <a:pt x="1234" y="68"/>
                  </a:lnTo>
                  <a:close/>
                  <a:moveTo>
                    <a:pt x="485" y="63"/>
                  </a:moveTo>
                  <a:lnTo>
                    <a:pt x="483" y="63"/>
                  </a:lnTo>
                  <a:lnTo>
                    <a:pt x="481" y="66"/>
                  </a:lnTo>
                  <a:lnTo>
                    <a:pt x="481" y="67"/>
                  </a:lnTo>
                  <a:lnTo>
                    <a:pt x="481" y="136"/>
                  </a:lnTo>
                  <a:lnTo>
                    <a:pt x="504" y="136"/>
                  </a:lnTo>
                  <a:lnTo>
                    <a:pt x="504" y="67"/>
                  </a:lnTo>
                  <a:lnTo>
                    <a:pt x="503" y="66"/>
                  </a:lnTo>
                  <a:lnTo>
                    <a:pt x="502" y="63"/>
                  </a:lnTo>
                  <a:lnTo>
                    <a:pt x="501" y="63"/>
                  </a:lnTo>
                  <a:lnTo>
                    <a:pt x="485" y="63"/>
                  </a:lnTo>
                  <a:close/>
                  <a:moveTo>
                    <a:pt x="364" y="61"/>
                  </a:moveTo>
                  <a:lnTo>
                    <a:pt x="363" y="62"/>
                  </a:lnTo>
                  <a:lnTo>
                    <a:pt x="362" y="63"/>
                  </a:lnTo>
                  <a:lnTo>
                    <a:pt x="362" y="64"/>
                  </a:lnTo>
                  <a:lnTo>
                    <a:pt x="362" y="147"/>
                  </a:lnTo>
                  <a:lnTo>
                    <a:pt x="362" y="148"/>
                  </a:lnTo>
                  <a:lnTo>
                    <a:pt x="363" y="150"/>
                  </a:lnTo>
                  <a:lnTo>
                    <a:pt x="364" y="151"/>
                  </a:lnTo>
                  <a:lnTo>
                    <a:pt x="364" y="151"/>
                  </a:lnTo>
                  <a:lnTo>
                    <a:pt x="513" y="151"/>
                  </a:lnTo>
                  <a:lnTo>
                    <a:pt x="515" y="150"/>
                  </a:lnTo>
                  <a:lnTo>
                    <a:pt x="516" y="148"/>
                  </a:lnTo>
                  <a:lnTo>
                    <a:pt x="516" y="147"/>
                  </a:lnTo>
                  <a:lnTo>
                    <a:pt x="516" y="145"/>
                  </a:lnTo>
                  <a:lnTo>
                    <a:pt x="515" y="143"/>
                  </a:lnTo>
                  <a:lnTo>
                    <a:pt x="513" y="143"/>
                  </a:lnTo>
                  <a:lnTo>
                    <a:pt x="368" y="143"/>
                  </a:lnTo>
                  <a:lnTo>
                    <a:pt x="368" y="64"/>
                  </a:lnTo>
                  <a:lnTo>
                    <a:pt x="368" y="63"/>
                  </a:lnTo>
                  <a:lnTo>
                    <a:pt x="367" y="62"/>
                  </a:lnTo>
                  <a:lnTo>
                    <a:pt x="364" y="61"/>
                  </a:lnTo>
                  <a:close/>
                  <a:moveTo>
                    <a:pt x="2444" y="52"/>
                  </a:moveTo>
                  <a:lnTo>
                    <a:pt x="2509" y="52"/>
                  </a:lnTo>
                  <a:lnTo>
                    <a:pt x="2509" y="176"/>
                  </a:lnTo>
                  <a:lnTo>
                    <a:pt x="2444" y="176"/>
                  </a:lnTo>
                  <a:lnTo>
                    <a:pt x="2444" y="52"/>
                  </a:lnTo>
                  <a:close/>
                  <a:moveTo>
                    <a:pt x="340" y="43"/>
                  </a:moveTo>
                  <a:lnTo>
                    <a:pt x="540" y="43"/>
                  </a:lnTo>
                  <a:lnTo>
                    <a:pt x="540" y="164"/>
                  </a:lnTo>
                  <a:lnTo>
                    <a:pt x="441" y="164"/>
                  </a:lnTo>
                  <a:lnTo>
                    <a:pt x="441" y="199"/>
                  </a:lnTo>
                  <a:lnTo>
                    <a:pt x="525" y="249"/>
                  </a:lnTo>
                  <a:lnTo>
                    <a:pt x="529" y="246"/>
                  </a:lnTo>
                  <a:lnTo>
                    <a:pt x="534" y="246"/>
                  </a:lnTo>
                  <a:lnTo>
                    <a:pt x="537" y="246"/>
                  </a:lnTo>
                  <a:lnTo>
                    <a:pt x="540" y="249"/>
                  </a:lnTo>
                  <a:lnTo>
                    <a:pt x="543" y="252"/>
                  </a:lnTo>
                  <a:lnTo>
                    <a:pt x="545" y="254"/>
                  </a:lnTo>
                  <a:lnTo>
                    <a:pt x="545" y="258"/>
                  </a:lnTo>
                  <a:lnTo>
                    <a:pt x="545" y="263"/>
                  </a:lnTo>
                  <a:lnTo>
                    <a:pt x="543" y="266"/>
                  </a:lnTo>
                  <a:lnTo>
                    <a:pt x="540" y="268"/>
                  </a:lnTo>
                  <a:lnTo>
                    <a:pt x="537" y="271"/>
                  </a:lnTo>
                  <a:lnTo>
                    <a:pt x="534" y="271"/>
                  </a:lnTo>
                  <a:lnTo>
                    <a:pt x="530" y="271"/>
                  </a:lnTo>
                  <a:lnTo>
                    <a:pt x="526" y="268"/>
                  </a:lnTo>
                  <a:lnTo>
                    <a:pt x="523" y="266"/>
                  </a:lnTo>
                  <a:lnTo>
                    <a:pt x="521" y="263"/>
                  </a:lnTo>
                  <a:lnTo>
                    <a:pt x="521" y="258"/>
                  </a:lnTo>
                  <a:lnTo>
                    <a:pt x="521" y="254"/>
                  </a:lnTo>
                  <a:lnTo>
                    <a:pt x="441" y="207"/>
                  </a:lnTo>
                  <a:lnTo>
                    <a:pt x="441" y="244"/>
                  </a:lnTo>
                  <a:lnTo>
                    <a:pt x="444" y="245"/>
                  </a:lnTo>
                  <a:lnTo>
                    <a:pt x="447" y="248"/>
                  </a:lnTo>
                  <a:lnTo>
                    <a:pt x="450" y="252"/>
                  </a:lnTo>
                  <a:lnTo>
                    <a:pt x="450" y="255"/>
                  </a:lnTo>
                  <a:lnTo>
                    <a:pt x="450" y="259"/>
                  </a:lnTo>
                  <a:lnTo>
                    <a:pt x="447" y="263"/>
                  </a:lnTo>
                  <a:lnTo>
                    <a:pt x="444" y="266"/>
                  </a:lnTo>
                  <a:lnTo>
                    <a:pt x="442" y="267"/>
                  </a:lnTo>
                  <a:lnTo>
                    <a:pt x="438" y="268"/>
                  </a:lnTo>
                  <a:lnTo>
                    <a:pt x="434" y="267"/>
                  </a:lnTo>
                  <a:lnTo>
                    <a:pt x="430" y="266"/>
                  </a:lnTo>
                  <a:lnTo>
                    <a:pt x="428" y="263"/>
                  </a:lnTo>
                  <a:lnTo>
                    <a:pt x="425" y="259"/>
                  </a:lnTo>
                  <a:lnTo>
                    <a:pt x="425" y="255"/>
                  </a:lnTo>
                  <a:lnTo>
                    <a:pt x="425" y="252"/>
                  </a:lnTo>
                  <a:lnTo>
                    <a:pt x="428" y="248"/>
                  </a:lnTo>
                  <a:lnTo>
                    <a:pt x="430" y="245"/>
                  </a:lnTo>
                  <a:lnTo>
                    <a:pt x="434" y="244"/>
                  </a:lnTo>
                  <a:lnTo>
                    <a:pt x="434" y="208"/>
                  </a:lnTo>
                  <a:lnTo>
                    <a:pt x="357" y="254"/>
                  </a:lnTo>
                  <a:lnTo>
                    <a:pt x="357" y="258"/>
                  </a:lnTo>
                  <a:lnTo>
                    <a:pt x="357" y="263"/>
                  </a:lnTo>
                  <a:lnTo>
                    <a:pt x="354" y="266"/>
                  </a:lnTo>
                  <a:lnTo>
                    <a:pt x="352" y="268"/>
                  </a:lnTo>
                  <a:lnTo>
                    <a:pt x="349" y="271"/>
                  </a:lnTo>
                  <a:lnTo>
                    <a:pt x="344" y="271"/>
                  </a:lnTo>
                  <a:lnTo>
                    <a:pt x="340" y="271"/>
                  </a:lnTo>
                  <a:lnTo>
                    <a:pt x="338" y="268"/>
                  </a:lnTo>
                  <a:lnTo>
                    <a:pt x="335" y="266"/>
                  </a:lnTo>
                  <a:lnTo>
                    <a:pt x="332" y="263"/>
                  </a:lnTo>
                  <a:lnTo>
                    <a:pt x="332" y="258"/>
                  </a:lnTo>
                  <a:lnTo>
                    <a:pt x="332" y="254"/>
                  </a:lnTo>
                  <a:lnTo>
                    <a:pt x="335" y="252"/>
                  </a:lnTo>
                  <a:lnTo>
                    <a:pt x="338" y="249"/>
                  </a:lnTo>
                  <a:lnTo>
                    <a:pt x="340" y="246"/>
                  </a:lnTo>
                  <a:lnTo>
                    <a:pt x="344" y="246"/>
                  </a:lnTo>
                  <a:lnTo>
                    <a:pt x="349" y="246"/>
                  </a:lnTo>
                  <a:lnTo>
                    <a:pt x="353" y="249"/>
                  </a:lnTo>
                  <a:lnTo>
                    <a:pt x="434" y="201"/>
                  </a:lnTo>
                  <a:lnTo>
                    <a:pt x="434" y="164"/>
                  </a:lnTo>
                  <a:lnTo>
                    <a:pt x="340" y="164"/>
                  </a:lnTo>
                  <a:lnTo>
                    <a:pt x="340" y="43"/>
                  </a:lnTo>
                  <a:close/>
                  <a:moveTo>
                    <a:pt x="1265" y="40"/>
                  </a:moveTo>
                  <a:lnTo>
                    <a:pt x="1262" y="42"/>
                  </a:lnTo>
                  <a:lnTo>
                    <a:pt x="1262" y="43"/>
                  </a:lnTo>
                  <a:lnTo>
                    <a:pt x="1261" y="44"/>
                  </a:lnTo>
                  <a:lnTo>
                    <a:pt x="1261" y="106"/>
                  </a:lnTo>
                  <a:lnTo>
                    <a:pt x="1281" y="106"/>
                  </a:lnTo>
                  <a:lnTo>
                    <a:pt x="1281" y="44"/>
                  </a:lnTo>
                  <a:lnTo>
                    <a:pt x="1281" y="43"/>
                  </a:lnTo>
                  <a:lnTo>
                    <a:pt x="1280" y="42"/>
                  </a:lnTo>
                  <a:lnTo>
                    <a:pt x="1279" y="40"/>
                  </a:lnTo>
                  <a:lnTo>
                    <a:pt x="1265" y="40"/>
                  </a:lnTo>
                  <a:close/>
                  <a:moveTo>
                    <a:pt x="1156" y="39"/>
                  </a:moveTo>
                  <a:lnTo>
                    <a:pt x="1154" y="39"/>
                  </a:lnTo>
                  <a:lnTo>
                    <a:pt x="1153" y="40"/>
                  </a:lnTo>
                  <a:lnTo>
                    <a:pt x="1153" y="42"/>
                  </a:lnTo>
                  <a:lnTo>
                    <a:pt x="1153" y="117"/>
                  </a:lnTo>
                  <a:lnTo>
                    <a:pt x="1153" y="118"/>
                  </a:lnTo>
                  <a:lnTo>
                    <a:pt x="1154" y="119"/>
                  </a:lnTo>
                  <a:lnTo>
                    <a:pt x="1156" y="120"/>
                  </a:lnTo>
                  <a:lnTo>
                    <a:pt x="1156" y="120"/>
                  </a:lnTo>
                  <a:lnTo>
                    <a:pt x="1290" y="120"/>
                  </a:lnTo>
                  <a:lnTo>
                    <a:pt x="1291" y="119"/>
                  </a:lnTo>
                  <a:lnTo>
                    <a:pt x="1293" y="118"/>
                  </a:lnTo>
                  <a:lnTo>
                    <a:pt x="1293" y="117"/>
                  </a:lnTo>
                  <a:lnTo>
                    <a:pt x="1293" y="115"/>
                  </a:lnTo>
                  <a:lnTo>
                    <a:pt x="1291" y="114"/>
                  </a:lnTo>
                  <a:lnTo>
                    <a:pt x="1290" y="113"/>
                  </a:lnTo>
                  <a:lnTo>
                    <a:pt x="1159" y="113"/>
                  </a:lnTo>
                  <a:lnTo>
                    <a:pt x="1159" y="42"/>
                  </a:lnTo>
                  <a:lnTo>
                    <a:pt x="1159" y="40"/>
                  </a:lnTo>
                  <a:lnTo>
                    <a:pt x="1158" y="39"/>
                  </a:lnTo>
                  <a:lnTo>
                    <a:pt x="1156" y="39"/>
                  </a:lnTo>
                  <a:close/>
                  <a:moveTo>
                    <a:pt x="1134" y="22"/>
                  </a:moveTo>
                  <a:lnTo>
                    <a:pt x="1313" y="22"/>
                  </a:lnTo>
                  <a:lnTo>
                    <a:pt x="1313" y="132"/>
                  </a:lnTo>
                  <a:lnTo>
                    <a:pt x="1225" y="132"/>
                  </a:lnTo>
                  <a:lnTo>
                    <a:pt x="1225" y="164"/>
                  </a:lnTo>
                  <a:lnTo>
                    <a:pt x="1300" y="208"/>
                  </a:lnTo>
                  <a:lnTo>
                    <a:pt x="1304" y="207"/>
                  </a:lnTo>
                  <a:lnTo>
                    <a:pt x="1308" y="206"/>
                  </a:lnTo>
                  <a:lnTo>
                    <a:pt x="1312" y="207"/>
                  </a:lnTo>
                  <a:lnTo>
                    <a:pt x="1316" y="210"/>
                  </a:lnTo>
                  <a:lnTo>
                    <a:pt x="1318" y="213"/>
                  </a:lnTo>
                  <a:lnTo>
                    <a:pt x="1319" y="217"/>
                  </a:lnTo>
                  <a:lnTo>
                    <a:pt x="1318" y="221"/>
                  </a:lnTo>
                  <a:lnTo>
                    <a:pt x="1316" y="225"/>
                  </a:lnTo>
                  <a:lnTo>
                    <a:pt x="1312" y="227"/>
                  </a:lnTo>
                  <a:lnTo>
                    <a:pt x="1308" y="229"/>
                  </a:lnTo>
                  <a:lnTo>
                    <a:pt x="1304" y="227"/>
                  </a:lnTo>
                  <a:lnTo>
                    <a:pt x="1300" y="225"/>
                  </a:lnTo>
                  <a:lnTo>
                    <a:pt x="1298" y="221"/>
                  </a:lnTo>
                  <a:lnTo>
                    <a:pt x="1297" y="217"/>
                  </a:lnTo>
                  <a:lnTo>
                    <a:pt x="1298" y="213"/>
                  </a:lnTo>
                  <a:lnTo>
                    <a:pt x="1225" y="170"/>
                  </a:lnTo>
                  <a:lnTo>
                    <a:pt x="1225" y="203"/>
                  </a:lnTo>
                  <a:lnTo>
                    <a:pt x="1228" y="206"/>
                  </a:lnTo>
                  <a:lnTo>
                    <a:pt x="1230" y="207"/>
                  </a:lnTo>
                  <a:lnTo>
                    <a:pt x="1232" y="211"/>
                  </a:lnTo>
                  <a:lnTo>
                    <a:pt x="1233" y="215"/>
                  </a:lnTo>
                  <a:lnTo>
                    <a:pt x="1232" y="218"/>
                  </a:lnTo>
                  <a:lnTo>
                    <a:pt x="1229" y="222"/>
                  </a:lnTo>
                  <a:lnTo>
                    <a:pt x="1227" y="225"/>
                  </a:lnTo>
                  <a:lnTo>
                    <a:pt x="1221" y="226"/>
                  </a:lnTo>
                  <a:lnTo>
                    <a:pt x="1218" y="225"/>
                  </a:lnTo>
                  <a:lnTo>
                    <a:pt x="1214" y="222"/>
                  </a:lnTo>
                  <a:lnTo>
                    <a:pt x="1211" y="218"/>
                  </a:lnTo>
                  <a:lnTo>
                    <a:pt x="1210" y="215"/>
                  </a:lnTo>
                  <a:lnTo>
                    <a:pt x="1211" y="211"/>
                  </a:lnTo>
                  <a:lnTo>
                    <a:pt x="1213" y="207"/>
                  </a:lnTo>
                  <a:lnTo>
                    <a:pt x="1215" y="206"/>
                  </a:lnTo>
                  <a:lnTo>
                    <a:pt x="1219" y="203"/>
                  </a:lnTo>
                  <a:lnTo>
                    <a:pt x="1219" y="173"/>
                  </a:lnTo>
                  <a:lnTo>
                    <a:pt x="1148" y="213"/>
                  </a:lnTo>
                  <a:lnTo>
                    <a:pt x="1149" y="217"/>
                  </a:lnTo>
                  <a:lnTo>
                    <a:pt x="1148" y="221"/>
                  </a:lnTo>
                  <a:lnTo>
                    <a:pt x="1145" y="225"/>
                  </a:lnTo>
                  <a:lnTo>
                    <a:pt x="1142" y="227"/>
                  </a:lnTo>
                  <a:lnTo>
                    <a:pt x="1137" y="229"/>
                  </a:lnTo>
                  <a:lnTo>
                    <a:pt x="1134" y="227"/>
                  </a:lnTo>
                  <a:lnTo>
                    <a:pt x="1130" y="225"/>
                  </a:lnTo>
                  <a:lnTo>
                    <a:pt x="1127" y="221"/>
                  </a:lnTo>
                  <a:lnTo>
                    <a:pt x="1126" y="217"/>
                  </a:lnTo>
                  <a:lnTo>
                    <a:pt x="1127" y="213"/>
                  </a:lnTo>
                  <a:lnTo>
                    <a:pt x="1130" y="210"/>
                  </a:lnTo>
                  <a:lnTo>
                    <a:pt x="1134" y="207"/>
                  </a:lnTo>
                  <a:lnTo>
                    <a:pt x="1137" y="206"/>
                  </a:lnTo>
                  <a:lnTo>
                    <a:pt x="1141" y="207"/>
                  </a:lnTo>
                  <a:lnTo>
                    <a:pt x="1145" y="208"/>
                  </a:lnTo>
                  <a:lnTo>
                    <a:pt x="1219" y="165"/>
                  </a:lnTo>
                  <a:lnTo>
                    <a:pt x="1219" y="132"/>
                  </a:lnTo>
                  <a:lnTo>
                    <a:pt x="1134" y="132"/>
                  </a:lnTo>
                  <a:lnTo>
                    <a:pt x="1134" y="22"/>
                  </a:lnTo>
                  <a:close/>
                  <a:moveTo>
                    <a:pt x="1698" y="22"/>
                  </a:moveTo>
                  <a:lnTo>
                    <a:pt x="1698" y="53"/>
                  </a:lnTo>
                  <a:lnTo>
                    <a:pt x="1696" y="52"/>
                  </a:lnTo>
                  <a:lnTo>
                    <a:pt x="1694" y="50"/>
                  </a:lnTo>
                  <a:lnTo>
                    <a:pt x="1691" y="49"/>
                  </a:lnTo>
                  <a:lnTo>
                    <a:pt x="1688" y="48"/>
                  </a:lnTo>
                  <a:lnTo>
                    <a:pt x="1685" y="47"/>
                  </a:lnTo>
                  <a:lnTo>
                    <a:pt x="1682" y="43"/>
                  </a:lnTo>
                  <a:lnTo>
                    <a:pt x="1681" y="40"/>
                  </a:lnTo>
                  <a:lnTo>
                    <a:pt x="1681" y="36"/>
                  </a:lnTo>
                  <a:lnTo>
                    <a:pt x="1681" y="33"/>
                  </a:lnTo>
                  <a:lnTo>
                    <a:pt x="1684" y="29"/>
                  </a:lnTo>
                  <a:lnTo>
                    <a:pt x="1686" y="26"/>
                  </a:lnTo>
                  <a:lnTo>
                    <a:pt x="1690" y="25"/>
                  </a:lnTo>
                  <a:lnTo>
                    <a:pt x="1694" y="24"/>
                  </a:lnTo>
                  <a:lnTo>
                    <a:pt x="1698" y="22"/>
                  </a:lnTo>
                  <a:close/>
                  <a:moveTo>
                    <a:pt x="993" y="11"/>
                  </a:moveTo>
                  <a:lnTo>
                    <a:pt x="1005" y="12"/>
                  </a:lnTo>
                  <a:lnTo>
                    <a:pt x="1016" y="16"/>
                  </a:lnTo>
                  <a:lnTo>
                    <a:pt x="1027" y="25"/>
                  </a:lnTo>
                  <a:lnTo>
                    <a:pt x="1065" y="63"/>
                  </a:lnTo>
                  <a:lnTo>
                    <a:pt x="1075" y="78"/>
                  </a:lnTo>
                  <a:lnTo>
                    <a:pt x="1079" y="96"/>
                  </a:lnTo>
                  <a:lnTo>
                    <a:pt x="1077" y="109"/>
                  </a:lnTo>
                  <a:lnTo>
                    <a:pt x="1072" y="120"/>
                  </a:lnTo>
                  <a:lnTo>
                    <a:pt x="1065" y="131"/>
                  </a:lnTo>
                  <a:lnTo>
                    <a:pt x="1055" y="138"/>
                  </a:lnTo>
                  <a:lnTo>
                    <a:pt x="1043" y="142"/>
                  </a:lnTo>
                  <a:lnTo>
                    <a:pt x="1032" y="145"/>
                  </a:lnTo>
                  <a:lnTo>
                    <a:pt x="1019" y="142"/>
                  </a:lnTo>
                  <a:lnTo>
                    <a:pt x="1007" y="138"/>
                  </a:lnTo>
                  <a:lnTo>
                    <a:pt x="997" y="131"/>
                  </a:lnTo>
                  <a:lnTo>
                    <a:pt x="995" y="128"/>
                  </a:lnTo>
                  <a:lnTo>
                    <a:pt x="990" y="123"/>
                  </a:lnTo>
                  <a:lnTo>
                    <a:pt x="982" y="115"/>
                  </a:lnTo>
                  <a:lnTo>
                    <a:pt x="974" y="106"/>
                  </a:lnTo>
                  <a:lnTo>
                    <a:pt x="967" y="99"/>
                  </a:lnTo>
                  <a:lnTo>
                    <a:pt x="960" y="94"/>
                  </a:lnTo>
                  <a:lnTo>
                    <a:pt x="959" y="91"/>
                  </a:lnTo>
                  <a:lnTo>
                    <a:pt x="965" y="92"/>
                  </a:lnTo>
                  <a:lnTo>
                    <a:pt x="972" y="92"/>
                  </a:lnTo>
                  <a:lnTo>
                    <a:pt x="992" y="89"/>
                  </a:lnTo>
                  <a:lnTo>
                    <a:pt x="1013" y="110"/>
                  </a:lnTo>
                  <a:lnTo>
                    <a:pt x="1018" y="114"/>
                  </a:lnTo>
                  <a:lnTo>
                    <a:pt x="1023" y="117"/>
                  </a:lnTo>
                  <a:lnTo>
                    <a:pt x="1029" y="117"/>
                  </a:lnTo>
                  <a:lnTo>
                    <a:pt x="1034" y="117"/>
                  </a:lnTo>
                  <a:lnTo>
                    <a:pt x="1041" y="114"/>
                  </a:lnTo>
                  <a:lnTo>
                    <a:pt x="1044" y="110"/>
                  </a:lnTo>
                  <a:lnTo>
                    <a:pt x="1048" y="105"/>
                  </a:lnTo>
                  <a:lnTo>
                    <a:pt x="1051" y="100"/>
                  </a:lnTo>
                  <a:lnTo>
                    <a:pt x="1052" y="94"/>
                  </a:lnTo>
                  <a:lnTo>
                    <a:pt x="1051" y="89"/>
                  </a:lnTo>
                  <a:lnTo>
                    <a:pt x="1048" y="84"/>
                  </a:lnTo>
                  <a:lnTo>
                    <a:pt x="1044" y="78"/>
                  </a:lnTo>
                  <a:lnTo>
                    <a:pt x="1011" y="44"/>
                  </a:lnTo>
                  <a:lnTo>
                    <a:pt x="1010" y="43"/>
                  </a:lnTo>
                  <a:lnTo>
                    <a:pt x="1007" y="42"/>
                  </a:lnTo>
                  <a:lnTo>
                    <a:pt x="1004" y="40"/>
                  </a:lnTo>
                  <a:lnTo>
                    <a:pt x="1000" y="38"/>
                  </a:lnTo>
                  <a:lnTo>
                    <a:pt x="995" y="38"/>
                  </a:lnTo>
                  <a:lnTo>
                    <a:pt x="990" y="38"/>
                  </a:lnTo>
                  <a:lnTo>
                    <a:pt x="986" y="39"/>
                  </a:lnTo>
                  <a:lnTo>
                    <a:pt x="983" y="42"/>
                  </a:lnTo>
                  <a:lnTo>
                    <a:pt x="981" y="43"/>
                  </a:lnTo>
                  <a:lnTo>
                    <a:pt x="978" y="45"/>
                  </a:lnTo>
                  <a:lnTo>
                    <a:pt x="974" y="48"/>
                  </a:lnTo>
                  <a:lnTo>
                    <a:pt x="969" y="48"/>
                  </a:lnTo>
                  <a:lnTo>
                    <a:pt x="965" y="48"/>
                  </a:lnTo>
                  <a:lnTo>
                    <a:pt x="962" y="47"/>
                  </a:lnTo>
                  <a:lnTo>
                    <a:pt x="959" y="44"/>
                  </a:lnTo>
                  <a:lnTo>
                    <a:pt x="950" y="36"/>
                  </a:lnTo>
                  <a:lnTo>
                    <a:pt x="954" y="30"/>
                  </a:lnTo>
                  <a:lnTo>
                    <a:pt x="959" y="25"/>
                  </a:lnTo>
                  <a:lnTo>
                    <a:pt x="969" y="16"/>
                  </a:lnTo>
                  <a:lnTo>
                    <a:pt x="981" y="12"/>
                  </a:lnTo>
                  <a:lnTo>
                    <a:pt x="993" y="11"/>
                  </a:lnTo>
                  <a:close/>
                  <a:moveTo>
                    <a:pt x="329" y="7"/>
                  </a:moveTo>
                  <a:lnTo>
                    <a:pt x="550" y="7"/>
                  </a:lnTo>
                  <a:lnTo>
                    <a:pt x="554" y="8"/>
                  </a:lnTo>
                  <a:lnTo>
                    <a:pt x="557" y="10"/>
                  </a:lnTo>
                  <a:lnTo>
                    <a:pt x="559" y="12"/>
                  </a:lnTo>
                  <a:lnTo>
                    <a:pt x="559" y="15"/>
                  </a:lnTo>
                  <a:lnTo>
                    <a:pt x="559" y="24"/>
                  </a:lnTo>
                  <a:lnTo>
                    <a:pt x="559" y="26"/>
                  </a:lnTo>
                  <a:lnTo>
                    <a:pt x="557" y="29"/>
                  </a:lnTo>
                  <a:lnTo>
                    <a:pt x="554" y="30"/>
                  </a:lnTo>
                  <a:lnTo>
                    <a:pt x="550" y="30"/>
                  </a:lnTo>
                  <a:lnTo>
                    <a:pt x="329" y="30"/>
                  </a:lnTo>
                  <a:lnTo>
                    <a:pt x="326" y="30"/>
                  </a:lnTo>
                  <a:lnTo>
                    <a:pt x="322" y="29"/>
                  </a:lnTo>
                  <a:lnTo>
                    <a:pt x="321" y="26"/>
                  </a:lnTo>
                  <a:lnTo>
                    <a:pt x="320" y="24"/>
                  </a:lnTo>
                  <a:lnTo>
                    <a:pt x="320" y="15"/>
                  </a:lnTo>
                  <a:lnTo>
                    <a:pt x="321" y="12"/>
                  </a:lnTo>
                  <a:lnTo>
                    <a:pt x="322" y="10"/>
                  </a:lnTo>
                  <a:lnTo>
                    <a:pt x="326" y="8"/>
                  </a:lnTo>
                  <a:lnTo>
                    <a:pt x="329" y="7"/>
                  </a:lnTo>
                  <a:close/>
                  <a:moveTo>
                    <a:pt x="1927" y="2"/>
                  </a:moveTo>
                  <a:lnTo>
                    <a:pt x="1931" y="2"/>
                  </a:lnTo>
                  <a:lnTo>
                    <a:pt x="1931" y="2"/>
                  </a:lnTo>
                  <a:lnTo>
                    <a:pt x="1981" y="16"/>
                  </a:lnTo>
                  <a:lnTo>
                    <a:pt x="1982" y="16"/>
                  </a:lnTo>
                  <a:lnTo>
                    <a:pt x="1983" y="17"/>
                  </a:lnTo>
                  <a:lnTo>
                    <a:pt x="1984" y="17"/>
                  </a:lnTo>
                  <a:lnTo>
                    <a:pt x="1986" y="19"/>
                  </a:lnTo>
                  <a:lnTo>
                    <a:pt x="1988" y="21"/>
                  </a:lnTo>
                  <a:lnTo>
                    <a:pt x="1991" y="24"/>
                  </a:lnTo>
                  <a:lnTo>
                    <a:pt x="1991" y="24"/>
                  </a:lnTo>
                  <a:lnTo>
                    <a:pt x="1998" y="38"/>
                  </a:lnTo>
                  <a:lnTo>
                    <a:pt x="2012" y="63"/>
                  </a:lnTo>
                  <a:lnTo>
                    <a:pt x="2044" y="40"/>
                  </a:lnTo>
                  <a:lnTo>
                    <a:pt x="2049" y="38"/>
                  </a:lnTo>
                  <a:lnTo>
                    <a:pt x="2054" y="36"/>
                  </a:lnTo>
                  <a:lnTo>
                    <a:pt x="2059" y="38"/>
                  </a:lnTo>
                  <a:lnTo>
                    <a:pt x="2063" y="40"/>
                  </a:lnTo>
                  <a:lnTo>
                    <a:pt x="2067" y="43"/>
                  </a:lnTo>
                  <a:lnTo>
                    <a:pt x="2070" y="48"/>
                  </a:lnTo>
                  <a:lnTo>
                    <a:pt x="2070" y="53"/>
                  </a:lnTo>
                  <a:lnTo>
                    <a:pt x="2070" y="57"/>
                  </a:lnTo>
                  <a:lnTo>
                    <a:pt x="2067" y="62"/>
                  </a:lnTo>
                  <a:lnTo>
                    <a:pt x="2063" y="66"/>
                  </a:lnTo>
                  <a:lnTo>
                    <a:pt x="2016" y="100"/>
                  </a:lnTo>
                  <a:lnTo>
                    <a:pt x="2011" y="103"/>
                  </a:lnTo>
                  <a:lnTo>
                    <a:pt x="2007" y="103"/>
                  </a:lnTo>
                  <a:lnTo>
                    <a:pt x="2003" y="103"/>
                  </a:lnTo>
                  <a:lnTo>
                    <a:pt x="2000" y="101"/>
                  </a:lnTo>
                  <a:lnTo>
                    <a:pt x="1996" y="99"/>
                  </a:lnTo>
                  <a:lnTo>
                    <a:pt x="1993" y="95"/>
                  </a:lnTo>
                  <a:lnTo>
                    <a:pt x="1993" y="94"/>
                  </a:lnTo>
                  <a:lnTo>
                    <a:pt x="1992" y="94"/>
                  </a:lnTo>
                  <a:lnTo>
                    <a:pt x="1991" y="91"/>
                  </a:lnTo>
                  <a:lnTo>
                    <a:pt x="1989" y="89"/>
                  </a:lnTo>
                  <a:lnTo>
                    <a:pt x="1988" y="85"/>
                  </a:lnTo>
                  <a:lnTo>
                    <a:pt x="1986" y="80"/>
                  </a:lnTo>
                  <a:lnTo>
                    <a:pt x="1983" y="75"/>
                  </a:lnTo>
                  <a:lnTo>
                    <a:pt x="1977" y="64"/>
                  </a:lnTo>
                  <a:lnTo>
                    <a:pt x="1972" y="54"/>
                  </a:lnTo>
                  <a:lnTo>
                    <a:pt x="1960" y="62"/>
                  </a:lnTo>
                  <a:lnTo>
                    <a:pt x="1947" y="72"/>
                  </a:lnTo>
                  <a:lnTo>
                    <a:pt x="1973" y="81"/>
                  </a:lnTo>
                  <a:lnTo>
                    <a:pt x="1978" y="84"/>
                  </a:lnTo>
                  <a:lnTo>
                    <a:pt x="1981" y="86"/>
                  </a:lnTo>
                  <a:lnTo>
                    <a:pt x="1983" y="90"/>
                  </a:lnTo>
                  <a:lnTo>
                    <a:pt x="1984" y="94"/>
                  </a:lnTo>
                  <a:lnTo>
                    <a:pt x="1984" y="96"/>
                  </a:lnTo>
                  <a:lnTo>
                    <a:pt x="1983" y="101"/>
                  </a:lnTo>
                  <a:lnTo>
                    <a:pt x="1981" y="105"/>
                  </a:lnTo>
                  <a:lnTo>
                    <a:pt x="1978" y="109"/>
                  </a:lnTo>
                  <a:lnTo>
                    <a:pt x="1932" y="141"/>
                  </a:lnTo>
                  <a:lnTo>
                    <a:pt x="1928" y="143"/>
                  </a:lnTo>
                  <a:lnTo>
                    <a:pt x="1923" y="145"/>
                  </a:lnTo>
                  <a:lnTo>
                    <a:pt x="1918" y="143"/>
                  </a:lnTo>
                  <a:lnTo>
                    <a:pt x="1914" y="141"/>
                  </a:lnTo>
                  <a:lnTo>
                    <a:pt x="1910" y="137"/>
                  </a:lnTo>
                  <a:lnTo>
                    <a:pt x="1908" y="133"/>
                  </a:lnTo>
                  <a:lnTo>
                    <a:pt x="1908" y="128"/>
                  </a:lnTo>
                  <a:lnTo>
                    <a:pt x="1908" y="123"/>
                  </a:lnTo>
                  <a:lnTo>
                    <a:pt x="1910" y="119"/>
                  </a:lnTo>
                  <a:lnTo>
                    <a:pt x="1914" y="115"/>
                  </a:lnTo>
                  <a:lnTo>
                    <a:pt x="1914" y="115"/>
                  </a:lnTo>
                  <a:lnTo>
                    <a:pt x="1917" y="114"/>
                  </a:lnTo>
                  <a:lnTo>
                    <a:pt x="1919" y="113"/>
                  </a:lnTo>
                  <a:lnTo>
                    <a:pt x="1922" y="110"/>
                  </a:lnTo>
                  <a:lnTo>
                    <a:pt x="1926" y="108"/>
                  </a:lnTo>
                  <a:lnTo>
                    <a:pt x="1930" y="104"/>
                  </a:lnTo>
                  <a:lnTo>
                    <a:pt x="1935" y="101"/>
                  </a:lnTo>
                  <a:lnTo>
                    <a:pt x="1928" y="99"/>
                  </a:lnTo>
                  <a:lnTo>
                    <a:pt x="1922" y="96"/>
                  </a:lnTo>
                  <a:lnTo>
                    <a:pt x="1916" y="95"/>
                  </a:lnTo>
                  <a:lnTo>
                    <a:pt x="1899" y="106"/>
                  </a:lnTo>
                  <a:lnTo>
                    <a:pt x="1882" y="119"/>
                  </a:lnTo>
                  <a:lnTo>
                    <a:pt x="1867" y="129"/>
                  </a:lnTo>
                  <a:lnTo>
                    <a:pt x="1853" y="140"/>
                  </a:lnTo>
                  <a:lnTo>
                    <a:pt x="1843" y="146"/>
                  </a:lnTo>
                  <a:lnTo>
                    <a:pt x="1840" y="148"/>
                  </a:lnTo>
                  <a:lnTo>
                    <a:pt x="1838" y="151"/>
                  </a:lnTo>
                  <a:lnTo>
                    <a:pt x="1837" y="151"/>
                  </a:lnTo>
                  <a:lnTo>
                    <a:pt x="1837" y="152"/>
                  </a:lnTo>
                  <a:lnTo>
                    <a:pt x="1831" y="154"/>
                  </a:lnTo>
                  <a:lnTo>
                    <a:pt x="1826" y="155"/>
                  </a:lnTo>
                  <a:lnTo>
                    <a:pt x="1823" y="154"/>
                  </a:lnTo>
                  <a:lnTo>
                    <a:pt x="1817" y="152"/>
                  </a:lnTo>
                  <a:lnTo>
                    <a:pt x="1814" y="148"/>
                  </a:lnTo>
                  <a:lnTo>
                    <a:pt x="1812" y="143"/>
                  </a:lnTo>
                  <a:lnTo>
                    <a:pt x="1811" y="140"/>
                  </a:lnTo>
                  <a:lnTo>
                    <a:pt x="1812" y="134"/>
                  </a:lnTo>
                  <a:lnTo>
                    <a:pt x="1814" y="129"/>
                  </a:lnTo>
                  <a:lnTo>
                    <a:pt x="1817" y="127"/>
                  </a:lnTo>
                  <a:lnTo>
                    <a:pt x="1931" y="45"/>
                  </a:lnTo>
                  <a:lnTo>
                    <a:pt x="1941" y="38"/>
                  </a:lnTo>
                  <a:lnTo>
                    <a:pt x="1930" y="35"/>
                  </a:lnTo>
                  <a:lnTo>
                    <a:pt x="1919" y="43"/>
                  </a:lnTo>
                  <a:lnTo>
                    <a:pt x="1889" y="64"/>
                  </a:lnTo>
                  <a:lnTo>
                    <a:pt x="1885" y="67"/>
                  </a:lnTo>
                  <a:lnTo>
                    <a:pt x="1880" y="68"/>
                  </a:lnTo>
                  <a:lnTo>
                    <a:pt x="1875" y="67"/>
                  </a:lnTo>
                  <a:lnTo>
                    <a:pt x="1871" y="66"/>
                  </a:lnTo>
                  <a:lnTo>
                    <a:pt x="1867" y="62"/>
                  </a:lnTo>
                  <a:lnTo>
                    <a:pt x="1865" y="57"/>
                  </a:lnTo>
                  <a:lnTo>
                    <a:pt x="1865" y="53"/>
                  </a:lnTo>
                  <a:lnTo>
                    <a:pt x="1865" y="48"/>
                  </a:lnTo>
                  <a:lnTo>
                    <a:pt x="1867" y="44"/>
                  </a:lnTo>
                  <a:lnTo>
                    <a:pt x="1868" y="42"/>
                  </a:lnTo>
                  <a:lnTo>
                    <a:pt x="1871" y="40"/>
                  </a:lnTo>
                  <a:lnTo>
                    <a:pt x="1874" y="38"/>
                  </a:lnTo>
                  <a:lnTo>
                    <a:pt x="1880" y="33"/>
                  </a:lnTo>
                  <a:lnTo>
                    <a:pt x="1889" y="26"/>
                  </a:lnTo>
                  <a:lnTo>
                    <a:pt x="1899" y="19"/>
                  </a:lnTo>
                  <a:lnTo>
                    <a:pt x="1908" y="12"/>
                  </a:lnTo>
                  <a:lnTo>
                    <a:pt x="1916" y="7"/>
                  </a:lnTo>
                  <a:lnTo>
                    <a:pt x="1918" y="5"/>
                  </a:lnTo>
                  <a:lnTo>
                    <a:pt x="1922" y="2"/>
                  </a:lnTo>
                  <a:lnTo>
                    <a:pt x="1927" y="2"/>
                  </a:lnTo>
                  <a:close/>
                  <a:moveTo>
                    <a:pt x="1698" y="0"/>
                  </a:moveTo>
                  <a:lnTo>
                    <a:pt x="1698" y="10"/>
                  </a:lnTo>
                  <a:lnTo>
                    <a:pt x="1684" y="12"/>
                  </a:lnTo>
                  <a:lnTo>
                    <a:pt x="1672" y="19"/>
                  </a:lnTo>
                  <a:lnTo>
                    <a:pt x="1665" y="26"/>
                  </a:lnTo>
                  <a:lnTo>
                    <a:pt x="1662" y="36"/>
                  </a:lnTo>
                  <a:lnTo>
                    <a:pt x="1662" y="42"/>
                  </a:lnTo>
                  <a:lnTo>
                    <a:pt x="1663" y="47"/>
                  </a:lnTo>
                  <a:lnTo>
                    <a:pt x="1665" y="49"/>
                  </a:lnTo>
                  <a:lnTo>
                    <a:pt x="1666" y="52"/>
                  </a:lnTo>
                  <a:lnTo>
                    <a:pt x="1676" y="61"/>
                  </a:lnTo>
                  <a:lnTo>
                    <a:pt x="1690" y="66"/>
                  </a:lnTo>
                  <a:lnTo>
                    <a:pt x="1698" y="70"/>
                  </a:lnTo>
                  <a:lnTo>
                    <a:pt x="1698" y="108"/>
                  </a:lnTo>
                  <a:lnTo>
                    <a:pt x="1686" y="103"/>
                  </a:lnTo>
                  <a:lnTo>
                    <a:pt x="1679" y="96"/>
                  </a:lnTo>
                  <a:lnTo>
                    <a:pt x="1675" y="89"/>
                  </a:lnTo>
                  <a:lnTo>
                    <a:pt x="1657" y="98"/>
                  </a:lnTo>
                  <a:lnTo>
                    <a:pt x="1660" y="101"/>
                  </a:lnTo>
                  <a:lnTo>
                    <a:pt x="1663" y="105"/>
                  </a:lnTo>
                  <a:lnTo>
                    <a:pt x="1667" y="109"/>
                  </a:lnTo>
                  <a:lnTo>
                    <a:pt x="1674" y="113"/>
                  </a:lnTo>
                  <a:lnTo>
                    <a:pt x="1685" y="119"/>
                  </a:lnTo>
                  <a:lnTo>
                    <a:pt x="1698" y="122"/>
                  </a:lnTo>
                  <a:lnTo>
                    <a:pt x="1698" y="132"/>
                  </a:lnTo>
                  <a:lnTo>
                    <a:pt x="1714" y="132"/>
                  </a:lnTo>
                  <a:lnTo>
                    <a:pt x="1714" y="122"/>
                  </a:lnTo>
                  <a:lnTo>
                    <a:pt x="1725" y="119"/>
                  </a:lnTo>
                  <a:lnTo>
                    <a:pt x="1736" y="114"/>
                  </a:lnTo>
                  <a:lnTo>
                    <a:pt x="1747" y="104"/>
                  </a:lnTo>
                  <a:lnTo>
                    <a:pt x="1750" y="90"/>
                  </a:lnTo>
                  <a:lnTo>
                    <a:pt x="1750" y="86"/>
                  </a:lnTo>
                  <a:lnTo>
                    <a:pt x="1749" y="82"/>
                  </a:lnTo>
                  <a:lnTo>
                    <a:pt x="1747" y="80"/>
                  </a:lnTo>
                  <a:lnTo>
                    <a:pt x="1746" y="77"/>
                  </a:lnTo>
                  <a:lnTo>
                    <a:pt x="1746" y="76"/>
                  </a:lnTo>
                  <a:lnTo>
                    <a:pt x="1739" y="68"/>
                  </a:lnTo>
                  <a:lnTo>
                    <a:pt x="1731" y="64"/>
                  </a:lnTo>
                  <a:lnTo>
                    <a:pt x="1725" y="62"/>
                  </a:lnTo>
                  <a:lnTo>
                    <a:pt x="1714" y="58"/>
                  </a:lnTo>
                  <a:lnTo>
                    <a:pt x="1714" y="24"/>
                  </a:lnTo>
                  <a:lnTo>
                    <a:pt x="1719" y="26"/>
                  </a:lnTo>
                  <a:lnTo>
                    <a:pt x="1725" y="30"/>
                  </a:lnTo>
                  <a:lnTo>
                    <a:pt x="1728" y="35"/>
                  </a:lnTo>
                  <a:lnTo>
                    <a:pt x="1731" y="39"/>
                  </a:lnTo>
                  <a:lnTo>
                    <a:pt x="1749" y="33"/>
                  </a:lnTo>
                  <a:lnTo>
                    <a:pt x="1740" y="21"/>
                  </a:lnTo>
                  <a:lnTo>
                    <a:pt x="1728" y="15"/>
                  </a:lnTo>
                  <a:lnTo>
                    <a:pt x="1714" y="10"/>
                  </a:lnTo>
                  <a:lnTo>
                    <a:pt x="1714" y="0"/>
                  </a:lnTo>
                  <a:lnTo>
                    <a:pt x="1698"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sp>
          <p:nvSpPr>
            <p:cNvPr id="31" name="Freeform 15"/>
            <p:cNvSpPr>
              <a:spLocks noEditPoints="1"/>
            </p:cNvSpPr>
            <p:nvPr/>
          </p:nvSpPr>
          <p:spPr bwMode="auto">
            <a:xfrm>
              <a:off x="1903412" y="1560513"/>
              <a:ext cx="3168650" cy="3330575"/>
            </a:xfrm>
            <a:custGeom>
              <a:avLst/>
              <a:gdLst>
                <a:gd name="T0" fmla="*/ 1980 w 3991"/>
                <a:gd name="T1" fmla="*/ 612 h 4196"/>
                <a:gd name="T2" fmla="*/ 2229 w 3991"/>
                <a:gd name="T3" fmla="*/ 479 h 4196"/>
                <a:gd name="T4" fmla="*/ 2383 w 3991"/>
                <a:gd name="T5" fmla="*/ 466 h 4196"/>
                <a:gd name="T6" fmla="*/ 1150 w 3991"/>
                <a:gd name="T7" fmla="*/ 484 h 4196"/>
                <a:gd name="T8" fmla="*/ 1115 w 3991"/>
                <a:gd name="T9" fmla="*/ 476 h 4196"/>
                <a:gd name="T10" fmla="*/ 829 w 3991"/>
                <a:gd name="T11" fmla="*/ 424 h 4196"/>
                <a:gd name="T12" fmla="*/ 851 w 3991"/>
                <a:gd name="T13" fmla="*/ 402 h 4196"/>
                <a:gd name="T14" fmla="*/ 815 w 3991"/>
                <a:gd name="T15" fmla="*/ 465 h 4196"/>
                <a:gd name="T16" fmla="*/ 2157 w 3991"/>
                <a:gd name="T17" fmla="*/ 363 h 4196"/>
                <a:gd name="T18" fmla="*/ 1931 w 3991"/>
                <a:gd name="T19" fmla="*/ 358 h 4196"/>
                <a:gd name="T20" fmla="*/ 1354 w 3991"/>
                <a:gd name="T21" fmla="*/ 341 h 4196"/>
                <a:gd name="T22" fmla="*/ 2365 w 3991"/>
                <a:gd name="T23" fmla="*/ 444 h 4196"/>
                <a:gd name="T24" fmla="*/ 839 w 3991"/>
                <a:gd name="T25" fmla="*/ 341 h 4196"/>
                <a:gd name="T26" fmla="*/ 1517 w 3991"/>
                <a:gd name="T27" fmla="*/ 388 h 4196"/>
                <a:gd name="T28" fmla="*/ 1410 w 3991"/>
                <a:gd name="T29" fmla="*/ 393 h 4196"/>
                <a:gd name="T30" fmla="*/ 1610 w 3991"/>
                <a:gd name="T31" fmla="*/ 372 h 4196"/>
                <a:gd name="T32" fmla="*/ 1354 w 3991"/>
                <a:gd name="T33" fmla="*/ 396 h 4196"/>
                <a:gd name="T34" fmla="*/ 2537 w 3991"/>
                <a:gd name="T35" fmla="*/ 435 h 4196"/>
                <a:gd name="T36" fmla="*/ 1780 w 3991"/>
                <a:gd name="T37" fmla="*/ 342 h 4196"/>
                <a:gd name="T38" fmla="*/ 1561 w 3991"/>
                <a:gd name="T39" fmla="*/ 394 h 4196"/>
                <a:gd name="T40" fmla="*/ 1309 w 3991"/>
                <a:gd name="T41" fmla="*/ 307 h 4196"/>
                <a:gd name="T42" fmla="*/ 2360 w 3991"/>
                <a:gd name="T43" fmla="*/ 307 h 4196"/>
                <a:gd name="T44" fmla="*/ 931 w 3991"/>
                <a:gd name="T45" fmla="*/ 440 h 4196"/>
                <a:gd name="T46" fmla="*/ 2231 w 3991"/>
                <a:gd name="T47" fmla="*/ 321 h 4196"/>
                <a:gd name="T48" fmla="*/ 1620 w 3991"/>
                <a:gd name="T49" fmla="*/ 284 h 4196"/>
                <a:gd name="T50" fmla="*/ 1440 w 3991"/>
                <a:gd name="T51" fmla="*/ 295 h 4196"/>
                <a:gd name="T52" fmla="*/ 2078 w 3991"/>
                <a:gd name="T53" fmla="*/ 282 h 4196"/>
                <a:gd name="T54" fmla="*/ 2458 w 3991"/>
                <a:gd name="T55" fmla="*/ 326 h 4196"/>
                <a:gd name="T56" fmla="*/ 928 w 3991"/>
                <a:gd name="T57" fmla="*/ 242 h 4196"/>
                <a:gd name="T58" fmla="*/ 1146 w 3991"/>
                <a:gd name="T59" fmla="*/ 258 h 4196"/>
                <a:gd name="T60" fmla="*/ 2418 w 3991"/>
                <a:gd name="T61" fmla="*/ 218 h 4196"/>
                <a:gd name="T62" fmla="*/ 1220 w 3991"/>
                <a:gd name="T63" fmla="*/ 183 h 4196"/>
                <a:gd name="T64" fmla="*/ 1537 w 3991"/>
                <a:gd name="T65" fmla="*/ 141 h 4196"/>
                <a:gd name="T66" fmla="*/ 1583 w 3991"/>
                <a:gd name="T67" fmla="*/ 144 h 4196"/>
                <a:gd name="T68" fmla="*/ 1352 w 3991"/>
                <a:gd name="T69" fmla="*/ 176 h 4196"/>
                <a:gd name="T70" fmla="*/ 1338 w 3991"/>
                <a:gd name="T71" fmla="*/ 140 h 4196"/>
                <a:gd name="T72" fmla="*/ 1649 w 3991"/>
                <a:gd name="T73" fmla="*/ 121 h 4196"/>
                <a:gd name="T74" fmla="*/ 2180 w 3991"/>
                <a:gd name="T75" fmla="*/ 233 h 4196"/>
                <a:gd name="T76" fmla="*/ 2041 w 3991"/>
                <a:gd name="T77" fmla="*/ 148 h 4196"/>
                <a:gd name="T78" fmla="*/ 1440 w 3991"/>
                <a:gd name="T79" fmla="*/ 186 h 4196"/>
                <a:gd name="T80" fmla="*/ 1495 w 3991"/>
                <a:gd name="T81" fmla="*/ 214 h 4196"/>
                <a:gd name="T82" fmla="*/ 1621 w 3991"/>
                <a:gd name="T83" fmla="*/ 170 h 4196"/>
                <a:gd name="T84" fmla="*/ 1562 w 3991"/>
                <a:gd name="T85" fmla="*/ 149 h 4196"/>
                <a:gd name="T86" fmla="*/ 1449 w 3991"/>
                <a:gd name="T87" fmla="*/ 125 h 4196"/>
                <a:gd name="T88" fmla="*/ 1891 w 3991"/>
                <a:gd name="T89" fmla="*/ 89 h 4196"/>
                <a:gd name="T90" fmla="*/ 1960 w 3991"/>
                <a:gd name="T91" fmla="*/ 168 h 4196"/>
                <a:gd name="T92" fmla="*/ 1780 w 3991"/>
                <a:gd name="T93" fmla="*/ 211 h 4196"/>
                <a:gd name="T94" fmla="*/ 1746 w 3991"/>
                <a:gd name="T95" fmla="*/ 108 h 4196"/>
                <a:gd name="T96" fmla="*/ 1456 w 3991"/>
                <a:gd name="T97" fmla="*/ 109 h 4196"/>
                <a:gd name="T98" fmla="*/ 1652 w 3991"/>
                <a:gd name="T99" fmla="*/ 144 h 4196"/>
                <a:gd name="T100" fmla="*/ 1424 w 3991"/>
                <a:gd name="T101" fmla="*/ 229 h 4196"/>
                <a:gd name="T102" fmla="*/ 1355 w 3991"/>
                <a:gd name="T103" fmla="*/ 104 h 4196"/>
                <a:gd name="T104" fmla="*/ 47 w 3991"/>
                <a:gd name="T105" fmla="*/ 1256 h 4196"/>
                <a:gd name="T106" fmla="*/ 658 w 3991"/>
                <a:gd name="T107" fmla="*/ 4130 h 4196"/>
                <a:gd name="T108" fmla="*/ 3492 w 3991"/>
                <a:gd name="T109" fmla="*/ 3761 h 4196"/>
                <a:gd name="T110" fmla="*/ 3944 w 3991"/>
                <a:gd name="T111" fmla="*/ 2327 h 4196"/>
                <a:gd name="T112" fmla="*/ 2993 w 3991"/>
                <a:gd name="T113" fmla="*/ 490 h 4196"/>
                <a:gd name="T114" fmla="*/ 3064 w 3991"/>
                <a:gd name="T115" fmla="*/ 547 h 4196"/>
                <a:gd name="T116" fmla="*/ 3980 w 3991"/>
                <a:gd name="T117" fmla="*/ 2363 h 4196"/>
                <a:gd name="T118" fmla="*/ 3477 w 3991"/>
                <a:gd name="T119" fmla="*/ 3792 h 4196"/>
                <a:gd name="T120" fmla="*/ 639 w 3991"/>
                <a:gd name="T121" fmla="*/ 4130 h 4196"/>
                <a:gd name="T122" fmla="*/ 14 w 3991"/>
                <a:gd name="T123" fmla="*/ 1356 h 4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91" h="4196">
                  <a:moveTo>
                    <a:pt x="1352" y="456"/>
                  </a:moveTo>
                  <a:lnTo>
                    <a:pt x="1552" y="456"/>
                  </a:lnTo>
                  <a:lnTo>
                    <a:pt x="1556" y="456"/>
                  </a:lnTo>
                  <a:lnTo>
                    <a:pt x="1559" y="457"/>
                  </a:lnTo>
                  <a:lnTo>
                    <a:pt x="1560" y="459"/>
                  </a:lnTo>
                  <a:lnTo>
                    <a:pt x="1560" y="462"/>
                  </a:lnTo>
                  <a:lnTo>
                    <a:pt x="1560" y="470"/>
                  </a:lnTo>
                  <a:lnTo>
                    <a:pt x="1560" y="472"/>
                  </a:lnTo>
                  <a:lnTo>
                    <a:pt x="1559" y="475"/>
                  </a:lnTo>
                  <a:lnTo>
                    <a:pt x="1556" y="476"/>
                  </a:lnTo>
                  <a:lnTo>
                    <a:pt x="1552" y="476"/>
                  </a:lnTo>
                  <a:lnTo>
                    <a:pt x="1352" y="476"/>
                  </a:lnTo>
                  <a:lnTo>
                    <a:pt x="1350" y="476"/>
                  </a:lnTo>
                  <a:lnTo>
                    <a:pt x="1347" y="475"/>
                  </a:lnTo>
                  <a:lnTo>
                    <a:pt x="1345" y="472"/>
                  </a:lnTo>
                  <a:lnTo>
                    <a:pt x="1345" y="470"/>
                  </a:lnTo>
                  <a:lnTo>
                    <a:pt x="1345" y="462"/>
                  </a:lnTo>
                  <a:lnTo>
                    <a:pt x="1345" y="459"/>
                  </a:lnTo>
                  <a:lnTo>
                    <a:pt x="1347" y="457"/>
                  </a:lnTo>
                  <a:lnTo>
                    <a:pt x="1350" y="456"/>
                  </a:lnTo>
                  <a:lnTo>
                    <a:pt x="1352" y="456"/>
                  </a:lnTo>
                  <a:close/>
                  <a:moveTo>
                    <a:pt x="1906" y="443"/>
                  </a:moveTo>
                  <a:lnTo>
                    <a:pt x="1959" y="443"/>
                  </a:lnTo>
                  <a:lnTo>
                    <a:pt x="1975" y="452"/>
                  </a:lnTo>
                  <a:lnTo>
                    <a:pt x="1989" y="466"/>
                  </a:lnTo>
                  <a:lnTo>
                    <a:pt x="2001" y="482"/>
                  </a:lnTo>
                  <a:lnTo>
                    <a:pt x="2010" y="504"/>
                  </a:lnTo>
                  <a:lnTo>
                    <a:pt x="2018" y="529"/>
                  </a:lnTo>
                  <a:lnTo>
                    <a:pt x="2022" y="549"/>
                  </a:lnTo>
                  <a:lnTo>
                    <a:pt x="2022" y="566"/>
                  </a:lnTo>
                  <a:lnTo>
                    <a:pt x="2017" y="582"/>
                  </a:lnTo>
                  <a:lnTo>
                    <a:pt x="2010" y="594"/>
                  </a:lnTo>
                  <a:lnTo>
                    <a:pt x="1997" y="605"/>
                  </a:lnTo>
                  <a:lnTo>
                    <a:pt x="1980" y="612"/>
                  </a:lnTo>
                  <a:lnTo>
                    <a:pt x="1959" y="617"/>
                  </a:lnTo>
                  <a:lnTo>
                    <a:pt x="1933" y="619"/>
                  </a:lnTo>
                  <a:lnTo>
                    <a:pt x="1906" y="617"/>
                  </a:lnTo>
                  <a:lnTo>
                    <a:pt x="1885" y="612"/>
                  </a:lnTo>
                  <a:lnTo>
                    <a:pt x="1868" y="605"/>
                  </a:lnTo>
                  <a:lnTo>
                    <a:pt x="1857" y="594"/>
                  </a:lnTo>
                  <a:lnTo>
                    <a:pt x="1848" y="580"/>
                  </a:lnTo>
                  <a:lnTo>
                    <a:pt x="1844" y="565"/>
                  </a:lnTo>
                  <a:lnTo>
                    <a:pt x="1844" y="547"/>
                  </a:lnTo>
                  <a:lnTo>
                    <a:pt x="1848" y="528"/>
                  </a:lnTo>
                  <a:lnTo>
                    <a:pt x="1855" y="504"/>
                  </a:lnTo>
                  <a:lnTo>
                    <a:pt x="1864" y="482"/>
                  </a:lnTo>
                  <a:lnTo>
                    <a:pt x="1876" y="466"/>
                  </a:lnTo>
                  <a:lnTo>
                    <a:pt x="1890" y="452"/>
                  </a:lnTo>
                  <a:lnTo>
                    <a:pt x="1906" y="443"/>
                  </a:lnTo>
                  <a:close/>
                  <a:moveTo>
                    <a:pt x="2757" y="443"/>
                  </a:moveTo>
                  <a:lnTo>
                    <a:pt x="2822" y="443"/>
                  </a:lnTo>
                  <a:lnTo>
                    <a:pt x="2822" y="641"/>
                  </a:lnTo>
                  <a:lnTo>
                    <a:pt x="2757" y="641"/>
                  </a:lnTo>
                  <a:lnTo>
                    <a:pt x="2757" y="443"/>
                  </a:lnTo>
                  <a:close/>
                  <a:moveTo>
                    <a:pt x="2246" y="436"/>
                  </a:moveTo>
                  <a:lnTo>
                    <a:pt x="2253" y="436"/>
                  </a:lnTo>
                  <a:lnTo>
                    <a:pt x="2259" y="439"/>
                  </a:lnTo>
                  <a:lnTo>
                    <a:pt x="2264" y="444"/>
                  </a:lnTo>
                  <a:lnTo>
                    <a:pt x="2268" y="449"/>
                  </a:lnTo>
                  <a:lnTo>
                    <a:pt x="2271" y="454"/>
                  </a:lnTo>
                  <a:lnTo>
                    <a:pt x="2271" y="456"/>
                  </a:lnTo>
                  <a:lnTo>
                    <a:pt x="2271" y="468"/>
                  </a:lnTo>
                  <a:lnTo>
                    <a:pt x="2264" y="480"/>
                  </a:lnTo>
                  <a:lnTo>
                    <a:pt x="2253" y="486"/>
                  </a:lnTo>
                  <a:lnTo>
                    <a:pt x="2246" y="486"/>
                  </a:lnTo>
                  <a:lnTo>
                    <a:pt x="2240" y="486"/>
                  </a:lnTo>
                  <a:lnTo>
                    <a:pt x="2234" y="484"/>
                  </a:lnTo>
                  <a:lnTo>
                    <a:pt x="2229" y="479"/>
                  </a:lnTo>
                  <a:lnTo>
                    <a:pt x="2225" y="473"/>
                  </a:lnTo>
                  <a:lnTo>
                    <a:pt x="2222" y="467"/>
                  </a:lnTo>
                  <a:lnTo>
                    <a:pt x="2221" y="461"/>
                  </a:lnTo>
                  <a:lnTo>
                    <a:pt x="2222" y="454"/>
                  </a:lnTo>
                  <a:lnTo>
                    <a:pt x="2225" y="448"/>
                  </a:lnTo>
                  <a:lnTo>
                    <a:pt x="2229" y="443"/>
                  </a:lnTo>
                  <a:lnTo>
                    <a:pt x="2234" y="439"/>
                  </a:lnTo>
                  <a:lnTo>
                    <a:pt x="2240" y="436"/>
                  </a:lnTo>
                  <a:lnTo>
                    <a:pt x="2246" y="436"/>
                  </a:lnTo>
                  <a:close/>
                  <a:moveTo>
                    <a:pt x="837" y="426"/>
                  </a:moveTo>
                  <a:lnTo>
                    <a:pt x="837" y="426"/>
                  </a:lnTo>
                  <a:lnTo>
                    <a:pt x="842" y="429"/>
                  </a:lnTo>
                  <a:lnTo>
                    <a:pt x="844" y="431"/>
                  </a:lnTo>
                  <a:lnTo>
                    <a:pt x="845" y="433"/>
                  </a:lnTo>
                  <a:lnTo>
                    <a:pt x="845" y="435"/>
                  </a:lnTo>
                  <a:lnTo>
                    <a:pt x="844" y="438"/>
                  </a:lnTo>
                  <a:lnTo>
                    <a:pt x="843" y="440"/>
                  </a:lnTo>
                  <a:lnTo>
                    <a:pt x="840" y="442"/>
                  </a:lnTo>
                  <a:lnTo>
                    <a:pt x="837" y="443"/>
                  </a:lnTo>
                  <a:lnTo>
                    <a:pt x="837" y="426"/>
                  </a:lnTo>
                  <a:close/>
                  <a:moveTo>
                    <a:pt x="2383" y="424"/>
                  </a:moveTo>
                  <a:lnTo>
                    <a:pt x="2486" y="424"/>
                  </a:lnTo>
                  <a:lnTo>
                    <a:pt x="2486" y="444"/>
                  </a:lnTo>
                  <a:lnTo>
                    <a:pt x="2486" y="444"/>
                  </a:lnTo>
                  <a:lnTo>
                    <a:pt x="2486" y="449"/>
                  </a:lnTo>
                  <a:lnTo>
                    <a:pt x="2560" y="449"/>
                  </a:lnTo>
                  <a:lnTo>
                    <a:pt x="2560" y="467"/>
                  </a:lnTo>
                  <a:lnTo>
                    <a:pt x="2469" y="467"/>
                  </a:lnTo>
                  <a:lnTo>
                    <a:pt x="2469" y="444"/>
                  </a:lnTo>
                  <a:lnTo>
                    <a:pt x="2398" y="444"/>
                  </a:lnTo>
                  <a:lnTo>
                    <a:pt x="2398" y="484"/>
                  </a:lnTo>
                  <a:lnTo>
                    <a:pt x="2311" y="484"/>
                  </a:lnTo>
                  <a:lnTo>
                    <a:pt x="2311" y="466"/>
                  </a:lnTo>
                  <a:lnTo>
                    <a:pt x="2383" y="466"/>
                  </a:lnTo>
                  <a:lnTo>
                    <a:pt x="2383" y="424"/>
                  </a:lnTo>
                  <a:close/>
                  <a:moveTo>
                    <a:pt x="1908" y="416"/>
                  </a:moveTo>
                  <a:lnTo>
                    <a:pt x="1959" y="416"/>
                  </a:lnTo>
                  <a:lnTo>
                    <a:pt x="1959" y="436"/>
                  </a:lnTo>
                  <a:lnTo>
                    <a:pt x="1908" y="436"/>
                  </a:lnTo>
                  <a:lnTo>
                    <a:pt x="1908" y="416"/>
                  </a:lnTo>
                  <a:close/>
                  <a:moveTo>
                    <a:pt x="1163" y="416"/>
                  </a:moveTo>
                  <a:lnTo>
                    <a:pt x="1174" y="417"/>
                  </a:lnTo>
                  <a:lnTo>
                    <a:pt x="1185" y="421"/>
                  </a:lnTo>
                  <a:lnTo>
                    <a:pt x="1196" y="430"/>
                  </a:lnTo>
                  <a:lnTo>
                    <a:pt x="1198" y="431"/>
                  </a:lnTo>
                  <a:lnTo>
                    <a:pt x="1203" y="438"/>
                  </a:lnTo>
                  <a:lnTo>
                    <a:pt x="1211" y="445"/>
                  </a:lnTo>
                  <a:lnTo>
                    <a:pt x="1219" y="453"/>
                  </a:lnTo>
                  <a:lnTo>
                    <a:pt x="1226" y="461"/>
                  </a:lnTo>
                  <a:lnTo>
                    <a:pt x="1233" y="466"/>
                  </a:lnTo>
                  <a:lnTo>
                    <a:pt x="1235" y="468"/>
                  </a:lnTo>
                  <a:lnTo>
                    <a:pt x="1229" y="467"/>
                  </a:lnTo>
                  <a:lnTo>
                    <a:pt x="1222" y="467"/>
                  </a:lnTo>
                  <a:lnTo>
                    <a:pt x="1202" y="471"/>
                  </a:lnTo>
                  <a:lnTo>
                    <a:pt x="1180" y="449"/>
                  </a:lnTo>
                  <a:lnTo>
                    <a:pt x="1175" y="445"/>
                  </a:lnTo>
                  <a:lnTo>
                    <a:pt x="1170" y="444"/>
                  </a:lnTo>
                  <a:lnTo>
                    <a:pt x="1164" y="443"/>
                  </a:lnTo>
                  <a:lnTo>
                    <a:pt x="1159" y="444"/>
                  </a:lnTo>
                  <a:lnTo>
                    <a:pt x="1152" y="445"/>
                  </a:lnTo>
                  <a:lnTo>
                    <a:pt x="1149" y="449"/>
                  </a:lnTo>
                  <a:lnTo>
                    <a:pt x="1145" y="454"/>
                  </a:lnTo>
                  <a:lnTo>
                    <a:pt x="1142" y="459"/>
                  </a:lnTo>
                  <a:lnTo>
                    <a:pt x="1141" y="466"/>
                  </a:lnTo>
                  <a:lnTo>
                    <a:pt x="1142" y="471"/>
                  </a:lnTo>
                  <a:lnTo>
                    <a:pt x="1145" y="477"/>
                  </a:lnTo>
                  <a:lnTo>
                    <a:pt x="1149" y="481"/>
                  </a:lnTo>
                  <a:lnTo>
                    <a:pt x="1150" y="484"/>
                  </a:lnTo>
                  <a:lnTo>
                    <a:pt x="1155" y="487"/>
                  </a:lnTo>
                  <a:lnTo>
                    <a:pt x="1161" y="494"/>
                  </a:lnTo>
                  <a:lnTo>
                    <a:pt x="1168" y="501"/>
                  </a:lnTo>
                  <a:lnTo>
                    <a:pt x="1174" y="508"/>
                  </a:lnTo>
                  <a:lnTo>
                    <a:pt x="1179" y="513"/>
                  </a:lnTo>
                  <a:lnTo>
                    <a:pt x="1182" y="515"/>
                  </a:lnTo>
                  <a:lnTo>
                    <a:pt x="1185" y="518"/>
                  </a:lnTo>
                  <a:lnTo>
                    <a:pt x="1191" y="521"/>
                  </a:lnTo>
                  <a:lnTo>
                    <a:pt x="1194" y="522"/>
                  </a:lnTo>
                  <a:lnTo>
                    <a:pt x="1200" y="522"/>
                  </a:lnTo>
                  <a:lnTo>
                    <a:pt x="1203" y="522"/>
                  </a:lnTo>
                  <a:lnTo>
                    <a:pt x="1207" y="521"/>
                  </a:lnTo>
                  <a:lnTo>
                    <a:pt x="1211" y="518"/>
                  </a:lnTo>
                  <a:lnTo>
                    <a:pt x="1212" y="517"/>
                  </a:lnTo>
                  <a:lnTo>
                    <a:pt x="1215" y="515"/>
                  </a:lnTo>
                  <a:lnTo>
                    <a:pt x="1215" y="514"/>
                  </a:lnTo>
                  <a:lnTo>
                    <a:pt x="1217" y="513"/>
                  </a:lnTo>
                  <a:lnTo>
                    <a:pt x="1221" y="512"/>
                  </a:lnTo>
                  <a:lnTo>
                    <a:pt x="1224" y="512"/>
                  </a:lnTo>
                  <a:lnTo>
                    <a:pt x="1228" y="512"/>
                  </a:lnTo>
                  <a:lnTo>
                    <a:pt x="1231" y="513"/>
                  </a:lnTo>
                  <a:lnTo>
                    <a:pt x="1234" y="515"/>
                  </a:lnTo>
                  <a:lnTo>
                    <a:pt x="1243" y="524"/>
                  </a:lnTo>
                  <a:lnTo>
                    <a:pt x="1239" y="529"/>
                  </a:lnTo>
                  <a:lnTo>
                    <a:pt x="1234" y="536"/>
                  </a:lnTo>
                  <a:lnTo>
                    <a:pt x="1224" y="543"/>
                  </a:lnTo>
                  <a:lnTo>
                    <a:pt x="1212" y="547"/>
                  </a:lnTo>
                  <a:lnTo>
                    <a:pt x="1201" y="550"/>
                  </a:lnTo>
                  <a:lnTo>
                    <a:pt x="1188" y="547"/>
                  </a:lnTo>
                  <a:lnTo>
                    <a:pt x="1177" y="543"/>
                  </a:lnTo>
                  <a:lnTo>
                    <a:pt x="1166" y="536"/>
                  </a:lnTo>
                  <a:lnTo>
                    <a:pt x="1128" y="498"/>
                  </a:lnTo>
                  <a:lnTo>
                    <a:pt x="1121" y="487"/>
                  </a:lnTo>
                  <a:lnTo>
                    <a:pt x="1115" y="476"/>
                  </a:lnTo>
                  <a:lnTo>
                    <a:pt x="1114" y="463"/>
                  </a:lnTo>
                  <a:lnTo>
                    <a:pt x="1115" y="452"/>
                  </a:lnTo>
                  <a:lnTo>
                    <a:pt x="1121" y="440"/>
                  </a:lnTo>
                  <a:lnTo>
                    <a:pt x="1128" y="430"/>
                  </a:lnTo>
                  <a:lnTo>
                    <a:pt x="1138" y="421"/>
                  </a:lnTo>
                  <a:lnTo>
                    <a:pt x="1150" y="417"/>
                  </a:lnTo>
                  <a:lnTo>
                    <a:pt x="1163" y="416"/>
                  </a:lnTo>
                  <a:close/>
                  <a:moveTo>
                    <a:pt x="829" y="401"/>
                  </a:moveTo>
                  <a:lnTo>
                    <a:pt x="829" y="416"/>
                  </a:lnTo>
                  <a:lnTo>
                    <a:pt x="828" y="415"/>
                  </a:lnTo>
                  <a:lnTo>
                    <a:pt x="826" y="415"/>
                  </a:lnTo>
                  <a:lnTo>
                    <a:pt x="824" y="414"/>
                  </a:lnTo>
                  <a:lnTo>
                    <a:pt x="821" y="412"/>
                  </a:lnTo>
                  <a:lnTo>
                    <a:pt x="820" y="410"/>
                  </a:lnTo>
                  <a:lnTo>
                    <a:pt x="820" y="407"/>
                  </a:lnTo>
                  <a:lnTo>
                    <a:pt x="820" y="406"/>
                  </a:lnTo>
                  <a:lnTo>
                    <a:pt x="821" y="403"/>
                  </a:lnTo>
                  <a:lnTo>
                    <a:pt x="824" y="402"/>
                  </a:lnTo>
                  <a:lnTo>
                    <a:pt x="826" y="401"/>
                  </a:lnTo>
                  <a:lnTo>
                    <a:pt x="829" y="401"/>
                  </a:lnTo>
                  <a:close/>
                  <a:moveTo>
                    <a:pt x="829" y="389"/>
                  </a:moveTo>
                  <a:lnTo>
                    <a:pt x="829" y="394"/>
                  </a:lnTo>
                  <a:lnTo>
                    <a:pt x="823" y="396"/>
                  </a:lnTo>
                  <a:lnTo>
                    <a:pt x="817" y="397"/>
                  </a:lnTo>
                  <a:lnTo>
                    <a:pt x="814" y="400"/>
                  </a:lnTo>
                  <a:lnTo>
                    <a:pt x="811" y="403"/>
                  </a:lnTo>
                  <a:lnTo>
                    <a:pt x="811" y="408"/>
                  </a:lnTo>
                  <a:lnTo>
                    <a:pt x="811" y="411"/>
                  </a:lnTo>
                  <a:lnTo>
                    <a:pt x="811" y="414"/>
                  </a:lnTo>
                  <a:lnTo>
                    <a:pt x="812" y="415"/>
                  </a:lnTo>
                  <a:lnTo>
                    <a:pt x="816" y="419"/>
                  </a:lnTo>
                  <a:lnTo>
                    <a:pt x="820" y="421"/>
                  </a:lnTo>
                  <a:lnTo>
                    <a:pt x="824" y="422"/>
                  </a:lnTo>
                  <a:lnTo>
                    <a:pt x="829" y="424"/>
                  </a:lnTo>
                  <a:lnTo>
                    <a:pt x="829" y="443"/>
                  </a:lnTo>
                  <a:lnTo>
                    <a:pt x="824" y="442"/>
                  </a:lnTo>
                  <a:lnTo>
                    <a:pt x="821" y="439"/>
                  </a:lnTo>
                  <a:lnTo>
                    <a:pt x="819" y="436"/>
                  </a:lnTo>
                  <a:lnTo>
                    <a:pt x="816" y="434"/>
                  </a:lnTo>
                  <a:lnTo>
                    <a:pt x="808" y="438"/>
                  </a:lnTo>
                  <a:lnTo>
                    <a:pt x="810" y="440"/>
                  </a:lnTo>
                  <a:lnTo>
                    <a:pt x="812" y="443"/>
                  </a:lnTo>
                  <a:lnTo>
                    <a:pt x="816" y="445"/>
                  </a:lnTo>
                  <a:lnTo>
                    <a:pt x="820" y="448"/>
                  </a:lnTo>
                  <a:lnTo>
                    <a:pt x="824" y="449"/>
                  </a:lnTo>
                  <a:lnTo>
                    <a:pt x="829" y="451"/>
                  </a:lnTo>
                  <a:lnTo>
                    <a:pt x="829" y="456"/>
                  </a:lnTo>
                  <a:lnTo>
                    <a:pt x="837" y="456"/>
                  </a:lnTo>
                  <a:lnTo>
                    <a:pt x="837" y="451"/>
                  </a:lnTo>
                  <a:lnTo>
                    <a:pt x="842" y="449"/>
                  </a:lnTo>
                  <a:lnTo>
                    <a:pt x="848" y="447"/>
                  </a:lnTo>
                  <a:lnTo>
                    <a:pt x="852" y="443"/>
                  </a:lnTo>
                  <a:lnTo>
                    <a:pt x="854" y="439"/>
                  </a:lnTo>
                  <a:lnTo>
                    <a:pt x="854" y="434"/>
                  </a:lnTo>
                  <a:lnTo>
                    <a:pt x="854" y="431"/>
                  </a:lnTo>
                  <a:lnTo>
                    <a:pt x="853" y="429"/>
                  </a:lnTo>
                  <a:lnTo>
                    <a:pt x="852" y="428"/>
                  </a:lnTo>
                  <a:lnTo>
                    <a:pt x="849" y="425"/>
                  </a:lnTo>
                  <a:lnTo>
                    <a:pt x="847" y="422"/>
                  </a:lnTo>
                  <a:lnTo>
                    <a:pt x="844" y="421"/>
                  </a:lnTo>
                  <a:lnTo>
                    <a:pt x="842" y="420"/>
                  </a:lnTo>
                  <a:lnTo>
                    <a:pt x="837" y="419"/>
                  </a:lnTo>
                  <a:lnTo>
                    <a:pt x="837" y="402"/>
                  </a:lnTo>
                  <a:lnTo>
                    <a:pt x="840" y="403"/>
                  </a:lnTo>
                  <a:lnTo>
                    <a:pt x="843" y="406"/>
                  </a:lnTo>
                  <a:lnTo>
                    <a:pt x="845" y="410"/>
                  </a:lnTo>
                  <a:lnTo>
                    <a:pt x="853" y="406"/>
                  </a:lnTo>
                  <a:lnTo>
                    <a:pt x="851" y="402"/>
                  </a:lnTo>
                  <a:lnTo>
                    <a:pt x="847" y="398"/>
                  </a:lnTo>
                  <a:lnTo>
                    <a:pt x="842" y="396"/>
                  </a:lnTo>
                  <a:lnTo>
                    <a:pt x="837" y="394"/>
                  </a:lnTo>
                  <a:lnTo>
                    <a:pt x="837" y="389"/>
                  </a:lnTo>
                  <a:lnTo>
                    <a:pt x="829" y="389"/>
                  </a:lnTo>
                  <a:close/>
                  <a:moveTo>
                    <a:pt x="2720" y="389"/>
                  </a:moveTo>
                  <a:lnTo>
                    <a:pt x="2743" y="458"/>
                  </a:lnTo>
                  <a:lnTo>
                    <a:pt x="2718" y="448"/>
                  </a:lnTo>
                  <a:lnTo>
                    <a:pt x="2709" y="461"/>
                  </a:lnTo>
                  <a:lnTo>
                    <a:pt x="2697" y="472"/>
                  </a:lnTo>
                  <a:lnTo>
                    <a:pt x="2682" y="481"/>
                  </a:lnTo>
                  <a:lnTo>
                    <a:pt x="2664" y="487"/>
                  </a:lnTo>
                  <a:lnTo>
                    <a:pt x="2643" y="490"/>
                  </a:lnTo>
                  <a:lnTo>
                    <a:pt x="2617" y="489"/>
                  </a:lnTo>
                  <a:lnTo>
                    <a:pt x="2588" y="482"/>
                  </a:lnTo>
                  <a:lnTo>
                    <a:pt x="2615" y="480"/>
                  </a:lnTo>
                  <a:lnTo>
                    <a:pt x="2637" y="472"/>
                  </a:lnTo>
                  <a:lnTo>
                    <a:pt x="2657" y="462"/>
                  </a:lnTo>
                  <a:lnTo>
                    <a:pt x="2671" y="448"/>
                  </a:lnTo>
                  <a:lnTo>
                    <a:pt x="2679" y="430"/>
                  </a:lnTo>
                  <a:lnTo>
                    <a:pt x="2655" y="420"/>
                  </a:lnTo>
                  <a:lnTo>
                    <a:pt x="2720" y="389"/>
                  </a:lnTo>
                  <a:close/>
                  <a:moveTo>
                    <a:pt x="819" y="378"/>
                  </a:moveTo>
                  <a:lnTo>
                    <a:pt x="844" y="378"/>
                  </a:lnTo>
                  <a:lnTo>
                    <a:pt x="854" y="384"/>
                  </a:lnTo>
                  <a:lnTo>
                    <a:pt x="862" y="393"/>
                  </a:lnTo>
                  <a:lnTo>
                    <a:pt x="868" y="406"/>
                  </a:lnTo>
                  <a:lnTo>
                    <a:pt x="873" y="421"/>
                  </a:lnTo>
                  <a:lnTo>
                    <a:pt x="876" y="436"/>
                  </a:lnTo>
                  <a:lnTo>
                    <a:pt x="873" y="449"/>
                  </a:lnTo>
                  <a:lnTo>
                    <a:pt x="865" y="458"/>
                  </a:lnTo>
                  <a:lnTo>
                    <a:pt x="851" y="465"/>
                  </a:lnTo>
                  <a:lnTo>
                    <a:pt x="831" y="467"/>
                  </a:lnTo>
                  <a:lnTo>
                    <a:pt x="815" y="465"/>
                  </a:lnTo>
                  <a:lnTo>
                    <a:pt x="802" y="461"/>
                  </a:lnTo>
                  <a:lnTo>
                    <a:pt x="793" y="454"/>
                  </a:lnTo>
                  <a:lnTo>
                    <a:pt x="788" y="445"/>
                  </a:lnTo>
                  <a:lnTo>
                    <a:pt x="787" y="434"/>
                  </a:lnTo>
                  <a:lnTo>
                    <a:pt x="789" y="421"/>
                  </a:lnTo>
                  <a:lnTo>
                    <a:pt x="793" y="406"/>
                  </a:lnTo>
                  <a:lnTo>
                    <a:pt x="800" y="393"/>
                  </a:lnTo>
                  <a:lnTo>
                    <a:pt x="808" y="384"/>
                  </a:lnTo>
                  <a:lnTo>
                    <a:pt x="819" y="378"/>
                  </a:lnTo>
                  <a:close/>
                  <a:moveTo>
                    <a:pt x="819" y="365"/>
                  </a:moveTo>
                  <a:lnTo>
                    <a:pt x="844" y="365"/>
                  </a:lnTo>
                  <a:lnTo>
                    <a:pt x="844" y="375"/>
                  </a:lnTo>
                  <a:lnTo>
                    <a:pt x="819" y="375"/>
                  </a:lnTo>
                  <a:lnTo>
                    <a:pt x="819" y="365"/>
                  </a:lnTo>
                  <a:close/>
                  <a:moveTo>
                    <a:pt x="2153" y="363"/>
                  </a:moveTo>
                  <a:lnTo>
                    <a:pt x="2150" y="364"/>
                  </a:lnTo>
                  <a:lnTo>
                    <a:pt x="2146" y="366"/>
                  </a:lnTo>
                  <a:lnTo>
                    <a:pt x="2143" y="370"/>
                  </a:lnTo>
                  <a:lnTo>
                    <a:pt x="2142" y="374"/>
                  </a:lnTo>
                  <a:lnTo>
                    <a:pt x="2142" y="378"/>
                  </a:lnTo>
                  <a:lnTo>
                    <a:pt x="2143" y="382"/>
                  </a:lnTo>
                  <a:lnTo>
                    <a:pt x="2146" y="386"/>
                  </a:lnTo>
                  <a:lnTo>
                    <a:pt x="2150" y="388"/>
                  </a:lnTo>
                  <a:lnTo>
                    <a:pt x="2153" y="389"/>
                  </a:lnTo>
                  <a:lnTo>
                    <a:pt x="2157" y="389"/>
                  </a:lnTo>
                  <a:lnTo>
                    <a:pt x="2162" y="388"/>
                  </a:lnTo>
                  <a:lnTo>
                    <a:pt x="2165" y="386"/>
                  </a:lnTo>
                  <a:lnTo>
                    <a:pt x="2167" y="382"/>
                  </a:lnTo>
                  <a:lnTo>
                    <a:pt x="2169" y="378"/>
                  </a:lnTo>
                  <a:lnTo>
                    <a:pt x="2169" y="374"/>
                  </a:lnTo>
                  <a:lnTo>
                    <a:pt x="2167" y="370"/>
                  </a:lnTo>
                  <a:lnTo>
                    <a:pt x="2165" y="366"/>
                  </a:lnTo>
                  <a:lnTo>
                    <a:pt x="2162" y="364"/>
                  </a:lnTo>
                  <a:lnTo>
                    <a:pt x="2157" y="363"/>
                  </a:lnTo>
                  <a:lnTo>
                    <a:pt x="2153" y="363"/>
                  </a:lnTo>
                  <a:close/>
                  <a:moveTo>
                    <a:pt x="1934" y="358"/>
                  </a:moveTo>
                  <a:lnTo>
                    <a:pt x="1938" y="359"/>
                  </a:lnTo>
                  <a:lnTo>
                    <a:pt x="1942" y="361"/>
                  </a:lnTo>
                  <a:lnTo>
                    <a:pt x="1946" y="364"/>
                  </a:lnTo>
                  <a:lnTo>
                    <a:pt x="1948" y="368"/>
                  </a:lnTo>
                  <a:lnTo>
                    <a:pt x="1952" y="370"/>
                  </a:lnTo>
                  <a:lnTo>
                    <a:pt x="1956" y="373"/>
                  </a:lnTo>
                  <a:lnTo>
                    <a:pt x="1960" y="374"/>
                  </a:lnTo>
                  <a:lnTo>
                    <a:pt x="1964" y="374"/>
                  </a:lnTo>
                  <a:lnTo>
                    <a:pt x="1968" y="374"/>
                  </a:lnTo>
                  <a:lnTo>
                    <a:pt x="1971" y="372"/>
                  </a:lnTo>
                  <a:lnTo>
                    <a:pt x="1975" y="368"/>
                  </a:lnTo>
                  <a:lnTo>
                    <a:pt x="1979" y="365"/>
                  </a:lnTo>
                  <a:lnTo>
                    <a:pt x="1983" y="361"/>
                  </a:lnTo>
                  <a:lnTo>
                    <a:pt x="1987" y="360"/>
                  </a:lnTo>
                  <a:lnTo>
                    <a:pt x="1990" y="358"/>
                  </a:lnTo>
                  <a:lnTo>
                    <a:pt x="1959" y="410"/>
                  </a:lnTo>
                  <a:lnTo>
                    <a:pt x="1906" y="410"/>
                  </a:lnTo>
                  <a:lnTo>
                    <a:pt x="1876" y="358"/>
                  </a:lnTo>
                  <a:lnTo>
                    <a:pt x="1881" y="360"/>
                  </a:lnTo>
                  <a:lnTo>
                    <a:pt x="1885" y="364"/>
                  </a:lnTo>
                  <a:lnTo>
                    <a:pt x="1890" y="368"/>
                  </a:lnTo>
                  <a:lnTo>
                    <a:pt x="1894" y="370"/>
                  </a:lnTo>
                  <a:lnTo>
                    <a:pt x="1897" y="373"/>
                  </a:lnTo>
                  <a:lnTo>
                    <a:pt x="1900" y="374"/>
                  </a:lnTo>
                  <a:lnTo>
                    <a:pt x="1904" y="374"/>
                  </a:lnTo>
                  <a:lnTo>
                    <a:pt x="1908" y="374"/>
                  </a:lnTo>
                  <a:lnTo>
                    <a:pt x="1911" y="372"/>
                  </a:lnTo>
                  <a:lnTo>
                    <a:pt x="1915" y="368"/>
                  </a:lnTo>
                  <a:lnTo>
                    <a:pt x="1919" y="365"/>
                  </a:lnTo>
                  <a:lnTo>
                    <a:pt x="1923" y="361"/>
                  </a:lnTo>
                  <a:lnTo>
                    <a:pt x="1927" y="360"/>
                  </a:lnTo>
                  <a:lnTo>
                    <a:pt x="1931" y="358"/>
                  </a:lnTo>
                  <a:lnTo>
                    <a:pt x="1934" y="358"/>
                  </a:lnTo>
                  <a:close/>
                  <a:moveTo>
                    <a:pt x="1605" y="338"/>
                  </a:moveTo>
                  <a:lnTo>
                    <a:pt x="1607" y="338"/>
                  </a:lnTo>
                  <a:lnTo>
                    <a:pt x="1608" y="340"/>
                  </a:lnTo>
                  <a:lnTo>
                    <a:pt x="1610" y="342"/>
                  </a:lnTo>
                  <a:lnTo>
                    <a:pt x="1610" y="345"/>
                  </a:lnTo>
                  <a:lnTo>
                    <a:pt x="1610" y="352"/>
                  </a:lnTo>
                  <a:lnTo>
                    <a:pt x="1610" y="352"/>
                  </a:lnTo>
                  <a:lnTo>
                    <a:pt x="1599" y="352"/>
                  </a:lnTo>
                  <a:lnTo>
                    <a:pt x="1599" y="352"/>
                  </a:lnTo>
                  <a:lnTo>
                    <a:pt x="1599" y="350"/>
                  </a:lnTo>
                  <a:lnTo>
                    <a:pt x="1599" y="345"/>
                  </a:lnTo>
                  <a:lnTo>
                    <a:pt x="1599" y="341"/>
                  </a:lnTo>
                  <a:lnTo>
                    <a:pt x="1601" y="340"/>
                  </a:lnTo>
                  <a:lnTo>
                    <a:pt x="1602" y="338"/>
                  </a:lnTo>
                  <a:lnTo>
                    <a:pt x="1605" y="338"/>
                  </a:lnTo>
                  <a:close/>
                  <a:moveTo>
                    <a:pt x="1559" y="337"/>
                  </a:moveTo>
                  <a:lnTo>
                    <a:pt x="1561" y="338"/>
                  </a:lnTo>
                  <a:lnTo>
                    <a:pt x="1564" y="341"/>
                  </a:lnTo>
                  <a:lnTo>
                    <a:pt x="1564" y="344"/>
                  </a:lnTo>
                  <a:lnTo>
                    <a:pt x="1564" y="379"/>
                  </a:lnTo>
                  <a:lnTo>
                    <a:pt x="1564" y="383"/>
                  </a:lnTo>
                  <a:lnTo>
                    <a:pt x="1562" y="384"/>
                  </a:lnTo>
                  <a:lnTo>
                    <a:pt x="1560" y="386"/>
                  </a:lnTo>
                  <a:lnTo>
                    <a:pt x="1559" y="386"/>
                  </a:lnTo>
                  <a:lnTo>
                    <a:pt x="1556" y="384"/>
                  </a:lnTo>
                  <a:lnTo>
                    <a:pt x="1554" y="382"/>
                  </a:lnTo>
                  <a:lnTo>
                    <a:pt x="1554" y="341"/>
                  </a:lnTo>
                  <a:lnTo>
                    <a:pt x="1556" y="338"/>
                  </a:lnTo>
                  <a:lnTo>
                    <a:pt x="1559" y="337"/>
                  </a:lnTo>
                  <a:close/>
                  <a:moveTo>
                    <a:pt x="1359" y="337"/>
                  </a:moveTo>
                  <a:lnTo>
                    <a:pt x="1355" y="337"/>
                  </a:lnTo>
                  <a:lnTo>
                    <a:pt x="1354" y="340"/>
                  </a:lnTo>
                  <a:lnTo>
                    <a:pt x="1354" y="341"/>
                  </a:lnTo>
                  <a:lnTo>
                    <a:pt x="1354" y="379"/>
                  </a:lnTo>
                  <a:lnTo>
                    <a:pt x="1354" y="382"/>
                  </a:lnTo>
                  <a:lnTo>
                    <a:pt x="1355" y="383"/>
                  </a:lnTo>
                  <a:lnTo>
                    <a:pt x="1359" y="384"/>
                  </a:lnTo>
                  <a:lnTo>
                    <a:pt x="1359" y="384"/>
                  </a:lnTo>
                  <a:lnTo>
                    <a:pt x="1360" y="383"/>
                  </a:lnTo>
                  <a:lnTo>
                    <a:pt x="1363" y="382"/>
                  </a:lnTo>
                  <a:lnTo>
                    <a:pt x="1364" y="380"/>
                  </a:lnTo>
                  <a:lnTo>
                    <a:pt x="1364" y="377"/>
                  </a:lnTo>
                  <a:lnTo>
                    <a:pt x="1364" y="342"/>
                  </a:lnTo>
                  <a:lnTo>
                    <a:pt x="1364" y="340"/>
                  </a:lnTo>
                  <a:lnTo>
                    <a:pt x="1363" y="338"/>
                  </a:lnTo>
                  <a:lnTo>
                    <a:pt x="1360" y="337"/>
                  </a:lnTo>
                  <a:lnTo>
                    <a:pt x="1359" y="337"/>
                  </a:lnTo>
                  <a:close/>
                  <a:moveTo>
                    <a:pt x="2325" y="336"/>
                  </a:moveTo>
                  <a:lnTo>
                    <a:pt x="2336" y="336"/>
                  </a:lnTo>
                  <a:lnTo>
                    <a:pt x="2339" y="340"/>
                  </a:lnTo>
                  <a:lnTo>
                    <a:pt x="2343" y="341"/>
                  </a:lnTo>
                  <a:lnTo>
                    <a:pt x="2347" y="342"/>
                  </a:lnTo>
                  <a:lnTo>
                    <a:pt x="2352" y="341"/>
                  </a:lnTo>
                  <a:lnTo>
                    <a:pt x="2356" y="340"/>
                  </a:lnTo>
                  <a:lnTo>
                    <a:pt x="2359" y="336"/>
                  </a:lnTo>
                  <a:lnTo>
                    <a:pt x="2370" y="336"/>
                  </a:lnTo>
                  <a:lnTo>
                    <a:pt x="2374" y="337"/>
                  </a:lnTo>
                  <a:lnTo>
                    <a:pt x="2376" y="340"/>
                  </a:lnTo>
                  <a:lnTo>
                    <a:pt x="2379" y="342"/>
                  </a:lnTo>
                  <a:lnTo>
                    <a:pt x="2380" y="346"/>
                  </a:lnTo>
                  <a:lnTo>
                    <a:pt x="2380" y="387"/>
                  </a:lnTo>
                  <a:lnTo>
                    <a:pt x="2379" y="391"/>
                  </a:lnTo>
                  <a:lnTo>
                    <a:pt x="2376" y="393"/>
                  </a:lnTo>
                  <a:lnTo>
                    <a:pt x="2374" y="396"/>
                  </a:lnTo>
                  <a:lnTo>
                    <a:pt x="2370" y="397"/>
                  </a:lnTo>
                  <a:lnTo>
                    <a:pt x="2365" y="397"/>
                  </a:lnTo>
                  <a:lnTo>
                    <a:pt x="2365" y="444"/>
                  </a:lnTo>
                  <a:lnTo>
                    <a:pt x="2365" y="448"/>
                  </a:lnTo>
                  <a:lnTo>
                    <a:pt x="2364" y="451"/>
                  </a:lnTo>
                  <a:lnTo>
                    <a:pt x="2361" y="452"/>
                  </a:lnTo>
                  <a:lnTo>
                    <a:pt x="2357" y="452"/>
                  </a:lnTo>
                  <a:lnTo>
                    <a:pt x="2355" y="452"/>
                  </a:lnTo>
                  <a:lnTo>
                    <a:pt x="2352" y="451"/>
                  </a:lnTo>
                  <a:lnTo>
                    <a:pt x="2351" y="448"/>
                  </a:lnTo>
                  <a:lnTo>
                    <a:pt x="2350" y="444"/>
                  </a:lnTo>
                  <a:lnTo>
                    <a:pt x="2350" y="397"/>
                  </a:lnTo>
                  <a:lnTo>
                    <a:pt x="2345" y="397"/>
                  </a:lnTo>
                  <a:lnTo>
                    <a:pt x="2345" y="444"/>
                  </a:lnTo>
                  <a:lnTo>
                    <a:pt x="2343" y="448"/>
                  </a:lnTo>
                  <a:lnTo>
                    <a:pt x="2342" y="451"/>
                  </a:lnTo>
                  <a:lnTo>
                    <a:pt x="2339" y="452"/>
                  </a:lnTo>
                  <a:lnTo>
                    <a:pt x="2337" y="452"/>
                  </a:lnTo>
                  <a:lnTo>
                    <a:pt x="2333" y="452"/>
                  </a:lnTo>
                  <a:lnTo>
                    <a:pt x="2332" y="451"/>
                  </a:lnTo>
                  <a:lnTo>
                    <a:pt x="2329" y="448"/>
                  </a:lnTo>
                  <a:lnTo>
                    <a:pt x="2329" y="444"/>
                  </a:lnTo>
                  <a:lnTo>
                    <a:pt x="2329" y="397"/>
                  </a:lnTo>
                  <a:lnTo>
                    <a:pt x="2325" y="397"/>
                  </a:lnTo>
                  <a:lnTo>
                    <a:pt x="2322" y="396"/>
                  </a:lnTo>
                  <a:lnTo>
                    <a:pt x="2318" y="393"/>
                  </a:lnTo>
                  <a:lnTo>
                    <a:pt x="2315" y="391"/>
                  </a:lnTo>
                  <a:lnTo>
                    <a:pt x="2315" y="387"/>
                  </a:lnTo>
                  <a:lnTo>
                    <a:pt x="2315" y="346"/>
                  </a:lnTo>
                  <a:lnTo>
                    <a:pt x="2315" y="342"/>
                  </a:lnTo>
                  <a:lnTo>
                    <a:pt x="2318" y="340"/>
                  </a:lnTo>
                  <a:lnTo>
                    <a:pt x="2322" y="337"/>
                  </a:lnTo>
                  <a:lnTo>
                    <a:pt x="2325" y="336"/>
                  </a:lnTo>
                  <a:close/>
                  <a:moveTo>
                    <a:pt x="831" y="336"/>
                  </a:moveTo>
                  <a:lnTo>
                    <a:pt x="834" y="337"/>
                  </a:lnTo>
                  <a:lnTo>
                    <a:pt x="837" y="338"/>
                  </a:lnTo>
                  <a:lnTo>
                    <a:pt x="839" y="341"/>
                  </a:lnTo>
                  <a:lnTo>
                    <a:pt x="842" y="342"/>
                  </a:lnTo>
                  <a:lnTo>
                    <a:pt x="844" y="344"/>
                  </a:lnTo>
                  <a:lnTo>
                    <a:pt x="847" y="345"/>
                  </a:lnTo>
                  <a:lnTo>
                    <a:pt x="849" y="344"/>
                  </a:lnTo>
                  <a:lnTo>
                    <a:pt x="852" y="342"/>
                  </a:lnTo>
                  <a:lnTo>
                    <a:pt x="854" y="340"/>
                  </a:lnTo>
                  <a:lnTo>
                    <a:pt x="857" y="337"/>
                  </a:lnTo>
                  <a:lnTo>
                    <a:pt x="859" y="336"/>
                  </a:lnTo>
                  <a:lnTo>
                    <a:pt x="844" y="361"/>
                  </a:lnTo>
                  <a:lnTo>
                    <a:pt x="819" y="361"/>
                  </a:lnTo>
                  <a:lnTo>
                    <a:pt x="803" y="336"/>
                  </a:lnTo>
                  <a:lnTo>
                    <a:pt x="805" y="337"/>
                  </a:lnTo>
                  <a:lnTo>
                    <a:pt x="807" y="338"/>
                  </a:lnTo>
                  <a:lnTo>
                    <a:pt x="810" y="341"/>
                  </a:lnTo>
                  <a:lnTo>
                    <a:pt x="812" y="342"/>
                  </a:lnTo>
                  <a:lnTo>
                    <a:pt x="815" y="344"/>
                  </a:lnTo>
                  <a:lnTo>
                    <a:pt x="817" y="345"/>
                  </a:lnTo>
                  <a:lnTo>
                    <a:pt x="820" y="344"/>
                  </a:lnTo>
                  <a:lnTo>
                    <a:pt x="823" y="342"/>
                  </a:lnTo>
                  <a:lnTo>
                    <a:pt x="825" y="340"/>
                  </a:lnTo>
                  <a:lnTo>
                    <a:pt x="826" y="337"/>
                  </a:lnTo>
                  <a:lnTo>
                    <a:pt x="829" y="336"/>
                  </a:lnTo>
                  <a:lnTo>
                    <a:pt x="831" y="336"/>
                  </a:lnTo>
                  <a:close/>
                  <a:moveTo>
                    <a:pt x="1492" y="328"/>
                  </a:moveTo>
                  <a:lnTo>
                    <a:pt x="1492" y="379"/>
                  </a:lnTo>
                  <a:lnTo>
                    <a:pt x="1494" y="386"/>
                  </a:lnTo>
                  <a:lnTo>
                    <a:pt x="1494" y="391"/>
                  </a:lnTo>
                  <a:lnTo>
                    <a:pt x="1495" y="393"/>
                  </a:lnTo>
                  <a:lnTo>
                    <a:pt x="1498" y="396"/>
                  </a:lnTo>
                  <a:lnTo>
                    <a:pt x="1501" y="396"/>
                  </a:lnTo>
                  <a:lnTo>
                    <a:pt x="1501" y="396"/>
                  </a:lnTo>
                  <a:lnTo>
                    <a:pt x="1506" y="394"/>
                  </a:lnTo>
                  <a:lnTo>
                    <a:pt x="1512" y="392"/>
                  </a:lnTo>
                  <a:lnTo>
                    <a:pt x="1517" y="388"/>
                  </a:lnTo>
                  <a:lnTo>
                    <a:pt x="1517" y="388"/>
                  </a:lnTo>
                  <a:lnTo>
                    <a:pt x="1517" y="394"/>
                  </a:lnTo>
                  <a:lnTo>
                    <a:pt x="1529" y="394"/>
                  </a:lnTo>
                  <a:lnTo>
                    <a:pt x="1529" y="328"/>
                  </a:lnTo>
                  <a:lnTo>
                    <a:pt x="1517" y="328"/>
                  </a:lnTo>
                  <a:lnTo>
                    <a:pt x="1517" y="379"/>
                  </a:lnTo>
                  <a:lnTo>
                    <a:pt x="1514" y="382"/>
                  </a:lnTo>
                  <a:lnTo>
                    <a:pt x="1512" y="383"/>
                  </a:lnTo>
                  <a:lnTo>
                    <a:pt x="1509" y="384"/>
                  </a:lnTo>
                  <a:lnTo>
                    <a:pt x="1508" y="384"/>
                  </a:lnTo>
                  <a:lnTo>
                    <a:pt x="1506" y="383"/>
                  </a:lnTo>
                  <a:lnTo>
                    <a:pt x="1505" y="382"/>
                  </a:lnTo>
                  <a:lnTo>
                    <a:pt x="1505" y="379"/>
                  </a:lnTo>
                  <a:lnTo>
                    <a:pt x="1505" y="328"/>
                  </a:lnTo>
                  <a:lnTo>
                    <a:pt x="1492" y="328"/>
                  </a:lnTo>
                  <a:close/>
                  <a:moveTo>
                    <a:pt x="1387" y="327"/>
                  </a:moveTo>
                  <a:lnTo>
                    <a:pt x="1399" y="327"/>
                  </a:lnTo>
                  <a:lnTo>
                    <a:pt x="1399" y="327"/>
                  </a:lnTo>
                  <a:lnTo>
                    <a:pt x="1399" y="377"/>
                  </a:lnTo>
                  <a:lnTo>
                    <a:pt x="1399" y="380"/>
                  </a:lnTo>
                  <a:lnTo>
                    <a:pt x="1401" y="382"/>
                  </a:lnTo>
                  <a:lnTo>
                    <a:pt x="1402" y="383"/>
                  </a:lnTo>
                  <a:lnTo>
                    <a:pt x="1403" y="383"/>
                  </a:lnTo>
                  <a:lnTo>
                    <a:pt x="1405" y="382"/>
                  </a:lnTo>
                  <a:lnTo>
                    <a:pt x="1407" y="380"/>
                  </a:lnTo>
                  <a:lnTo>
                    <a:pt x="1410" y="378"/>
                  </a:lnTo>
                  <a:lnTo>
                    <a:pt x="1410" y="327"/>
                  </a:lnTo>
                  <a:lnTo>
                    <a:pt x="1411" y="327"/>
                  </a:lnTo>
                  <a:lnTo>
                    <a:pt x="1422" y="327"/>
                  </a:lnTo>
                  <a:lnTo>
                    <a:pt x="1422" y="327"/>
                  </a:lnTo>
                  <a:lnTo>
                    <a:pt x="1422" y="393"/>
                  </a:lnTo>
                  <a:lnTo>
                    <a:pt x="1422" y="394"/>
                  </a:lnTo>
                  <a:lnTo>
                    <a:pt x="1411" y="394"/>
                  </a:lnTo>
                  <a:lnTo>
                    <a:pt x="1410" y="393"/>
                  </a:lnTo>
                  <a:lnTo>
                    <a:pt x="1410" y="387"/>
                  </a:lnTo>
                  <a:lnTo>
                    <a:pt x="1405" y="392"/>
                  </a:lnTo>
                  <a:lnTo>
                    <a:pt x="1401" y="394"/>
                  </a:lnTo>
                  <a:lnTo>
                    <a:pt x="1396" y="396"/>
                  </a:lnTo>
                  <a:lnTo>
                    <a:pt x="1392" y="394"/>
                  </a:lnTo>
                  <a:lnTo>
                    <a:pt x="1389" y="392"/>
                  </a:lnTo>
                  <a:lnTo>
                    <a:pt x="1388" y="389"/>
                  </a:lnTo>
                  <a:lnTo>
                    <a:pt x="1387" y="386"/>
                  </a:lnTo>
                  <a:lnTo>
                    <a:pt x="1387" y="382"/>
                  </a:lnTo>
                  <a:lnTo>
                    <a:pt x="1387" y="327"/>
                  </a:lnTo>
                  <a:lnTo>
                    <a:pt x="1387" y="327"/>
                  </a:lnTo>
                  <a:close/>
                  <a:moveTo>
                    <a:pt x="1605" y="326"/>
                  </a:moveTo>
                  <a:lnTo>
                    <a:pt x="1599" y="327"/>
                  </a:lnTo>
                  <a:lnTo>
                    <a:pt x="1594" y="330"/>
                  </a:lnTo>
                  <a:lnTo>
                    <a:pt x="1591" y="332"/>
                  </a:lnTo>
                  <a:lnTo>
                    <a:pt x="1588" y="337"/>
                  </a:lnTo>
                  <a:lnTo>
                    <a:pt x="1587" y="341"/>
                  </a:lnTo>
                  <a:lnTo>
                    <a:pt x="1587" y="345"/>
                  </a:lnTo>
                  <a:lnTo>
                    <a:pt x="1587" y="377"/>
                  </a:lnTo>
                  <a:lnTo>
                    <a:pt x="1587" y="383"/>
                  </a:lnTo>
                  <a:lnTo>
                    <a:pt x="1589" y="388"/>
                  </a:lnTo>
                  <a:lnTo>
                    <a:pt x="1592" y="392"/>
                  </a:lnTo>
                  <a:lnTo>
                    <a:pt x="1597" y="396"/>
                  </a:lnTo>
                  <a:lnTo>
                    <a:pt x="1601" y="397"/>
                  </a:lnTo>
                  <a:lnTo>
                    <a:pt x="1605" y="397"/>
                  </a:lnTo>
                  <a:lnTo>
                    <a:pt x="1611" y="396"/>
                  </a:lnTo>
                  <a:lnTo>
                    <a:pt x="1615" y="394"/>
                  </a:lnTo>
                  <a:lnTo>
                    <a:pt x="1619" y="391"/>
                  </a:lnTo>
                  <a:lnTo>
                    <a:pt x="1621" y="386"/>
                  </a:lnTo>
                  <a:lnTo>
                    <a:pt x="1622" y="383"/>
                  </a:lnTo>
                  <a:lnTo>
                    <a:pt x="1622" y="379"/>
                  </a:lnTo>
                  <a:lnTo>
                    <a:pt x="1622" y="374"/>
                  </a:lnTo>
                  <a:lnTo>
                    <a:pt x="1622" y="372"/>
                  </a:lnTo>
                  <a:lnTo>
                    <a:pt x="1610" y="372"/>
                  </a:lnTo>
                  <a:lnTo>
                    <a:pt x="1610" y="377"/>
                  </a:lnTo>
                  <a:lnTo>
                    <a:pt x="1610" y="380"/>
                  </a:lnTo>
                  <a:lnTo>
                    <a:pt x="1610" y="383"/>
                  </a:lnTo>
                  <a:lnTo>
                    <a:pt x="1608" y="384"/>
                  </a:lnTo>
                  <a:lnTo>
                    <a:pt x="1605" y="386"/>
                  </a:lnTo>
                  <a:lnTo>
                    <a:pt x="1603" y="386"/>
                  </a:lnTo>
                  <a:lnTo>
                    <a:pt x="1602" y="384"/>
                  </a:lnTo>
                  <a:lnTo>
                    <a:pt x="1601" y="383"/>
                  </a:lnTo>
                  <a:lnTo>
                    <a:pt x="1599" y="379"/>
                  </a:lnTo>
                  <a:lnTo>
                    <a:pt x="1599" y="375"/>
                  </a:lnTo>
                  <a:lnTo>
                    <a:pt x="1599" y="363"/>
                  </a:lnTo>
                  <a:lnTo>
                    <a:pt x="1599" y="363"/>
                  </a:lnTo>
                  <a:lnTo>
                    <a:pt x="1622" y="363"/>
                  </a:lnTo>
                  <a:lnTo>
                    <a:pt x="1622" y="347"/>
                  </a:lnTo>
                  <a:lnTo>
                    <a:pt x="1621" y="336"/>
                  </a:lnTo>
                  <a:lnTo>
                    <a:pt x="1615" y="328"/>
                  </a:lnTo>
                  <a:lnTo>
                    <a:pt x="1606" y="326"/>
                  </a:lnTo>
                  <a:lnTo>
                    <a:pt x="1605" y="326"/>
                  </a:lnTo>
                  <a:close/>
                  <a:moveTo>
                    <a:pt x="1359" y="326"/>
                  </a:moveTo>
                  <a:lnTo>
                    <a:pt x="1359" y="326"/>
                  </a:lnTo>
                  <a:lnTo>
                    <a:pt x="1365" y="326"/>
                  </a:lnTo>
                  <a:lnTo>
                    <a:pt x="1369" y="328"/>
                  </a:lnTo>
                  <a:lnTo>
                    <a:pt x="1373" y="331"/>
                  </a:lnTo>
                  <a:lnTo>
                    <a:pt x="1375" y="336"/>
                  </a:lnTo>
                  <a:lnTo>
                    <a:pt x="1377" y="338"/>
                  </a:lnTo>
                  <a:lnTo>
                    <a:pt x="1377" y="342"/>
                  </a:lnTo>
                  <a:lnTo>
                    <a:pt x="1377" y="378"/>
                  </a:lnTo>
                  <a:lnTo>
                    <a:pt x="1377" y="383"/>
                  </a:lnTo>
                  <a:lnTo>
                    <a:pt x="1374" y="387"/>
                  </a:lnTo>
                  <a:lnTo>
                    <a:pt x="1371" y="391"/>
                  </a:lnTo>
                  <a:lnTo>
                    <a:pt x="1369" y="393"/>
                  </a:lnTo>
                  <a:lnTo>
                    <a:pt x="1364" y="396"/>
                  </a:lnTo>
                  <a:lnTo>
                    <a:pt x="1359" y="396"/>
                  </a:lnTo>
                  <a:lnTo>
                    <a:pt x="1354" y="396"/>
                  </a:lnTo>
                  <a:lnTo>
                    <a:pt x="1349" y="393"/>
                  </a:lnTo>
                  <a:lnTo>
                    <a:pt x="1345" y="391"/>
                  </a:lnTo>
                  <a:lnTo>
                    <a:pt x="1342" y="387"/>
                  </a:lnTo>
                  <a:lnTo>
                    <a:pt x="1341" y="382"/>
                  </a:lnTo>
                  <a:lnTo>
                    <a:pt x="1340" y="378"/>
                  </a:lnTo>
                  <a:lnTo>
                    <a:pt x="1340" y="374"/>
                  </a:lnTo>
                  <a:lnTo>
                    <a:pt x="1340" y="345"/>
                  </a:lnTo>
                  <a:lnTo>
                    <a:pt x="1341" y="340"/>
                  </a:lnTo>
                  <a:lnTo>
                    <a:pt x="1341" y="335"/>
                  </a:lnTo>
                  <a:lnTo>
                    <a:pt x="1343" y="332"/>
                  </a:lnTo>
                  <a:lnTo>
                    <a:pt x="1346" y="330"/>
                  </a:lnTo>
                  <a:lnTo>
                    <a:pt x="1350" y="327"/>
                  </a:lnTo>
                  <a:lnTo>
                    <a:pt x="1354" y="326"/>
                  </a:lnTo>
                  <a:lnTo>
                    <a:pt x="1359" y="326"/>
                  </a:lnTo>
                  <a:close/>
                  <a:moveTo>
                    <a:pt x="2496" y="312"/>
                  </a:moveTo>
                  <a:lnTo>
                    <a:pt x="2506" y="312"/>
                  </a:lnTo>
                  <a:lnTo>
                    <a:pt x="2510" y="316"/>
                  </a:lnTo>
                  <a:lnTo>
                    <a:pt x="2514" y="317"/>
                  </a:lnTo>
                  <a:lnTo>
                    <a:pt x="2518" y="318"/>
                  </a:lnTo>
                  <a:lnTo>
                    <a:pt x="2523" y="317"/>
                  </a:lnTo>
                  <a:lnTo>
                    <a:pt x="2527" y="316"/>
                  </a:lnTo>
                  <a:lnTo>
                    <a:pt x="2529" y="312"/>
                  </a:lnTo>
                  <a:lnTo>
                    <a:pt x="2541" y="312"/>
                  </a:lnTo>
                  <a:lnTo>
                    <a:pt x="2544" y="313"/>
                  </a:lnTo>
                  <a:lnTo>
                    <a:pt x="2547" y="316"/>
                  </a:lnTo>
                  <a:lnTo>
                    <a:pt x="2550" y="318"/>
                  </a:lnTo>
                  <a:lnTo>
                    <a:pt x="2551" y="322"/>
                  </a:lnTo>
                  <a:lnTo>
                    <a:pt x="2551" y="378"/>
                  </a:lnTo>
                  <a:lnTo>
                    <a:pt x="2550" y="382"/>
                  </a:lnTo>
                  <a:lnTo>
                    <a:pt x="2547" y="384"/>
                  </a:lnTo>
                  <a:lnTo>
                    <a:pt x="2544" y="387"/>
                  </a:lnTo>
                  <a:lnTo>
                    <a:pt x="2541" y="388"/>
                  </a:lnTo>
                  <a:lnTo>
                    <a:pt x="2537" y="388"/>
                  </a:lnTo>
                  <a:lnTo>
                    <a:pt x="2537" y="435"/>
                  </a:lnTo>
                  <a:lnTo>
                    <a:pt x="2536" y="439"/>
                  </a:lnTo>
                  <a:lnTo>
                    <a:pt x="2534" y="442"/>
                  </a:lnTo>
                  <a:lnTo>
                    <a:pt x="2532" y="443"/>
                  </a:lnTo>
                  <a:lnTo>
                    <a:pt x="2529" y="443"/>
                  </a:lnTo>
                  <a:lnTo>
                    <a:pt x="2525" y="443"/>
                  </a:lnTo>
                  <a:lnTo>
                    <a:pt x="2523" y="442"/>
                  </a:lnTo>
                  <a:lnTo>
                    <a:pt x="2522" y="439"/>
                  </a:lnTo>
                  <a:lnTo>
                    <a:pt x="2520" y="435"/>
                  </a:lnTo>
                  <a:lnTo>
                    <a:pt x="2520" y="388"/>
                  </a:lnTo>
                  <a:lnTo>
                    <a:pt x="2515" y="388"/>
                  </a:lnTo>
                  <a:lnTo>
                    <a:pt x="2515" y="435"/>
                  </a:lnTo>
                  <a:lnTo>
                    <a:pt x="2514" y="439"/>
                  </a:lnTo>
                  <a:lnTo>
                    <a:pt x="2513" y="442"/>
                  </a:lnTo>
                  <a:lnTo>
                    <a:pt x="2510" y="443"/>
                  </a:lnTo>
                  <a:lnTo>
                    <a:pt x="2508" y="443"/>
                  </a:lnTo>
                  <a:lnTo>
                    <a:pt x="2504" y="443"/>
                  </a:lnTo>
                  <a:lnTo>
                    <a:pt x="2502" y="442"/>
                  </a:lnTo>
                  <a:lnTo>
                    <a:pt x="2500" y="439"/>
                  </a:lnTo>
                  <a:lnTo>
                    <a:pt x="2500" y="435"/>
                  </a:lnTo>
                  <a:lnTo>
                    <a:pt x="2500" y="388"/>
                  </a:lnTo>
                  <a:lnTo>
                    <a:pt x="2496" y="388"/>
                  </a:lnTo>
                  <a:lnTo>
                    <a:pt x="2492" y="387"/>
                  </a:lnTo>
                  <a:lnTo>
                    <a:pt x="2488" y="384"/>
                  </a:lnTo>
                  <a:lnTo>
                    <a:pt x="2486" y="382"/>
                  </a:lnTo>
                  <a:lnTo>
                    <a:pt x="2486" y="378"/>
                  </a:lnTo>
                  <a:lnTo>
                    <a:pt x="2486" y="322"/>
                  </a:lnTo>
                  <a:lnTo>
                    <a:pt x="2486" y="318"/>
                  </a:lnTo>
                  <a:lnTo>
                    <a:pt x="2488" y="316"/>
                  </a:lnTo>
                  <a:lnTo>
                    <a:pt x="2492" y="313"/>
                  </a:lnTo>
                  <a:lnTo>
                    <a:pt x="2496" y="312"/>
                  </a:lnTo>
                  <a:close/>
                  <a:moveTo>
                    <a:pt x="1773" y="308"/>
                  </a:moveTo>
                  <a:lnTo>
                    <a:pt x="1803" y="308"/>
                  </a:lnTo>
                  <a:lnTo>
                    <a:pt x="1803" y="342"/>
                  </a:lnTo>
                  <a:lnTo>
                    <a:pt x="1780" y="342"/>
                  </a:lnTo>
                  <a:lnTo>
                    <a:pt x="1779" y="342"/>
                  </a:lnTo>
                  <a:lnTo>
                    <a:pt x="1776" y="342"/>
                  </a:lnTo>
                  <a:lnTo>
                    <a:pt x="1775" y="344"/>
                  </a:lnTo>
                  <a:lnTo>
                    <a:pt x="1773" y="346"/>
                  </a:lnTo>
                  <a:lnTo>
                    <a:pt x="1773" y="349"/>
                  </a:lnTo>
                  <a:lnTo>
                    <a:pt x="1771" y="351"/>
                  </a:lnTo>
                  <a:lnTo>
                    <a:pt x="1771" y="373"/>
                  </a:lnTo>
                  <a:lnTo>
                    <a:pt x="1803" y="373"/>
                  </a:lnTo>
                  <a:lnTo>
                    <a:pt x="1799" y="407"/>
                  </a:lnTo>
                  <a:lnTo>
                    <a:pt x="1771" y="407"/>
                  </a:lnTo>
                  <a:lnTo>
                    <a:pt x="1771" y="507"/>
                  </a:lnTo>
                  <a:lnTo>
                    <a:pt x="1731" y="507"/>
                  </a:lnTo>
                  <a:lnTo>
                    <a:pt x="1731" y="503"/>
                  </a:lnTo>
                  <a:lnTo>
                    <a:pt x="1731" y="491"/>
                  </a:lnTo>
                  <a:lnTo>
                    <a:pt x="1731" y="453"/>
                  </a:lnTo>
                  <a:lnTo>
                    <a:pt x="1731" y="430"/>
                  </a:lnTo>
                  <a:lnTo>
                    <a:pt x="1731" y="407"/>
                  </a:lnTo>
                  <a:lnTo>
                    <a:pt x="1710" y="407"/>
                  </a:lnTo>
                  <a:lnTo>
                    <a:pt x="1710" y="373"/>
                  </a:lnTo>
                  <a:lnTo>
                    <a:pt x="1731" y="373"/>
                  </a:lnTo>
                  <a:lnTo>
                    <a:pt x="1731" y="350"/>
                  </a:lnTo>
                  <a:lnTo>
                    <a:pt x="1731" y="341"/>
                  </a:lnTo>
                  <a:lnTo>
                    <a:pt x="1733" y="332"/>
                  </a:lnTo>
                  <a:lnTo>
                    <a:pt x="1738" y="323"/>
                  </a:lnTo>
                  <a:lnTo>
                    <a:pt x="1746" y="316"/>
                  </a:lnTo>
                  <a:lnTo>
                    <a:pt x="1757" y="310"/>
                  </a:lnTo>
                  <a:lnTo>
                    <a:pt x="1773" y="308"/>
                  </a:lnTo>
                  <a:close/>
                  <a:moveTo>
                    <a:pt x="1541" y="304"/>
                  </a:moveTo>
                  <a:lnTo>
                    <a:pt x="1541" y="394"/>
                  </a:lnTo>
                  <a:lnTo>
                    <a:pt x="1554" y="394"/>
                  </a:lnTo>
                  <a:lnTo>
                    <a:pt x="1554" y="391"/>
                  </a:lnTo>
                  <a:lnTo>
                    <a:pt x="1554" y="391"/>
                  </a:lnTo>
                  <a:lnTo>
                    <a:pt x="1557" y="393"/>
                  </a:lnTo>
                  <a:lnTo>
                    <a:pt x="1561" y="394"/>
                  </a:lnTo>
                  <a:lnTo>
                    <a:pt x="1565" y="396"/>
                  </a:lnTo>
                  <a:lnTo>
                    <a:pt x="1566" y="396"/>
                  </a:lnTo>
                  <a:lnTo>
                    <a:pt x="1570" y="396"/>
                  </a:lnTo>
                  <a:lnTo>
                    <a:pt x="1573" y="393"/>
                  </a:lnTo>
                  <a:lnTo>
                    <a:pt x="1574" y="391"/>
                  </a:lnTo>
                  <a:lnTo>
                    <a:pt x="1577" y="388"/>
                  </a:lnTo>
                  <a:lnTo>
                    <a:pt x="1577" y="382"/>
                  </a:lnTo>
                  <a:lnTo>
                    <a:pt x="1577" y="345"/>
                  </a:lnTo>
                  <a:lnTo>
                    <a:pt x="1577" y="338"/>
                  </a:lnTo>
                  <a:lnTo>
                    <a:pt x="1575" y="333"/>
                  </a:lnTo>
                  <a:lnTo>
                    <a:pt x="1573" y="330"/>
                  </a:lnTo>
                  <a:lnTo>
                    <a:pt x="1569" y="328"/>
                  </a:lnTo>
                  <a:lnTo>
                    <a:pt x="1565" y="327"/>
                  </a:lnTo>
                  <a:lnTo>
                    <a:pt x="1561" y="328"/>
                  </a:lnTo>
                  <a:lnTo>
                    <a:pt x="1557" y="330"/>
                  </a:lnTo>
                  <a:lnTo>
                    <a:pt x="1554" y="333"/>
                  </a:lnTo>
                  <a:lnTo>
                    <a:pt x="1554" y="333"/>
                  </a:lnTo>
                  <a:lnTo>
                    <a:pt x="1554" y="304"/>
                  </a:lnTo>
                  <a:lnTo>
                    <a:pt x="1541" y="304"/>
                  </a:lnTo>
                  <a:close/>
                  <a:moveTo>
                    <a:pt x="1450" y="304"/>
                  </a:moveTo>
                  <a:lnTo>
                    <a:pt x="1450" y="317"/>
                  </a:lnTo>
                  <a:lnTo>
                    <a:pt x="1464" y="317"/>
                  </a:lnTo>
                  <a:lnTo>
                    <a:pt x="1464" y="317"/>
                  </a:lnTo>
                  <a:lnTo>
                    <a:pt x="1464" y="394"/>
                  </a:lnTo>
                  <a:lnTo>
                    <a:pt x="1478" y="394"/>
                  </a:lnTo>
                  <a:lnTo>
                    <a:pt x="1478" y="317"/>
                  </a:lnTo>
                  <a:lnTo>
                    <a:pt x="1478" y="317"/>
                  </a:lnTo>
                  <a:lnTo>
                    <a:pt x="1494" y="317"/>
                  </a:lnTo>
                  <a:lnTo>
                    <a:pt x="1494" y="304"/>
                  </a:lnTo>
                  <a:lnTo>
                    <a:pt x="1450" y="304"/>
                  </a:lnTo>
                  <a:close/>
                  <a:moveTo>
                    <a:pt x="1294" y="303"/>
                  </a:moveTo>
                  <a:lnTo>
                    <a:pt x="1308" y="303"/>
                  </a:lnTo>
                  <a:lnTo>
                    <a:pt x="1308" y="304"/>
                  </a:lnTo>
                  <a:lnTo>
                    <a:pt x="1309" y="307"/>
                  </a:lnTo>
                  <a:lnTo>
                    <a:pt x="1310" y="312"/>
                  </a:lnTo>
                  <a:lnTo>
                    <a:pt x="1313" y="324"/>
                  </a:lnTo>
                  <a:lnTo>
                    <a:pt x="1317" y="340"/>
                  </a:lnTo>
                  <a:lnTo>
                    <a:pt x="1318" y="340"/>
                  </a:lnTo>
                  <a:lnTo>
                    <a:pt x="1327" y="303"/>
                  </a:lnTo>
                  <a:lnTo>
                    <a:pt x="1341" y="303"/>
                  </a:lnTo>
                  <a:lnTo>
                    <a:pt x="1341" y="303"/>
                  </a:lnTo>
                  <a:lnTo>
                    <a:pt x="1341" y="303"/>
                  </a:lnTo>
                  <a:lnTo>
                    <a:pt x="1333" y="326"/>
                  </a:lnTo>
                  <a:lnTo>
                    <a:pt x="1328" y="344"/>
                  </a:lnTo>
                  <a:lnTo>
                    <a:pt x="1326" y="354"/>
                  </a:lnTo>
                  <a:lnTo>
                    <a:pt x="1324" y="358"/>
                  </a:lnTo>
                  <a:lnTo>
                    <a:pt x="1324" y="393"/>
                  </a:lnTo>
                  <a:lnTo>
                    <a:pt x="1324" y="394"/>
                  </a:lnTo>
                  <a:lnTo>
                    <a:pt x="1310" y="394"/>
                  </a:lnTo>
                  <a:lnTo>
                    <a:pt x="1310" y="393"/>
                  </a:lnTo>
                  <a:lnTo>
                    <a:pt x="1310" y="359"/>
                  </a:lnTo>
                  <a:lnTo>
                    <a:pt x="1309" y="355"/>
                  </a:lnTo>
                  <a:lnTo>
                    <a:pt x="1306" y="346"/>
                  </a:lnTo>
                  <a:lnTo>
                    <a:pt x="1301" y="331"/>
                  </a:lnTo>
                  <a:lnTo>
                    <a:pt x="1295" y="310"/>
                  </a:lnTo>
                  <a:lnTo>
                    <a:pt x="1294" y="303"/>
                  </a:lnTo>
                  <a:lnTo>
                    <a:pt x="1294" y="303"/>
                  </a:lnTo>
                  <a:close/>
                  <a:moveTo>
                    <a:pt x="918" y="302"/>
                  </a:moveTo>
                  <a:lnTo>
                    <a:pt x="926" y="302"/>
                  </a:lnTo>
                  <a:lnTo>
                    <a:pt x="929" y="308"/>
                  </a:lnTo>
                  <a:lnTo>
                    <a:pt x="926" y="314"/>
                  </a:lnTo>
                  <a:lnTo>
                    <a:pt x="918" y="314"/>
                  </a:lnTo>
                  <a:lnTo>
                    <a:pt x="913" y="308"/>
                  </a:lnTo>
                  <a:lnTo>
                    <a:pt x="918" y="302"/>
                  </a:lnTo>
                  <a:close/>
                  <a:moveTo>
                    <a:pt x="2347" y="300"/>
                  </a:moveTo>
                  <a:lnTo>
                    <a:pt x="2352" y="302"/>
                  </a:lnTo>
                  <a:lnTo>
                    <a:pt x="2356" y="303"/>
                  </a:lnTo>
                  <a:lnTo>
                    <a:pt x="2360" y="307"/>
                  </a:lnTo>
                  <a:lnTo>
                    <a:pt x="2362" y="310"/>
                  </a:lnTo>
                  <a:lnTo>
                    <a:pt x="2362" y="316"/>
                  </a:lnTo>
                  <a:lnTo>
                    <a:pt x="2362" y="321"/>
                  </a:lnTo>
                  <a:lnTo>
                    <a:pt x="2360" y="324"/>
                  </a:lnTo>
                  <a:lnTo>
                    <a:pt x="2356" y="328"/>
                  </a:lnTo>
                  <a:lnTo>
                    <a:pt x="2352" y="331"/>
                  </a:lnTo>
                  <a:lnTo>
                    <a:pt x="2347" y="331"/>
                  </a:lnTo>
                  <a:lnTo>
                    <a:pt x="2342" y="331"/>
                  </a:lnTo>
                  <a:lnTo>
                    <a:pt x="2338" y="328"/>
                  </a:lnTo>
                  <a:lnTo>
                    <a:pt x="2334" y="324"/>
                  </a:lnTo>
                  <a:lnTo>
                    <a:pt x="2333" y="321"/>
                  </a:lnTo>
                  <a:lnTo>
                    <a:pt x="2332" y="316"/>
                  </a:lnTo>
                  <a:lnTo>
                    <a:pt x="2333" y="310"/>
                  </a:lnTo>
                  <a:lnTo>
                    <a:pt x="2334" y="307"/>
                  </a:lnTo>
                  <a:lnTo>
                    <a:pt x="2338" y="303"/>
                  </a:lnTo>
                  <a:lnTo>
                    <a:pt x="2342" y="302"/>
                  </a:lnTo>
                  <a:lnTo>
                    <a:pt x="2347" y="300"/>
                  </a:lnTo>
                  <a:close/>
                  <a:moveTo>
                    <a:pt x="952" y="298"/>
                  </a:moveTo>
                  <a:lnTo>
                    <a:pt x="956" y="298"/>
                  </a:lnTo>
                  <a:lnTo>
                    <a:pt x="961" y="299"/>
                  </a:lnTo>
                  <a:lnTo>
                    <a:pt x="964" y="303"/>
                  </a:lnTo>
                  <a:lnTo>
                    <a:pt x="965" y="307"/>
                  </a:lnTo>
                  <a:lnTo>
                    <a:pt x="986" y="408"/>
                  </a:lnTo>
                  <a:lnTo>
                    <a:pt x="986" y="414"/>
                  </a:lnTo>
                  <a:lnTo>
                    <a:pt x="983" y="417"/>
                  </a:lnTo>
                  <a:lnTo>
                    <a:pt x="980" y="420"/>
                  </a:lnTo>
                  <a:lnTo>
                    <a:pt x="977" y="421"/>
                  </a:lnTo>
                  <a:lnTo>
                    <a:pt x="972" y="421"/>
                  </a:lnTo>
                  <a:lnTo>
                    <a:pt x="968" y="420"/>
                  </a:lnTo>
                  <a:lnTo>
                    <a:pt x="965" y="417"/>
                  </a:lnTo>
                  <a:lnTo>
                    <a:pt x="964" y="412"/>
                  </a:lnTo>
                  <a:lnTo>
                    <a:pt x="956" y="377"/>
                  </a:lnTo>
                  <a:lnTo>
                    <a:pt x="956" y="536"/>
                  </a:lnTo>
                  <a:lnTo>
                    <a:pt x="931" y="440"/>
                  </a:lnTo>
                  <a:lnTo>
                    <a:pt x="917" y="440"/>
                  </a:lnTo>
                  <a:lnTo>
                    <a:pt x="886" y="536"/>
                  </a:lnTo>
                  <a:lnTo>
                    <a:pt x="886" y="321"/>
                  </a:lnTo>
                  <a:lnTo>
                    <a:pt x="805" y="321"/>
                  </a:lnTo>
                  <a:lnTo>
                    <a:pt x="800" y="319"/>
                  </a:lnTo>
                  <a:lnTo>
                    <a:pt x="796" y="317"/>
                  </a:lnTo>
                  <a:lnTo>
                    <a:pt x="794" y="314"/>
                  </a:lnTo>
                  <a:lnTo>
                    <a:pt x="793" y="309"/>
                  </a:lnTo>
                  <a:lnTo>
                    <a:pt x="794" y="305"/>
                  </a:lnTo>
                  <a:lnTo>
                    <a:pt x="796" y="302"/>
                  </a:lnTo>
                  <a:lnTo>
                    <a:pt x="800" y="299"/>
                  </a:lnTo>
                  <a:lnTo>
                    <a:pt x="805" y="299"/>
                  </a:lnTo>
                  <a:lnTo>
                    <a:pt x="886" y="299"/>
                  </a:lnTo>
                  <a:lnTo>
                    <a:pt x="886" y="298"/>
                  </a:lnTo>
                  <a:lnTo>
                    <a:pt x="904" y="298"/>
                  </a:lnTo>
                  <a:lnTo>
                    <a:pt x="917" y="335"/>
                  </a:lnTo>
                  <a:lnTo>
                    <a:pt x="918" y="317"/>
                  </a:lnTo>
                  <a:lnTo>
                    <a:pt x="926" y="317"/>
                  </a:lnTo>
                  <a:lnTo>
                    <a:pt x="927" y="332"/>
                  </a:lnTo>
                  <a:lnTo>
                    <a:pt x="937" y="298"/>
                  </a:lnTo>
                  <a:lnTo>
                    <a:pt x="951" y="298"/>
                  </a:lnTo>
                  <a:lnTo>
                    <a:pt x="952" y="298"/>
                  </a:lnTo>
                  <a:close/>
                  <a:moveTo>
                    <a:pt x="2220" y="288"/>
                  </a:moveTo>
                  <a:lnTo>
                    <a:pt x="2238" y="289"/>
                  </a:lnTo>
                  <a:lnTo>
                    <a:pt x="2239" y="290"/>
                  </a:lnTo>
                  <a:lnTo>
                    <a:pt x="2240" y="290"/>
                  </a:lnTo>
                  <a:lnTo>
                    <a:pt x="2241" y="291"/>
                  </a:lnTo>
                  <a:lnTo>
                    <a:pt x="2243" y="294"/>
                  </a:lnTo>
                  <a:lnTo>
                    <a:pt x="2244" y="312"/>
                  </a:lnTo>
                  <a:lnTo>
                    <a:pt x="2244" y="313"/>
                  </a:lnTo>
                  <a:lnTo>
                    <a:pt x="2244" y="316"/>
                  </a:lnTo>
                  <a:lnTo>
                    <a:pt x="2243" y="317"/>
                  </a:lnTo>
                  <a:lnTo>
                    <a:pt x="2239" y="321"/>
                  </a:lnTo>
                  <a:lnTo>
                    <a:pt x="2231" y="321"/>
                  </a:lnTo>
                  <a:lnTo>
                    <a:pt x="2230" y="322"/>
                  </a:lnTo>
                  <a:lnTo>
                    <a:pt x="2230" y="323"/>
                  </a:lnTo>
                  <a:lnTo>
                    <a:pt x="2229" y="331"/>
                  </a:lnTo>
                  <a:lnTo>
                    <a:pt x="2224" y="336"/>
                  </a:lnTo>
                  <a:lnTo>
                    <a:pt x="2216" y="337"/>
                  </a:lnTo>
                  <a:lnTo>
                    <a:pt x="2215" y="337"/>
                  </a:lnTo>
                  <a:lnTo>
                    <a:pt x="2215" y="338"/>
                  </a:lnTo>
                  <a:lnTo>
                    <a:pt x="2213" y="346"/>
                  </a:lnTo>
                  <a:lnTo>
                    <a:pt x="2207" y="352"/>
                  </a:lnTo>
                  <a:lnTo>
                    <a:pt x="2210" y="369"/>
                  </a:lnTo>
                  <a:lnTo>
                    <a:pt x="2206" y="386"/>
                  </a:lnTo>
                  <a:lnTo>
                    <a:pt x="2196" y="400"/>
                  </a:lnTo>
                  <a:lnTo>
                    <a:pt x="2184" y="408"/>
                  </a:lnTo>
                  <a:lnTo>
                    <a:pt x="2171" y="412"/>
                  </a:lnTo>
                  <a:lnTo>
                    <a:pt x="2157" y="412"/>
                  </a:lnTo>
                  <a:lnTo>
                    <a:pt x="2145" y="408"/>
                  </a:lnTo>
                  <a:lnTo>
                    <a:pt x="2133" y="400"/>
                  </a:lnTo>
                  <a:lnTo>
                    <a:pt x="2124" y="388"/>
                  </a:lnTo>
                  <a:lnTo>
                    <a:pt x="2120" y="374"/>
                  </a:lnTo>
                  <a:lnTo>
                    <a:pt x="2120" y="361"/>
                  </a:lnTo>
                  <a:lnTo>
                    <a:pt x="2124" y="347"/>
                  </a:lnTo>
                  <a:lnTo>
                    <a:pt x="2133" y="336"/>
                  </a:lnTo>
                  <a:lnTo>
                    <a:pt x="2147" y="327"/>
                  </a:lnTo>
                  <a:lnTo>
                    <a:pt x="2162" y="323"/>
                  </a:lnTo>
                  <a:lnTo>
                    <a:pt x="2179" y="326"/>
                  </a:lnTo>
                  <a:lnTo>
                    <a:pt x="2215" y="290"/>
                  </a:lnTo>
                  <a:lnTo>
                    <a:pt x="2216" y="289"/>
                  </a:lnTo>
                  <a:lnTo>
                    <a:pt x="2217" y="288"/>
                  </a:lnTo>
                  <a:lnTo>
                    <a:pt x="2220" y="288"/>
                  </a:lnTo>
                  <a:close/>
                  <a:moveTo>
                    <a:pt x="1527" y="280"/>
                  </a:moveTo>
                  <a:lnTo>
                    <a:pt x="1547" y="280"/>
                  </a:lnTo>
                  <a:lnTo>
                    <a:pt x="1583" y="281"/>
                  </a:lnTo>
                  <a:lnTo>
                    <a:pt x="1613" y="282"/>
                  </a:lnTo>
                  <a:lnTo>
                    <a:pt x="1620" y="284"/>
                  </a:lnTo>
                  <a:lnTo>
                    <a:pt x="1626" y="288"/>
                  </a:lnTo>
                  <a:lnTo>
                    <a:pt x="1630" y="290"/>
                  </a:lnTo>
                  <a:lnTo>
                    <a:pt x="1636" y="300"/>
                  </a:lnTo>
                  <a:lnTo>
                    <a:pt x="1639" y="316"/>
                  </a:lnTo>
                  <a:lnTo>
                    <a:pt x="1639" y="330"/>
                  </a:lnTo>
                  <a:lnTo>
                    <a:pt x="1640" y="345"/>
                  </a:lnTo>
                  <a:lnTo>
                    <a:pt x="1640" y="355"/>
                  </a:lnTo>
                  <a:lnTo>
                    <a:pt x="1639" y="377"/>
                  </a:lnTo>
                  <a:lnTo>
                    <a:pt x="1638" y="391"/>
                  </a:lnTo>
                  <a:lnTo>
                    <a:pt x="1638" y="397"/>
                  </a:lnTo>
                  <a:lnTo>
                    <a:pt x="1635" y="403"/>
                  </a:lnTo>
                  <a:lnTo>
                    <a:pt x="1631" y="407"/>
                  </a:lnTo>
                  <a:lnTo>
                    <a:pt x="1627" y="411"/>
                  </a:lnTo>
                  <a:lnTo>
                    <a:pt x="1621" y="415"/>
                  </a:lnTo>
                  <a:lnTo>
                    <a:pt x="1617" y="416"/>
                  </a:lnTo>
                  <a:lnTo>
                    <a:pt x="1611" y="417"/>
                  </a:lnTo>
                  <a:lnTo>
                    <a:pt x="1602" y="417"/>
                  </a:lnTo>
                  <a:lnTo>
                    <a:pt x="1577" y="419"/>
                  </a:lnTo>
                  <a:lnTo>
                    <a:pt x="1546" y="419"/>
                  </a:lnTo>
                  <a:lnTo>
                    <a:pt x="1527" y="419"/>
                  </a:lnTo>
                  <a:lnTo>
                    <a:pt x="1491" y="419"/>
                  </a:lnTo>
                  <a:lnTo>
                    <a:pt x="1459" y="417"/>
                  </a:lnTo>
                  <a:lnTo>
                    <a:pt x="1454" y="416"/>
                  </a:lnTo>
                  <a:lnTo>
                    <a:pt x="1449" y="414"/>
                  </a:lnTo>
                  <a:lnTo>
                    <a:pt x="1444" y="410"/>
                  </a:lnTo>
                  <a:lnTo>
                    <a:pt x="1438" y="400"/>
                  </a:lnTo>
                  <a:lnTo>
                    <a:pt x="1435" y="384"/>
                  </a:lnTo>
                  <a:lnTo>
                    <a:pt x="1434" y="370"/>
                  </a:lnTo>
                  <a:lnTo>
                    <a:pt x="1434" y="354"/>
                  </a:lnTo>
                  <a:lnTo>
                    <a:pt x="1434" y="346"/>
                  </a:lnTo>
                  <a:lnTo>
                    <a:pt x="1435" y="305"/>
                  </a:lnTo>
                  <a:lnTo>
                    <a:pt x="1436" y="303"/>
                  </a:lnTo>
                  <a:lnTo>
                    <a:pt x="1438" y="300"/>
                  </a:lnTo>
                  <a:lnTo>
                    <a:pt x="1440" y="295"/>
                  </a:lnTo>
                  <a:lnTo>
                    <a:pt x="1444" y="290"/>
                  </a:lnTo>
                  <a:lnTo>
                    <a:pt x="1449" y="286"/>
                  </a:lnTo>
                  <a:lnTo>
                    <a:pt x="1457" y="282"/>
                  </a:lnTo>
                  <a:lnTo>
                    <a:pt x="1459" y="282"/>
                  </a:lnTo>
                  <a:lnTo>
                    <a:pt x="1468" y="281"/>
                  </a:lnTo>
                  <a:lnTo>
                    <a:pt x="1482" y="281"/>
                  </a:lnTo>
                  <a:lnTo>
                    <a:pt x="1503" y="281"/>
                  </a:lnTo>
                  <a:lnTo>
                    <a:pt x="1527" y="280"/>
                  </a:lnTo>
                  <a:close/>
                  <a:moveTo>
                    <a:pt x="2518" y="276"/>
                  </a:moveTo>
                  <a:lnTo>
                    <a:pt x="2523" y="277"/>
                  </a:lnTo>
                  <a:lnTo>
                    <a:pt x="2527" y="280"/>
                  </a:lnTo>
                  <a:lnTo>
                    <a:pt x="2530" y="282"/>
                  </a:lnTo>
                  <a:lnTo>
                    <a:pt x="2533" y="288"/>
                  </a:lnTo>
                  <a:lnTo>
                    <a:pt x="2533" y="291"/>
                  </a:lnTo>
                  <a:lnTo>
                    <a:pt x="2533" y="296"/>
                  </a:lnTo>
                  <a:lnTo>
                    <a:pt x="2530" y="300"/>
                  </a:lnTo>
                  <a:lnTo>
                    <a:pt x="2527" y="304"/>
                  </a:lnTo>
                  <a:lnTo>
                    <a:pt x="2523" y="307"/>
                  </a:lnTo>
                  <a:lnTo>
                    <a:pt x="2518" y="307"/>
                  </a:lnTo>
                  <a:lnTo>
                    <a:pt x="2513" y="307"/>
                  </a:lnTo>
                  <a:lnTo>
                    <a:pt x="2509" y="304"/>
                  </a:lnTo>
                  <a:lnTo>
                    <a:pt x="2505" y="300"/>
                  </a:lnTo>
                  <a:lnTo>
                    <a:pt x="2504" y="296"/>
                  </a:lnTo>
                  <a:lnTo>
                    <a:pt x="2502" y="291"/>
                  </a:lnTo>
                  <a:lnTo>
                    <a:pt x="2504" y="288"/>
                  </a:lnTo>
                  <a:lnTo>
                    <a:pt x="2505" y="282"/>
                  </a:lnTo>
                  <a:lnTo>
                    <a:pt x="2509" y="280"/>
                  </a:lnTo>
                  <a:lnTo>
                    <a:pt x="2513" y="277"/>
                  </a:lnTo>
                  <a:lnTo>
                    <a:pt x="2518" y="276"/>
                  </a:lnTo>
                  <a:close/>
                  <a:moveTo>
                    <a:pt x="2095" y="271"/>
                  </a:moveTo>
                  <a:lnTo>
                    <a:pt x="2090" y="271"/>
                  </a:lnTo>
                  <a:lnTo>
                    <a:pt x="2085" y="274"/>
                  </a:lnTo>
                  <a:lnTo>
                    <a:pt x="2081" y="277"/>
                  </a:lnTo>
                  <a:lnTo>
                    <a:pt x="2078" y="282"/>
                  </a:lnTo>
                  <a:lnTo>
                    <a:pt x="2078" y="288"/>
                  </a:lnTo>
                  <a:lnTo>
                    <a:pt x="2078" y="293"/>
                  </a:lnTo>
                  <a:lnTo>
                    <a:pt x="2081" y="298"/>
                  </a:lnTo>
                  <a:lnTo>
                    <a:pt x="2085" y="302"/>
                  </a:lnTo>
                  <a:lnTo>
                    <a:pt x="2090" y="304"/>
                  </a:lnTo>
                  <a:lnTo>
                    <a:pt x="2095" y="304"/>
                  </a:lnTo>
                  <a:lnTo>
                    <a:pt x="2100" y="304"/>
                  </a:lnTo>
                  <a:lnTo>
                    <a:pt x="2105" y="302"/>
                  </a:lnTo>
                  <a:lnTo>
                    <a:pt x="2109" y="298"/>
                  </a:lnTo>
                  <a:lnTo>
                    <a:pt x="2111" y="293"/>
                  </a:lnTo>
                  <a:lnTo>
                    <a:pt x="2111" y="288"/>
                  </a:lnTo>
                  <a:lnTo>
                    <a:pt x="2111" y="282"/>
                  </a:lnTo>
                  <a:lnTo>
                    <a:pt x="2109" y="277"/>
                  </a:lnTo>
                  <a:lnTo>
                    <a:pt x="2105" y="274"/>
                  </a:lnTo>
                  <a:lnTo>
                    <a:pt x="2100" y="271"/>
                  </a:lnTo>
                  <a:lnTo>
                    <a:pt x="2095" y="271"/>
                  </a:lnTo>
                  <a:close/>
                  <a:moveTo>
                    <a:pt x="2409" y="246"/>
                  </a:moveTo>
                  <a:lnTo>
                    <a:pt x="2421" y="246"/>
                  </a:lnTo>
                  <a:lnTo>
                    <a:pt x="2425" y="248"/>
                  </a:lnTo>
                  <a:lnTo>
                    <a:pt x="2429" y="251"/>
                  </a:lnTo>
                  <a:lnTo>
                    <a:pt x="2434" y="251"/>
                  </a:lnTo>
                  <a:lnTo>
                    <a:pt x="2439" y="251"/>
                  </a:lnTo>
                  <a:lnTo>
                    <a:pt x="2443" y="248"/>
                  </a:lnTo>
                  <a:lnTo>
                    <a:pt x="2446" y="246"/>
                  </a:lnTo>
                  <a:lnTo>
                    <a:pt x="2458" y="246"/>
                  </a:lnTo>
                  <a:lnTo>
                    <a:pt x="2462" y="246"/>
                  </a:lnTo>
                  <a:lnTo>
                    <a:pt x="2466" y="248"/>
                  </a:lnTo>
                  <a:lnTo>
                    <a:pt x="2468" y="252"/>
                  </a:lnTo>
                  <a:lnTo>
                    <a:pt x="2468" y="256"/>
                  </a:lnTo>
                  <a:lnTo>
                    <a:pt x="2468" y="316"/>
                  </a:lnTo>
                  <a:lnTo>
                    <a:pt x="2468" y="319"/>
                  </a:lnTo>
                  <a:lnTo>
                    <a:pt x="2466" y="323"/>
                  </a:lnTo>
                  <a:lnTo>
                    <a:pt x="2462" y="326"/>
                  </a:lnTo>
                  <a:lnTo>
                    <a:pt x="2458" y="326"/>
                  </a:lnTo>
                  <a:lnTo>
                    <a:pt x="2453" y="326"/>
                  </a:lnTo>
                  <a:lnTo>
                    <a:pt x="2453" y="408"/>
                  </a:lnTo>
                  <a:lnTo>
                    <a:pt x="2453" y="411"/>
                  </a:lnTo>
                  <a:lnTo>
                    <a:pt x="2450" y="414"/>
                  </a:lnTo>
                  <a:lnTo>
                    <a:pt x="2448" y="416"/>
                  </a:lnTo>
                  <a:lnTo>
                    <a:pt x="2445" y="416"/>
                  </a:lnTo>
                  <a:lnTo>
                    <a:pt x="2441" y="416"/>
                  </a:lnTo>
                  <a:lnTo>
                    <a:pt x="2439" y="414"/>
                  </a:lnTo>
                  <a:lnTo>
                    <a:pt x="2438" y="411"/>
                  </a:lnTo>
                  <a:lnTo>
                    <a:pt x="2436" y="408"/>
                  </a:lnTo>
                  <a:lnTo>
                    <a:pt x="2436" y="326"/>
                  </a:lnTo>
                  <a:lnTo>
                    <a:pt x="2430" y="326"/>
                  </a:lnTo>
                  <a:lnTo>
                    <a:pt x="2430" y="408"/>
                  </a:lnTo>
                  <a:lnTo>
                    <a:pt x="2430" y="411"/>
                  </a:lnTo>
                  <a:lnTo>
                    <a:pt x="2429" y="414"/>
                  </a:lnTo>
                  <a:lnTo>
                    <a:pt x="2425" y="416"/>
                  </a:lnTo>
                  <a:lnTo>
                    <a:pt x="2422" y="416"/>
                  </a:lnTo>
                  <a:lnTo>
                    <a:pt x="2418" y="416"/>
                  </a:lnTo>
                  <a:lnTo>
                    <a:pt x="2416" y="414"/>
                  </a:lnTo>
                  <a:lnTo>
                    <a:pt x="2415" y="411"/>
                  </a:lnTo>
                  <a:lnTo>
                    <a:pt x="2413" y="408"/>
                  </a:lnTo>
                  <a:lnTo>
                    <a:pt x="2413" y="326"/>
                  </a:lnTo>
                  <a:lnTo>
                    <a:pt x="2409" y="326"/>
                  </a:lnTo>
                  <a:lnTo>
                    <a:pt x="2406" y="326"/>
                  </a:lnTo>
                  <a:lnTo>
                    <a:pt x="2402" y="323"/>
                  </a:lnTo>
                  <a:lnTo>
                    <a:pt x="2399" y="319"/>
                  </a:lnTo>
                  <a:lnTo>
                    <a:pt x="2399" y="316"/>
                  </a:lnTo>
                  <a:lnTo>
                    <a:pt x="2399" y="256"/>
                  </a:lnTo>
                  <a:lnTo>
                    <a:pt x="2399" y="252"/>
                  </a:lnTo>
                  <a:lnTo>
                    <a:pt x="2402" y="248"/>
                  </a:lnTo>
                  <a:lnTo>
                    <a:pt x="2406" y="246"/>
                  </a:lnTo>
                  <a:lnTo>
                    <a:pt x="2409" y="246"/>
                  </a:lnTo>
                  <a:close/>
                  <a:moveTo>
                    <a:pt x="918" y="239"/>
                  </a:moveTo>
                  <a:lnTo>
                    <a:pt x="928" y="242"/>
                  </a:lnTo>
                  <a:lnTo>
                    <a:pt x="936" y="248"/>
                  </a:lnTo>
                  <a:lnTo>
                    <a:pt x="942" y="258"/>
                  </a:lnTo>
                  <a:lnTo>
                    <a:pt x="945" y="270"/>
                  </a:lnTo>
                  <a:lnTo>
                    <a:pt x="942" y="281"/>
                  </a:lnTo>
                  <a:lnTo>
                    <a:pt x="936" y="291"/>
                  </a:lnTo>
                  <a:lnTo>
                    <a:pt x="928" y="298"/>
                  </a:lnTo>
                  <a:lnTo>
                    <a:pt x="918" y="299"/>
                  </a:lnTo>
                  <a:lnTo>
                    <a:pt x="908" y="298"/>
                  </a:lnTo>
                  <a:lnTo>
                    <a:pt x="899" y="291"/>
                  </a:lnTo>
                  <a:lnTo>
                    <a:pt x="894" y="281"/>
                  </a:lnTo>
                  <a:lnTo>
                    <a:pt x="891" y="270"/>
                  </a:lnTo>
                  <a:lnTo>
                    <a:pt x="894" y="258"/>
                  </a:lnTo>
                  <a:lnTo>
                    <a:pt x="899" y="248"/>
                  </a:lnTo>
                  <a:lnTo>
                    <a:pt x="908" y="242"/>
                  </a:lnTo>
                  <a:lnTo>
                    <a:pt x="918" y="239"/>
                  </a:lnTo>
                  <a:close/>
                  <a:moveTo>
                    <a:pt x="1072" y="237"/>
                  </a:moveTo>
                  <a:lnTo>
                    <a:pt x="1072" y="316"/>
                  </a:lnTo>
                  <a:lnTo>
                    <a:pt x="1099" y="316"/>
                  </a:lnTo>
                  <a:lnTo>
                    <a:pt x="1099" y="237"/>
                  </a:lnTo>
                  <a:lnTo>
                    <a:pt x="1072" y="237"/>
                  </a:lnTo>
                  <a:close/>
                  <a:moveTo>
                    <a:pt x="1163" y="235"/>
                  </a:moveTo>
                  <a:lnTo>
                    <a:pt x="1150" y="238"/>
                  </a:lnTo>
                  <a:lnTo>
                    <a:pt x="1140" y="248"/>
                  </a:lnTo>
                  <a:lnTo>
                    <a:pt x="1140" y="248"/>
                  </a:lnTo>
                  <a:lnTo>
                    <a:pt x="1140" y="237"/>
                  </a:lnTo>
                  <a:lnTo>
                    <a:pt x="1113" y="237"/>
                  </a:lnTo>
                  <a:lnTo>
                    <a:pt x="1113" y="316"/>
                  </a:lnTo>
                  <a:lnTo>
                    <a:pt x="1140" y="316"/>
                  </a:lnTo>
                  <a:lnTo>
                    <a:pt x="1140" y="275"/>
                  </a:lnTo>
                  <a:lnTo>
                    <a:pt x="1140" y="270"/>
                  </a:lnTo>
                  <a:lnTo>
                    <a:pt x="1140" y="266"/>
                  </a:lnTo>
                  <a:lnTo>
                    <a:pt x="1141" y="263"/>
                  </a:lnTo>
                  <a:lnTo>
                    <a:pt x="1142" y="261"/>
                  </a:lnTo>
                  <a:lnTo>
                    <a:pt x="1146" y="258"/>
                  </a:lnTo>
                  <a:lnTo>
                    <a:pt x="1149" y="257"/>
                  </a:lnTo>
                  <a:lnTo>
                    <a:pt x="1152" y="256"/>
                  </a:lnTo>
                  <a:lnTo>
                    <a:pt x="1155" y="256"/>
                  </a:lnTo>
                  <a:lnTo>
                    <a:pt x="1159" y="257"/>
                  </a:lnTo>
                  <a:lnTo>
                    <a:pt x="1161" y="258"/>
                  </a:lnTo>
                  <a:lnTo>
                    <a:pt x="1164" y="262"/>
                  </a:lnTo>
                  <a:lnTo>
                    <a:pt x="1166" y="266"/>
                  </a:lnTo>
                  <a:lnTo>
                    <a:pt x="1166" y="270"/>
                  </a:lnTo>
                  <a:lnTo>
                    <a:pt x="1166" y="274"/>
                  </a:lnTo>
                  <a:lnTo>
                    <a:pt x="1166" y="316"/>
                  </a:lnTo>
                  <a:lnTo>
                    <a:pt x="1193" y="316"/>
                  </a:lnTo>
                  <a:lnTo>
                    <a:pt x="1193" y="272"/>
                  </a:lnTo>
                  <a:lnTo>
                    <a:pt x="1191" y="256"/>
                  </a:lnTo>
                  <a:lnTo>
                    <a:pt x="1184" y="244"/>
                  </a:lnTo>
                  <a:lnTo>
                    <a:pt x="1174" y="237"/>
                  </a:lnTo>
                  <a:lnTo>
                    <a:pt x="1168" y="235"/>
                  </a:lnTo>
                  <a:lnTo>
                    <a:pt x="1163" y="235"/>
                  </a:lnTo>
                  <a:close/>
                  <a:moveTo>
                    <a:pt x="2434" y="206"/>
                  </a:moveTo>
                  <a:lnTo>
                    <a:pt x="2439" y="207"/>
                  </a:lnTo>
                  <a:lnTo>
                    <a:pt x="2444" y="210"/>
                  </a:lnTo>
                  <a:lnTo>
                    <a:pt x="2446" y="214"/>
                  </a:lnTo>
                  <a:lnTo>
                    <a:pt x="2449" y="218"/>
                  </a:lnTo>
                  <a:lnTo>
                    <a:pt x="2450" y="223"/>
                  </a:lnTo>
                  <a:lnTo>
                    <a:pt x="2449" y="228"/>
                  </a:lnTo>
                  <a:lnTo>
                    <a:pt x="2446" y="233"/>
                  </a:lnTo>
                  <a:lnTo>
                    <a:pt x="2444" y="237"/>
                  </a:lnTo>
                  <a:lnTo>
                    <a:pt x="2439" y="239"/>
                  </a:lnTo>
                  <a:lnTo>
                    <a:pt x="2434" y="239"/>
                  </a:lnTo>
                  <a:lnTo>
                    <a:pt x="2429" y="239"/>
                  </a:lnTo>
                  <a:lnTo>
                    <a:pt x="2423" y="237"/>
                  </a:lnTo>
                  <a:lnTo>
                    <a:pt x="2420" y="233"/>
                  </a:lnTo>
                  <a:lnTo>
                    <a:pt x="2418" y="228"/>
                  </a:lnTo>
                  <a:lnTo>
                    <a:pt x="2417" y="223"/>
                  </a:lnTo>
                  <a:lnTo>
                    <a:pt x="2418" y="218"/>
                  </a:lnTo>
                  <a:lnTo>
                    <a:pt x="2420" y="214"/>
                  </a:lnTo>
                  <a:lnTo>
                    <a:pt x="2423" y="210"/>
                  </a:lnTo>
                  <a:lnTo>
                    <a:pt x="2429" y="207"/>
                  </a:lnTo>
                  <a:lnTo>
                    <a:pt x="2434" y="206"/>
                  </a:lnTo>
                  <a:close/>
                  <a:moveTo>
                    <a:pt x="1085" y="200"/>
                  </a:moveTo>
                  <a:lnTo>
                    <a:pt x="1081" y="200"/>
                  </a:lnTo>
                  <a:lnTo>
                    <a:pt x="1077" y="202"/>
                  </a:lnTo>
                  <a:lnTo>
                    <a:pt x="1073" y="205"/>
                  </a:lnTo>
                  <a:lnTo>
                    <a:pt x="1071" y="209"/>
                  </a:lnTo>
                  <a:lnTo>
                    <a:pt x="1071" y="212"/>
                  </a:lnTo>
                  <a:lnTo>
                    <a:pt x="1071" y="212"/>
                  </a:lnTo>
                  <a:lnTo>
                    <a:pt x="1072" y="218"/>
                  </a:lnTo>
                  <a:lnTo>
                    <a:pt x="1073" y="221"/>
                  </a:lnTo>
                  <a:lnTo>
                    <a:pt x="1076" y="224"/>
                  </a:lnTo>
                  <a:lnTo>
                    <a:pt x="1081" y="225"/>
                  </a:lnTo>
                  <a:lnTo>
                    <a:pt x="1084" y="226"/>
                  </a:lnTo>
                  <a:lnTo>
                    <a:pt x="1087" y="226"/>
                  </a:lnTo>
                  <a:lnTo>
                    <a:pt x="1091" y="225"/>
                  </a:lnTo>
                  <a:lnTo>
                    <a:pt x="1095" y="224"/>
                  </a:lnTo>
                  <a:lnTo>
                    <a:pt x="1098" y="220"/>
                  </a:lnTo>
                  <a:lnTo>
                    <a:pt x="1100" y="216"/>
                  </a:lnTo>
                  <a:lnTo>
                    <a:pt x="1100" y="212"/>
                  </a:lnTo>
                  <a:lnTo>
                    <a:pt x="1100" y="209"/>
                  </a:lnTo>
                  <a:lnTo>
                    <a:pt x="1098" y="205"/>
                  </a:lnTo>
                  <a:lnTo>
                    <a:pt x="1095" y="202"/>
                  </a:lnTo>
                  <a:lnTo>
                    <a:pt x="1090" y="200"/>
                  </a:lnTo>
                  <a:lnTo>
                    <a:pt x="1085" y="200"/>
                  </a:lnTo>
                  <a:close/>
                  <a:moveTo>
                    <a:pt x="1058" y="170"/>
                  </a:moveTo>
                  <a:lnTo>
                    <a:pt x="1207" y="170"/>
                  </a:lnTo>
                  <a:lnTo>
                    <a:pt x="1211" y="170"/>
                  </a:lnTo>
                  <a:lnTo>
                    <a:pt x="1215" y="172"/>
                  </a:lnTo>
                  <a:lnTo>
                    <a:pt x="1217" y="176"/>
                  </a:lnTo>
                  <a:lnTo>
                    <a:pt x="1219" y="179"/>
                  </a:lnTo>
                  <a:lnTo>
                    <a:pt x="1220" y="183"/>
                  </a:lnTo>
                  <a:lnTo>
                    <a:pt x="1220" y="331"/>
                  </a:lnTo>
                  <a:lnTo>
                    <a:pt x="1219" y="335"/>
                  </a:lnTo>
                  <a:lnTo>
                    <a:pt x="1217" y="338"/>
                  </a:lnTo>
                  <a:lnTo>
                    <a:pt x="1215" y="341"/>
                  </a:lnTo>
                  <a:lnTo>
                    <a:pt x="1211" y="344"/>
                  </a:lnTo>
                  <a:lnTo>
                    <a:pt x="1207" y="345"/>
                  </a:lnTo>
                  <a:lnTo>
                    <a:pt x="1058" y="345"/>
                  </a:lnTo>
                  <a:lnTo>
                    <a:pt x="1054" y="344"/>
                  </a:lnTo>
                  <a:lnTo>
                    <a:pt x="1052" y="342"/>
                  </a:lnTo>
                  <a:lnTo>
                    <a:pt x="1048" y="338"/>
                  </a:lnTo>
                  <a:lnTo>
                    <a:pt x="1047" y="335"/>
                  </a:lnTo>
                  <a:lnTo>
                    <a:pt x="1045" y="332"/>
                  </a:lnTo>
                  <a:lnTo>
                    <a:pt x="1045" y="182"/>
                  </a:lnTo>
                  <a:lnTo>
                    <a:pt x="1047" y="178"/>
                  </a:lnTo>
                  <a:lnTo>
                    <a:pt x="1048" y="174"/>
                  </a:lnTo>
                  <a:lnTo>
                    <a:pt x="1052" y="172"/>
                  </a:lnTo>
                  <a:lnTo>
                    <a:pt x="1056" y="170"/>
                  </a:lnTo>
                  <a:lnTo>
                    <a:pt x="1058" y="170"/>
                  </a:lnTo>
                  <a:close/>
                  <a:moveTo>
                    <a:pt x="2095" y="148"/>
                  </a:moveTo>
                  <a:lnTo>
                    <a:pt x="2081" y="150"/>
                  </a:lnTo>
                  <a:lnTo>
                    <a:pt x="2068" y="159"/>
                  </a:lnTo>
                  <a:lnTo>
                    <a:pt x="2060" y="170"/>
                  </a:lnTo>
                  <a:lnTo>
                    <a:pt x="2058" y="184"/>
                  </a:lnTo>
                  <a:lnTo>
                    <a:pt x="2058" y="223"/>
                  </a:lnTo>
                  <a:lnTo>
                    <a:pt x="2132" y="223"/>
                  </a:lnTo>
                  <a:lnTo>
                    <a:pt x="2132" y="184"/>
                  </a:lnTo>
                  <a:lnTo>
                    <a:pt x="2129" y="170"/>
                  </a:lnTo>
                  <a:lnTo>
                    <a:pt x="2122" y="159"/>
                  </a:lnTo>
                  <a:lnTo>
                    <a:pt x="2109" y="150"/>
                  </a:lnTo>
                  <a:lnTo>
                    <a:pt x="2095" y="148"/>
                  </a:lnTo>
                  <a:close/>
                  <a:moveTo>
                    <a:pt x="1528" y="137"/>
                  </a:moveTo>
                  <a:lnTo>
                    <a:pt x="1529" y="137"/>
                  </a:lnTo>
                  <a:lnTo>
                    <a:pt x="1533" y="139"/>
                  </a:lnTo>
                  <a:lnTo>
                    <a:pt x="1537" y="141"/>
                  </a:lnTo>
                  <a:lnTo>
                    <a:pt x="1540" y="145"/>
                  </a:lnTo>
                  <a:lnTo>
                    <a:pt x="1542" y="149"/>
                  </a:lnTo>
                  <a:lnTo>
                    <a:pt x="1543" y="155"/>
                  </a:lnTo>
                  <a:lnTo>
                    <a:pt x="1543" y="158"/>
                  </a:lnTo>
                  <a:lnTo>
                    <a:pt x="1543" y="163"/>
                  </a:lnTo>
                  <a:lnTo>
                    <a:pt x="1542" y="168"/>
                  </a:lnTo>
                  <a:lnTo>
                    <a:pt x="1538" y="172"/>
                  </a:lnTo>
                  <a:lnTo>
                    <a:pt x="1534" y="176"/>
                  </a:lnTo>
                  <a:lnTo>
                    <a:pt x="1532" y="176"/>
                  </a:lnTo>
                  <a:lnTo>
                    <a:pt x="1528" y="177"/>
                  </a:lnTo>
                  <a:lnTo>
                    <a:pt x="1524" y="176"/>
                  </a:lnTo>
                  <a:lnTo>
                    <a:pt x="1520" y="173"/>
                  </a:lnTo>
                  <a:lnTo>
                    <a:pt x="1517" y="170"/>
                  </a:lnTo>
                  <a:lnTo>
                    <a:pt x="1515" y="165"/>
                  </a:lnTo>
                  <a:lnTo>
                    <a:pt x="1513" y="159"/>
                  </a:lnTo>
                  <a:lnTo>
                    <a:pt x="1513" y="155"/>
                  </a:lnTo>
                  <a:lnTo>
                    <a:pt x="1514" y="150"/>
                  </a:lnTo>
                  <a:lnTo>
                    <a:pt x="1515" y="145"/>
                  </a:lnTo>
                  <a:lnTo>
                    <a:pt x="1519" y="141"/>
                  </a:lnTo>
                  <a:lnTo>
                    <a:pt x="1523" y="139"/>
                  </a:lnTo>
                  <a:lnTo>
                    <a:pt x="1526" y="139"/>
                  </a:lnTo>
                  <a:lnTo>
                    <a:pt x="1528" y="137"/>
                  </a:lnTo>
                  <a:close/>
                  <a:moveTo>
                    <a:pt x="1596" y="136"/>
                  </a:moveTo>
                  <a:lnTo>
                    <a:pt x="1598" y="136"/>
                  </a:lnTo>
                  <a:lnTo>
                    <a:pt x="1602" y="137"/>
                  </a:lnTo>
                  <a:lnTo>
                    <a:pt x="1606" y="140"/>
                  </a:lnTo>
                  <a:lnTo>
                    <a:pt x="1610" y="142"/>
                  </a:lnTo>
                  <a:lnTo>
                    <a:pt x="1612" y="148"/>
                  </a:lnTo>
                  <a:lnTo>
                    <a:pt x="1612" y="150"/>
                  </a:lnTo>
                  <a:lnTo>
                    <a:pt x="1612" y="151"/>
                  </a:lnTo>
                  <a:lnTo>
                    <a:pt x="1582" y="151"/>
                  </a:lnTo>
                  <a:lnTo>
                    <a:pt x="1582" y="150"/>
                  </a:lnTo>
                  <a:lnTo>
                    <a:pt x="1582" y="148"/>
                  </a:lnTo>
                  <a:lnTo>
                    <a:pt x="1583" y="144"/>
                  </a:lnTo>
                  <a:lnTo>
                    <a:pt x="1587" y="140"/>
                  </a:lnTo>
                  <a:lnTo>
                    <a:pt x="1591" y="137"/>
                  </a:lnTo>
                  <a:lnTo>
                    <a:pt x="1596" y="136"/>
                  </a:lnTo>
                  <a:close/>
                  <a:moveTo>
                    <a:pt x="1896" y="133"/>
                  </a:moveTo>
                  <a:lnTo>
                    <a:pt x="1894" y="133"/>
                  </a:lnTo>
                  <a:lnTo>
                    <a:pt x="1891" y="136"/>
                  </a:lnTo>
                  <a:lnTo>
                    <a:pt x="1890" y="140"/>
                  </a:lnTo>
                  <a:lnTo>
                    <a:pt x="1891" y="142"/>
                  </a:lnTo>
                  <a:lnTo>
                    <a:pt x="1894" y="145"/>
                  </a:lnTo>
                  <a:lnTo>
                    <a:pt x="1896" y="146"/>
                  </a:lnTo>
                  <a:lnTo>
                    <a:pt x="1900" y="145"/>
                  </a:lnTo>
                  <a:lnTo>
                    <a:pt x="1903" y="142"/>
                  </a:lnTo>
                  <a:lnTo>
                    <a:pt x="1903" y="140"/>
                  </a:lnTo>
                  <a:lnTo>
                    <a:pt x="1903" y="136"/>
                  </a:lnTo>
                  <a:lnTo>
                    <a:pt x="1900" y="133"/>
                  </a:lnTo>
                  <a:lnTo>
                    <a:pt x="1896" y="133"/>
                  </a:lnTo>
                  <a:close/>
                  <a:moveTo>
                    <a:pt x="1346" y="122"/>
                  </a:moveTo>
                  <a:lnTo>
                    <a:pt x="1332" y="123"/>
                  </a:lnTo>
                  <a:lnTo>
                    <a:pt x="1323" y="130"/>
                  </a:lnTo>
                  <a:lnTo>
                    <a:pt x="1315" y="137"/>
                  </a:lnTo>
                  <a:lnTo>
                    <a:pt x="1315" y="144"/>
                  </a:lnTo>
                  <a:lnTo>
                    <a:pt x="1315" y="149"/>
                  </a:lnTo>
                  <a:lnTo>
                    <a:pt x="1318" y="153"/>
                  </a:lnTo>
                  <a:lnTo>
                    <a:pt x="1322" y="156"/>
                  </a:lnTo>
                  <a:lnTo>
                    <a:pt x="1328" y="159"/>
                  </a:lnTo>
                  <a:lnTo>
                    <a:pt x="1336" y="162"/>
                  </a:lnTo>
                  <a:lnTo>
                    <a:pt x="1343" y="165"/>
                  </a:lnTo>
                  <a:lnTo>
                    <a:pt x="1349" y="167"/>
                  </a:lnTo>
                  <a:lnTo>
                    <a:pt x="1352" y="169"/>
                  </a:lnTo>
                  <a:lnTo>
                    <a:pt x="1354" y="170"/>
                  </a:lnTo>
                  <a:lnTo>
                    <a:pt x="1355" y="172"/>
                  </a:lnTo>
                  <a:lnTo>
                    <a:pt x="1355" y="172"/>
                  </a:lnTo>
                  <a:lnTo>
                    <a:pt x="1354" y="174"/>
                  </a:lnTo>
                  <a:lnTo>
                    <a:pt x="1352" y="176"/>
                  </a:lnTo>
                  <a:lnTo>
                    <a:pt x="1350" y="177"/>
                  </a:lnTo>
                  <a:lnTo>
                    <a:pt x="1346" y="177"/>
                  </a:lnTo>
                  <a:lnTo>
                    <a:pt x="1341" y="177"/>
                  </a:lnTo>
                  <a:lnTo>
                    <a:pt x="1335" y="174"/>
                  </a:lnTo>
                  <a:lnTo>
                    <a:pt x="1328" y="172"/>
                  </a:lnTo>
                  <a:lnTo>
                    <a:pt x="1326" y="170"/>
                  </a:lnTo>
                  <a:lnTo>
                    <a:pt x="1323" y="170"/>
                  </a:lnTo>
                  <a:lnTo>
                    <a:pt x="1322" y="170"/>
                  </a:lnTo>
                  <a:lnTo>
                    <a:pt x="1318" y="172"/>
                  </a:lnTo>
                  <a:lnTo>
                    <a:pt x="1315" y="174"/>
                  </a:lnTo>
                  <a:lnTo>
                    <a:pt x="1313" y="178"/>
                  </a:lnTo>
                  <a:lnTo>
                    <a:pt x="1313" y="178"/>
                  </a:lnTo>
                  <a:lnTo>
                    <a:pt x="1315" y="184"/>
                  </a:lnTo>
                  <a:lnTo>
                    <a:pt x="1324" y="190"/>
                  </a:lnTo>
                  <a:lnTo>
                    <a:pt x="1338" y="192"/>
                  </a:lnTo>
                  <a:lnTo>
                    <a:pt x="1343" y="193"/>
                  </a:lnTo>
                  <a:lnTo>
                    <a:pt x="1345" y="193"/>
                  </a:lnTo>
                  <a:lnTo>
                    <a:pt x="1357" y="192"/>
                  </a:lnTo>
                  <a:lnTo>
                    <a:pt x="1366" y="187"/>
                  </a:lnTo>
                  <a:lnTo>
                    <a:pt x="1374" y="181"/>
                  </a:lnTo>
                  <a:lnTo>
                    <a:pt x="1375" y="176"/>
                  </a:lnTo>
                  <a:lnTo>
                    <a:pt x="1377" y="172"/>
                  </a:lnTo>
                  <a:lnTo>
                    <a:pt x="1375" y="167"/>
                  </a:lnTo>
                  <a:lnTo>
                    <a:pt x="1373" y="163"/>
                  </a:lnTo>
                  <a:lnTo>
                    <a:pt x="1369" y="159"/>
                  </a:lnTo>
                  <a:lnTo>
                    <a:pt x="1364" y="155"/>
                  </a:lnTo>
                  <a:lnTo>
                    <a:pt x="1356" y="153"/>
                  </a:lnTo>
                  <a:lnTo>
                    <a:pt x="1349" y="150"/>
                  </a:lnTo>
                  <a:lnTo>
                    <a:pt x="1343" y="148"/>
                  </a:lnTo>
                  <a:lnTo>
                    <a:pt x="1340" y="146"/>
                  </a:lnTo>
                  <a:lnTo>
                    <a:pt x="1337" y="145"/>
                  </a:lnTo>
                  <a:lnTo>
                    <a:pt x="1337" y="144"/>
                  </a:lnTo>
                  <a:lnTo>
                    <a:pt x="1337" y="142"/>
                  </a:lnTo>
                  <a:lnTo>
                    <a:pt x="1338" y="140"/>
                  </a:lnTo>
                  <a:lnTo>
                    <a:pt x="1341" y="139"/>
                  </a:lnTo>
                  <a:lnTo>
                    <a:pt x="1343" y="139"/>
                  </a:lnTo>
                  <a:lnTo>
                    <a:pt x="1345" y="139"/>
                  </a:lnTo>
                  <a:lnTo>
                    <a:pt x="1347" y="139"/>
                  </a:lnTo>
                  <a:lnTo>
                    <a:pt x="1351" y="140"/>
                  </a:lnTo>
                  <a:lnTo>
                    <a:pt x="1356" y="141"/>
                  </a:lnTo>
                  <a:lnTo>
                    <a:pt x="1361" y="142"/>
                  </a:lnTo>
                  <a:lnTo>
                    <a:pt x="1363" y="144"/>
                  </a:lnTo>
                  <a:lnTo>
                    <a:pt x="1365" y="144"/>
                  </a:lnTo>
                  <a:lnTo>
                    <a:pt x="1366" y="144"/>
                  </a:lnTo>
                  <a:lnTo>
                    <a:pt x="1369" y="142"/>
                  </a:lnTo>
                  <a:lnTo>
                    <a:pt x="1371" y="141"/>
                  </a:lnTo>
                  <a:lnTo>
                    <a:pt x="1374" y="137"/>
                  </a:lnTo>
                  <a:lnTo>
                    <a:pt x="1374" y="136"/>
                  </a:lnTo>
                  <a:lnTo>
                    <a:pt x="1374" y="135"/>
                  </a:lnTo>
                  <a:lnTo>
                    <a:pt x="1371" y="130"/>
                  </a:lnTo>
                  <a:lnTo>
                    <a:pt x="1364" y="126"/>
                  </a:lnTo>
                  <a:lnTo>
                    <a:pt x="1351" y="122"/>
                  </a:lnTo>
                  <a:lnTo>
                    <a:pt x="1346" y="122"/>
                  </a:lnTo>
                  <a:close/>
                  <a:moveTo>
                    <a:pt x="1640" y="121"/>
                  </a:moveTo>
                  <a:lnTo>
                    <a:pt x="1640" y="130"/>
                  </a:lnTo>
                  <a:lnTo>
                    <a:pt x="1640" y="130"/>
                  </a:lnTo>
                  <a:lnTo>
                    <a:pt x="1641" y="130"/>
                  </a:lnTo>
                  <a:lnTo>
                    <a:pt x="1641" y="123"/>
                  </a:lnTo>
                  <a:lnTo>
                    <a:pt x="1643" y="123"/>
                  </a:lnTo>
                  <a:lnTo>
                    <a:pt x="1643" y="127"/>
                  </a:lnTo>
                  <a:lnTo>
                    <a:pt x="1644" y="130"/>
                  </a:lnTo>
                  <a:lnTo>
                    <a:pt x="1644" y="130"/>
                  </a:lnTo>
                  <a:lnTo>
                    <a:pt x="1645" y="130"/>
                  </a:lnTo>
                  <a:lnTo>
                    <a:pt x="1647" y="123"/>
                  </a:lnTo>
                  <a:lnTo>
                    <a:pt x="1648" y="123"/>
                  </a:lnTo>
                  <a:lnTo>
                    <a:pt x="1648" y="130"/>
                  </a:lnTo>
                  <a:lnTo>
                    <a:pt x="1649" y="130"/>
                  </a:lnTo>
                  <a:lnTo>
                    <a:pt x="1649" y="121"/>
                  </a:lnTo>
                  <a:lnTo>
                    <a:pt x="1647" y="121"/>
                  </a:lnTo>
                  <a:lnTo>
                    <a:pt x="1647" y="122"/>
                  </a:lnTo>
                  <a:lnTo>
                    <a:pt x="1645" y="123"/>
                  </a:lnTo>
                  <a:lnTo>
                    <a:pt x="1645" y="127"/>
                  </a:lnTo>
                  <a:lnTo>
                    <a:pt x="1644" y="127"/>
                  </a:lnTo>
                  <a:lnTo>
                    <a:pt x="1643" y="121"/>
                  </a:lnTo>
                  <a:lnTo>
                    <a:pt x="1640" y="121"/>
                  </a:lnTo>
                  <a:close/>
                  <a:moveTo>
                    <a:pt x="1631" y="121"/>
                  </a:moveTo>
                  <a:lnTo>
                    <a:pt x="1631" y="122"/>
                  </a:lnTo>
                  <a:lnTo>
                    <a:pt x="1634" y="122"/>
                  </a:lnTo>
                  <a:lnTo>
                    <a:pt x="1634" y="122"/>
                  </a:lnTo>
                  <a:lnTo>
                    <a:pt x="1634" y="130"/>
                  </a:lnTo>
                  <a:lnTo>
                    <a:pt x="1636" y="130"/>
                  </a:lnTo>
                  <a:lnTo>
                    <a:pt x="1636" y="122"/>
                  </a:lnTo>
                  <a:lnTo>
                    <a:pt x="1636" y="122"/>
                  </a:lnTo>
                  <a:lnTo>
                    <a:pt x="1639" y="122"/>
                  </a:lnTo>
                  <a:lnTo>
                    <a:pt x="1639" y="121"/>
                  </a:lnTo>
                  <a:lnTo>
                    <a:pt x="1631" y="121"/>
                  </a:lnTo>
                  <a:close/>
                  <a:moveTo>
                    <a:pt x="2095" y="119"/>
                  </a:moveTo>
                  <a:lnTo>
                    <a:pt x="2100" y="119"/>
                  </a:lnTo>
                  <a:lnTo>
                    <a:pt x="2119" y="125"/>
                  </a:lnTo>
                  <a:lnTo>
                    <a:pt x="2136" y="133"/>
                  </a:lnTo>
                  <a:lnTo>
                    <a:pt x="2148" y="148"/>
                  </a:lnTo>
                  <a:lnTo>
                    <a:pt x="2157" y="164"/>
                  </a:lnTo>
                  <a:lnTo>
                    <a:pt x="2160" y="184"/>
                  </a:lnTo>
                  <a:lnTo>
                    <a:pt x="2160" y="223"/>
                  </a:lnTo>
                  <a:lnTo>
                    <a:pt x="2162" y="223"/>
                  </a:lnTo>
                  <a:lnTo>
                    <a:pt x="2164" y="223"/>
                  </a:lnTo>
                  <a:lnTo>
                    <a:pt x="2167" y="224"/>
                  </a:lnTo>
                  <a:lnTo>
                    <a:pt x="2171" y="225"/>
                  </a:lnTo>
                  <a:lnTo>
                    <a:pt x="2171" y="225"/>
                  </a:lnTo>
                  <a:lnTo>
                    <a:pt x="2171" y="225"/>
                  </a:lnTo>
                  <a:lnTo>
                    <a:pt x="2176" y="228"/>
                  </a:lnTo>
                  <a:lnTo>
                    <a:pt x="2180" y="233"/>
                  </a:lnTo>
                  <a:lnTo>
                    <a:pt x="2181" y="238"/>
                  </a:lnTo>
                  <a:lnTo>
                    <a:pt x="2183" y="243"/>
                  </a:lnTo>
                  <a:lnTo>
                    <a:pt x="2183" y="307"/>
                  </a:lnTo>
                  <a:lnTo>
                    <a:pt x="2176" y="314"/>
                  </a:lnTo>
                  <a:lnTo>
                    <a:pt x="2170" y="313"/>
                  </a:lnTo>
                  <a:lnTo>
                    <a:pt x="2164" y="313"/>
                  </a:lnTo>
                  <a:lnTo>
                    <a:pt x="2150" y="314"/>
                  </a:lnTo>
                  <a:lnTo>
                    <a:pt x="2137" y="319"/>
                  </a:lnTo>
                  <a:lnTo>
                    <a:pt x="2125" y="328"/>
                  </a:lnTo>
                  <a:lnTo>
                    <a:pt x="2115" y="341"/>
                  </a:lnTo>
                  <a:lnTo>
                    <a:pt x="2110" y="356"/>
                  </a:lnTo>
                  <a:lnTo>
                    <a:pt x="2027" y="356"/>
                  </a:lnTo>
                  <a:lnTo>
                    <a:pt x="2021" y="355"/>
                  </a:lnTo>
                  <a:lnTo>
                    <a:pt x="2016" y="352"/>
                  </a:lnTo>
                  <a:lnTo>
                    <a:pt x="2012" y="349"/>
                  </a:lnTo>
                  <a:lnTo>
                    <a:pt x="2008" y="344"/>
                  </a:lnTo>
                  <a:lnTo>
                    <a:pt x="2007" y="337"/>
                  </a:lnTo>
                  <a:lnTo>
                    <a:pt x="2007" y="336"/>
                  </a:lnTo>
                  <a:lnTo>
                    <a:pt x="2007" y="243"/>
                  </a:lnTo>
                  <a:lnTo>
                    <a:pt x="2007" y="242"/>
                  </a:lnTo>
                  <a:lnTo>
                    <a:pt x="2007" y="240"/>
                  </a:lnTo>
                  <a:lnTo>
                    <a:pt x="2007" y="239"/>
                  </a:lnTo>
                  <a:lnTo>
                    <a:pt x="2008" y="239"/>
                  </a:lnTo>
                  <a:lnTo>
                    <a:pt x="2008" y="238"/>
                  </a:lnTo>
                  <a:lnTo>
                    <a:pt x="2008" y="238"/>
                  </a:lnTo>
                  <a:lnTo>
                    <a:pt x="2010" y="233"/>
                  </a:lnTo>
                  <a:lnTo>
                    <a:pt x="2013" y="229"/>
                  </a:lnTo>
                  <a:lnTo>
                    <a:pt x="2017" y="225"/>
                  </a:lnTo>
                  <a:lnTo>
                    <a:pt x="2022" y="224"/>
                  </a:lnTo>
                  <a:lnTo>
                    <a:pt x="2027" y="223"/>
                  </a:lnTo>
                  <a:lnTo>
                    <a:pt x="2030" y="223"/>
                  </a:lnTo>
                  <a:lnTo>
                    <a:pt x="2030" y="184"/>
                  </a:lnTo>
                  <a:lnTo>
                    <a:pt x="2034" y="164"/>
                  </a:lnTo>
                  <a:lnTo>
                    <a:pt x="2041" y="148"/>
                  </a:lnTo>
                  <a:lnTo>
                    <a:pt x="2054" y="133"/>
                  </a:lnTo>
                  <a:lnTo>
                    <a:pt x="2071" y="125"/>
                  </a:lnTo>
                  <a:lnTo>
                    <a:pt x="2090" y="119"/>
                  </a:lnTo>
                  <a:lnTo>
                    <a:pt x="2095" y="119"/>
                  </a:lnTo>
                  <a:close/>
                  <a:moveTo>
                    <a:pt x="1387" y="95"/>
                  </a:moveTo>
                  <a:lnTo>
                    <a:pt x="1383" y="95"/>
                  </a:lnTo>
                  <a:lnTo>
                    <a:pt x="1379" y="98"/>
                  </a:lnTo>
                  <a:lnTo>
                    <a:pt x="1378" y="102"/>
                  </a:lnTo>
                  <a:lnTo>
                    <a:pt x="1377" y="104"/>
                  </a:lnTo>
                  <a:lnTo>
                    <a:pt x="1377" y="184"/>
                  </a:lnTo>
                  <a:lnTo>
                    <a:pt x="1378" y="188"/>
                  </a:lnTo>
                  <a:lnTo>
                    <a:pt x="1379" y="192"/>
                  </a:lnTo>
                  <a:lnTo>
                    <a:pt x="1383" y="193"/>
                  </a:lnTo>
                  <a:lnTo>
                    <a:pt x="1385" y="193"/>
                  </a:lnTo>
                  <a:lnTo>
                    <a:pt x="1387" y="193"/>
                  </a:lnTo>
                  <a:lnTo>
                    <a:pt x="1391" y="193"/>
                  </a:lnTo>
                  <a:lnTo>
                    <a:pt x="1394" y="191"/>
                  </a:lnTo>
                  <a:lnTo>
                    <a:pt x="1396" y="187"/>
                  </a:lnTo>
                  <a:lnTo>
                    <a:pt x="1397" y="186"/>
                  </a:lnTo>
                  <a:lnTo>
                    <a:pt x="1397" y="183"/>
                  </a:lnTo>
                  <a:lnTo>
                    <a:pt x="1397" y="169"/>
                  </a:lnTo>
                  <a:lnTo>
                    <a:pt x="1397" y="168"/>
                  </a:lnTo>
                  <a:lnTo>
                    <a:pt x="1399" y="167"/>
                  </a:lnTo>
                  <a:lnTo>
                    <a:pt x="1403" y="164"/>
                  </a:lnTo>
                  <a:lnTo>
                    <a:pt x="1421" y="190"/>
                  </a:lnTo>
                  <a:lnTo>
                    <a:pt x="1425" y="192"/>
                  </a:lnTo>
                  <a:lnTo>
                    <a:pt x="1427" y="195"/>
                  </a:lnTo>
                  <a:lnTo>
                    <a:pt x="1430" y="195"/>
                  </a:lnTo>
                  <a:lnTo>
                    <a:pt x="1431" y="195"/>
                  </a:lnTo>
                  <a:lnTo>
                    <a:pt x="1434" y="195"/>
                  </a:lnTo>
                  <a:lnTo>
                    <a:pt x="1436" y="193"/>
                  </a:lnTo>
                  <a:lnTo>
                    <a:pt x="1438" y="191"/>
                  </a:lnTo>
                  <a:lnTo>
                    <a:pt x="1440" y="187"/>
                  </a:lnTo>
                  <a:lnTo>
                    <a:pt x="1440" y="186"/>
                  </a:lnTo>
                  <a:lnTo>
                    <a:pt x="1439" y="183"/>
                  </a:lnTo>
                  <a:lnTo>
                    <a:pt x="1438" y="179"/>
                  </a:lnTo>
                  <a:lnTo>
                    <a:pt x="1434" y="176"/>
                  </a:lnTo>
                  <a:lnTo>
                    <a:pt x="1417" y="151"/>
                  </a:lnTo>
                  <a:lnTo>
                    <a:pt x="1422" y="146"/>
                  </a:lnTo>
                  <a:lnTo>
                    <a:pt x="1425" y="142"/>
                  </a:lnTo>
                  <a:lnTo>
                    <a:pt x="1429" y="139"/>
                  </a:lnTo>
                  <a:lnTo>
                    <a:pt x="1430" y="136"/>
                  </a:lnTo>
                  <a:lnTo>
                    <a:pt x="1431" y="135"/>
                  </a:lnTo>
                  <a:lnTo>
                    <a:pt x="1433" y="135"/>
                  </a:lnTo>
                  <a:lnTo>
                    <a:pt x="1456" y="198"/>
                  </a:lnTo>
                  <a:lnTo>
                    <a:pt x="1456" y="198"/>
                  </a:lnTo>
                  <a:lnTo>
                    <a:pt x="1456" y="201"/>
                  </a:lnTo>
                  <a:lnTo>
                    <a:pt x="1453" y="202"/>
                  </a:lnTo>
                  <a:lnTo>
                    <a:pt x="1450" y="204"/>
                  </a:lnTo>
                  <a:lnTo>
                    <a:pt x="1448" y="204"/>
                  </a:lnTo>
                  <a:lnTo>
                    <a:pt x="1445" y="204"/>
                  </a:lnTo>
                  <a:lnTo>
                    <a:pt x="1442" y="204"/>
                  </a:lnTo>
                  <a:lnTo>
                    <a:pt x="1439" y="206"/>
                  </a:lnTo>
                  <a:lnTo>
                    <a:pt x="1438" y="210"/>
                  </a:lnTo>
                  <a:lnTo>
                    <a:pt x="1438" y="212"/>
                  </a:lnTo>
                  <a:lnTo>
                    <a:pt x="1438" y="215"/>
                  </a:lnTo>
                  <a:lnTo>
                    <a:pt x="1440" y="218"/>
                  </a:lnTo>
                  <a:lnTo>
                    <a:pt x="1444" y="220"/>
                  </a:lnTo>
                  <a:lnTo>
                    <a:pt x="1448" y="220"/>
                  </a:lnTo>
                  <a:lnTo>
                    <a:pt x="1454" y="220"/>
                  </a:lnTo>
                  <a:lnTo>
                    <a:pt x="1458" y="219"/>
                  </a:lnTo>
                  <a:lnTo>
                    <a:pt x="1462" y="216"/>
                  </a:lnTo>
                  <a:lnTo>
                    <a:pt x="1466" y="214"/>
                  </a:lnTo>
                  <a:lnTo>
                    <a:pt x="1468" y="210"/>
                  </a:lnTo>
                  <a:lnTo>
                    <a:pt x="1494" y="141"/>
                  </a:lnTo>
                  <a:lnTo>
                    <a:pt x="1494" y="141"/>
                  </a:lnTo>
                  <a:lnTo>
                    <a:pt x="1494" y="210"/>
                  </a:lnTo>
                  <a:lnTo>
                    <a:pt x="1495" y="214"/>
                  </a:lnTo>
                  <a:lnTo>
                    <a:pt x="1496" y="218"/>
                  </a:lnTo>
                  <a:lnTo>
                    <a:pt x="1499" y="219"/>
                  </a:lnTo>
                  <a:lnTo>
                    <a:pt x="1503" y="220"/>
                  </a:lnTo>
                  <a:lnTo>
                    <a:pt x="1504" y="220"/>
                  </a:lnTo>
                  <a:lnTo>
                    <a:pt x="1508" y="220"/>
                  </a:lnTo>
                  <a:lnTo>
                    <a:pt x="1510" y="218"/>
                  </a:lnTo>
                  <a:lnTo>
                    <a:pt x="1513" y="214"/>
                  </a:lnTo>
                  <a:lnTo>
                    <a:pt x="1513" y="211"/>
                  </a:lnTo>
                  <a:lnTo>
                    <a:pt x="1513" y="207"/>
                  </a:lnTo>
                  <a:lnTo>
                    <a:pt x="1513" y="187"/>
                  </a:lnTo>
                  <a:lnTo>
                    <a:pt x="1514" y="187"/>
                  </a:lnTo>
                  <a:lnTo>
                    <a:pt x="1519" y="191"/>
                  </a:lnTo>
                  <a:lnTo>
                    <a:pt x="1526" y="193"/>
                  </a:lnTo>
                  <a:lnTo>
                    <a:pt x="1532" y="193"/>
                  </a:lnTo>
                  <a:lnTo>
                    <a:pt x="1543" y="191"/>
                  </a:lnTo>
                  <a:lnTo>
                    <a:pt x="1552" y="184"/>
                  </a:lnTo>
                  <a:lnTo>
                    <a:pt x="1560" y="174"/>
                  </a:lnTo>
                  <a:lnTo>
                    <a:pt x="1562" y="167"/>
                  </a:lnTo>
                  <a:lnTo>
                    <a:pt x="1562" y="167"/>
                  </a:lnTo>
                  <a:lnTo>
                    <a:pt x="1565" y="173"/>
                  </a:lnTo>
                  <a:lnTo>
                    <a:pt x="1568" y="178"/>
                  </a:lnTo>
                  <a:lnTo>
                    <a:pt x="1571" y="182"/>
                  </a:lnTo>
                  <a:lnTo>
                    <a:pt x="1575" y="186"/>
                  </a:lnTo>
                  <a:lnTo>
                    <a:pt x="1585" y="192"/>
                  </a:lnTo>
                  <a:lnTo>
                    <a:pt x="1598" y="193"/>
                  </a:lnTo>
                  <a:lnTo>
                    <a:pt x="1612" y="191"/>
                  </a:lnTo>
                  <a:lnTo>
                    <a:pt x="1626" y="184"/>
                  </a:lnTo>
                  <a:lnTo>
                    <a:pt x="1629" y="181"/>
                  </a:lnTo>
                  <a:lnTo>
                    <a:pt x="1630" y="178"/>
                  </a:lnTo>
                  <a:lnTo>
                    <a:pt x="1630" y="174"/>
                  </a:lnTo>
                  <a:lnTo>
                    <a:pt x="1627" y="172"/>
                  </a:lnTo>
                  <a:lnTo>
                    <a:pt x="1624" y="169"/>
                  </a:lnTo>
                  <a:lnTo>
                    <a:pt x="1622" y="169"/>
                  </a:lnTo>
                  <a:lnTo>
                    <a:pt x="1621" y="170"/>
                  </a:lnTo>
                  <a:lnTo>
                    <a:pt x="1617" y="170"/>
                  </a:lnTo>
                  <a:lnTo>
                    <a:pt x="1613" y="173"/>
                  </a:lnTo>
                  <a:lnTo>
                    <a:pt x="1607" y="176"/>
                  </a:lnTo>
                  <a:lnTo>
                    <a:pt x="1605" y="177"/>
                  </a:lnTo>
                  <a:lnTo>
                    <a:pt x="1601" y="177"/>
                  </a:lnTo>
                  <a:lnTo>
                    <a:pt x="1599" y="177"/>
                  </a:lnTo>
                  <a:lnTo>
                    <a:pt x="1598" y="177"/>
                  </a:lnTo>
                  <a:lnTo>
                    <a:pt x="1593" y="176"/>
                  </a:lnTo>
                  <a:lnTo>
                    <a:pt x="1588" y="174"/>
                  </a:lnTo>
                  <a:lnTo>
                    <a:pt x="1584" y="170"/>
                  </a:lnTo>
                  <a:lnTo>
                    <a:pt x="1583" y="167"/>
                  </a:lnTo>
                  <a:lnTo>
                    <a:pt x="1582" y="164"/>
                  </a:lnTo>
                  <a:lnTo>
                    <a:pt x="1582" y="164"/>
                  </a:lnTo>
                  <a:lnTo>
                    <a:pt x="1622" y="164"/>
                  </a:lnTo>
                  <a:lnTo>
                    <a:pt x="1626" y="163"/>
                  </a:lnTo>
                  <a:lnTo>
                    <a:pt x="1630" y="162"/>
                  </a:lnTo>
                  <a:lnTo>
                    <a:pt x="1631" y="159"/>
                  </a:lnTo>
                  <a:lnTo>
                    <a:pt x="1631" y="155"/>
                  </a:lnTo>
                  <a:lnTo>
                    <a:pt x="1631" y="155"/>
                  </a:lnTo>
                  <a:lnTo>
                    <a:pt x="1627" y="140"/>
                  </a:lnTo>
                  <a:lnTo>
                    <a:pt x="1617" y="127"/>
                  </a:lnTo>
                  <a:lnTo>
                    <a:pt x="1611" y="123"/>
                  </a:lnTo>
                  <a:lnTo>
                    <a:pt x="1605" y="122"/>
                  </a:lnTo>
                  <a:lnTo>
                    <a:pt x="1599" y="121"/>
                  </a:lnTo>
                  <a:lnTo>
                    <a:pt x="1598" y="121"/>
                  </a:lnTo>
                  <a:lnTo>
                    <a:pt x="1597" y="121"/>
                  </a:lnTo>
                  <a:lnTo>
                    <a:pt x="1596" y="121"/>
                  </a:lnTo>
                  <a:lnTo>
                    <a:pt x="1594" y="121"/>
                  </a:lnTo>
                  <a:lnTo>
                    <a:pt x="1583" y="123"/>
                  </a:lnTo>
                  <a:lnTo>
                    <a:pt x="1571" y="131"/>
                  </a:lnTo>
                  <a:lnTo>
                    <a:pt x="1568" y="137"/>
                  </a:lnTo>
                  <a:lnTo>
                    <a:pt x="1565" y="142"/>
                  </a:lnTo>
                  <a:lnTo>
                    <a:pt x="1562" y="149"/>
                  </a:lnTo>
                  <a:lnTo>
                    <a:pt x="1562" y="149"/>
                  </a:lnTo>
                  <a:lnTo>
                    <a:pt x="1559" y="137"/>
                  </a:lnTo>
                  <a:lnTo>
                    <a:pt x="1552" y="128"/>
                  </a:lnTo>
                  <a:lnTo>
                    <a:pt x="1546" y="125"/>
                  </a:lnTo>
                  <a:lnTo>
                    <a:pt x="1540" y="122"/>
                  </a:lnTo>
                  <a:lnTo>
                    <a:pt x="1533" y="121"/>
                  </a:lnTo>
                  <a:lnTo>
                    <a:pt x="1532" y="121"/>
                  </a:lnTo>
                  <a:lnTo>
                    <a:pt x="1532" y="121"/>
                  </a:lnTo>
                  <a:lnTo>
                    <a:pt x="1532" y="121"/>
                  </a:lnTo>
                  <a:lnTo>
                    <a:pt x="1531" y="121"/>
                  </a:lnTo>
                  <a:lnTo>
                    <a:pt x="1526" y="121"/>
                  </a:lnTo>
                  <a:lnTo>
                    <a:pt x="1520" y="123"/>
                  </a:lnTo>
                  <a:lnTo>
                    <a:pt x="1517" y="126"/>
                  </a:lnTo>
                  <a:lnTo>
                    <a:pt x="1513" y="130"/>
                  </a:lnTo>
                  <a:lnTo>
                    <a:pt x="1512" y="126"/>
                  </a:lnTo>
                  <a:lnTo>
                    <a:pt x="1510" y="125"/>
                  </a:lnTo>
                  <a:lnTo>
                    <a:pt x="1509" y="122"/>
                  </a:lnTo>
                  <a:lnTo>
                    <a:pt x="1506" y="122"/>
                  </a:lnTo>
                  <a:lnTo>
                    <a:pt x="1504" y="122"/>
                  </a:lnTo>
                  <a:lnTo>
                    <a:pt x="1500" y="122"/>
                  </a:lnTo>
                  <a:lnTo>
                    <a:pt x="1496" y="125"/>
                  </a:lnTo>
                  <a:lnTo>
                    <a:pt x="1496" y="125"/>
                  </a:lnTo>
                  <a:lnTo>
                    <a:pt x="1492" y="121"/>
                  </a:lnTo>
                  <a:lnTo>
                    <a:pt x="1489" y="121"/>
                  </a:lnTo>
                  <a:lnTo>
                    <a:pt x="1487" y="121"/>
                  </a:lnTo>
                  <a:lnTo>
                    <a:pt x="1484" y="121"/>
                  </a:lnTo>
                  <a:lnTo>
                    <a:pt x="1481" y="123"/>
                  </a:lnTo>
                  <a:lnTo>
                    <a:pt x="1478" y="127"/>
                  </a:lnTo>
                  <a:lnTo>
                    <a:pt x="1477" y="132"/>
                  </a:lnTo>
                  <a:lnTo>
                    <a:pt x="1466" y="173"/>
                  </a:lnTo>
                  <a:lnTo>
                    <a:pt x="1466" y="173"/>
                  </a:lnTo>
                  <a:lnTo>
                    <a:pt x="1459" y="154"/>
                  </a:lnTo>
                  <a:lnTo>
                    <a:pt x="1454" y="140"/>
                  </a:lnTo>
                  <a:lnTo>
                    <a:pt x="1450" y="130"/>
                  </a:lnTo>
                  <a:lnTo>
                    <a:pt x="1449" y="125"/>
                  </a:lnTo>
                  <a:lnTo>
                    <a:pt x="1447" y="122"/>
                  </a:lnTo>
                  <a:lnTo>
                    <a:pt x="1444" y="121"/>
                  </a:lnTo>
                  <a:lnTo>
                    <a:pt x="1440" y="121"/>
                  </a:lnTo>
                  <a:lnTo>
                    <a:pt x="1439" y="121"/>
                  </a:lnTo>
                  <a:lnTo>
                    <a:pt x="1435" y="121"/>
                  </a:lnTo>
                  <a:lnTo>
                    <a:pt x="1431" y="125"/>
                  </a:lnTo>
                  <a:lnTo>
                    <a:pt x="1431" y="125"/>
                  </a:lnTo>
                  <a:lnTo>
                    <a:pt x="1429" y="122"/>
                  </a:lnTo>
                  <a:lnTo>
                    <a:pt x="1425" y="122"/>
                  </a:lnTo>
                  <a:lnTo>
                    <a:pt x="1425" y="122"/>
                  </a:lnTo>
                  <a:lnTo>
                    <a:pt x="1421" y="123"/>
                  </a:lnTo>
                  <a:lnTo>
                    <a:pt x="1416" y="126"/>
                  </a:lnTo>
                  <a:lnTo>
                    <a:pt x="1412" y="131"/>
                  </a:lnTo>
                  <a:lnTo>
                    <a:pt x="1397" y="148"/>
                  </a:lnTo>
                  <a:lnTo>
                    <a:pt x="1397" y="148"/>
                  </a:lnTo>
                  <a:lnTo>
                    <a:pt x="1397" y="105"/>
                  </a:lnTo>
                  <a:lnTo>
                    <a:pt x="1396" y="102"/>
                  </a:lnTo>
                  <a:lnTo>
                    <a:pt x="1394" y="98"/>
                  </a:lnTo>
                  <a:lnTo>
                    <a:pt x="1391" y="97"/>
                  </a:lnTo>
                  <a:lnTo>
                    <a:pt x="1389" y="95"/>
                  </a:lnTo>
                  <a:lnTo>
                    <a:pt x="1387" y="95"/>
                  </a:lnTo>
                  <a:close/>
                  <a:moveTo>
                    <a:pt x="1878" y="81"/>
                  </a:moveTo>
                  <a:lnTo>
                    <a:pt x="1878" y="83"/>
                  </a:lnTo>
                  <a:lnTo>
                    <a:pt x="1878" y="84"/>
                  </a:lnTo>
                  <a:lnTo>
                    <a:pt x="1876" y="86"/>
                  </a:lnTo>
                  <a:lnTo>
                    <a:pt x="1872" y="89"/>
                  </a:lnTo>
                  <a:lnTo>
                    <a:pt x="1872" y="89"/>
                  </a:lnTo>
                  <a:lnTo>
                    <a:pt x="1878" y="88"/>
                  </a:lnTo>
                  <a:lnTo>
                    <a:pt x="1883" y="86"/>
                  </a:lnTo>
                  <a:lnTo>
                    <a:pt x="1887" y="85"/>
                  </a:lnTo>
                  <a:lnTo>
                    <a:pt x="1890" y="86"/>
                  </a:lnTo>
                  <a:lnTo>
                    <a:pt x="1891" y="86"/>
                  </a:lnTo>
                  <a:lnTo>
                    <a:pt x="1891" y="88"/>
                  </a:lnTo>
                  <a:lnTo>
                    <a:pt x="1891" y="89"/>
                  </a:lnTo>
                  <a:lnTo>
                    <a:pt x="1890" y="91"/>
                  </a:lnTo>
                  <a:lnTo>
                    <a:pt x="1887" y="93"/>
                  </a:lnTo>
                  <a:lnTo>
                    <a:pt x="1883" y="94"/>
                  </a:lnTo>
                  <a:lnTo>
                    <a:pt x="1876" y="97"/>
                  </a:lnTo>
                  <a:lnTo>
                    <a:pt x="1869" y="99"/>
                  </a:lnTo>
                  <a:lnTo>
                    <a:pt x="1869" y="99"/>
                  </a:lnTo>
                  <a:lnTo>
                    <a:pt x="1872" y="99"/>
                  </a:lnTo>
                  <a:lnTo>
                    <a:pt x="1889" y="102"/>
                  </a:lnTo>
                  <a:lnTo>
                    <a:pt x="1903" y="111"/>
                  </a:lnTo>
                  <a:lnTo>
                    <a:pt x="1917" y="125"/>
                  </a:lnTo>
                  <a:lnTo>
                    <a:pt x="1923" y="139"/>
                  </a:lnTo>
                  <a:lnTo>
                    <a:pt x="1927" y="149"/>
                  </a:lnTo>
                  <a:lnTo>
                    <a:pt x="1928" y="150"/>
                  </a:lnTo>
                  <a:lnTo>
                    <a:pt x="1931" y="151"/>
                  </a:lnTo>
                  <a:lnTo>
                    <a:pt x="1936" y="151"/>
                  </a:lnTo>
                  <a:lnTo>
                    <a:pt x="1937" y="151"/>
                  </a:lnTo>
                  <a:lnTo>
                    <a:pt x="1959" y="146"/>
                  </a:lnTo>
                  <a:lnTo>
                    <a:pt x="1959" y="146"/>
                  </a:lnTo>
                  <a:lnTo>
                    <a:pt x="1956" y="151"/>
                  </a:lnTo>
                  <a:lnTo>
                    <a:pt x="1952" y="155"/>
                  </a:lnTo>
                  <a:lnTo>
                    <a:pt x="1948" y="158"/>
                  </a:lnTo>
                  <a:lnTo>
                    <a:pt x="1943" y="162"/>
                  </a:lnTo>
                  <a:lnTo>
                    <a:pt x="1938" y="163"/>
                  </a:lnTo>
                  <a:lnTo>
                    <a:pt x="1933" y="164"/>
                  </a:lnTo>
                  <a:lnTo>
                    <a:pt x="1929" y="164"/>
                  </a:lnTo>
                  <a:lnTo>
                    <a:pt x="1931" y="164"/>
                  </a:lnTo>
                  <a:lnTo>
                    <a:pt x="1933" y="165"/>
                  </a:lnTo>
                  <a:lnTo>
                    <a:pt x="1937" y="167"/>
                  </a:lnTo>
                  <a:lnTo>
                    <a:pt x="1942" y="167"/>
                  </a:lnTo>
                  <a:lnTo>
                    <a:pt x="1951" y="168"/>
                  </a:lnTo>
                  <a:lnTo>
                    <a:pt x="1952" y="168"/>
                  </a:lnTo>
                  <a:lnTo>
                    <a:pt x="1959" y="167"/>
                  </a:lnTo>
                  <a:lnTo>
                    <a:pt x="1960" y="168"/>
                  </a:lnTo>
                  <a:lnTo>
                    <a:pt x="1960" y="168"/>
                  </a:lnTo>
                  <a:lnTo>
                    <a:pt x="1951" y="174"/>
                  </a:lnTo>
                  <a:lnTo>
                    <a:pt x="1940" y="178"/>
                  </a:lnTo>
                  <a:lnTo>
                    <a:pt x="1927" y="179"/>
                  </a:lnTo>
                  <a:lnTo>
                    <a:pt x="1927" y="179"/>
                  </a:lnTo>
                  <a:lnTo>
                    <a:pt x="1919" y="201"/>
                  </a:lnTo>
                  <a:lnTo>
                    <a:pt x="1905" y="221"/>
                  </a:lnTo>
                  <a:lnTo>
                    <a:pt x="1900" y="228"/>
                  </a:lnTo>
                  <a:lnTo>
                    <a:pt x="1894" y="233"/>
                  </a:lnTo>
                  <a:lnTo>
                    <a:pt x="1890" y="237"/>
                  </a:lnTo>
                  <a:lnTo>
                    <a:pt x="1866" y="252"/>
                  </a:lnTo>
                  <a:lnTo>
                    <a:pt x="1833" y="263"/>
                  </a:lnTo>
                  <a:lnTo>
                    <a:pt x="1801" y="267"/>
                  </a:lnTo>
                  <a:lnTo>
                    <a:pt x="1794" y="267"/>
                  </a:lnTo>
                  <a:lnTo>
                    <a:pt x="1769" y="265"/>
                  </a:lnTo>
                  <a:lnTo>
                    <a:pt x="1745" y="257"/>
                  </a:lnTo>
                  <a:lnTo>
                    <a:pt x="1722" y="244"/>
                  </a:lnTo>
                  <a:lnTo>
                    <a:pt x="1712" y="238"/>
                  </a:lnTo>
                  <a:lnTo>
                    <a:pt x="1699" y="225"/>
                  </a:lnTo>
                  <a:lnTo>
                    <a:pt x="1695" y="220"/>
                  </a:lnTo>
                  <a:lnTo>
                    <a:pt x="1692" y="218"/>
                  </a:lnTo>
                  <a:lnTo>
                    <a:pt x="1690" y="215"/>
                  </a:lnTo>
                  <a:lnTo>
                    <a:pt x="1690" y="214"/>
                  </a:lnTo>
                  <a:lnTo>
                    <a:pt x="1705" y="224"/>
                  </a:lnTo>
                  <a:lnTo>
                    <a:pt x="1722" y="230"/>
                  </a:lnTo>
                  <a:lnTo>
                    <a:pt x="1740" y="233"/>
                  </a:lnTo>
                  <a:lnTo>
                    <a:pt x="1756" y="230"/>
                  </a:lnTo>
                  <a:lnTo>
                    <a:pt x="1773" y="224"/>
                  </a:lnTo>
                  <a:lnTo>
                    <a:pt x="1787" y="214"/>
                  </a:lnTo>
                  <a:lnTo>
                    <a:pt x="1788" y="212"/>
                  </a:lnTo>
                  <a:lnTo>
                    <a:pt x="1789" y="211"/>
                  </a:lnTo>
                  <a:lnTo>
                    <a:pt x="1789" y="211"/>
                  </a:lnTo>
                  <a:lnTo>
                    <a:pt x="1788" y="211"/>
                  </a:lnTo>
                  <a:lnTo>
                    <a:pt x="1785" y="211"/>
                  </a:lnTo>
                  <a:lnTo>
                    <a:pt x="1780" y="211"/>
                  </a:lnTo>
                  <a:lnTo>
                    <a:pt x="1776" y="209"/>
                  </a:lnTo>
                  <a:lnTo>
                    <a:pt x="1773" y="205"/>
                  </a:lnTo>
                  <a:lnTo>
                    <a:pt x="1771" y="202"/>
                  </a:lnTo>
                  <a:lnTo>
                    <a:pt x="1770" y="200"/>
                  </a:lnTo>
                  <a:lnTo>
                    <a:pt x="1771" y="196"/>
                  </a:lnTo>
                  <a:lnTo>
                    <a:pt x="1775" y="192"/>
                  </a:lnTo>
                  <a:lnTo>
                    <a:pt x="1780" y="188"/>
                  </a:lnTo>
                  <a:lnTo>
                    <a:pt x="1780" y="188"/>
                  </a:lnTo>
                  <a:lnTo>
                    <a:pt x="1776" y="188"/>
                  </a:lnTo>
                  <a:lnTo>
                    <a:pt x="1765" y="187"/>
                  </a:lnTo>
                  <a:lnTo>
                    <a:pt x="1755" y="181"/>
                  </a:lnTo>
                  <a:lnTo>
                    <a:pt x="1748" y="172"/>
                  </a:lnTo>
                  <a:lnTo>
                    <a:pt x="1752" y="168"/>
                  </a:lnTo>
                  <a:lnTo>
                    <a:pt x="1757" y="165"/>
                  </a:lnTo>
                  <a:lnTo>
                    <a:pt x="1761" y="165"/>
                  </a:lnTo>
                  <a:lnTo>
                    <a:pt x="1765" y="164"/>
                  </a:lnTo>
                  <a:lnTo>
                    <a:pt x="1765" y="164"/>
                  </a:lnTo>
                  <a:lnTo>
                    <a:pt x="1751" y="159"/>
                  </a:lnTo>
                  <a:lnTo>
                    <a:pt x="1742" y="151"/>
                  </a:lnTo>
                  <a:lnTo>
                    <a:pt x="1740" y="146"/>
                  </a:lnTo>
                  <a:lnTo>
                    <a:pt x="1737" y="141"/>
                  </a:lnTo>
                  <a:lnTo>
                    <a:pt x="1737" y="137"/>
                  </a:lnTo>
                  <a:lnTo>
                    <a:pt x="1745" y="136"/>
                  </a:lnTo>
                  <a:lnTo>
                    <a:pt x="1752" y="135"/>
                  </a:lnTo>
                  <a:lnTo>
                    <a:pt x="1752" y="135"/>
                  </a:lnTo>
                  <a:lnTo>
                    <a:pt x="1750" y="133"/>
                  </a:lnTo>
                  <a:lnTo>
                    <a:pt x="1746" y="131"/>
                  </a:lnTo>
                  <a:lnTo>
                    <a:pt x="1741" y="127"/>
                  </a:lnTo>
                  <a:lnTo>
                    <a:pt x="1737" y="123"/>
                  </a:lnTo>
                  <a:lnTo>
                    <a:pt x="1733" y="117"/>
                  </a:lnTo>
                  <a:lnTo>
                    <a:pt x="1731" y="111"/>
                  </a:lnTo>
                  <a:lnTo>
                    <a:pt x="1729" y="105"/>
                  </a:lnTo>
                  <a:lnTo>
                    <a:pt x="1729" y="102"/>
                  </a:lnTo>
                  <a:lnTo>
                    <a:pt x="1746" y="108"/>
                  </a:lnTo>
                  <a:lnTo>
                    <a:pt x="1766" y="117"/>
                  </a:lnTo>
                  <a:lnTo>
                    <a:pt x="1784" y="125"/>
                  </a:lnTo>
                  <a:lnTo>
                    <a:pt x="1797" y="131"/>
                  </a:lnTo>
                  <a:lnTo>
                    <a:pt x="1806" y="136"/>
                  </a:lnTo>
                  <a:lnTo>
                    <a:pt x="1820" y="149"/>
                  </a:lnTo>
                  <a:lnTo>
                    <a:pt x="1820" y="149"/>
                  </a:lnTo>
                  <a:lnTo>
                    <a:pt x="1829" y="126"/>
                  </a:lnTo>
                  <a:lnTo>
                    <a:pt x="1839" y="107"/>
                  </a:lnTo>
                  <a:lnTo>
                    <a:pt x="1843" y="102"/>
                  </a:lnTo>
                  <a:lnTo>
                    <a:pt x="1848" y="95"/>
                  </a:lnTo>
                  <a:lnTo>
                    <a:pt x="1855" y="89"/>
                  </a:lnTo>
                  <a:lnTo>
                    <a:pt x="1862" y="84"/>
                  </a:lnTo>
                  <a:lnTo>
                    <a:pt x="1862" y="84"/>
                  </a:lnTo>
                  <a:lnTo>
                    <a:pt x="1862" y="84"/>
                  </a:lnTo>
                  <a:lnTo>
                    <a:pt x="1861" y="86"/>
                  </a:lnTo>
                  <a:lnTo>
                    <a:pt x="1859" y="89"/>
                  </a:lnTo>
                  <a:lnTo>
                    <a:pt x="1859" y="89"/>
                  </a:lnTo>
                  <a:lnTo>
                    <a:pt x="1859" y="89"/>
                  </a:lnTo>
                  <a:lnTo>
                    <a:pt x="1866" y="86"/>
                  </a:lnTo>
                  <a:lnTo>
                    <a:pt x="1871" y="84"/>
                  </a:lnTo>
                  <a:lnTo>
                    <a:pt x="1875" y="83"/>
                  </a:lnTo>
                  <a:lnTo>
                    <a:pt x="1878" y="81"/>
                  </a:lnTo>
                  <a:close/>
                  <a:moveTo>
                    <a:pt x="1387" y="77"/>
                  </a:moveTo>
                  <a:lnTo>
                    <a:pt x="1392" y="79"/>
                  </a:lnTo>
                  <a:lnTo>
                    <a:pt x="1397" y="81"/>
                  </a:lnTo>
                  <a:lnTo>
                    <a:pt x="1402" y="86"/>
                  </a:lnTo>
                  <a:lnTo>
                    <a:pt x="1405" y="90"/>
                  </a:lnTo>
                  <a:lnTo>
                    <a:pt x="1406" y="95"/>
                  </a:lnTo>
                  <a:lnTo>
                    <a:pt x="1407" y="102"/>
                  </a:lnTo>
                  <a:lnTo>
                    <a:pt x="1419" y="99"/>
                  </a:lnTo>
                  <a:lnTo>
                    <a:pt x="1429" y="98"/>
                  </a:lnTo>
                  <a:lnTo>
                    <a:pt x="1440" y="99"/>
                  </a:lnTo>
                  <a:lnTo>
                    <a:pt x="1449" y="103"/>
                  </a:lnTo>
                  <a:lnTo>
                    <a:pt x="1456" y="109"/>
                  </a:lnTo>
                  <a:lnTo>
                    <a:pt x="1456" y="109"/>
                  </a:lnTo>
                  <a:lnTo>
                    <a:pt x="1466" y="98"/>
                  </a:lnTo>
                  <a:lnTo>
                    <a:pt x="1480" y="90"/>
                  </a:lnTo>
                  <a:lnTo>
                    <a:pt x="1498" y="89"/>
                  </a:lnTo>
                  <a:lnTo>
                    <a:pt x="1510" y="90"/>
                  </a:lnTo>
                  <a:lnTo>
                    <a:pt x="1522" y="97"/>
                  </a:lnTo>
                  <a:lnTo>
                    <a:pt x="1531" y="107"/>
                  </a:lnTo>
                  <a:lnTo>
                    <a:pt x="1534" y="112"/>
                  </a:lnTo>
                  <a:lnTo>
                    <a:pt x="1540" y="109"/>
                  </a:lnTo>
                  <a:lnTo>
                    <a:pt x="1545" y="109"/>
                  </a:lnTo>
                  <a:lnTo>
                    <a:pt x="1547" y="109"/>
                  </a:lnTo>
                  <a:lnTo>
                    <a:pt x="1552" y="109"/>
                  </a:lnTo>
                  <a:lnTo>
                    <a:pt x="1557" y="112"/>
                  </a:lnTo>
                  <a:lnTo>
                    <a:pt x="1561" y="114"/>
                  </a:lnTo>
                  <a:lnTo>
                    <a:pt x="1561" y="114"/>
                  </a:lnTo>
                  <a:lnTo>
                    <a:pt x="1578" y="108"/>
                  </a:lnTo>
                  <a:lnTo>
                    <a:pt x="1593" y="105"/>
                  </a:lnTo>
                  <a:lnTo>
                    <a:pt x="1597" y="105"/>
                  </a:lnTo>
                  <a:lnTo>
                    <a:pt x="1610" y="108"/>
                  </a:lnTo>
                  <a:lnTo>
                    <a:pt x="1624" y="114"/>
                  </a:lnTo>
                  <a:lnTo>
                    <a:pt x="1624" y="114"/>
                  </a:lnTo>
                  <a:lnTo>
                    <a:pt x="1629" y="112"/>
                  </a:lnTo>
                  <a:lnTo>
                    <a:pt x="1635" y="109"/>
                  </a:lnTo>
                  <a:lnTo>
                    <a:pt x="1641" y="108"/>
                  </a:lnTo>
                  <a:lnTo>
                    <a:pt x="1645" y="109"/>
                  </a:lnTo>
                  <a:lnTo>
                    <a:pt x="1649" y="111"/>
                  </a:lnTo>
                  <a:lnTo>
                    <a:pt x="1653" y="114"/>
                  </a:lnTo>
                  <a:lnTo>
                    <a:pt x="1655" y="118"/>
                  </a:lnTo>
                  <a:lnTo>
                    <a:pt x="1658" y="123"/>
                  </a:lnTo>
                  <a:lnTo>
                    <a:pt x="1658" y="128"/>
                  </a:lnTo>
                  <a:lnTo>
                    <a:pt x="1658" y="130"/>
                  </a:lnTo>
                  <a:lnTo>
                    <a:pt x="1658" y="135"/>
                  </a:lnTo>
                  <a:lnTo>
                    <a:pt x="1655" y="140"/>
                  </a:lnTo>
                  <a:lnTo>
                    <a:pt x="1652" y="144"/>
                  </a:lnTo>
                  <a:lnTo>
                    <a:pt x="1647" y="146"/>
                  </a:lnTo>
                  <a:lnTo>
                    <a:pt x="1647" y="150"/>
                  </a:lnTo>
                  <a:lnTo>
                    <a:pt x="1647" y="154"/>
                  </a:lnTo>
                  <a:lnTo>
                    <a:pt x="1644" y="173"/>
                  </a:lnTo>
                  <a:lnTo>
                    <a:pt x="1638" y="188"/>
                  </a:lnTo>
                  <a:lnTo>
                    <a:pt x="1625" y="201"/>
                  </a:lnTo>
                  <a:lnTo>
                    <a:pt x="1620" y="205"/>
                  </a:lnTo>
                  <a:lnTo>
                    <a:pt x="1612" y="207"/>
                  </a:lnTo>
                  <a:lnTo>
                    <a:pt x="1605" y="210"/>
                  </a:lnTo>
                  <a:lnTo>
                    <a:pt x="1598" y="211"/>
                  </a:lnTo>
                  <a:lnTo>
                    <a:pt x="1593" y="211"/>
                  </a:lnTo>
                  <a:lnTo>
                    <a:pt x="1578" y="210"/>
                  </a:lnTo>
                  <a:lnTo>
                    <a:pt x="1562" y="202"/>
                  </a:lnTo>
                  <a:lnTo>
                    <a:pt x="1548" y="211"/>
                  </a:lnTo>
                  <a:lnTo>
                    <a:pt x="1532" y="214"/>
                  </a:lnTo>
                  <a:lnTo>
                    <a:pt x="1528" y="214"/>
                  </a:lnTo>
                  <a:lnTo>
                    <a:pt x="1526" y="220"/>
                  </a:lnTo>
                  <a:lnTo>
                    <a:pt x="1520" y="226"/>
                  </a:lnTo>
                  <a:lnTo>
                    <a:pt x="1512" y="233"/>
                  </a:lnTo>
                  <a:lnTo>
                    <a:pt x="1500" y="234"/>
                  </a:lnTo>
                  <a:lnTo>
                    <a:pt x="1498" y="235"/>
                  </a:lnTo>
                  <a:lnTo>
                    <a:pt x="1492" y="234"/>
                  </a:lnTo>
                  <a:lnTo>
                    <a:pt x="1487" y="232"/>
                  </a:lnTo>
                  <a:lnTo>
                    <a:pt x="1482" y="226"/>
                  </a:lnTo>
                  <a:lnTo>
                    <a:pt x="1477" y="221"/>
                  </a:lnTo>
                  <a:lnTo>
                    <a:pt x="1477" y="221"/>
                  </a:lnTo>
                  <a:lnTo>
                    <a:pt x="1476" y="224"/>
                  </a:lnTo>
                  <a:lnTo>
                    <a:pt x="1473" y="228"/>
                  </a:lnTo>
                  <a:lnTo>
                    <a:pt x="1468" y="233"/>
                  </a:lnTo>
                  <a:lnTo>
                    <a:pt x="1459" y="239"/>
                  </a:lnTo>
                  <a:lnTo>
                    <a:pt x="1447" y="242"/>
                  </a:lnTo>
                  <a:lnTo>
                    <a:pt x="1444" y="242"/>
                  </a:lnTo>
                  <a:lnTo>
                    <a:pt x="1433" y="238"/>
                  </a:lnTo>
                  <a:lnTo>
                    <a:pt x="1424" y="229"/>
                  </a:lnTo>
                  <a:lnTo>
                    <a:pt x="1421" y="225"/>
                  </a:lnTo>
                  <a:lnTo>
                    <a:pt x="1419" y="220"/>
                  </a:lnTo>
                  <a:lnTo>
                    <a:pt x="1419" y="221"/>
                  </a:lnTo>
                  <a:lnTo>
                    <a:pt x="1419" y="221"/>
                  </a:lnTo>
                  <a:lnTo>
                    <a:pt x="1403" y="219"/>
                  </a:lnTo>
                  <a:lnTo>
                    <a:pt x="1392" y="212"/>
                  </a:lnTo>
                  <a:lnTo>
                    <a:pt x="1382" y="202"/>
                  </a:lnTo>
                  <a:lnTo>
                    <a:pt x="1368" y="210"/>
                  </a:lnTo>
                  <a:lnTo>
                    <a:pt x="1354" y="212"/>
                  </a:lnTo>
                  <a:lnTo>
                    <a:pt x="1338" y="211"/>
                  </a:lnTo>
                  <a:lnTo>
                    <a:pt x="1326" y="207"/>
                  </a:lnTo>
                  <a:lnTo>
                    <a:pt x="1317" y="202"/>
                  </a:lnTo>
                  <a:lnTo>
                    <a:pt x="1313" y="200"/>
                  </a:lnTo>
                  <a:lnTo>
                    <a:pt x="1309" y="196"/>
                  </a:lnTo>
                  <a:lnTo>
                    <a:pt x="1305" y="190"/>
                  </a:lnTo>
                  <a:lnTo>
                    <a:pt x="1301" y="183"/>
                  </a:lnTo>
                  <a:lnTo>
                    <a:pt x="1298" y="176"/>
                  </a:lnTo>
                  <a:lnTo>
                    <a:pt x="1296" y="165"/>
                  </a:lnTo>
                  <a:lnTo>
                    <a:pt x="1294" y="154"/>
                  </a:lnTo>
                  <a:lnTo>
                    <a:pt x="1289" y="144"/>
                  </a:lnTo>
                  <a:lnTo>
                    <a:pt x="1286" y="132"/>
                  </a:lnTo>
                  <a:lnTo>
                    <a:pt x="1286" y="128"/>
                  </a:lnTo>
                  <a:lnTo>
                    <a:pt x="1287" y="123"/>
                  </a:lnTo>
                  <a:lnTo>
                    <a:pt x="1290" y="117"/>
                  </a:lnTo>
                  <a:lnTo>
                    <a:pt x="1294" y="113"/>
                  </a:lnTo>
                  <a:lnTo>
                    <a:pt x="1299" y="109"/>
                  </a:lnTo>
                  <a:lnTo>
                    <a:pt x="1305" y="107"/>
                  </a:lnTo>
                  <a:lnTo>
                    <a:pt x="1312" y="105"/>
                  </a:lnTo>
                  <a:lnTo>
                    <a:pt x="1318" y="107"/>
                  </a:lnTo>
                  <a:lnTo>
                    <a:pt x="1324" y="108"/>
                  </a:lnTo>
                  <a:lnTo>
                    <a:pt x="1336" y="104"/>
                  </a:lnTo>
                  <a:lnTo>
                    <a:pt x="1347" y="104"/>
                  </a:lnTo>
                  <a:lnTo>
                    <a:pt x="1349" y="104"/>
                  </a:lnTo>
                  <a:lnTo>
                    <a:pt x="1355" y="104"/>
                  </a:lnTo>
                  <a:lnTo>
                    <a:pt x="1360" y="105"/>
                  </a:lnTo>
                  <a:lnTo>
                    <a:pt x="1359" y="103"/>
                  </a:lnTo>
                  <a:lnTo>
                    <a:pt x="1359" y="100"/>
                  </a:lnTo>
                  <a:lnTo>
                    <a:pt x="1360" y="90"/>
                  </a:lnTo>
                  <a:lnTo>
                    <a:pt x="1365" y="84"/>
                  </a:lnTo>
                  <a:lnTo>
                    <a:pt x="1371" y="79"/>
                  </a:lnTo>
                  <a:lnTo>
                    <a:pt x="1375" y="79"/>
                  </a:lnTo>
                  <a:lnTo>
                    <a:pt x="1380" y="77"/>
                  </a:lnTo>
                  <a:lnTo>
                    <a:pt x="1387" y="77"/>
                  </a:lnTo>
                  <a:close/>
                  <a:moveTo>
                    <a:pt x="1713" y="16"/>
                  </a:moveTo>
                  <a:lnTo>
                    <a:pt x="1587" y="20"/>
                  </a:lnTo>
                  <a:lnTo>
                    <a:pt x="1463" y="28"/>
                  </a:lnTo>
                  <a:lnTo>
                    <a:pt x="1368" y="39"/>
                  </a:lnTo>
                  <a:lnTo>
                    <a:pt x="1273" y="56"/>
                  </a:lnTo>
                  <a:lnTo>
                    <a:pt x="1179" y="77"/>
                  </a:lnTo>
                  <a:lnTo>
                    <a:pt x="1087" y="104"/>
                  </a:lnTo>
                  <a:lnTo>
                    <a:pt x="998" y="137"/>
                  </a:lnTo>
                  <a:lnTo>
                    <a:pt x="912" y="177"/>
                  </a:lnTo>
                  <a:lnTo>
                    <a:pt x="826" y="221"/>
                  </a:lnTo>
                  <a:lnTo>
                    <a:pt x="745" y="274"/>
                  </a:lnTo>
                  <a:lnTo>
                    <a:pt x="685" y="317"/>
                  </a:lnTo>
                  <a:lnTo>
                    <a:pt x="623" y="365"/>
                  </a:lnTo>
                  <a:lnTo>
                    <a:pt x="559" y="417"/>
                  </a:lnTo>
                  <a:lnTo>
                    <a:pt x="495" y="475"/>
                  </a:lnTo>
                  <a:lnTo>
                    <a:pt x="434" y="533"/>
                  </a:lnTo>
                  <a:lnTo>
                    <a:pt x="374" y="596"/>
                  </a:lnTo>
                  <a:lnTo>
                    <a:pt x="319" y="658"/>
                  </a:lnTo>
                  <a:lnTo>
                    <a:pt x="268" y="723"/>
                  </a:lnTo>
                  <a:lnTo>
                    <a:pt x="225" y="788"/>
                  </a:lnTo>
                  <a:lnTo>
                    <a:pt x="188" y="852"/>
                  </a:lnTo>
                  <a:lnTo>
                    <a:pt x="141" y="952"/>
                  </a:lnTo>
                  <a:lnTo>
                    <a:pt x="102" y="1054"/>
                  </a:lnTo>
                  <a:lnTo>
                    <a:pt x="71" y="1155"/>
                  </a:lnTo>
                  <a:lnTo>
                    <a:pt x="47" y="1256"/>
                  </a:lnTo>
                  <a:lnTo>
                    <a:pt x="30" y="1357"/>
                  </a:lnTo>
                  <a:lnTo>
                    <a:pt x="20" y="1459"/>
                  </a:lnTo>
                  <a:lnTo>
                    <a:pt x="16" y="1559"/>
                  </a:lnTo>
                  <a:lnTo>
                    <a:pt x="21" y="1678"/>
                  </a:lnTo>
                  <a:lnTo>
                    <a:pt x="34" y="1796"/>
                  </a:lnTo>
                  <a:lnTo>
                    <a:pt x="54" y="1912"/>
                  </a:lnTo>
                  <a:lnTo>
                    <a:pt x="84" y="2028"/>
                  </a:lnTo>
                  <a:lnTo>
                    <a:pt x="119" y="2142"/>
                  </a:lnTo>
                  <a:lnTo>
                    <a:pt x="163" y="2255"/>
                  </a:lnTo>
                  <a:lnTo>
                    <a:pt x="211" y="2364"/>
                  </a:lnTo>
                  <a:lnTo>
                    <a:pt x="267" y="2472"/>
                  </a:lnTo>
                  <a:lnTo>
                    <a:pt x="328" y="2578"/>
                  </a:lnTo>
                  <a:lnTo>
                    <a:pt x="395" y="2681"/>
                  </a:lnTo>
                  <a:lnTo>
                    <a:pt x="466" y="2782"/>
                  </a:lnTo>
                  <a:lnTo>
                    <a:pt x="541" y="2878"/>
                  </a:lnTo>
                  <a:lnTo>
                    <a:pt x="621" y="2973"/>
                  </a:lnTo>
                  <a:lnTo>
                    <a:pt x="704" y="3063"/>
                  </a:lnTo>
                  <a:lnTo>
                    <a:pt x="791" y="3148"/>
                  </a:lnTo>
                  <a:lnTo>
                    <a:pt x="825" y="3185"/>
                  </a:lnTo>
                  <a:lnTo>
                    <a:pt x="853" y="3223"/>
                  </a:lnTo>
                  <a:lnTo>
                    <a:pt x="875" y="3263"/>
                  </a:lnTo>
                  <a:lnTo>
                    <a:pt x="891" y="3304"/>
                  </a:lnTo>
                  <a:lnTo>
                    <a:pt x="901" y="3346"/>
                  </a:lnTo>
                  <a:lnTo>
                    <a:pt x="908" y="3389"/>
                  </a:lnTo>
                  <a:lnTo>
                    <a:pt x="910" y="3433"/>
                  </a:lnTo>
                  <a:lnTo>
                    <a:pt x="907" y="3495"/>
                  </a:lnTo>
                  <a:lnTo>
                    <a:pt x="898" y="3558"/>
                  </a:lnTo>
                  <a:lnTo>
                    <a:pt x="884" y="3622"/>
                  </a:lnTo>
                  <a:lnTo>
                    <a:pt x="858" y="3712"/>
                  </a:lnTo>
                  <a:lnTo>
                    <a:pt x="826" y="3799"/>
                  </a:lnTo>
                  <a:lnTo>
                    <a:pt x="789" y="3885"/>
                  </a:lnTo>
                  <a:lnTo>
                    <a:pt x="749" y="3968"/>
                  </a:lnTo>
                  <a:lnTo>
                    <a:pt x="704" y="4051"/>
                  </a:lnTo>
                  <a:lnTo>
                    <a:pt x="658" y="4130"/>
                  </a:lnTo>
                  <a:lnTo>
                    <a:pt x="654" y="4136"/>
                  </a:lnTo>
                  <a:lnTo>
                    <a:pt x="648" y="4148"/>
                  </a:lnTo>
                  <a:lnTo>
                    <a:pt x="642" y="4160"/>
                  </a:lnTo>
                  <a:lnTo>
                    <a:pt x="633" y="4177"/>
                  </a:lnTo>
                  <a:lnTo>
                    <a:pt x="2409" y="4179"/>
                  </a:lnTo>
                  <a:lnTo>
                    <a:pt x="2416" y="4140"/>
                  </a:lnTo>
                  <a:lnTo>
                    <a:pt x="2423" y="4102"/>
                  </a:lnTo>
                  <a:lnTo>
                    <a:pt x="2432" y="4064"/>
                  </a:lnTo>
                  <a:lnTo>
                    <a:pt x="2444" y="4025"/>
                  </a:lnTo>
                  <a:lnTo>
                    <a:pt x="2459" y="3990"/>
                  </a:lnTo>
                  <a:lnTo>
                    <a:pt x="2478" y="3954"/>
                  </a:lnTo>
                  <a:lnTo>
                    <a:pt x="2502" y="3921"/>
                  </a:lnTo>
                  <a:lnTo>
                    <a:pt x="2532" y="3890"/>
                  </a:lnTo>
                  <a:lnTo>
                    <a:pt x="2564" y="3865"/>
                  </a:lnTo>
                  <a:lnTo>
                    <a:pt x="2598" y="3846"/>
                  </a:lnTo>
                  <a:lnTo>
                    <a:pt x="2635" y="3832"/>
                  </a:lnTo>
                  <a:lnTo>
                    <a:pt x="2674" y="3820"/>
                  </a:lnTo>
                  <a:lnTo>
                    <a:pt x="2716" y="3814"/>
                  </a:lnTo>
                  <a:lnTo>
                    <a:pt x="2760" y="3810"/>
                  </a:lnTo>
                  <a:lnTo>
                    <a:pt x="2804" y="3809"/>
                  </a:lnTo>
                  <a:lnTo>
                    <a:pt x="2860" y="3810"/>
                  </a:lnTo>
                  <a:lnTo>
                    <a:pt x="2916" y="3814"/>
                  </a:lnTo>
                  <a:lnTo>
                    <a:pt x="2971" y="3819"/>
                  </a:lnTo>
                  <a:lnTo>
                    <a:pt x="3023" y="3826"/>
                  </a:lnTo>
                  <a:lnTo>
                    <a:pt x="3073" y="3829"/>
                  </a:lnTo>
                  <a:lnTo>
                    <a:pt x="3119" y="3833"/>
                  </a:lnTo>
                  <a:lnTo>
                    <a:pt x="3207" y="3836"/>
                  </a:lnTo>
                  <a:lnTo>
                    <a:pt x="3258" y="3834"/>
                  </a:lnTo>
                  <a:lnTo>
                    <a:pt x="3307" y="3831"/>
                  </a:lnTo>
                  <a:lnTo>
                    <a:pt x="3355" y="3823"/>
                  </a:lnTo>
                  <a:lnTo>
                    <a:pt x="3399" y="3812"/>
                  </a:lnTo>
                  <a:lnTo>
                    <a:pt x="3441" y="3794"/>
                  </a:lnTo>
                  <a:lnTo>
                    <a:pt x="3468" y="3778"/>
                  </a:lnTo>
                  <a:lnTo>
                    <a:pt x="3492" y="3761"/>
                  </a:lnTo>
                  <a:lnTo>
                    <a:pt x="3514" y="3739"/>
                  </a:lnTo>
                  <a:lnTo>
                    <a:pt x="3532" y="3713"/>
                  </a:lnTo>
                  <a:lnTo>
                    <a:pt x="3548" y="3684"/>
                  </a:lnTo>
                  <a:lnTo>
                    <a:pt x="3560" y="3650"/>
                  </a:lnTo>
                  <a:lnTo>
                    <a:pt x="3569" y="3612"/>
                  </a:lnTo>
                  <a:lnTo>
                    <a:pt x="3574" y="3559"/>
                  </a:lnTo>
                  <a:lnTo>
                    <a:pt x="3576" y="3507"/>
                  </a:lnTo>
                  <a:lnTo>
                    <a:pt x="3574" y="3437"/>
                  </a:lnTo>
                  <a:lnTo>
                    <a:pt x="3566" y="3367"/>
                  </a:lnTo>
                  <a:lnTo>
                    <a:pt x="3557" y="3297"/>
                  </a:lnTo>
                  <a:lnTo>
                    <a:pt x="3547" y="3228"/>
                  </a:lnTo>
                  <a:lnTo>
                    <a:pt x="3539" y="3158"/>
                  </a:lnTo>
                  <a:lnTo>
                    <a:pt x="3537" y="3090"/>
                  </a:lnTo>
                  <a:lnTo>
                    <a:pt x="3540" y="3025"/>
                  </a:lnTo>
                  <a:lnTo>
                    <a:pt x="3548" y="2964"/>
                  </a:lnTo>
                  <a:lnTo>
                    <a:pt x="3563" y="2906"/>
                  </a:lnTo>
                  <a:lnTo>
                    <a:pt x="3583" y="2853"/>
                  </a:lnTo>
                  <a:lnTo>
                    <a:pt x="3609" y="2802"/>
                  </a:lnTo>
                  <a:lnTo>
                    <a:pt x="3641" y="2755"/>
                  </a:lnTo>
                  <a:lnTo>
                    <a:pt x="3678" y="2712"/>
                  </a:lnTo>
                  <a:lnTo>
                    <a:pt x="3721" y="2672"/>
                  </a:lnTo>
                  <a:lnTo>
                    <a:pt x="3771" y="2636"/>
                  </a:lnTo>
                  <a:lnTo>
                    <a:pt x="3817" y="2606"/>
                  </a:lnTo>
                  <a:lnTo>
                    <a:pt x="3856" y="2578"/>
                  </a:lnTo>
                  <a:lnTo>
                    <a:pt x="3892" y="2551"/>
                  </a:lnTo>
                  <a:lnTo>
                    <a:pt x="3921" y="2524"/>
                  </a:lnTo>
                  <a:lnTo>
                    <a:pt x="3946" y="2499"/>
                  </a:lnTo>
                  <a:lnTo>
                    <a:pt x="3962" y="2473"/>
                  </a:lnTo>
                  <a:lnTo>
                    <a:pt x="3972" y="2447"/>
                  </a:lnTo>
                  <a:lnTo>
                    <a:pt x="3976" y="2420"/>
                  </a:lnTo>
                  <a:lnTo>
                    <a:pt x="3974" y="2398"/>
                  </a:lnTo>
                  <a:lnTo>
                    <a:pt x="3968" y="2377"/>
                  </a:lnTo>
                  <a:lnTo>
                    <a:pt x="3958" y="2353"/>
                  </a:lnTo>
                  <a:lnTo>
                    <a:pt x="3944" y="2327"/>
                  </a:lnTo>
                  <a:lnTo>
                    <a:pt x="3925" y="2299"/>
                  </a:lnTo>
                  <a:lnTo>
                    <a:pt x="3902" y="2269"/>
                  </a:lnTo>
                  <a:lnTo>
                    <a:pt x="3874" y="2237"/>
                  </a:lnTo>
                  <a:lnTo>
                    <a:pt x="3840" y="2201"/>
                  </a:lnTo>
                  <a:lnTo>
                    <a:pt x="3802" y="2169"/>
                  </a:lnTo>
                  <a:lnTo>
                    <a:pt x="3762" y="2137"/>
                  </a:lnTo>
                  <a:lnTo>
                    <a:pt x="3720" y="2107"/>
                  </a:lnTo>
                  <a:lnTo>
                    <a:pt x="3679" y="2076"/>
                  </a:lnTo>
                  <a:lnTo>
                    <a:pt x="3637" y="2044"/>
                  </a:lnTo>
                  <a:lnTo>
                    <a:pt x="3598" y="2013"/>
                  </a:lnTo>
                  <a:lnTo>
                    <a:pt x="3561" y="1977"/>
                  </a:lnTo>
                  <a:lnTo>
                    <a:pt x="3526" y="1940"/>
                  </a:lnTo>
                  <a:lnTo>
                    <a:pt x="3496" y="1899"/>
                  </a:lnTo>
                  <a:lnTo>
                    <a:pt x="3465" y="1848"/>
                  </a:lnTo>
                  <a:lnTo>
                    <a:pt x="3442" y="1799"/>
                  </a:lnTo>
                  <a:lnTo>
                    <a:pt x="3423" y="1749"/>
                  </a:lnTo>
                  <a:lnTo>
                    <a:pt x="3411" y="1699"/>
                  </a:lnTo>
                  <a:lnTo>
                    <a:pt x="3400" y="1650"/>
                  </a:lnTo>
                  <a:lnTo>
                    <a:pt x="3394" y="1599"/>
                  </a:lnTo>
                  <a:lnTo>
                    <a:pt x="3390" y="1549"/>
                  </a:lnTo>
                  <a:lnTo>
                    <a:pt x="3388" y="1497"/>
                  </a:lnTo>
                  <a:lnTo>
                    <a:pt x="3385" y="1444"/>
                  </a:lnTo>
                  <a:lnTo>
                    <a:pt x="3381" y="1388"/>
                  </a:lnTo>
                  <a:lnTo>
                    <a:pt x="3377" y="1330"/>
                  </a:lnTo>
                  <a:lnTo>
                    <a:pt x="3366" y="1236"/>
                  </a:lnTo>
                  <a:lnTo>
                    <a:pt x="3347" y="1143"/>
                  </a:lnTo>
                  <a:lnTo>
                    <a:pt x="3321" y="1051"/>
                  </a:lnTo>
                  <a:lnTo>
                    <a:pt x="3290" y="962"/>
                  </a:lnTo>
                  <a:lnTo>
                    <a:pt x="3253" y="874"/>
                  </a:lnTo>
                  <a:lnTo>
                    <a:pt x="3209" y="790"/>
                  </a:lnTo>
                  <a:lnTo>
                    <a:pt x="3161" y="709"/>
                  </a:lnTo>
                  <a:lnTo>
                    <a:pt x="3106" y="630"/>
                  </a:lnTo>
                  <a:lnTo>
                    <a:pt x="3051" y="557"/>
                  </a:lnTo>
                  <a:lnTo>
                    <a:pt x="2993" y="490"/>
                  </a:lnTo>
                  <a:lnTo>
                    <a:pt x="2930" y="424"/>
                  </a:lnTo>
                  <a:lnTo>
                    <a:pt x="2867" y="366"/>
                  </a:lnTo>
                  <a:lnTo>
                    <a:pt x="2799" y="314"/>
                  </a:lnTo>
                  <a:lnTo>
                    <a:pt x="2728" y="266"/>
                  </a:lnTo>
                  <a:lnTo>
                    <a:pt x="2653" y="223"/>
                  </a:lnTo>
                  <a:lnTo>
                    <a:pt x="2575" y="184"/>
                  </a:lnTo>
                  <a:lnTo>
                    <a:pt x="2495" y="150"/>
                  </a:lnTo>
                  <a:lnTo>
                    <a:pt x="2412" y="121"/>
                  </a:lnTo>
                  <a:lnTo>
                    <a:pt x="2328" y="95"/>
                  </a:lnTo>
                  <a:lnTo>
                    <a:pt x="2241" y="74"/>
                  </a:lnTo>
                  <a:lnTo>
                    <a:pt x="2155" y="56"/>
                  </a:lnTo>
                  <a:lnTo>
                    <a:pt x="2066" y="41"/>
                  </a:lnTo>
                  <a:lnTo>
                    <a:pt x="1978" y="30"/>
                  </a:lnTo>
                  <a:lnTo>
                    <a:pt x="1889" y="23"/>
                  </a:lnTo>
                  <a:lnTo>
                    <a:pt x="1801" y="18"/>
                  </a:lnTo>
                  <a:lnTo>
                    <a:pt x="1713" y="16"/>
                  </a:lnTo>
                  <a:close/>
                  <a:moveTo>
                    <a:pt x="1713" y="0"/>
                  </a:moveTo>
                  <a:lnTo>
                    <a:pt x="1801" y="1"/>
                  </a:lnTo>
                  <a:lnTo>
                    <a:pt x="1890" y="6"/>
                  </a:lnTo>
                  <a:lnTo>
                    <a:pt x="1979" y="14"/>
                  </a:lnTo>
                  <a:lnTo>
                    <a:pt x="2068" y="25"/>
                  </a:lnTo>
                  <a:lnTo>
                    <a:pt x="2157" y="39"/>
                  </a:lnTo>
                  <a:lnTo>
                    <a:pt x="2245" y="57"/>
                  </a:lnTo>
                  <a:lnTo>
                    <a:pt x="2332" y="79"/>
                  </a:lnTo>
                  <a:lnTo>
                    <a:pt x="2417" y="105"/>
                  </a:lnTo>
                  <a:lnTo>
                    <a:pt x="2501" y="135"/>
                  </a:lnTo>
                  <a:lnTo>
                    <a:pt x="2581" y="169"/>
                  </a:lnTo>
                  <a:lnTo>
                    <a:pt x="2660" y="209"/>
                  </a:lnTo>
                  <a:lnTo>
                    <a:pt x="2736" y="252"/>
                  </a:lnTo>
                  <a:lnTo>
                    <a:pt x="2808" y="300"/>
                  </a:lnTo>
                  <a:lnTo>
                    <a:pt x="2877" y="354"/>
                  </a:lnTo>
                  <a:lnTo>
                    <a:pt x="2942" y="412"/>
                  </a:lnTo>
                  <a:lnTo>
                    <a:pt x="3004" y="479"/>
                  </a:lnTo>
                  <a:lnTo>
                    <a:pt x="3064" y="547"/>
                  </a:lnTo>
                  <a:lnTo>
                    <a:pt x="3120" y="620"/>
                  </a:lnTo>
                  <a:lnTo>
                    <a:pt x="3174" y="700"/>
                  </a:lnTo>
                  <a:lnTo>
                    <a:pt x="3223" y="783"/>
                  </a:lnTo>
                  <a:lnTo>
                    <a:pt x="3267" y="868"/>
                  </a:lnTo>
                  <a:lnTo>
                    <a:pt x="3305" y="956"/>
                  </a:lnTo>
                  <a:lnTo>
                    <a:pt x="3337" y="1046"/>
                  </a:lnTo>
                  <a:lnTo>
                    <a:pt x="3363" y="1139"/>
                  </a:lnTo>
                  <a:lnTo>
                    <a:pt x="3381" y="1233"/>
                  </a:lnTo>
                  <a:lnTo>
                    <a:pt x="3394" y="1329"/>
                  </a:lnTo>
                  <a:lnTo>
                    <a:pt x="3398" y="1393"/>
                  </a:lnTo>
                  <a:lnTo>
                    <a:pt x="3402" y="1454"/>
                  </a:lnTo>
                  <a:lnTo>
                    <a:pt x="3404" y="1511"/>
                  </a:lnTo>
                  <a:lnTo>
                    <a:pt x="3408" y="1567"/>
                  </a:lnTo>
                  <a:lnTo>
                    <a:pt x="3413" y="1622"/>
                  </a:lnTo>
                  <a:lnTo>
                    <a:pt x="3422" y="1677"/>
                  </a:lnTo>
                  <a:lnTo>
                    <a:pt x="3435" y="1729"/>
                  </a:lnTo>
                  <a:lnTo>
                    <a:pt x="3454" y="1782"/>
                  </a:lnTo>
                  <a:lnTo>
                    <a:pt x="3478" y="1836"/>
                  </a:lnTo>
                  <a:lnTo>
                    <a:pt x="3510" y="1890"/>
                  </a:lnTo>
                  <a:lnTo>
                    <a:pt x="3539" y="1930"/>
                  </a:lnTo>
                  <a:lnTo>
                    <a:pt x="3572" y="1966"/>
                  </a:lnTo>
                  <a:lnTo>
                    <a:pt x="3609" y="2000"/>
                  </a:lnTo>
                  <a:lnTo>
                    <a:pt x="3647" y="2032"/>
                  </a:lnTo>
                  <a:lnTo>
                    <a:pt x="3688" y="2064"/>
                  </a:lnTo>
                  <a:lnTo>
                    <a:pt x="3730" y="2094"/>
                  </a:lnTo>
                  <a:lnTo>
                    <a:pt x="3772" y="2125"/>
                  </a:lnTo>
                  <a:lnTo>
                    <a:pt x="3812" y="2156"/>
                  </a:lnTo>
                  <a:lnTo>
                    <a:pt x="3850" y="2190"/>
                  </a:lnTo>
                  <a:lnTo>
                    <a:pt x="3886" y="2225"/>
                  </a:lnTo>
                  <a:lnTo>
                    <a:pt x="3886" y="2225"/>
                  </a:lnTo>
                  <a:lnTo>
                    <a:pt x="3919" y="2263"/>
                  </a:lnTo>
                  <a:lnTo>
                    <a:pt x="3946" y="2299"/>
                  </a:lnTo>
                  <a:lnTo>
                    <a:pt x="3966" y="2332"/>
                  </a:lnTo>
                  <a:lnTo>
                    <a:pt x="3980" y="2363"/>
                  </a:lnTo>
                  <a:lnTo>
                    <a:pt x="3989" y="2392"/>
                  </a:lnTo>
                  <a:lnTo>
                    <a:pt x="3991" y="2420"/>
                  </a:lnTo>
                  <a:lnTo>
                    <a:pt x="3989" y="2445"/>
                  </a:lnTo>
                  <a:lnTo>
                    <a:pt x="3982" y="2470"/>
                  </a:lnTo>
                  <a:lnTo>
                    <a:pt x="3970" y="2493"/>
                  </a:lnTo>
                  <a:lnTo>
                    <a:pt x="3953" y="2514"/>
                  </a:lnTo>
                  <a:lnTo>
                    <a:pt x="3933" y="2536"/>
                  </a:lnTo>
                  <a:lnTo>
                    <a:pt x="3902" y="2564"/>
                  </a:lnTo>
                  <a:lnTo>
                    <a:pt x="3867" y="2591"/>
                  </a:lnTo>
                  <a:lnTo>
                    <a:pt x="3826" y="2620"/>
                  </a:lnTo>
                  <a:lnTo>
                    <a:pt x="3780" y="2649"/>
                  </a:lnTo>
                  <a:lnTo>
                    <a:pt x="3732" y="2685"/>
                  </a:lnTo>
                  <a:lnTo>
                    <a:pt x="3690" y="2723"/>
                  </a:lnTo>
                  <a:lnTo>
                    <a:pt x="3654" y="2765"/>
                  </a:lnTo>
                  <a:lnTo>
                    <a:pt x="3623" y="2811"/>
                  </a:lnTo>
                  <a:lnTo>
                    <a:pt x="3598" y="2859"/>
                  </a:lnTo>
                  <a:lnTo>
                    <a:pt x="3579" y="2911"/>
                  </a:lnTo>
                  <a:lnTo>
                    <a:pt x="3565" y="2967"/>
                  </a:lnTo>
                  <a:lnTo>
                    <a:pt x="3556" y="3027"/>
                  </a:lnTo>
                  <a:lnTo>
                    <a:pt x="3553" y="3090"/>
                  </a:lnTo>
                  <a:lnTo>
                    <a:pt x="3556" y="3157"/>
                  </a:lnTo>
                  <a:lnTo>
                    <a:pt x="3563" y="3226"/>
                  </a:lnTo>
                  <a:lnTo>
                    <a:pt x="3572" y="3296"/>
                  </a:lnTo>
                  <a:lnTo>
                    <a:pt x="3583" y="3365"/>
                  </a:lnTo>
                  <a:lnTo>
                    <a:pt x="3589" y="3436"/>
                  </a:lnTo>
                  <a:lnTo>
                    <a:pt x="3593" y="3507"/>
                  </a:lnTo>
                  <a:lnTo>
                    <a:pt x="3590" y="3561"/>
                  </a:lnTo>
                  <a:lnTo>
                    <a:pt x="3584" y="3614"/>
                  </a:lnTo>
                  <a:lnTo>
                    <a:pt x="3575" y="3655"/>
                  </a:lnTo>
                  <a:lnTo>
                    <a:pt x="3562" y="3691"/>
                  </a:lnTo>
                  <a:lnTo>
                    <a:pt x="3546" y="3721"/>
                  </a:lnTo>
                  <a:lnTo>
                    <a:pt x="3525" y="3749"/>
                  </a:lnTo>
                  <a:lnTo>
                    <a:pt x="3502" y="3772"/>
                  </a:lnTo>
                  <a:lnTo>
                    <a:pt x="3477" y="3792"/>
                  </a:lnTo>
                  <a:lnTo>
                    <a:pt x="3448" y="3809"/>
                  </a:lnTo>
                  <a:lnTo>
                    <a:pt x="3404" y="3827"/>
                  </a:lnTo>
                  <a:lnTo>
                    <a:pt x="3358" y="3840"/>
                  </a:lnTo>
                  <a:lnTo>
                    <a:pt x="3309" y="3847"/>
                  </a:lnTo>
                  <a:lnTo>
                    <a:pt x="3258" y="3851"/>
                  </a:lnTo>
                  <a:lnTo>
                    <a:pt x="3207" y="3852"/>
                  </a:lnTo>
                  <a:lnTo>
                    <a:pt x="3119" y="3850"/>
                  </a:lnTo>
                  <a:lnTo>
                    <a:pt x="3072" y="3846"/>
                  </a:lnTo>
                  <a:lnTo>
                    <a:pt x="3022" y="3841"/>
                  </a:lnTo>
                  <a:lnTo>
                    <a:pt x="2970" y="3836"/>
                  </a:lnTo>
                  <a:lnTo>
                    <a:pt x="2915" y="3831"/>
                  </a:lnTo>
                  <a:lnTo>
                    <a:pt x="2859" y="3827"/>
                  </a:lnTo>
                  <a:lnTo>
                    <a:pt x="2804" y="3826"/>
                  </a:lnTo>
                  <a:lnTo>
                    <a:pt x="2761" y="3827"/>
                  </a:lnTo>
                  <a:lnTo>
                    <a:pt x="2719" y="3831"/>
                  </a:lnTo>
                  <a:lnTo>
                    <a:pt x="2678" y="3837"/>
                  </a:lnTo>
                  <a:lnTo>
                    <a:pt x="2640" y="3847"/>
                  </a:lnTo>
                  <a:lnTo>
                    <a:pt x="2604" y="3861"/>
                  </a:lnTo>
                  <a:lnTo>
                    <a:pt x="2573" y="3879"/>
                  </a:lnTo>
                  <a:lnTo>
                    <a:pt x="2543" y="3902"/>
                  </a:lnTo>
                  <a:lnTo>
                    <a:pt x="2515" y="3932"/>
                  </a:lnTo>
                  <a:lnTo>
                    <a:pt x="2492" y="3964"/>
                  </a:lnTo>
                  <a:lnTo>
                    <a:pt x="2473" y="3999"/>
                  </a:lnTo>
                  <a:lnTo>
                    <a:pt x="2458" y="4034"/>
                  </a:lnTo>
                  <a:lnTo>
                    <a:pt x="2446" y="4071"/>
                  </a:lnTo>
                  <a:lnTo>
                    <a:pt x="2438" y="4109"/>
                  </a:lnTo>
                  <a:lnTo>
                    <a:pt x="2431" y="4149"/>
                  </a:lnTo>
                  <a:lnTo>
                    <a:pt x="2425" y="4188"/>
                  </a:lnTo>
                  <a:lnTo>
                    <a:pt x="2423" y="4196"/>
                  </a:lnTo>
                  <a:lnTo>
                    <a:pt x="605" y="4193"/>
                  </a:lnTo>
                  <a:lnTo>
                    <a:pt x="611" y="4181"/>
                  </a:lnTo>
                  <a:lnTo>
                    <a:pt x="623" y="4160"/>
                  </a:lnTo>
                  <a:lnTo>
                    <a:pt x="631" y="4144"/>
                  </a:lnTo>
                  <a:lnTo>
                    <a:pt x="639" y="4130"/>
                  </a:lnTo>
                  <a:lnTo>
                    <a:pt x="644" y="4122"/>
                  </a:lnTo>
                  <a:lnTo>
                    <a:pt x="690" y="4042"/>
                  </a:lnTo>
                  <a:lnTo>
                    <a:pt x="735" y="3962"/>
                  </a:lnTo>
                  <a:lnTo>
                    <a:pt x="775" y="3878"/>
                  </a:lnTo>
                  <a:lnTo>
                    <a:pt x="811" y="3794"/>
                  </a:lnTo>
                  <a:lnTo>
                    <a:pt x="843" y="3707"/>
                  </a:lnTo>
                  <a:lnTo>
                    <a:pt x="868" y="3618"/>
                  </a:lnTo>
                  <a:lnTo>
                    <a:pt x="882" y="3554"/>
                  </a:lnTo>
                  <a:lnTo>
                    <a:pt x="890" y="3493"/>
                  </a:lnTo>
                  <a:lnTo>
                    <a:pt x="894" y="3433"/>
                  </a:lnTo>
                  <a:lnTo>
                    <a:pt x="891" y="3390"/>
                  </a:lnTo>
                  <a:lnTo>
                    <a:pt x="886" y="3349"/>
                  </a:lnTo>
                  <a:lnTo>
                    <a:pt x="875" y="3309"/>
                  </a:lnTo>
                  <a:lnTo>
                    <a:pt x="859" y="3269"/>
                  </a:lnTo>
                  <a:lnTo>
                    <a:pt x="839" y="3232"/>
                  </a:lnTo>
                  <a:lnTo>
                    <a:pt x="812" y="3195"/>
                  </a:lnTo>
                  <a:lnTo>
                    <a:pt x="779" y="3161"/>
                  </a:lnTo>
                  <a:lnTo>
                    <a:pt x="693" y="3074"/>
                  </a:lnTo>
                  <a:lnTo>
                    <a:pt x="609" y="2983"/>
                  </a:lnTo>
                  <a:lnTo>
                    <a:pt x="528" y="2889"/>
                  </a:lnTo>
                  <a:lnTo>
                    <a:pt x="453" y="2792"/>
                  </a:lnTo>
                  <a:lnTo>
                    <a:pt x="381" y="2691"/>
                  </a:lnTo>
                  <a:lnTo>
                    <a:pt x="314" y="2587"/>
                  </a:lnTo>
                  <a:lnTo>
                    <a:pt x="253" y="2480"/>
                  </a:lnTo>
                  <a:lnTo>
                    <a:pt x="197" y="2372"/>
                  </a:lnTo>
                  <a:lnTo>
                    <a:pt x="147" y="2261"/>
                  </a:lnTo>
                  <a:lnTo>
                    <a:pt x="104" y="2148"/>
                  </a:lnTo>
                  <a:lnTo>
                    <a:pt x="67" y="2033"/>
                  </a:lnTo>
                  <a:lnTo>
                    <a:pt x="39" y="1916"/>
                  </a:lnTo>
                  <a:lnTo>
                    <a:pt x="18" y="1799"/>
                  </a:lnTo>
                  <a:lnTo>
                    <a:pt x="5" y="1679"/>
                  </a:lnTo>
                  <a:lnTo>
                    <a:pt x="0" y="1559"/>
                  </a:lnTo>
                  <a:lnTo>
                    <a:pt x="4" y="1458"/>
                  </a:lnTo>
                  <a:lnTo>
                    <a:pt x="14" y="1356"/>
                  </a:lnTo>
                  <a:lnTo>
                    <a:pt x="30" y="1253"/>
                  </a:lnTo>
                  <a:lnTo>
                    <a:pt x="54" y="1151"/>
                  </a:lnTo>
                  <a:lnTo>
                    <a:pt x="86" y="1048"/>
                  </a:lnTo>
                  <a:lnTo>
                    <a:pt x="126" y="946"/>
                  </a:lnTo>
                  <a:lnTo>
                    <a:pt x="173" y="845"/>
                  </a:lnTo>
                  <a:lnTo>
                    <a:pt x="211" y="779"/>
                  </a:lnTo>
                  <a:lnTo>
                    <a:pt x="256" y="713"/>
                  </a:lnTo>
                  <a:lnTo>
                    <a:pt x="307" y="648"/>
                  </a:lnTo>
                  <a:lnTo>
                    <a:pt x="363" y="584"/>
                  </a:lnTo>
                  <a:lnTo>
                    <a:pt x="423" y="522"/>
                  </a:lnTo>
                  <a:lnTo>
                    <a:pt x="485" y="462"/>
                  </a:lnTo>
                  <a:lnTo>
                    <a:pt x="549" y="406"/>
                  </a:lnTo>
                  <a:lnTo>
                    <a:pt x="612" y="352"/>
                  </a:lnTo>
                  <a:lnTo>
                    <a:pt x="675" y="304"/>
                  </a:lnTo>
                  <a:lnTo>
                    <a:pt x="736" y="261"/>
                  </a:lnTo>
                  <a:lnTo>
                    <a:pt x="819" y="207"/>
                  </a:lnTo>
                  <a:lnTo>
                    <a:pt x="904" y="162"/>
                  </a:lnTo>
                  <a:lnTo>
                    <a:pt x="992" y="122"/>
                  </a:lnTo>
                  <a:lnTo>
                    <a:pt x="1082" y="89"/>
                  </a:lnTo>
                  <a:lnTo>
                    <a:pt x="1175" y="61"/>
                  </a:lnTo>
                  <a:lnTo>
                    <a:pt x="1270" y="39"/>
                  </a:lnTo>
                  <a:lnTo>
                    <a:pt x="1365" y="23"/>
                  </a:lnTo>
                  <a:lnTo>
                    <a:pt x="1462" y="11"/>
                  </a:lnTo>
                  <a:lnTo>
                    <a:pt x="1585" y="4"/>
                  </a:lnTo>
                  <a:lnTo>
                    <a:pt x="1713"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black"/>
                </a:solidFill>
                <a:effectLst/>
                <a:uLnTx/>
                <a:uFillTx/>
                <a:cs typeface="+mn-ea"/>
                <a:sym typeface="+mn-lt"/>
              </a:endParaRPr>
            </a:p>
          </p:txBody>
        </p:sp>
      </p:grpSp>
      <p:sp>
        <p:nvSpPr>
          <p:cNvPr id="32" name="Title 1"/>
          <p:cNvSpPr txBox="1">
            <a:spLocks/>
          </p:cNvSpPr>
          <p:nvPr/>
        </p:nvSpPr>
        <p:spPr>
          <a:xfrm>
            <a:off x="7231824" y="2942029"/>
            <a:ext cx="4020376" cy="1119664"/>
          </a:xfrm>
          <a:prstGeom prst="rect">
            <a:avLst/>
          </a:prstGeom>
        </p:spPr>
        <p:txBody>
          <a:bodyPr vert="horz" lIns="121920" tIns="60960" rIns="121920" bIns="6096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fontAlgn="base">
              <a:lnSpc>
                <a:spcPts val="3333"/>
              </a:lnSpc>
              <a:spcAft>
                <a:spcPct val="0"/>
              </a:spcAft>
            </a:pPr>
            <a:r>
              <a:rPr lang="en-US" sz="3600" dirty="0">
                <a:solidFill>
                  <a:prstClr val="white">
                    <a:lumMod val="50000"/>
                  </a:prstClr>
                </a:solidFill>
                <a:latin typeface="+mn-lt"/>
                <a:ea typeface="+mn-ea"/>
                <a:cs typeface="+mn-ea"/>
                <a:sym typeface="+mn-lt"/>
              </a:rPr>
              <a:t>Business</a:t>
            </a:r>
          </a:p>
          <a:p>
            <a:pPr algn="r" fontAlgn="base">
              <a:lnSpc>
                <a:spcPts val="3333"/>
              </a:lnSpc>
              <a:spcAft>
                <a:spcPct val="0"/>
              </a:spcAft>
            </a:pPr>
            <a:r>
              <a:rPr lang="en-US" sz="3600" dirty="0">
                <a:solidFill>
                  <a:srgbClr val="FF0000"/>
                </a:solidFill>
                <a:latin typeface="+mn-lt"/>
                <a:ea typeface="+mn-ea"/>
                <a:cs typeface="+mn-ea"/>
                <a:sym typeface="+mn-lt"/>
              </a:rPr>
              <a:t>Presentations</a:t>
            </a:r>
          </a:p>
          <a:p>
            <a:pPr algn="r" fontAlgn="base">
              <a:lnSpc>
                <a:spcPts val="3333"/>
              </a:lnSpc>
              <a:spcAft>
                <a:spcPct val="0"/>
              </a:spcAft>
            </a:pPr>
            <a:r>
              <a:rPr lang="en-US" sz="3600" dirty="0">
                <a:solidFill>
                  <a:prstClr val="black"/>
                </a:solidFill>
                <a:latin typeface="+mn-lt"/>
                <a:ea typeface="+mn-ea"/>
                <a:cs typeface="+mn-ea"/>
                <a:sym typeface="+mn-lt"/>
              </a:rPr>
              <a:t>All ready</a:t>
            </a:r>
          </a:p>
        </p:txBody>
      </p:sp>
      <p:sp>
        <p:nvSpPr>
          <p:cNvPr id="33" name="TextBox 32"/>
          <p:cNvSpPr txBox="1"/>
          <p:nvPr/>
        </p:nvSpPr>
        <p:spPr>
          <a:xfrm>
            <a:off x="6527800" y="4169921"/>
            <a:ext cx="4724400" cy="1569660"/>
          </a:xfrm>
          <a:prstGeom prst="rect">
            <a:avLst/>
          </a:prstGeom>
          <a:noFill/>
        </p:spPr>
        <p:txBody>
          <a:bodyPr wrap="square" rtlCol="0">
            <a:spAutoFit/>
          </a:bodyPr>
          <a:lstStyle/>
          <a:p>
            <a:pPr algn="r" fontAlgn="base">
              <a:spcBef>
                <a:spcPct val="0"/>
              </a:spcBef>
              <a:spcAft>
                <a:spcPct val="0"/>
              </a:spcAft>
            </a:pPr>
            <a:r>
              <a:rPr lang="en-US" sz="1200" dirty="0">
                <a:solidFill>
                  <a:prstClr val="black"/>
                </a:solidFill>
                <a:cs typeface="+mn-ea"/>
                <a:sym typeface="+mn-lt"/>
              </a:rPr>
              <a:t>This is a sample letter that has been placed to demonstrate the typing format on the (Your Company). letterhead design. When positioned properly, it will serve to work in harmony with all of the other. This is a sample letter that has been placed to demonstrate the typing format on the (Your Company). letterhead design. When positioned properly. This is a sample letter that has been placed to demonstrate the typing format.</a:t>
            </a:r>
            <a:endParaRPr lang="en-US" sz="2400" dirty="0">
              <a:solidFill>
                <a:prstClr val="black"/>
              </a:solidFill>
              <a:cs typeface="+mn-ea"/>
              <a:sym typeface="+mn-lt"/>
            </a:endParaRPr>
          </a:p>
        </p:txBody>
      </p:sp>
      <p:sp>
        <p:nvSpPr>
          <p:cNvPr id="34" name="Oval 26"/>
          <p:cNvSpPr/>
          <p:nvPr/>
        </p:nvSpPr>
        <p:spPr>
          <a:xfrm>
            <a:off x="5225224" y="1951429"/>
            <a:ext cx="2006600" cy="2006600"/>
          </a:xfrm>
          <a:prstGeom prst="ellipse">
            <a:avLst/>
          </a:prstGeom>
          <a:solidFill>
            <a:srgbClr val="780000">
              <a:alpha val="8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5" name="Oval 28"/>
          <p:cNvSpPr/>
          <p:nvPr/>
        </p:nvSpPr>
        <p:spPr>
          <a:xfrm>
            <a:off x="6878852" y="3126792"/>
            <a:ext cx="732040" cy="732040"/>
          </a:xfrm>
          <a:prstGeom prst="ellipse">
            <a:avLst/>
          </a:prstGeom>
          <a:solidFill>
            <a:sysClr val="windowText" lastClr="000000">
              <a:alpha val="20000"/>
            </a:sys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6" name="Oval 29"/>
          <p:cNvSpPr/>
          <p:nvPr/>
        </p:nvSpPr>
        <p:spPr>
          <a:xfrm>
            <a:off x="5105400" y="1768849"/>
            <a:ext cx="732040" cy="732040"/>
          </a:xfrm>
          <a:prstGeom prst="ellipse">
            <a:avLst/>
          </a:prstGeom>
          <a:solidFill>
            <a:srgbClr val="FF5A5B">
              <a:alpha val="8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a:ln>
                <a:noFill/>
              </a:ln>
              <a:solidFill>
                <a:prstClr val="white"/>
              </a:solidFill>
              <a:effectLst/>
              <a:uLnTx/>
              <a:uFillTx/>
              <a:cs typeface="+mn-ea"/>
              <a:sym typeface="+mn-lt"/>
            </a:endParaRPr>
          </a:p>
        </p:txBody>
      </p:sp>
      <p:sp>
        <p:nvSpPr>
          <p:cNvPr id="37" name="TextBox 36"/>
          <p:cNvSpPr txBox="1"/>
          <p:nvPr/>
        </p:nvSpPr>
        <p:spPr>
          <a:xfrm>
            <a:off x="5501996" y="2339176"/>
            <a:ext cx="1453056" cy="1200329"/>
          </a:xfrm>
          <a:prstGeom prst="rect">
            <a:avLst/>
          </a:prstGeom>
          <a:noFill/>
        </p:spPr>
        <p:txBody>
          <a:bodyPr wrap="square" rtlCol="0">
            <a:spAutoFit/>
          </a:bodyPr>
          <a:lstStyle/>
          <a:p>
            <a:pPr algn="ctr" fontAlgn="base">
              <a:spcBef>
                <a:spcPct val="0"/>
              </a:spcBef>
              <a:spcAft>
                <a:spcPct val="0"/>
              </a:spcAft>
            </a:pPr>
            <a:r>
              <a:rPr lang="en-US" sz="1200" dirty="0">
                <a:solidFill>
                  <a:prstClr val="white"/>
                </a:solidFill>
                <a:cs typeface="+mn-ea"/>
                <a:sym typeface="+mn-lt"/>
              </a:rPr>
              <a:t>This is a sample letter that has been placed to demonstrate the typing format on letterhead.</a:t>
            </a:r>
            <a:endParaRPr lang="en-US" sz="2400" dirty="0">
              <a:solidFill>
                <a:prstClr val="white"/>
              </a:solidFill>
              <a:cs typeface="+mn-ea"/>
              <a:sym typeface="+mn-lt"/>
            </a:endParaRPr>
          </a:p>
        </p:txBody>
      </p:sp>
      <p:grpSp>
        <p:nvGrpSpPr>
          <p:cNvPr id="38" name="组合 37"/>
          <p:cNvGrpSpPr/>
          <p:nvPr/>
        </p:nvGrpSpPr>
        <p:grpSpPr>
          <a:xfrm>
            <a:off x="339551" y="248225"/>
            <a:ext cx="2386460" cy="460375"/>
            <a:chOff x="7098013" y="5081584"/>
            <a:chExt cx="2386460" cy="460375"/>
          </a:xfrm>
        </p:grpSpPr>
        <p:sp>
          <p:nvSpPr>
            <p:cNvPr id="39" name="矩形: 圆角 4"/>
            <p:cNvSpPr/>
            <p:nvPr/>
          </p:nvSpPr>
          <p:spPr>
            <a:xfrm>
              <a:off x="7098013" y="5149590"/>
              <a:ext cx="682042" cy="389789"/>
            </a:xfrm>
            <a:prstGeom prst="roundRect">
              <a:avLst/>
            </a:prstGeom>
            <a:noFill/>
            <a:ln w="15875"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0" cap="none" spc="0" normalizeH="0" baseline="0" noProof="0" dirty="0">
                <a:ln>
                  <a:noFill/>
                </a:ln>
                <a:solidFill>
                  <a:srgbClr val="C00000"/>
                </a:solidFill>
                <a:effectLst/>
                <a:uLnTx/>
                <a:uFillTx/>
                <a:cs typeface="+mn-ea"/>
                <a:sym typeface="+mn-lt"/>
              </a:endParaRPr>
            </a:p>
          </p:txBody>
        </p:sp>
        <p:sp>
          <p:nvSpPr>
            <p:cNvPr id="40" name="文本框 5"/>
            <p:cNvSpPr txBox="1"/>
            <p:nvPr/>
          </p:nvSpPr>
          <p:spPr>
            <a:xfrm>
              <a:off x="7181216" y="5156729"/>
              <a:ext cx="52452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0" cap="none" spc="0" normalizeH="0" baseline="0" noProof="0" dirty="0">
                  <a:ln>
                    <a:noFill/>
                  </a:ln>
                  <a:solidFill>
                    <a:srgbClr val="C00000"/>
                  </a:solidFill>
                  <a:effectLst/>
                  <a:uLnTx/>
                  <a:uFillTx/>
                  <a:cs typeface="+mn-ea"/>
                  <a:sym typeface="+mn-lt"/>
                </a:rPr>
                <a:t>04</a:t>
              </a:r>
              <a:endParaRPr kumimoji="0" lang="zh-CN" altLang="en-US" sz="1800" b="1" i="0" u="none" strike="noStrike" kern="0" cap="none" spc="0" normalizeH="0" baseline="0" noProof="0" dirty="0">
                <a:ln>
                  <a:noFill/>
                </a:ln>
                <a:solidFill>
                  <a:srgbClr val="C00000"/>
                </a:solidFill>
                <a:effectLst/>
                <a:uLnTx/>
                <a:uFillTx/>
                <a:cs typeface="+mn-ea"/>
                <a:sym typeface="+mn-lt"/>
              </a:endParaRPr>
            </a:p>
          </p:txBody>
        </p:sp>
        <p:sp>
          <p:nvSpPr>
            <p:cNvPr id="41" name="文本框 6"/>
            <p:cNvSpPr txBox="1"/>
            <p:nvPr/>
          </p:nvSpPr>
          <p:spPr>
            <a:xfrm>
              <a:off x="7968046" y="5081584"/>
              <a:ext cx="1516427" cy="46037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C00000"/>
                  </a:solidFill>
                  <a:effectLst/>
                  <a:uLnTx/>
                  <a:uFillTx/>
                  <a:cs typeface="+mn-ea"/>
                  <a:sym typeface="+mn-lt"/>
                </a:rPr>
                <a:t>目录文字</a:t>
              </a:r>
            </a:p>
          </p:txBody>
        </p:sp>
      </p:grpSp>
    </p:spTree>
    <p:extLst>
      <p:ext uri="{BB962C8B-B14F-4D97-AF65-F5344CB8AC3E}">
        <p14:creationId xmlns:p14="http://schemas.microsoft.com/office/powerpoint/2010/main" val="386705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randombar(horizontal)">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 calcmode="lin" valueType="num">
                                      <p:cBhvr>
                                        <p:cTn id="12" dur="1000" fill="hold"/>
                                        <p:tgtEl>
                                          <p:spTgt spid="34"/>
                                        </p:tgtEl>
                                        <p:attrNameLst>
                                          <p:attrName>ppt_w</p:attrName>
                                        </p:attrNameLst>
                                      </p:cBhvr>
                                      <p:tavLst>
                                        <p:tav tm="0">
                                          <p:val>
                                            <p:fltVal val="0"/>
                                          </p:val>
                                        </p:tav>
                                        <p:tav tm="100000">
                                          <p:val>
                                            <p:strVal val="#ppt_w"/>
                                          </p:val>
                                        </p:tav>
                                      </p:tavLst>
                                    </p:anim>
                                    <p:anim calcmode="lin" valueType="num">
                                      <p:cBhvr>
                                        <p:cTn id="13" dur="1000" fill="hold"/>
                                        <p:tgtEl>
                                          <p:spTgt spid="34"/>
                                        </p:tgtEl>
                                        <p:attrNameLst>
                                          <p:attrName>ppt_h</p:attrName>
                                        </p:attrNameLst>
                                      </p:cBhvr>
                                      <p:tavLst>
                                        <p:tav tm="0">
                                          <p:val>
                                            <p:fltVal val="0"/>
                                          </p:val>
                                        </p:tav>
                                        <p:tav tm="100000">
                                          <p:val>
                                            <p:strVal val="#ppt_h"/>
                                          </p:val>
                                        </p:tav>
                                      </p:tavLst>
                                    </p:anim>
                                    <p:animEffect transition="in" filter="fade">
                                      <p:cBhvr>
                                        <p:cTn id="14" dur="1000"/>
                                        <p:tgtEl>
                                          <p:spTgt spid="3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 calcmode="lin" valueType="num">
                                      <p:cBhvr>
                                        <p:cTn id="17" dur="1000" fill="hold"/>
                                        <p:tgtEl>
                                          <p:spTgt spid="37"/>
                                        </p:tgtEl>
                                        <p:attrNameLst>
                                          <p:attrName>ppt_w</p:attrName>
                                        </p:attrNameLst>
                                      </p:cBhvr>
                                      <p:tavLst>
                                        <p:tav tm="0">
                                          <p:val>
                                            <p:fltVal val="0"/>
                                          </p:val>
                                        </p:tav>
                                        <p:tav tm="100000">
                                          <p:val>
                                            <p:strVal val="#ppt_w"/>
                                          </p:val>
                                        </p:tav>
                                      </p:tavLst>
                                    </p:anim>
                                    <p:anim calcmode="lin" valueType="num">
                                      <p:cBhvr>
                                        <p:cTn id="18" dur="1000" fill="hold"/>
                                        <p:tgtEl>
                                          <p:spTgt spid="37"/>
                                        </p:tgtEl>
                                        <p:attrNameLst>
                                          <p:attrName>ppt_h</p:attrName>
                                        </p:attrNameLst>
                                      </p:cBhvr>
                                      <p:tavLst>
                                        <p:tav tm="0">
                                          <p:val>
                                            <p:fltVal val="0"/>
                                          </p:val>
                                        </p:tav>
                                        <p:tav tm="100000">
                                          <p:val>
                                            <p:strVal val="#ppt_h"/>
                                          </p:val>
                                        </p:tav>
                                      </p:tavLst>
                                    </p:anim>
                                    <p:animEffect transition="in" filter="fade">
                                      <p:cBhvr>
                                        <p:cTn id="19" dur="1000"/>
                                        <p:tgtEl>
                                          <p:spTgt spid="3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fltVal val="0"/>
                                          </p:val>
                                        </p:tav>
                                        <p:tav tm="100000">
                                          <p:val>
                                            <p:strVal val="#ppt_w"/>
                                          </p:val>
                                        </p:tav>
                                      </p:tavLst>
                                    </p:anim>
                                    <p:anim calcmode="lin" valueType="num">
                                      <p:cBhvr>
                                        <p:cTn id="23" dur="1000" fill="hold"/>
                                        <p:tgtEl>
                                          <p:spTgt spid="35"/>
                                        </p:tgtEl>
                                        <p:attrNameLst>
                                          <p:attrName>ppt_h</p:attrName>
                                        </p:attrNameLst>
                                      </p:cBhvr>
                                      <p:tavLst>
                                        <p:tav tm="0">
                                          <p:val>
                                            <p:fltVal val="0"/>
                                          </p:val>
                                        </p:tav>
                                        <p:tav tm="100000">
                                          <p:val>
                                            <p:strVal val="#ppt_h"/>
                                          </p:val>
                                        </p:tav>
                                      </p:tavLst>
                                    </p:anim>
                                    <p:animEffect transition="in" filter="fade">
                                      <p:cBhvr>
                                        <p:cTn id="24" dur="1000"/>
                                        <p:tgtEl>
                                          <p:spTgt spid="3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Effect transition="in" filter="fade">
                                      <p:cBhvr>
                                        <p:cTn id="29"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33" y="-37252"/>
            <a:ext cx="12221033" cy="6897040"/>
          </a:xfrm>
          <a:prstGeom prst="rect">
            <a:avLst/>
          </a:prstGeom>
        </p:spPr>
      </p:pic>
      <p:sp>
        <p:nvSpPr>
          <p:cNvPr id="19" name="矩形 18"/>
          <p:cNvSpPr/>
          <p:nvPr/>
        </p:nvSpPr>
        <p:spPr>
          <a:xfrm>
            <a:off x="-17027" y="-51103"/>
            <a:ext cx="12192000" cy="6857999"/>
          </a:xfrm>
          <a:prstGeom prst="rect">
            <a:avLst/>
          </a:prstGeom>
          <a:gradFill flip="none" rotWithShape="1">
            <a:gsLst>
              <a:gs pos="100000">
                <a:srgbClr val="C00000">
                  <a:alpha val="49000"/>
                </a:srgbClr>
              </a:gs>
              <a:gs pos="0">
                <a:srgbClr val="C00000">
                  <a:alpha val="73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2" name="矩形 11"/>
          <p:cNvSpPr/>
          <p:nvPr/>
        </p:nvSpPr>
        <p:spPr>
          <a:xfrm>
            <a:off x="-14516" y="1393370"/>
            <a:ext cx="12221031" cy="5464629"/>
          </a:xfrm>
          <a:custGeom>
            <a:avLst/>
            <a:gdLst>
              <a:gd name="connsiteX0" fmla="*/ 0 w 12192000"/>
              <a:gd name="connsiteY0" fmla="*/ 0 h 3868057"/>
              <a:gd name="connsiteX1" fmla="*/ 12192000 w 12192000"/>
              <a:gd name="connsiteY1" fmla="*/ 0 h 3868057"/>
              <a:gd name="connsiteX2" fmla="*/ 12192000 w 12192000"/>
              <a:gd name="connsiteY2" fmla="*/ 3868057 h 3868057"/>
              <a:gd name="connsiteX3" fmla="*/ 0 w 12192000"/>
              <a:gd name="connsiteY3" fmla="*/ 3868057 h 3868057"/>
              <a:gd name="connsiteX4" fmla="*/ 0 w 12192000"/>
              <a:gd name="connsiteY4" fmla="*/ 0 h 3868057"/>
              <a:gd name="connsiteX0-1" fmla="*/ 0 w 12192000"/>
              <a:gd name="connsiteY0-2" fmla="*/ 957943 h 3868057"/>
              <a:gd name="connsiteX1-3" fmla="*/ 12192000 w 12192000"/>
              <a:gd name="connsiteY1-4" fmla="*/ 0 h 3868057"/>
              <a:gd name="connsiteX2-5" fmla="*/ 12192000 w 12192000"/>
              <a:gd name="connsiteY2-6" fmla="*/ 3868057 h 3868057"/>
              <a:gd name="connsiteX3-7" fmla="*/ 0 w 12192000"/>
              <a:gd name="connsiteY3-8" fmla="*/ 3868057 h 3868057"/>
              <a:gd name="connsiteX4-9" fmla="*/ 0 w 12192000"/>
              <a:gd name="connsiteY4-10" fmla="*/ 957943 h 3868057"/>
              <a:gd name="connsiteX0-11" fmla="*/ 0 w 12192000"/>
              <a:gd name="connsiteY0-12" fmla="*/ 957943 h 3868057"/>
              <a:gd name="connsiteX1-13" fmla="*/ 12192000 w 12192000"/>
              <a:gd name="connsiteY1-14" fmla="*/ 0 h 3868057"/>
              <a:gd name="connsiteX2-15" fmla="*/ 12192000 w 12192000"/>
              <a:gd name="connsiteY2-16" fmla="*/ 3868057 h 3868057"/>
              <a:gd name="connsiteX3-17" fmla="*/ 0 w 12192000"/>
              <a:gd name="connsiteY3-18" fmla="*/ 3868057 h 3868057"/>
              <a:gd name="connsiteX4-19" fmla="*/ 0 w 12192000"/>
              <a:gd name="connsiteY4-20" fmla="*/ 957943 h 3868057"/>
              <a:gd name="connsiteX0-21" fmla="*/ 0 w 12192000"/>
              <a:gd name="connsiteY0-22" fmla="*/ 957943 h 3868057"/>
              <a:gd name="connsiteX1-23" fmla="*/ 12192000 w 12192000"/>
              <a:gd name="connsiteY1-24" fmla="*/ 0 h 3868057"/>
              <a:gd name="connsiteX2-25" fmla="*/ 12192000 w 12192000"/>
              <a:gd name="connsiteY2-26" fmla="*/ 3868057 h 3868057"/>
              <a:gd name="connsiteX3-27" fmla="*/ 0 w 12192000"/>
              <a:gd name="connsiteY3-28" fmla="*/ 3868057 h 3868057"/>
              <a:gd name="connsiteX4-29" fmla="*/ 0 w 12192000"/>
              <a:gd name="connsiteY4-30" fmla="*/ 957943 h 3868057"/>
              <a:gd name="connsiteX0-31" fmla="*/ 0 w 12206515"/>
              <a:gd name="connsiteY0-32" fmla="*/ 1579759 h 3868057"/>
              <a:gd name="connsiteX1-33" fmla="*/ 12206515 w 12206515"/>
              <a:gd name="connsiteY1-34" fmla="*/ 0 h 3868057"/>
              <a:gd name="connsiteX2-35" fmla="*/ 12206515 w 12206515"/>
              <a:gd name="connsiteY2-36" fmla="*/ 3868057 h 3868057"/>
              <a:gd name="connsiteX3-37" fmla="*/ 14515 w 12206515"/>
              <a:gd name="connsiteY3-38" fmla="*/ 3868057 h 3868057"/>
              <a:gd name="connsiteX4-39" fmla="*/ 0 w 12206515"/>
              <a:gd name="connsiteY4-40" fmla="*/ 1579759 h 3868057"/>
              <a:gd name="connsiteX0-41" fmla="*/ 15157 w 12192644"/>
              <a:gd name="connsiteY0-42" fmla="*/ 1270315 h 3868057"/>
              <a:gd name="connsiteX1-43" fmla="*/ 12192644 w 12192644"/>
              <a:gd name="connsiteY1-44" fmla="*/ 0 h 3868057"/>
              <a:gd name="connsiteX2-45" fmla="*/ 12192644 w 12192644"/>
              <a:gd name="connsiteY2-46" fmla="*/ 3868057 h 3868057"/>
              <a:gd name="connsiteX3-47" fmla="*/ 644 w 12192644"/>
              <a:gd name="connsiteY3-48" fmla="*/ 3868057 h 3868057"/>
              <a:gd name="connsiteX4-49" fmla="*/ 15157 w 12192644"/>
              <a:gd name="connsiteY4-50" fmla="*/ 1270315 h 3868057"/>
              <a:gd name="connsiteX0-51" fmla="*/ 0 w 12206516"/>
              <a:gd name="connsiteY0-52" fmla="*/ 1270315 h 3868057"/>
              <a:gd name="connsiteX1-53" fmla="*/ 12206516 w 12206516"/>
              <a:gd name="connsiteY1-54" fmla="*/ 0 h 3868057"/>
              <a:gd name="connsiteX2-55" fmla="*/ 12206516 w 12206516"/>
              <a:gd name="connsiteY2-56" fmla="*/ 3868057 h 3868057"/>
              <a:gd name="connsiteX3-57" fmla="*/ 14516 w 12206516"/>
              <a:gd name="connsiteY3-58" fmla="*/ 3868057 h 3868057"/>
              <a:gd name="connsiteX4-59" fmla="*/ 0 w 12206516"/>
              <a:gd name="connsiteY4-60" fmla="*/ 1270315 h 3868057"/>
              <a:gd name="connsiteX0-61" fmla="*/ 0 w 12206516"/>
              <a:gd name="connsiteY0-62" fmla="*/ 1270315 h 3868057"/>
              <a:gd name="connsiteX1-63" fmla="*/ 12206516 w 12206516"/>
              <a:gd name="connsiteY1-64" fmla="*/ 0 h 3868057"/>
              <a:gd name="connsiteX2-65" fmla="*/ 12206516 w 12206516"/>
              <a:gd name="connsiteY2-66" fmla="*/ 3868057 h 3868057"/>
              <a:gd name="connsiteX3-67" fmla="*/ 14516 w 12206516"/>
              <a:gd name="connsiteY3-68" fmla="*/ 3868057 h 3868057"/>
              <a:gd name="connsiteX4-69" fmla="*/ 0 w 12206516"/>
              <a:gd name="connsiteY4-70" fmla="*/ 1270315 h 3868057"/>
              <a:gd name="connsiteX0-71" fmla="*/ 0 w 12206516"/>
              <a:gd name="connsiteY0-72" fmla="*/ 1248975 h 3868057"/>
              <a:gd name="connsiteX1-73" fmla="*/ 12206516 w 12206516"/>
              <a:gd name="connsiteY1-74" fmla="*/ 0 h 3868057"/>
              <a:gd name="connsiteX2-75" fmla="*/ 12206516 w 12206516"/>
              <a:gd name="connsiteY2-76" fmla="*/ 3868057 h 3868057"/>
              <a:gd name="connsiteX3-77" fmla="*/ 14516 w 12206516"/>
              <a:gd name="connsiteY3-78" fmla="*/ 3868057 h 3868057"/>
              <a:gd name="connsiteX4-79" fmla="*/ 0 w 12206516"/>
              <a:gd name="connsiteY4-80" fmla="*/ 1248975 h 3868057"/>
              <a:gd name="connsiteX0-81" fmla="*/ 0 w 12206516"/>
              <a:gd name="connsiteY0-82" fmla="*/ 1248975 h 3868057"/>
              <a:gd name="connsiteX1-83" fmla="*/ 12206516 w 12206516"/>
              <a:gd name="connsiteY1-84" fmla="*/ 0 h 3868057"/>
              <a:gd name="connsiteX2-85" fmla="*/ 12206516 w 12206516"/>
              <a:gd name="connsiteY2-86" fmla="*/ 3868057 h 3868057"/>
              <a:gd name="connsiteX3-87" fmla="*/ 14516 w 12206516"/>
              <a:gd name="connsiteY3-88" fmla="*/ 3868057 h 3868057"/>
              <a:gd name="connsiteX4-89" fmla="*/ 0 w 12206516"/>
              <a:gd name="connsiteY4-90" fmla="*/ 1248975 h 3868057"/>
              <a:gd name="connsiteX0-91" fmla="*/ 0 w 12221031"/>
              <a:gd name="connsiteY0-92" fmla="*/ 1379911 h 3998993"/>
              <a:gd name="connsiteX1-93" fmla="*/ 12221031 w 12221031"/>
              <a:gd name="connsiteY1-94" fmla="*/ 0 h 3998993"/>
              <a:gd name="connsiteX2-95" fmla="*/ 12206516 w 12221031"/>
              <a:gd name="connsiteY2-96" fmla="*/ 3998993 h 3998993"/>
              <a:gd name="connsiteX3-97" fmla="*/ 14516 w 12221031"/>
              <a:gd name="connsiteY3-98" fmla="*/ 3998993 h 3998993"/>
              <a:gd name="connsiteX4-99" fmla="*/ 0 w 12221031"/>
              <a:gd name="connsiteY4-100" fmla="*/ 1379911 h 3998993"/>
              <a:gd name="connsiteX0-101" fmla="*/ 0 w 12221031"/>
              <a:gd name="connsiteY0-102" fmla="*/ 1379911 h 3998993"/>
              <a:gd name="connsiteX1-103" fmla="*/ 12221031 w 12221031"/>
              <a:gd name="connsiteY1-104" fmla="*/ 0 h 3998993"/>
              <a:gd name="connsiteX2-105" fmla="*/ 12206516 w 12221031"/>
              <a:gd name="connsiteY2-106" fmla="*/ 3998993 h 3998993"/>
              <a:gd name="connsiteX3-107" fmla="*/ 14516 w 12221031"/>
              <a:gd name="connsiteY3-108" fmla="*/ 3998993 h 3998993"/>
              <a:gd name="connsiteX4-109" fmla="*/ 0 w 12221031"/>
              <a:gd name="connsiteY4-110" fmla="*/ 1379911 h 3998993"/>
              <a:gd name="connsiteX0-111" fmla="*/ 0 w 12221031"/>
              <a:gd name="connsiteY0-112" fmla="*/ 1379911 h 3998993"/>
              <a:gd name="connsiteX1-113" fmla="*/ 12221031 w 12221031"/>
              <a:gd name="connsiteY1-114" fmla="*/ 0 h 3998993"/>
              <a:gd name="connsiteX2-115" fmla="*/ 12206516 w 12221031"/>
              <a:gd name="connsiteY2-116" fmla="*/ 3998993 h 3998993"/>
              <a:gd name="connsiteX3-117" fmla="*/ 14516 w 12221031"/>
              <a:gd name="connsiteY3-118" fmla="*/ 3998993 h 3998993"/>
              <a:gd name="connsiteX4-119" fmla="*/ 0 w 12221031"/>
              <a:gd name="connsiteY4-120" fmla="*/ 1379911 h 3998993"/>
              <a:gd name="connsiteX0-121" fmla="*/ 0 w 12221031"/>
              <a:gd name="connsiteY0-122" fmla="*/ 1489024 h 4108106"/>
              <a:gd name="connsiteX1-123" fmla="*/ 12221031 w 12221031"/>
              <a:gd name="connsiteY1-124" fmla="*/ 0 h 4108106"/>
              <a:gd name="connsiteX2-125" fmla="*/ 12206516 w 12221031"/>
              <a:gd name="connsiteY2-126" fmla="*/ 4108106 h 4108106"/>
              <a:gd name="connsiteX3-127" fmla="*/ 14516 w 12221031"/>
              <a:gd name="connsiteY3-128" fmla="*/ 4108106 h 4108106"/>
              <a:gd name="connsiteX4-129" fmla="*/ 0 w 12221031"/>
              <a:gd name="connsiteY4-130" fmla="*/ 1489024 h 4108106"/>
              <a:gd name="connsiteX0-131" fmla="*/ 0 w 12221031"/>
              <a:gd name="connsiteY0-132" fmla="*/ 1489024 h 4108106"/>
              <a:gd name="connsiteX1-133" fmla="*/ 12221031 w 12221031"/>
              <a:gd name="connsiteY1-134" fmla="*/ 0 h 4108106"/>
              <a:gd name="connsiteX2-135" fmla="*/ 12206516 w 12221031"/>
              <a:gd name="connsiteY2-136" fmla="*/ 4108106 h 4108106"/>
              <a:gd name="connsiteX3-137" fmla="*/ 14516 w 12221031"/>
              <a:gd name="connsiteY3-138" fmla="*/ 4108106 h 4108106"/>
              <a:gd name="connsiteX4-139" fmla="*/ 0 w 12221031"/>
              <a:gd name="connsiteY4-140" fmla="*/ 1489024 h 410810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21031" h="4108106">
                <a:moveTo>
                  <a:pt x="0" y="1489024"/>
                </a:moveTo>
                <a:cubicBezTo>
                  <a:pt x="4484914" y="2325688"/>
                  <a:pt x="9173030" y="1581208"/>
                  <a:pt x="12221031" y="0"/>
                </a:cubicBezTo>
                <a:cubicBezTo>
                  <a:pt x="12216193" y="1332998"/>
                  <a:pt x="12211354" y="2775108"/>
                  <a:pt x="12206516" y="4108106"/>
                </a:cubicBezTo>
                <a:lnTo>
                  <a:pt x="14516" y="4108106"/>
                </a:lnTo>
                <a:cubicBezTo>
                  <a:pt x="9678" y="3345340"/>
                  <a:pt x="4838" y="2251790"/>
                  <a:pt x="0" y="1489024"/>
                </a:cubicBezTo>
                <a:close/>
              </a:path>
            </a:pathLst>
          </a:custGeom>
          <a:solidFill>
            <a:srgbClr val="E567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8" name="任意多边形: 形状 17"/>
          <p:cNvSpPr/>
          <p:nvPr/>
        </p:nvSpPr>
        <p:spPr>
          <a:xfrm>
            <a:off x="-29029" y="3193143"/>
            <a:ext cx="12250058" cy="3686628"/>
          </a:xfrm>
          <a:custGeom>
            <a:avLst/>
            <a:gdLst>
              <a:gd name="connsiteX0" fmla="*/ 0 w 12250058"/>
              <a:gd name="connsiteY0" fmla="*/ 174171 h 3686628"/>
              <a:gd name="connsiteX1" fmla="*/ 12250058 w 12250058"/>
              <a:gd name="connsiteY1" fmla="*/ 0 h 3686628"/>
              <a:gd name="connsiteX2" fmla="*/ 12235543 w 12250058"/>
              <a:gd name="connsiteY2" fmla="*/ 3672114 h 3686628"/>
              <a:gd name="connsiteX3" fmla="*/ 14515 w 12250058"/>
              <a:gd name="connsiteY3" fmla="*/ 3686628 h 3686628"/>
              <a:gd name="connsiteX4" fmla="*/ 0 w 12250058"/>
              <a:gd name="connsiteY4" fmla="*/ 174171 h 3686628"/>
              <a:gd name="connsiteX0-1" fmla="*/ 0 w 12250058"/>
              <a:gd name="connsiteY0-2" fmla="*/ 174171 h 3686628"/>
              <a:gd name="connsiteX1-3" fmla="*/ 12250058 w 12250058"/>
              <a:gd name="connsiteY1-4" fmla="*/ 0 h 3686628"/>
              <a:gd name="connsiteX2-5" fmla="*/ 12235543 w 12250058"/>
              <a:gd name="connsiteY2-6" fmla="*/ 3672114 h 3686628"/>
              <a:gd name="connsiteX3-7" fmla="*/ 14515 w 12250058"/>
              <a:gd name="connsiteY3-8" fmla="*/ 3686628 h 3686628"/>
              <a:gd name="connsiteX4-9" fmla="*/ 0 w 12250058"/>
              <a:gd name="connsiteY4-10" fmla="*/ 174171 h 3686628"/>
              <a:gd name="connsiteX0-11" fmla="*/ 0 w 12250058"/>
              <a:gd name="connsiteY0-12" fmla="*/ 174171 h 3686628"/>
              <a:gd name="connsiteX1-13" fmla="*/ 12250058 w 12250058"/>
              <a:gd name="connsiteY1-14" fmla="*/ 0 h 3686628"/>
              <a:gd name="connsiteX2-15" fmla="*/ 12235543 w 12250058"/>
              <a:gd name="connsiteY2-16" fmla="*/ 3672114 h 3686628"/>
              <a:gd name="connsiteX3-17" fmla="*/ 14515 w 12250058"/>
              <a:gd name="connsiteY3-18" fmla="*/ 3686628 h 3686628"/>
              <a:gd name="connsiteX4-19" fmla="*/ 0 w 12250058"/>
              <a:gd name="connsiteY4-20" fmla="*/ 174171 h 3686628"/>
              <a:gd name="connsiteX0-21" fmla="*/ 0 w 12250058"/>
              <a:gd name="connsiteY0-22" fmla="*/ 174171 h 3686628"/>
              <a:gd name="connsiteX1-23" fmla="*/ 12250058 w 12250058"/>
              <a:gd name="connsiteY1-24" fmla="*/ 0 h 3686628"/>
              <a:gd name="connsiteX2-25" fmla="*/ 12235543 w 12250058"/>
              <a:gd name="connsiteY2-26" fmla="*/ 3672114 h 3686628"/>
              <a:gd name="connsiteX3-27" fmla="*/ 14515 w 12250058"/>
              <a:gd name="connsiteY3-28" fmla="*/ 3686628 h 3686628"/>
              <a:gd name="connsiteX4-29" fmla="*/ 0 w 12250058"/>
              <a:gd name="connsiteY4-30" fmla="*/ 174171 h 3686628"/>
              <a:gd name="connsiteX0-31" fmla="*/ 0 w 12250058"/>
              <a:gd name="connsiteY0-32" fmla="*/ 174171 h 3686628"/>
              <a:gd name="connsiteX1-33" fmla="*/ 12250058 w 12250058"/>
              <a:gd name="connsiteY1-34" fmla="*/ 0 h 3686628"/>
              <a:gd name="connsiteX2-35" fmla="*/ 12235543 w 12250058"/>
              <a:gd name="connsiteY2-36" fmla="*/ 3672114 h 3686628"/>
              <a:gd name="connsiteX3-37" fmla="*/ 14515 w 12250058"/>
              <a:gd name="connsiteY3-38" fmla="*/ 3686628 h 3686628"/>
              <a:gd name="connsiteX4-39" fmla="*/ 0 w 12250058"/>
              <a:gd name="connsiteY4-40" fmla="*/ 174171 h 3686628"/>
              <a:gd name="connsiteX0-41" fmla="*/ 0 w 12250058"/>
              <a:gd name="connsiteY0-42" fmla="*/ 174171 h 3686628"/>
              <a:gd name="connsiteX1-43" fmla="*/ 12250058 w 12250058"/>
              <a:gd name="connsiteY1-44" fmla="*/ 0 h 3686628"/>
              <a:gd name="connsiteX2-45" fmla="*/ 12235543 w 12250058"/>
              <a:gd name="connsiteY2-46" fmla="*/ 3672114 h 3686628"/>
              <a:gd name="connsiteX3-47" fmla="*/ 14515 w 12250058"/>
              <a:gd name="connsiteY3-48" fmla="*/ 3686628 h 3686628"/>
              <a:gd name="connsiteX4-49" fmla="*/ 0 w 12250058"/>
              <a:gd name="connsiteY4-50" fmla="*/ 174171 h 3686628"/>
              <a:gd name="connsiteX0-51" fmla="*/ 0 w 12250058"/>
              <a:gd name="connsiteY0-52" fmla="*/ 174171 h 3686628"/>
              <a:gd name="connsiteX1-53" fmla="*/ 12250058 w 12250058"/>
              <a:gd name="connsiteY1-54" fmla="*/ 0 h 3686628"/>
              <a:gd name="connsiteX2-55" fmla="*/ 12235543 w 12250058"/>
              <a:gd name="connsiteY2-56" fmla="*/ 3672114 h 3686628"/>
              <a:gd name="connsiteX3-57" fmla="*/ 14515 w 12250058"/>
              <a:gd name="connsiteY3-58" fmla="*/ 3686628 h 3686628"/>
              <a:gd name="connsiteX4-59" fmla="*/ 0 w 12250058"/>
              <a:gd name="connsiteY4-60" fmla="*/ 174171 h 3686628"/>
              <a:gd name="connsiteX0-61" fmla="*/ 0 w 12250058"/>
              <a:gd name="connsiteY0-62" fmla="*/ 174171 h 3686628"/>
              <a:gd name="connsiteX1-63" fmla="*/ 12250058 w 12250058"/>
              <a:gd name="connsiteY1-64" fmla="*/ 0 h 3686628"/>
              <a:gd name="connsiteX2-65" fmla="*/ 12235543 w 12250058"/>
              <a:gd name="connsiteY2-66" fmla="*/ 3672114 h 3686628"/>
              <a:gd name="connsiteX3-67" fmla="*/ 14515 w 12250058"/>
              <a:gd name="connsiteY3-68" fmla="*/ 3686628 h 3686628"/>
              <a:gd name="connsiteX4-69" fmla="*/ 0 w 12250058"/>
              <a:gd name="connsiteY4-70" fmla="*/ 174171 h 368662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50058" h="3686628">
                <a:moveTo>
                  <a:pt x="0" y="174171"/>
                </a:moveTo>
                <a:cubicBezTo>
                  <a:pt x="3241524" y="1030514"/>
                  <a:pt x="8181220" y="1857827"/>
                  <a:pt x="12250058" y="0"/>
                </a:cubicBezTo>
                <a:cubicBezTo>
                  <a:pt x="12245220" y="1224038"/>
                  <a:pt x="12240381" y="2448076"/>
                  <a:pt x="12235543" y="3672114"/>
                </a:cubicBezTo>
                <a:lnTo>
                  <a:pt x="14515" y="3686628"/>
                </a:lnTo>
                <a:cubicBezTo>
                  <a:pt x="9677" y="2515809"/>
                  <a:pt x="4838" y="1344990"/>
                  <a:pt x="0" y="1741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nvGrpSpPr>
          <p:cNvPr id="17" name="组合 16"/>
          <p:cNvGrpSpPr/>
          <p:nvPr/>
        </p:nvGrpSpPr>
        <p:grpSpPr>
          <a:xfrm>
            <a:off x="-188686" y="1654628"/>
            <a:ext cx="12409717" cy="2668439"/>
            <a:chOff x="116115" y="2525485"/>
            <a:chExt cx="12017830" cy="2668439"/>
          </a:xfrm>
        </p:grpSpPr>
        <p:sp>
          <p:nvSpPr>
            <p:cNvPr id="15" name="任意多边形: 形状 14"/>
            <p:cNvSpPr/>
            <p:nvPr/>
          </p:nvSpPr>
          <p:spPr>
            <a:xfrm>
              <a:off x="116115" y="2525485"/>
              <a:ext cx="12017830" cy="2491167"/>
            </a:xfrm>
            <a:custGeom>
              <a:avLst/>
              <a:gdLst>
                <a:gd name="connsiteX0" fmla="*/ 0 w 11974286"/>
                <a:gd name="connsiteY0" fmla="*/ 1654629 h 1654629"/>
                <a:gd name="connsiteX1" fmla="*/ 11974286 w 11974286"/>
                <a:gd name="connsiteY1" fmla="*/ 870857 h 1654629"/>
                <a:gd name="connsiteX2" fmla="*/ 11945257 w 11974286"/>
                <a:gd name="connsiteY2" fmla="*/ 0 h 1654629"/>
                <a:gd name="connsiteX3" fmla="*/ 0 w 11974286"/>
                <a:gd name="connsiteY3" fmla="*/ 1654629 h 1654629"/>
                <a:gd name="connsiteX0-1" fmla="*/ 0 w 11974286"/>
                <a:gd name="connsiteY0-2" fmla="*/ 1654629 h 2093574"/>
                <a:gd name="connsiteX1-3" fmla="*/ 11974286 w 11974286"/>
                <a:gd name="connsiteY1-4" fmla="*/ 870857 h 2093574"/>
                <a:gd name="connsiteX2-5" fmla="*/ 11945257 w 11974286"/>
                <a:gd name="connsiteY2-6" fmla="*/ 0 h 2093574"/>
                <a:gd name="connsiteX3-7" fmla="*/ 0 w 11974286"/>
                <a:gd name="connsiteY3-8" fmla="*/ 1654629 h 2093574"/>
                <a:gd name="connsiteX0-9" fmla="*/ 0 w 11974286"/>
                <a:gd name="connsiteY0-10" fmla="*/ 1654629 h 2476652"/>
                <a:gd name="connsiteX1-11" fmla="*/ 11974286 w 11974286"/>
                <a:gd name="connsiteY1-12" fmla="*/ 870857 h 2476652"/>
                <a:gd name="connsiteX2-13" fmla="*/ 11945257 w 11974286"/>
                <a:gd name="connsiteY2-14" fmla="*/ 0 h 2476652"/>
                <a:gd name="connsiteX3-15" fmla="*/ 0 w 11974286"/>
                <a:gd name="connsiteY3-16" fmla="*/ 1654629 h 2476652"/>
                <a:gd name="connsiteX0-17" fmla="*/ 0 w 11974286"/>
                <a:gd name="connsiteY0-18" fmla="*/ 1654629 h 2476652"/>
                <a:gd name="connsiteX1-19" fmla="*/ 11974286 w 11974286"/>
                <a:gd name="connsiteY1-20" fmla="*/ 870857 h 2476652"/>
                <a:gd name="connsiteX2-21" fmla="*/ 11945257 w 11974286"/>
                <a:gd name="connsiteY2-22" fmla="*/ 0 h 2476652"/>
                <a:gd name="connsiteX3-23" fmla="*/ 0 w 11974286"/>
                <a:gd name="connsiteY3-24" fmla="*/ 1654629 h 2476652"/>
                <a:gd name="connsiteX0-25" fmla="*/ 0 w 11974286"/>
                <a:gd name="connsiteY0-26" fmla="*/ 1654629 h 2476652"/>
                <a:gd name="connsiteX1-27" fmla="*/ 11974286 w 11974286"/>
                <a:gd name="connsiteY1-28" fmla="*/ 870857 h 2476652"/>
                <a:gd name="connsiteX2-29" fmla="*/ 11945257 w 11974286"/>
                <a:gd name="connsiteY2-30" fmla="*/ 0 h 2476652"/>
                <a:gd name="connsiteX3-31" fmla="*/ 0 w 11974286"/>
                <a:gd name="connsiteY3-32" fmla="*/ 1654629 h 2476652"/>
                <a:gd name="connsiteX0-33" fmla="*/ 0 w 11974286"/>
                <a:gd name="connsiteY0-34" fmla="*/ 1654629 h 2476652"/>
                <a:gd name="connsiteX1-35" fmla="*/ 11974286 w 11974286"/>
                <a:gd name="connsiteY1-36" fmla="*/ 870857 h 2476652"/>
                <a:gd name="connsiteX2-37" fmla="*/ 11945257 w 11974286"/>
                <a:gd name="connsiteY2-38" fmla="*/ 0 h 2476652"/>
                <a:gd name="connsiteX3-39" fmla="*/ 0 w 11974286"/>
                <a:gd name="connsiteY3-40" fmla="*/ 1654629 h 2476652"/>
                <a:gd name="connsiteX0-41" fmla="*/ 0 w 11974286"/>
                <a:gd name="connsiteY0-42" fmla="*/ 1654629 h 2476652"/>
                <a:gd name="connsiteX1-43" fmla="*/ 11974286 w 11974286"/>
                <a:gd name="connsiteY1-44" fmla="*/ 870857 h 2476652"/>
                <a:gd name="connsiteX2-45" fmla="*/ 11945257 w 11974286"/>
                <a:gd name="connsiteY2-46" fmla="*/ 0 h 2476652"/>
                <a:gd name="connsiteX3-47" fmla="*/ 0 w 11974286"/>
                <a:gd name="connsiteY3-48" fmla="*/ 1654629 h 2476652"/>
                <a:gd name="connsiteX0-49" fmla="*/ 0 w 11974286"/>
                <a:gd name="connsiteY0-50" fmla="*/ 1654629 h 2476652"/>
                <a:gd name="connsiteX1-51" fmla="*/ 11974286 w 11974286"/>
                <a:gd name="connsiteY1-52" fmla="*/ 870857 h 2476652"/>
                <a:gd name="connsiteX2-53" fmla="*/ 11945257 w 11974286"/>
                <a:gd name="connsiteY2-54" fmla="*/ 0 h 2476652"/>
                <a:gd name="connsiteX3-55" fmla="*/ 0 w 11974286"/>
                <a:gd name="connsiteY3-56" fmla="*/ 1654629 h 2476652"/>
                <a:gd name="connsiteX0-57" fmla="*/ 0 w 11974286"/>
                <a:gd name="connsiteY0-58" fmla="*/ 1654629 h 2476652"/>
                <a:gd name="connsiteX1-59" fmla="*/ 11974286 w 11974286"/>
                <a:gd name="connsiteY1-60" fmla="*/ 870857 h 2476652"/>
                <a:gd name="connsiteX2-61" fmla="*/ 11945257 w 11974286"/>
                <a:gd name="connsiteY2-62" fmla="*/ 0 h 2476652"/>
                <a:gd name="connsiteX3-63" fmla="*/ 0 w 11974286"/>
                <a:gd name="connsiteY3-64" fmla="*/ 1654629 h 2476652"/>
                <a:gd name="connsiteX0-65" fmla="*/ 0 w 11974286"/>
                <a:gd name="connsiteY0-66" fmla="*/ 1654629 h 2476652"/>
                <a:gd name="connsiteX1-67" fmla="*/ 11974286 w 11974286"/>
                <a:gd name="connsiteY1-68" fmla="*/ 870857 h 2476652"/>
                <a:gd name="connsiteX2-69" fmla="*/ 11945257 w 11974286"/>
                <a:gd name="connsiteY2-70" fmla="*/ 0 h 2476652"/>
                <a:gd name="connsiteX3-71" fmla="*/ 0 w 11974286"/>
                <a:gd name="connsiteY3-72" fmla="*/ 1654629 h 2476652"/>
                <a:gd name="connsiteX0-73" fmla="*/ 0 w 11974286"/>
                <a:gd name="connsiteY0-74" fmla="*/ 1654629 h 2476652"/>
                <a:gd name="connsiteX1-75" fmla="*/ 11974286 w 11974286"/>
                <a:gd name="connsiteY1-76" fmla="*/ 870857 h 2476652"/>
                <a:gd name="connsiteX2-77" fmla="*/ 11945257 w 11974286"/>
                <a:gd name="connsiteY2-78" fmla="*/ 0 h 2476652"/>
                <a:gd name="connsiteX3-79" fmla="*/ 0 w 11974286"/>
                <a:gd name="connsiteY3-80" fmla="*/ 1654629 h 2476652"/>
                <a:gd name="connsiteX0-81" fmla="*/ 0 w 11974286"/>
                <a:gd name="connsiteY0-82" fmla="*/ 1654629 h 2476652"/>
                <a:gd name="connsiteX1-83" fmla="*/ 11974286 w 11974286"/>
                <a:gd name="connsiteY1-84" fmla="*/ 870857 h 2476652"/>
                <a:gd name="connsiteX2-85" fmla="*/ 11959772 w 11974286"/>
                <a:gd name="connsiteY2-86" fmla="*/ 0 h 2476652"/>
                <a:gd name="connsiteX3-87" fmla="*/ 0 w 11974286"/>
                <a:gd name="connsiteY3-88" fmla="*/ 1654629 h 2476652"/>
                <a:gd name="connsiteX0-89" fmla="*/ 0 w 11988801"/>
                <a:gd name="connsiteY0-90" fmla="*/ 1654629 h 2476652"/>
                <a:gd name="connsiteX1-91" fmla="*/ 11974286 w 11988801"/>
                <a:gd name="connsiteY1-92" fmla="*/ 870857 h 2476652"/>
                <a:gd name="connsiteX2-93" fmla="*/ 11988801 w 11988801"/>
                <a:gd name="connsiteY2-94" fmla="*/ 0 h 2476652"/>
                <a:gd name="connsiteX3-95" fmla="*/ 0 w 11988801"/>
                <a:gd name="connsiteY3-96" fmla="*/ 1654629 h 2476652"/>
                <a:gd name="connsiteX0-97" fmla="*/ 0 w 12003314"/>
                <a:gd name="connsiteY0-98" fmla="*/ 1654629 h 2476652"/>
                <a:gd name="connsiteX1-99" fmla="*/ 12003314 w 12003314"/>
                <a:gd name="connsiteY1-100" fmla="*/ 870857 h 2476652"/>
                <a:gd name="connsiteX2-101" fmla="*/ 11988801 w 12003314"/>
                <a:gd name="connsiteY2-102" fmla="*/ 0 h 2476652"/>
                <a:gd name="connsiteX3-103" fmla="*/ 0 w 12003314"/>
                <a:gd name="connsiteY3-104" fmla="*/ 1654629 h 2476652"/>
                <a:gd name="connsiteX0-105" fmla="*/ 0 w 12017830"/>
                <a:gd name="connsiteY0-106" fmla="*/ 1669144 h 2491167"/>
                <a:gd name="connsiteX1-107" fmla="*/ 12003314 w 12017830"/>
                <a:gd name="connsiteY1-108" fmla="*/ 885372 h 2491167"/>
                <a:gd name="connsiteX2-109" fmla="*/ 12017830 w 12017830"/>
                <a:gd name="connsiteY2-110" fmla="*/ 0 h 2491167"/>
                <a:gd name="connsiteX3-111" fmla="*/ 0 w 12017830"/>
                <a:gd name="connsiteY3-112" fmla="*/ 1669144 h 2491167"/>
              </a:gdLst>
              <a:ahLst/>
              <a:cxnLst>
                <a:cxn ang="0">
                  <a:pos x="connsiteX0-1" y="connsiteY0-2"/>
                </a:cxn>
                <a:cxn ang="0">
                  <a:pos x="connsiteX1-3" y="connsiteY1-4"/>
                </a:cxn>
                <a:cxn ang="0">
                  <a:pos x="connsiteX2-5" y="connsiteY2-6"/>
                </a:cxn>
                <a:cxn ang="0">
                  <a:pos x="connsiteX3-7" y="connsiteY3-8"/>
                </a:cxn>
              </a:cxnLst>
              <a:rect l="l" t="t" r="r" b="b"/>
              <a:pathLst>
                <a:path w="12017830" h="2491167">
                  <a:moveTo>
                    <a:pt x="0" y="1669144"/>
                  </a:moveTo>
                  <a:cubicBezTo>
                    <a:pt x="3193144" y="2540001"/>
                    <a:pt x="7924800" y="3251200"/>
                    <a:pt x="12003314" y="885372"/>
                  </a:cubicBezTo>
                  <a:lnTo>
                    <a:pt x="12017830" y="0"/>
                  </a:lnTo>
                  <a:cubicBezTo>
                    <a:pt x="11171165" y="696687"/>
                    <a:pt x="6434664" y="3381829"/>
                    <a:pt x="0" y="1669144"/>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16" name="任意多边形: 形状 15"/>
            <p:cNvSpPr/>
            <p:nvPr/>
          </p:nvSpPr>
          <p:spPr>
            <a:xfrm>
              <a:off x="130630" y="3352802"/>
              <a:ext cx="12002395" cy="1841122"/>
            </a:xfrm>
            <a:custGeom>
              <a:avLst/>
              <a:gdLst>
                <a:gd name="connsiteX0" fmla="*/ 0 w 11974285"/>
                <a:gd name="connsiteY0" fmla="*/ 812800 h 812800"/>
                <a:gd name="connsiteX1" fmla="*/ 11974285 w 11974285"/>
                <a:gd name="connsiteY1" fmla="*/ 696685 h 812800"/>
                <a:gd name="connsiteX2" fmla="*/ 11959771 w 11974285"/>
                <a:gd name="connsiteY2" fmla="*/ 0 h 812800"/>
                <a:gd name="connsiteX3" fmla="*/ 0 w 11974285"/>
                <a:gd name="connsiteY3" fmla="*/ 812800 h 812800"/>
                <a:gd name="connsiteX0-1" fmla="*/ 0 w 11974285"/>
                <a:gd name="connsiteY0-2" fmla="*/ 812800 h 1593933"/>
                <a:gd name="connsiteX1-3" fmla="*/ 11974285 w 11974285"/>
                <a:gd name="connsiteY1-4" fmla="*/ 696685 h 1593933"/>
                <a:gd name="connsiteX2-5" fmla="*/ 11959771 w 11974285"/>
                <a:gd name="connsiteY2-6" fmla="*/ 0 h 1593933"/>
                <a:gd name="connsiteX3-7" fmla="*/ 0 w 11974285"/>
                <a:gd name="connsiteY3-8" fmla="*/ 812800 h 1593933"/>
                <a:gd name="connsiteX0-9" fmla="*/ 0 w 11974285"/>
                <a:gd name="connsiteY0-10" fmla="*/ 812800 h 1826608"/>
                <a:gd name="connsiteX1-11" fmla="*/ 11974285 w 11974285"/>
                <a:gd name="connsiteY1-12" fmla="*/ 696685 h 1826608"/>
                <a:gd name="connsiteX2-13" fmla="*/ 11959771 w 11974285"/>
                <a:gd name="connsiteY2-14" fmla="*/ 0 h 1826608"/>
                <a:gd name="connsiteX3-15" fmla="*/ 0 w 11974285"/>
                <a:gd name="connsiteY3-16" fmla="*/ 812800 h 1826608"/>
                <a:gd name="connsiteX0-17" fmla="*/ 0 w 11974285"/>
                <a:gd name="connsiteY0-18" fmla="*/ 812800 h 1826608"/>
                <a:gd name="connsiteX1-19" fmla="*/ 11974285 w 11974285"/>
                <a:gd name="connsiteY1-20" fmla="*/ 696685 h 1826608"/>
                <a:gd name="connsiteX2-21" fmla="*/ 11959771 w 11974285"/>
                <a:gd name="connsiteY2-22" fmla="*/ 0 h 1826608"/>
                <a:gd name="connsiteX3-23" fmla="*/ 0 w 11974285"/>
                <a:gd name="connsiteY3-24" fmla="*/ 812800 h 1826608"/>
                <a:gd name="connsiteX0-25" fmla="*/ 0 w 11974285"/>
                <a:gd name="connsiteY0-26" fmla="*/ 812800 h 1826608"/>
                <a:gd name="connsiteX1-27" fmla="*/ 11974285 w 11974285"/>
                <a:gd name="connsiteY1-28" fmla="*/ 696685 h 1826608"/>
                <a:gd name="connsiteX2-29" fmla="*/ 11959771 w 11974285"/>
                <a:gd name="connsiteY2-30" fmla="*/ 0 h 1826608"/>
                <a:gd name="connsiteX3-31" fmla="*/ 0 w 11974285"/>
                <a:gd name="connsiteY3-32" fmla="*/ 812800 h 1826608"/>
                <a:gd name="connsiteX0-33" fmla="*/ 0 w 11974285"/>
                <a:gd name="connsiteY0-34" fmla="*/ 812800 h 1826608"/>
                <a:gd name="connsiteX1-35" fmla="*/ 11974285 w 11974285"/>
                <a:gd name="connsiteY1-36" fmla="*/ 696685 h 1826608"/>
                <a:gd name="connsiteX2-37" fmla="*/ 11959771 w 11974285"/>
                <a:gd name="connsiteY2-38" fmla="*/ 0 h 1826608"/>
                <a:gd name="connsiteX3-39" fmla="*/ 0 w 11974285"/>
                <a:gd name="connsiteY3-40" fmla="*/ 812800 h 1826608"/>
                <a:gd name="connsiteX0-41" fmla="*/ 0 w 11974285"/>
                <a:gd name="connsiteY0-42" fmla="*/ 812800 h 1826608"/>
                <a:gd name="connsiteX1-43" fmla="*/ 11974285 w 11974285"/>
                <a:gd name="connsiteY1-44" fmla="*/ 696685 h 1826608"/>
                <a:gd name="connsiteX2-45" fmla="*/ 11959771 w 11974285"/>
                <a:gd name="connsiteY2-46" fmla="*/ 0 h 1826608"/>
                <a:gd name="connsiteX3-47" fmla="*/ 0 w 11974285"/>
                <a:gd name="connsiteY3-48" fmla="*/ 812800 h 1826608"/>
                <a:gd name="connsiteX0-49" fmla="*/ 0 w 11974285"/>
                <a:gd name="connsiteY0-50" fmla="*/ 812800 h 1826608"/>
                <a:gd name="connsiteX1-51" fmla="*/ 11974285 w 11974285"/>
                <a:gd name="connsiteY1-52" fmla="*/ 696685 h 1826608"/>
                <a:gd name="connsiteX2-53" fmla="*/ 11959771 w 11974285"/>
                <a:gd name="connsiteY2-54" fmla="*/ 0 h 1826608"/>
                <a:gd name="connsiteX3-55" fmla="*/ 0 w 11974285"/>
                <a:gd name="connsiteY3-56" fmla="*/ 812800 h 1826608"/>
                <a:gd name="connsiteX0-57" fmla="*/ 0 w 11974285"/>
                <a:gd name="connsiteY0-58" fmla="*/ 812800 h 1826608"/>
                <a:gd name="connsiteX1-59" fmla="*/ 11974285 w 11974285"/>
                <a:gd name="connsiteY1-60" fmla="*/ 696685 h 1826608"/>
                <a:gd name="connsiteX2-61" fmla="*/ 11959771 w 11974285"/>
                <a:gd name="connsiteY2-62" fmla="*/ 0 h 1826608"/>
                <a:gd name="connsiteX3-63" fmla="*/ 0 w 11974285"/>
                <a:gd name="connsiteY3-64" fmla="*/ 812800 h 1826608"/>
                <a:gd name="connsiteX0-65" fmla="*/ 0 w 11974285"/>
                <a:gd name="connsiteY0-66" fmla="*/ 812800 h 1826608"/>
                <a:gd name="connsiteX1-67" fmla="*/ 11974285 w 11974285"/>
                <a:gd name="connsiteY1-68" fmla="*/ 696685 h 1826608"/>
                <a:gd name="connsiteX2-69" fmla="*/ 11959771 w 11974285"/>
                <a:gd name="connsiteY2-70" fmla="*/ 0 h 1826608"/>
                <a:gd name="connsiteX3-71" fmla="*/ 0 w 11974285"/>
                <a:gd name="connsiteY3-72" fmla="*/ 812800 h 1826608"/>
                <a:gd name="connsiteX0-73" fmla="*/ 0 w 11974285"/>
                <a:gd name="connsiteY0-74" fmla="*/ 812800 h 1826608"/>
                <a:gd name="connsiteX1-75" fmla="*/ 11974285 w 11974285"/>
                <a:gd name="connsiteY1-76" fmla="*/ 696685 h 1826608"/>
                <a:gd name="connsiteX2-77" fmla="*/ 11959771 w 11974285"/>
                <a:gd name="connsiteY2-78" fmla="*/ 0 h 1826608"/>
                <a:gd name="connsiteX3-79" fmla="*/ 0 w 11974285"/>
                <a:gd name="connsiteY3-80" fmla="*/ 812800 h 1826608"/>
                <a:gd name="connsiteX0-81" fmla="*/ 0 w 11974285"/>
                <a:gd name="connsiteY0-82" fmla="*/ 812800 h 1826608"/>
                <a:gd name="connsiteX1-83" fmla="*/ 11974285 w 11974285"/>
                <a:gd name="connsiteY1-84" fmla="*/ 696685 h 1826608"/>
                <a:gd name="connsiteX2-85" fmla="*/ 11959771 w 11974285"/>
                <a:gd name="connsiteY2-86" fmla="*/ 0 h 1826608"/>
                <a:gd name="connsiteX3-87" fmla="*/ 0 w 11974285"/>
                <a:gd name="connsiteY3-88" fmla="*/ 812800 h 1826608"/>
                <a:gd name="connsiteX0-89" fmla="*/ 0 w 11974285"/>
                <a:gd name="connsiteY0-90" fmla="*/ 812800 h 1826608"/>
                <a:gd name="connsiteX1-91" fmla="*/ 11974285 w 11974285"/>
                <a:gd name="connsiteY1-92" fmla="*/ 696685 h 1826608"/>
                <a:gd name="connsiteX2-93" fmla="*/ 11959771 w 11974285"/>
                <a:gd name="connsiteY2-94" fmla="*/ 0 h 1826608"/>
                <a:gd name="connsiteX3-95" fmla="*/ 0 w 11974285"/>
                <a:gd name="connsiteY3-96" fmla="*/ 812800 h 1826608"/>
                <a:gd name="connsiteX0-97" fmla="*/ 0 w 11974286"/>
                <a:gd name="connsiteY0-98" fmla="*/ 827314 h 1841122"/>
                <a:gd name="connsiteX1-99" fmla="*/ 11974285 w 11974286"/>
                <a:gd name="connsiteY1-100" fmla="*/ 711199 h 1841122"/>
                <a:gd name="connsiteX2-101" fmla="*/ 11974286 w 11974286"/>
                <a:gd name="connsiteY2-102" fmla="*/ 0 h 1841122"/>
                <a:gd name="connsiteX3-103" fmla="*/ 0 w 11974286"/>
                <a:gd name="connsiteY3-104" fmla="*/ 827314 h 1841122"/>
                <a:gd name="connsiteX0-105" fmla="*/ 0 w 11988342"/>
                <a:gd name="connsiteY0-106" fmla="*/ 827314 h 1841122"/>
                <a:gd name="connsiteX1-107" fmla="*/ 11974285 w 11988342"/>
                <a:gd name="connsiteY1-108" fmla="*/ 711199 h 1841122"/>
                <a:gd name="connsiteX2-109" fmla="*/ 11988342 w 11988342"/>
                <a:gd name="connsiteY2-110" fmla="*/ 0 h 1841122"/>
                <a:gd name="connsiteX3-111" fmla="*/ 0 w 11988342"/>
                <a:gd name="connsiteY3-112" fmla="*/ 827314 h 1841122"/>
                <a:gd name="connsiteX0-113" fmla="*/ 0 w 12002398"/>
                <a:gd name="connsiteY0-114" fmla="*/ 827314 h 1841122"/>
                <a:gd name="connsiteX1-115" fmla="*/ 12002398 w 12002398"/>
                <a:gd name="connsiteY1-116" fmla="*/ 711199 h 1841122"/>
                <a:gd name="connsiteX2-117" fmla="*/ 11988342 w 12002398"/>
                <a:gd name="connsiteY2-118" fmla="*/ 0 h 1841122"/>
                <a:gd name="connsiteX3-119" fmla="*/ 0 w 12002398"/>
                <a:gd name="connsiteY3-120" fmla="*/ 827314 h 1841122"/>
              </a:gdLst>
              <a:ahLst/>
              <a:cxnLst>
                <a:cxn ang="0">
                  <a:pos x="connsiteX0-1" y="connsiteY0-2"/>
                </a:cxn>
                <a:cxn ang="0">
                  <a:pos x="connsiteX1-3" y="connsiteY1-4"/>
                </a:cxn>
                <a:cxn ang="0">
                  <a:pos x="connsiteX2-5" y="connsiteY2-6"/>
                </a:cxn>
                <a:cxn ang="0">
                  <a:pos x="connsiteX3-7" y="connsiteY3-8"/>
                </a:cxn>
              </a:cxnLst>
              <a:rect l="l" t="t" r="r" b="b"/>
              <a:pathLst>
                <a:path w="12002398" h="1841122">
                  <a:moveTo>
                    <a:pt x="0" y="827314"/>
                  </a:moveTo>
                  <a:cubicBezTo>
                    <a:pt x="2554513" y="1644952"/>
                    <a:pt x="7619084" y="2680304"/>
                    <a:pt x="12002398" y="711199"/>
                  </a:cubicBezTo>
                  <a:cubicBezTo>
                    <a:pt x="12002398" y="474133"/>
                    <a:pt x="11988342" y="237066"/>
                    <a:pt x="11988342" y="0"/>
                  </a:cubicBezTo>
                  <a:cubicBezTo>
                    <a:pt x="9453182" y="1635276"/>
                    <a:pt x="4392990" y="2181979"/>
                    <a:pt x="0" y="827314"/>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pic>
        <p:nvPicPr>
          <p:cNvPr id="5" name="图片 4" descr="手机屏幕截图&#10;&#10;描述已自动生成"/>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166371" y="1726291"/>
            <a:ext cx="3639711" cy="1053193"/>
          </a:xfrm>
          <a:prstGeom prst="rect">
            <a:avLst/>
          </a:prstGeom>
          <a:effectLst>
            <a:outerShdw blurRad="787400" sx="138000" sy="138000" algn="ctr" rotWithShape="0">
              <a:schemeClr val="bg1">
                <a:alpha val="40000"/>
              </a:schemeClr>
            </a:outerShdw>
          </a:effectLst>
        </p:spPr>
      </p:pic>
      <p:grpSp>
        <p:nvGrpSpPr>
          <p:cNvPr id="20" name="组合 19"/>
          <p:cNvGrpSpPr/>
          <p:nvPr/>
        </p:nvGrpSpPr>
        <p:grpSpPr>
          <a:xfrm>
            <a:off x="786376" y="4947497"/>
            <a:ext cx="10619249" cy="1107996"/>
            <a:chOff x="818008" y="4947497"/>
            <a:chExt cx="10619249" cy="1107996"/>
          </a:xfrm>
        </p:grpSpPr>
        <p:sp>
          <p:nvSpPr>
            <p:cNvPr id="23" name="文本框 22"/>
            <p:cNvSpPr txBox="1"/>
            <p:nvPr/>
          </p:nvSpPr>
          <p:spPr>
            <a:xfrm>
              <a:off x="818008" y="4947497"/>
              <a:ext cx="6331070" cy="110799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rgbClr val="E7E6E6">
                      <a:lumMod val="25000"/>
                    </a:srgbClr>
                  </a:solidFill>
                  <a:effectLst/>
                  <a:uLnTx/>
                  <a:uFillTx/>
                  <a:cs typeface="+mn-ea"/>
                  <a:sym typeface="+mn-lt"/>
                </a:rPr>
                <a:t>感谢各位的聆听</a:t>
              </a:r>
            </a:p>
          </p:txBody>
        </p:sp>
        <p:cxnSp>
          <p:nvCxnSpPr>
            <p:cNvPr id="27" name="直接连接符 26"/>
            <p:cNvCxnSpPr/>
            <p:nvPr/>
          </p:nvCxnSpPr>
          <p:spPr>
            <a:xfrm>
              <a:off x="7837714" y="5123543"/>
              <a:ext cx="0" cy="827314"/>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935452" y="5151606"/>
              <a:ext cx="1875179"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答辩人：青课</a:t>
              </a:r>
            </a:p>
          </p:txBody>
        </p:sp>
        <p:sp>
          <p:nvSpPr>
            <p:cNvPr id="29" name="文本框 28"/>
            <p:cNvSpPr txBox="1"/>
            <p:nvPr/>
          </p:nvSpPr>
          <p:spPr>
            <a:xfrm>
              <a:off x="7935452" y="5558006"/>
              <a:ext cx="3501805" cy="33718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cs typeface="+mn-ea"/>
                  <a:sym typeface="+mn-lt"/>
                </a:rPr>
                <a:t>经管学院 </a:t>
              </a:r>
              <a:r>
                <a:rPr kumimoji="0" lang="en-US" altLang="zh-CN" sz="1600" b="0" i="0" u="none" strike="noStrike" kern="1200" cap="none" spc="0" normalizeH="0" baseline="0" noProof="0" dirty="0">
                  <a:ln>
                    <a:noFill/>
                  </a:ln>
                  <a:solidFill>
                    <a:prstClr val="black"/>
                  </a:solidFill>
                  <a:effectLst/>
                  <a:uLnTx/>
                  <a:uFillTx/>
                  <a:cs typeface="+mn-ea"/>
                  <a:sym typeface="+mn-lt"/>
                </a:rPr>
                <a:t>/ </a:t>
              </a:r>
              <a:r>
                <a:rPr kumimoji="0" lang="zh-CN" altLang="en-US" sz="1600" b="0" i="0" u="none" strike="noStrike" kern="1200" cap="none" spc="0" normalizeH="0" baseline="0" noProof="0" dirty="0">
                  <a:ln>
                    <a:noFill/>
                  </a:ln>
                  <a:solidFill>
                    <a:prstClr val="black"/>
                  </a:solidFill>
                  <a:effectLst/>
                  <a:uLnTx/>
                  <a:uFillTx/>
                  <a:cs typeface="+mn-ea"/>
                  <a:sym typeface="+mn-lt"/>
                </a:rPr>
                <a:t>会计专业 </a:t>
              </a:r>
              <a:r>
                <a:rPr kumimoji="0" lang="en-US" altLang="zh-CN" sz="1600" b="0" i="0" u="none" strike="noStrike" kern="1200" cap="none" spc="0" normalizeH="0" baseline="0" noProof="0" dirty="0">
                  <a:ln>
                    <a:noFill/>
                  </a:ln>
                  <a:solidFill>
                    <a:prstClr val="black"/>
                  </a:solidFill>
                  <a:effectLst/>
                  <a:uLnTx/>
                  <a:uFillTx/>
                  <a:cs typeface="+mn-ea"/>
                  <a:sym typeface="+mn-lt"/>
                </a:rPr>
                <a:t>/ 202005</a:t>
              </a:r>
              <a:r>
                <a:rPr kumimoji="0" lang="zh-CN" altLang="en-US" sz="1600" b="0" i="0" u="none" strike="noStrike" kern="1200" cap="none" spc="0" normalizeH="0" baseline="0" noProof="0" dirty="0">
                  <a:ln>
                    <a:noFill/>
                  </a:ln>
                  <a:solidFill>
                    <a:prstClr val="black"/>
                  </a:solidFill>
                  <a:effectLst/>
                  <a:uLnTx/>
                  <a:uFillTx/>
                  <a:cs typeface="+mn-ea"/>
                  <a:sym typeface="+mn-lt"/>
                </a:rPr>
                <a:t>班</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790466"/>
            <a:ext cx="10058400" cy="4646951"/>
          </a:xfrm>
          <a:prstGeom prst="rect">
            <a:avLst/>
          </a:prstGeom>
        </p:spPr>
      </p:pic>
    </p:spTree>
    <p:extLst>
      <p:ext uri="{BB962C8B-B14F-4D97-AF65-F5344CB8AC3E}">
        <p14:creationId xmlns:p14="http://schemas.microsoft.com/office/powerpoint/2010/main" val="16176337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2.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3.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4.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5.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6.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7.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8.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9.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10.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11.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12.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13.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ags/tag14.xml><?xml version="1.0" encoding="utf-8"?>
<p:tagLst xmlns:a="http://schemas.openxmlformats.org/drawingml/2006/main" xmlns:r="http://schemas.openxmlformats.org/officeDocument/2006/relationships" xmlns:p="http://schemas.openxmlformats.org/presentationml/2006/main">
  <p:tag name="PA" val="v5.2.9"/>
  <p:tag name="RESOURCELIBID_ANIM" val="553752"/>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whrpq4w">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2163</Words>
  <Application>Microsoft Office PowerPoint</Application>
  <PresentationFormat>宽屏</PresentationFormat>
  <Paragraphs>321</Paragraphs>
  <Slides>29</Slides>
  <Notes>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29</vt:i4>
      </vt:variant>
    </vt:vector>
  </HeadingPairs>
  <TitlesOfParts>
    <vt:vector size="35" baseType="lpstr">
      <vt:lpstr>FandolFang R</vt:lpstr>
      <vt:lpstr>微软雅黑</vt:lpstr>
      <vt:lpstr>Arial</vt:lpstr>
      <vt:lpstr>Calibri</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毕业答辩</dc:title>
  <dc:creator>第一PPT</dc:creator>
  <cp:keywords>www.1ppt.com</cp:keywords>
  <dc:description>www.1ppt.com</dc:description>
  <cp:lastModifiedBy>杨 金石</cp:lastModifiedBy>
  <cp:revision>37</cp:revision>
  <dcterms:created xsi:type="dcterms:W3CDTF">2020-05-09T05:43:26Z</dcterms:created>
  <dcterms:modified xsi:type="dcterms:W3CDTF">2022-12-12T14:19:08Z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2052-11.8.2.8506</vt:lpwstr>
  </property>
</Properties>
</file>